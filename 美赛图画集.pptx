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2.svg" ContentType="image/svg+xml"/>
  <Override PartName="/ppt/media/image2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8" r:id="rId3"/>
    <p:sldId id="260" r:id="rId4"/>
    <p:sldId id="261" r:id="rId5"/>
    <p:sldId id="262" r:id="rId6"/>
  </p:sldIdLst>
  <p:sldSz cx="12192000" cy="6858000"/>
  <p:notesSz cx="6858000" cy="9144000"/>
  <p:custDataLst>
    <p:tags r:id="rId1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25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325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gs" Target="tags/tag140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71.xml"/><Relationship Id="rId87" Type="http://schemas.openxmlformats.org/officeDocument/2006/relationships/slideLayout" Target="../slideLayouts/slideLayout6.xml"/><Relationship Id="rId86" Type="http://schemas.openxmlformats.org/officeDocument/2006/relationships/tags" Target="../tags/tag136.xml"/><Relationship Id="rId85" Type="http://schemas.openxmlformats.org/officeDocument/2006/relationships/tags" Target="../tags/tag135.xml"/><Relationship Id="rId84" Type="http://schemas.openxmlformats.org/officeDocument/2006/relationships/image" Target="../media/image12.svg"/><Relationship Id="rId83" Type="http://schemas.openxmlformats.org/officeDocument/2006/relationships/image" Target="../media/image11.png"/><Relationship Id="rId82" Type="http://schemas.openxmlformats.org/officeDocument/2006/relationships/tags" Target="../tags/tag134.xml"/><Relationship Id="rId81" Type="http://schemas.openxmlformats.org/officeDocument/2006/relationships/image" Target="../media/image10.svg"/><Relationship Id="rId80" Type="http://schemas.openxmlformats.org/officeDocument/2006/relationships/image" Target="../media/image9.png"/><Relationship Id="rId8" Type="http://schemas.openxmlformats.org/officeDocument/2006/relationships/tags" Target="../tags/tag70.xml"/><Relationship Id="rId79" Type="http://schemas.openxmlformats.org/officeDocument/2006/relationships/tags" Target="../tags/tag133.xml"/><Relationship Id="rId78" Type="http://schemas.openxmlformats.org/officeDocument/2006/relationships/tags" Target="../tags/tag132.xml"/><Relationship Id="rId77" Type="http://schemas.openxmlformats.org/officeDocument/2006/relationships/tags" Target="../tags/tag131.xml"/><Relationship Id="rId76" Type="http://schemas.openxmlformats.org/officeDocument/2006/relationships/image" Target="../media/image8.svg"/><Relationship Id="rId75" Type="http://schemas.openxmlformats.org/officeDocument/2006/relationships/image" Target="../media/image7.png"/><Relationship Id="rId74" Type="http://schemas.openxmlformats.org/officeDocument/2006/relationships/tags" Target="../tags/tag130.xml"/><Relationship Id="rId73" Type="http://schemas.openxmlformats.org/officeDocument/2006/relationships/tags" Target="../tags/tag129.xml"/><Relationship Id="rId72" Type="http://schemas.openxmlformats.org/officeDocument/2006/relationships/image" Target="../media/image6.svg"/><Relationship Id="rId71" Type="http://schemas.openxmlformats.org/officeDocument/2006/relationships/image" Target="../media/image5.png"/><Relationship Id="rId70" Type="http://schemas.openxmlformats.org/officeDocument/2006/relationships/tags" Target="../tags/tag128.xml"/><Relationship Id="rId7" Type="http://schemas.openxmlformats.org/officeDocument/2006/relationships/tags" Target="../tags/tag69.xml"/><Relationship Id="rId69" Type="http://schemas.openxmlformats.org/officeDocument/2006/relationships/tags" Target="../tags/tag127.xml"/><Relationship Id="rId68" Type="http://schemas.openxmlformats.org/officeDocument/2006/relationships/image" Target="../media/image4.svg"/><Relationship Id="rId67" Type="http://schemas.openxmlformats.org/officeDocument/2006/relationships/image" Target="../media/image3.png"/><Relationship Id="rId66" Type="http://schemas.openxmlformats.org/officeDocument/2006/relationships/tags" Target="../tags/tag126.xml"/><Relationship Id="rId65" Type="http://schemas.openxmlformats.org/officeDocument/2006/relationships/tags" Target="../tags/tag125.xml"/><Relationship Id="rId64" Type="http://schemas.openxmlformats.org/officeDocument/2006/relationships/image" Target="../media/image2.svg"/><Relationship Id="rId63" Type="http://schemas.openxmlformats.org/officeDocument/2006/relationships/image" Target="../media/image1.png"/><Relationship Id="rId62" Type="http://schemas.openxmlformats.org/officeDocument/2006/relationships/tags" Target="../tags/tag124.xml"/><Relationship Id="rId61" Type="http://schemas.openxmlformats.org/officeDocument/2006/relationships/tags" Target="../tags/tag123.xml"/><Relationship Id="rId60" Type="http://schemas.openxmlformats.org/officeDocument/2006/relationships/tags" Target="../tags/tag122.xml"/><Relationship Id="rId6" Type="http://schemas.openxmlformats.org/officeDocument/2006/relationships/tags" Target="../tags/tag68.xml"/><Relationship Id="rId59" Type="http://schemas.openxmlformats.org/officeDocument/2006/relationships/tags" Target="../tags/tag121.xml"/><Relationship Id="rId58" Type="http://schemas.openxmlformats.org/officeDocument/2006/relationships/tags" Target="../tags/tag120.xml"/><Relationship Id="rId57" Type="http://schemas.openxmlformats.org/officeDocument/2006/relationships/tags" Target="../tags/tag119.xml"/><Relationship Id="rId56" Type="http://schemas.openxmlformats.org/officeDocument/2006/relationships/tags" Target="../tags/tag118.xml"/><Relationship Id="rId55" Type="http://schemas.openxmlformats.org/officeDocument/2006/relationships/tags" Target="../tags/tag117.xml"/><Relationship Id="rId54" Type="http://schemas.openxmlformats.org/officeDocument/2006/relationships/tags" Target="../tags/tag116.xml"/><Relationship Id="rId53" Type="http://schemas.openxmlformats.org/officeDocument/2006/relationships/tags" Target="../tags/tag115.xml"/><Relationship Id="rId52" Type="http://schemas.openxmlformats.org/officeDocument/2006/relationships/tags" Target="../tags/tag114.xml"/><Relationship Id="rId51" Type="http://schemas.openxmlformats.org/officeDocument/2006/relationships/tags" Target="../tags/tag113.xml"/><Relationship Id="rId50" Type="http://schemas.openxmlformats.org/officeDocument/2006/relationships/tags" Target="../tags/tag112.xml"/><Relationship Id="rId5" Type="http://schemas.openxmlformats.org/officeDocument/2006/relationships/tags" Target="../tags/tag67.xml"/><Relationship Id="rId49" Type="http://schemas.openxmlformats.org/officeDocument/2006/relationships/tags" Target="../tags/tag111.xml"/><Relationship Id="rId48" Type="http://schemas.openxmlformats.org/officeDocument/2006/relationships/tags" Target="../tags/tag110.xml"/><Relationship Id="rId47" Type="http://schemas.openxmlformats.org/officeDocument/2006/relationships/tags" Target="../tags/tag109.xml"/><Relationship Id="rId46" Type="http://schemas.openxmlformats.org/officeDocument/2006/relationships/tags" Target="../tags/tag108.xml"/><Relationship Id="rId45" Type="http://schemas.openxmlformats.org/officeDocument/2006/relationships/tags" Target="../tags/tag107.xml"/><Relationship Id="rId44" Type="http://schemas.openxmlformats.org/officeDocument/2006/relationships/tags" Target="../tags/tag106.xml"/><Relationship Id="rId43" Type="http://schemas.openxmlformats.org/officeDocument/2006/relationships/tags" Target="../tags/tag105.xml"/><Relationship Id="rId42" Type="http://schemas.openxmlformats.org/officeDocument/2006/relationships/tags" Target="../tags/tag104.xml"/><Relationship Id="rId41" Type="http://schemas.openxmlformats.org/officeDocument/2006/relationships/tags" Target="../tags/tag103.xml"/><Relationship Id="rId40" Type="http://schemas.openxmlformats.org/officeDocument/2006/relationships/tags" Target="../tags/tag102.xml"/><Relationship Id="rId4" Type="http://schemas.openxmlformats.org/officeDocument/2006/relationships/tags" Target="../tags/tag66.xml"/><Relationship Id="rId39" Type="http://schemas.openxmlformats.org/officeDocument/2006/relationships/tags" Target="../tags/tag101.xml"/><Relationship Id="rId38" Type="http://schemas.openxmlformats.org/officeDocument/2006/relationships/tags" Target="../tags/tag100.xml"/><Relationship Id="rId37" Type="http://schemas.openxmlformats.org/officeDocument/2006/relationships/tags" Target="../tags/tag99.xml"/><Relationship Id="rId36" Type="http://schemas.openxmlformats.org/officeDocument/2006/relationships/tags" Target="../tags/tag98.xml"/><Relationship Id="rId35" Type="http://schemas.openxmlformats.org/officeDocument/2006/relationships/tags" Target="../tags/tag97.xml"/><Relationship Id="rId34" Type="http://schemas.openxmlformats.org/officeDocument/2006/relationships/tags" Target="../tags/tag96.xml"/><Relationship Id="rId33" Type="http://schemas.openxmlformats.org/officeDocument/2006/relationships/tags" Target="../tags/tag95.xml"/><Relationship Id="rId32" Type="http://schemas.openxmlformats.org/officeDocument/2006/relationships/tags" Target="../tags/tag94.xml"/><Relationship Id="rId31" Type="http://schemas.openxmlformats.org/officeDocument/2006/relationships/tags" Target="../tags/tag93.xml"/><Relationship Id="rId30" Type="http://schemas.openxmlformats.org/officeDocument/2006/relationships/tags" Target="../tags/tag92.xml"/><Relationship Id="rId3" Type="http://schemas.openxmlformats.org/officeDocument/2006/relationships/tags" Target="../tags/tag65.xml"/><Relationship Id="rId29" Type="http://schemas.openxmlformats.org/officeDocument/2006/relationships/tags" Target="../tags/tag91.xml"/><Relationship Id="rId28" Type="http://schemas.openxmlformats.org/officeDocument/2006/relationships/tags" Target="../tags/tag90.xml"/><Relationship Id="rId27" Type="http://schemas.openxmlformats.org/officeDocument/2006/relationships/tags" Target="../tags/tag89.xml"/><Relationship Id="rId26" Type="http://schemas.openxmlformats.org/officeDocument/2006/relationships/tags" Target="../tags/tag88.xml"/><Relationship Id="rId25" Type="http://schemas.openxmlformats.org/officeDocument/2006/relationships/tags" Target="../tags/tag87.xml"/><Relationship Id="rId24" Type="http://schemas.openxmlformats.org/officeDocument/2006/relationships/tags" Target="../tags/tag86.xml"/><Relationship Id="rId23" Type="http://schemas.openxmlformats.org/officeDocument/2006/relationships/tags" Target="../tags/tag85.xml"/><Relationship Id="rId22" Type="http://schemas.openxmlformats.org/officeDocument/2006/relationships/tags" Target="../tags/tag84.xml"/><Relationship Id="rId21" Type="http://schemas.openxmlformats.org/officeDocument/2006/relationships/tags" Target="../tags/tag83.xml"/><Relationship Id="rId20" Type="http://schemas.openxmlformats.org/officeDocument/2006/relationships/tags" Target="../tags/tag82.xml"/><Relationship Id="rId2" Type="http://schemas.openxmlformats.org/officeDocument/2006/relationships/tags" Target="../tags/tag64.xml"/><Relationship Id="rId19" Type="http://schemas.openxmlformats.org/officeDocument/2006/relationships/tags" Target="../tags/tag81.xml"/><Relationship Id="rId18" Type="http://schemas.openxmlformats.org/officeDocument/2006/relationships/tags" Target="../tags/tag80.xml"/><Relationship Id="rId17" Type="http://schemas.openxmlformats.org/officeDocument/2006/relationships/tags" Target="../tags/tag79.xml"/><Relationship Id="rId16" Type="http://schemas.openxmlformats.org/officeDocument/2006/relationships/tags" Target="../tags/tag78.xml"/><Relationship Id="rId15" Type="http://schemas.openxmlformats.org/officeDocument/2006/relationships/tags" Target="../tags/tag77.xml"/><Relationship Id="rId14" Type="http://schemas.openxmlformats.org/officeDocument/2006/relationships/tags" Target="../tags/tag76.xml"/><Relationship Id="rId13" Type="http://schemas.openxmlformats.org/officeDocument/2006/relationships/tags" Target="../tags/tag75.xml"/><Relationship Id="rId12" Type="http://schemas.openxmlformats.org/officeDocument/2006/relationships/tags" Target="../tags/tag74.xml"/><Relationship Id="rId11" Type="http://schemas.openxmlformats.org/officeDocument/2006/relationships/tags" Target="../tags/tag73.xml"/><Relationship Id="rId10" Type="http://schemas.openxmlformats.org/officeDocument/2006/relationships/tags" Target="../tags/tag72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13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13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1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/>
          <a:lstStyle/>
          <a:p>
            <a:r>
              <a:rPr lang="zh-CN" altLang="en-US">
                <a:solidFill>
                  <a:schemeClr val="accent1"/>
                </a:solidFill>
                <a:latin typeface="+mj-ea"/>
                <a:ea typeface="+mj-ea"/>
              </a:rPr>
              <a:t>单击此处添加标题</a:t>
            </a:r>
            <a:endParaRPr lang="zh-CN" altLang="en-US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32" name="任意多边形: 形状 17"/>
          <p:cNvSpPr/>
          <p:nvPr>
            <p:custDataLst>
              <p:tags r:id="rId2"/>
            </p:custDataLst>
          </p:nvPr>
        </p:nvSpPr>
        <p:spPr>
          <a:xfrm>
            <a:off x="1172924" y="4046934"/>
            <a:ext cx="9847061" cy="2006077"/>
          </a:xfrm>
          <a:custGeom>
            <a:avLst/>
            <a:gdLst>
              <a:gd name="connsiteX0" fmla="*/ 4924244 w 9848488"/>
              <a:gd name="connsiteY0" fmla="*/ 0 h 2006368"/>
              <a:gd name="connsiteX1" fmla="*/ 9775437 w 9848488"/>
              <a:gd name="connsiteY1" fmla="*/ 1858432 h 2006368"/>
              <a:gd name="connsiteX2" fmla="*/ 9848488 w 9848488"/>
              <a:gd name="connsiteY2" fmla="*/ 2006368 h 2006368"/>
              <a:gd name="connsiteX3" fmla="*/ 0 w 9848488"/>
              <a:gd name="connsiteY3" fmla="*/ 2006368 h 2006368"/>
              <a:gd name="connsiteX4" fmla="*/ 73051 w 9848488"/>
              <a:gd name="connsiteY4" fmla="*/ 1858432 h 2006368"/>
              <a:gd name="connsiteX5" fmla="*/ 4924244 w 9848488"/>
              <a:gd name="connsiteY5" fmla="*/ 0 h 2006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8488" h="2006368">
                <a:moveTo>
                  <a:pt x="4924244" y="0"/>
                </a:moveTo>
                <a:cubicBezTo>
                  <a:pt x="7203603" y="0"/>
                  <a:pt x="9132307" y="781751"/>
                  <a:pt x="9775437" y="1858432"/>
                </a:cubicBezTo>
                <a:lnTo>
                  <a:pt x="9848488" y="2006368"/>
                </a:lnTo>
                <a:lnTo>
                  <a:pt x="0" y="2006368"/>
                </a:lnTo>
                <a:lnTo>
                  <a:pt x="73051" y="1858432"/>
                </a:lnTo>
                <a:cubicBezTo>
                  <a:pt x="716182" y="781751"/>
                  <a:pt x="2644886" y="0"/>
                  <a:pt x="4924244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15000"/>
                </a:schemeClr>
              </a:gs>
              <a:gs pos="100000">
                <a:schemeClr val="accent1">
                  <a:alpha val="0"/>
                </a:schemeClr>
              </a:gs>
            </a:gsLst>
            <a:lin ang="5400000" scaled="1"/>
          </a:gradFill>
          <a:ln>
            <a:gradFill>
              <a:gsLst>
                <a:gs pos="0">
                  <a:schemeClr val="accent1"/>
                </a:gs>
                <a:gs pos="87000">
                  <a:schemeClr val="accent1">
                    <a:alpha val="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3" name="任意多边形: 形状 4"/>
          <p:cNvSpPr/>
          <p:nvPr>
            <p:custDataLst>
              <p:tags r:id="rId3"/>
            </p:custDataLst>
          </p:nvPr>
        </p:nvSpPr>
        <p:spPr>
          <a:xfrm>
            <a:off x="5717595" y="5351670"/>
            <a:ext cx="808230" cy="409157"/>
          </a:xfrm>
          <a:custGeom>
            <a:avLst/>
            <a:gdLst>
              <a:gd name="connsiteX0" fmla="*/ 1450658 w 1450657"/>
              <a:gd name="connsiteY0" fmla="*/ 523875 h 734377"/>
              <a:gd name="connsiteX1" fmla="*/ 161925 w 1450657"/>
              <a:gd name="connsiteY1" fmla="*/ 734377 h 734377"/>
              <a:gd name="connsiteX2" fmla="*/ 0 w 1450657"/>
              <a:gd name="connsiteY2" fmla="*/ 0 h 734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50657" h="734377">
                <a:moveTo>
                  <a:pt x="1450658" y="523875"/>
                </a:moveTo>
                <a:lnTo>
                  <a:pt x="161925" y="734377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1000">
                <a:schemeClr val="accent1">
                  <a:lumMod val="78000"/>
                  <a:lumOff val="22000"/>
                </a:schemeClr>
              </a:gs>
              <a:gs pos="78000">
                <a:schemeClr val="accent1">
                  <a:lumMod val="91000"/>
                </a:schemeClr>
              </a:gs>
            </a:gsLst>
            <a:lin ang="16200000" scaled="0"/>
          </a:gradFill>
          <a:ln w="483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endParaRPr lang="zh-CN" altLang="en-US"/>
          </a:p>
        </p:txBody>
      </p:sp>
      <p:sp>
        <p:nvSpPr>
          <p:cNvPr id="34" name="任意多边形: 形状 5"/>
          <p:cNvSpPr/>
          <p:nvPr>
            <p:custDataLst>
              <p:tags r:id="rId4"/>
            </p:custDataLst>
          </p:nvPr>
        </p:nvSpPr>
        <p:spPr>
          <a:xfrm>
            <a:off x="5278239" y="5079295"/>
            <a:ext cx="529622" cy="681397"/>
          </a:xfrm>
          <a:custGeom>
            <a:avLst/>
            <a:gdLst>
              <a:gd name="connsiteX0" fmla="*/ 0 w 950595"/>
              <a:gd name="connsiteY0" fmla="*/ 0 h 1223009"/>
              <a:gd name="connsiteX1" fmla="*/ 788670 w 950595"/>
              <a:gd name="connsiteY1" fmla="*/ 488633 h 1223009"/>
              <a:gd name="connsiteX2" fmla="*/ 950595 w 950595"/>
              <a:gd name="connsiteY2" fmla="*/ 1223010 h 1223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50595" h="1223009">
                <a:moveTo>
                  <a:pt x="0" y="0"/>
                </a:moveTo>
                <a:lnTo>
                  <a:pt x="788670" y="488633"/>
                </a:lnTo>
                <a:lnTo>
                  <a:pt x="950595" y="1223010"/>
                </a:lnTo>
                <a:close/>
              </a:path>
            </a:pathLst>
          </a:custGeom>
          <a:gradFill>
            <a:gsLst>
              <a:gs pos="19000">
                <a:schemeClr val="accent1">
                  <a:lumMod val="60000"/>
                  <a:lumOff val="40000"/>
                </a:schemeClr>
              </a:gs>
              <a:gs pos="92000">
                <a:schemeClr val="accent1"/>
              </a:gs>
            </a:gsLst>
            <a:lin ang="0" scaled="0"/>
          </a:gradFill>
          <a:ln w="483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endParaRPr lang="zh-CN" altLang="en-US"/>
          </a:p>
        </p:txBody>
      </p:sp>
      <p:sp>
        <p:nvSpPr>
          <p:cNvPr id="35" name="任意多边形: 形状 6"/>
          <p:cNvSpPr/>
          <p:nvPr>
            <p:custDataLst>
              <p:tags r:id="rId5"/>
            </p:custDataLst>
          </p:nvPr>
        </p:nvSpPr>
        <p:spPr>
          <a:xfrm>
            <a:off x="5278239" y="4448196"/>
            <a:ext cx="439405" cy="903222"/>
          </a:xfrm>
          <a:custGeom>
            <a:avLst/>
            <a:gdLst>
              <a:gd name="connsiteX0" fmla="*/ 0 w 788670"/>
              <a:gd name="connsiteY0" fmla="*/ 1132523 h 1621155"/>
              <a:gd name="connsiteX1" fmla="*/ 619125 w 788670"/>
              <a:gd name="connsiteY1" fmla="*/ 0 h 1621155"/>
              <a:gd name="connsiteX2" fmla="*/ 788670 w 788670"/>
              <a:gd name="connsiteY2" fmla="*/ 1621155 h 1621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88670" h="1621155">
                <a:moveTo>
                  <a:pt x="0" y="1132523"/>
                </a:moveTo>
                <a:lnTo>
                  <a:pt x="619125" y="0"/>
                </a:lnTo>
                <a:lnTo>
                  <a:pt x="788670" y="1621155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50000"/>
                  <a:lumOff val="50000"/>
                </a:schemeClr>
              </a:gs>
              <a:gs pos="100000">
                <a:schemeClr val="accent1">
                  <a:lumMod val="86000"/>
                  <a:lumOff val="14000"/>
                </a:schemeClr>
              </a:gs>
            </a:gsLst>
            <a:lin ang="600000" scaled="0"/>
          </a:gradFill>
          <a:ln w="48331" cap="flat">
            <a:noFill/>
            <a:prstDash val="solid"/>
            <a:miter/>
          </a:ln>
        </p:spPr>
        <p:txBody>
          <a:bodyPr rtlCol="0" anchor="ctr"/>
          <a:p>
            <a:endParaRPr lang="zh-CN" altLang="en-US"/>
          </a:p>
        </p:txBody>
      </p:sp>
      <p:sp>
        <p:nvSpPr>
          <p:cNvPr id="36" name="任意多边形: 形状 7"/>
          <p:cNvSpPr/>
          <p:nvPr>
            <p:custDataLst>
              <p:tags r:id="rId6"/>
            </p:custDataLst>
          </p:nvPr>
        </p:nvSpPr>
        <p:spPr>
          <a:xfrm>
            <a:off x="5717595" y="4780888"/>
            <a:ext cx="808230" cy="862360"/>
          </a:xfrm>
          <a:custGeom>
            <a:avLst/>
            <a:gdLst>
              <a:gd name="connsiteX0" fmla="*/ 1385888 w 1450657"/>
              <a:gd name="connsiteY0" fmla="*/ 0 h 1547812"/>
              <a:gd name="connsiteX1" fmla="*/ 1450658 w 1450657"/>
              <a:gd name="connsiteY1" fmla="*/ 1547812 h 1547812"/>
              <a:gd name="connsiteX2" fmla="*/ 0 w 1450657"/>
              <a:gd name="connsiteY2" fmla="*/ 1023938 h 15478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50657" h="1547812">
                <a:moveTo>
                  <a:pt x="1385888" y="0"/>
                </a:moveTo>
                <a:lnTo>
                  <a:pt x="1450658" y="1547812"/>
                </a:lnTo>
                <a:lnTo>
                  <a:pt x="0" y="1023938"/>
                </a:lnTo>
                <a:close/>
              </a:path>
            </a:pathLst>
          </a:custGeom>
          <a:gradFill flip="none" rotWithShape="1">
            <a:gsLst>
              <a:gs pos="36000">
                <a:schemeClr val="accent1">
                  <a:lumMod val="75000"/>
                </a:schemeClr>
              </a:gs>
              <a:gs pos="100000">
                <a:schemeClr val="accent1">
                  <a:lumMod val="70000"/>
                  <a:lumOff val="30000"/>
                </a:schemeClr>
              </a:gs>
            </a:gsLst>
            <a:lin ang="1800000" scaled="0"/>
            <a:tileRect/>
          </a:gradFill>
          <a:ln w="48331" cap="flat">
            <a:noFill/>
            <a:prstDash val="solid"/>
            <a:miter/>
          </a:ln>
        </p:spPr>
        <p:txBody>
          <a:bodyPr rtlCol="0" anchor="ctr"/>
          <a:p>
            <a:endParaRPr lang="zh-CN" altLang="en-US"/>
          </a:p>
        </p:txBody>
      </p:sp>
      <p:sp>
        <p:nvSpPr>
          <p:cNvPr id="38" name="任意多边形: 形状 9"/>
          <p:cNvSpPr/>
          <p:nvPr>
            <p:custDataLst>
              <p:tags r:id="rId7"/>
            </p:custDataLst>
          </p:nvPr>
        </p:nvSpPr>
        <p:spPr>
          <a:xfrm>
            <a:off x="6406470" y="4240581"/>
            <a:ext cx="513701" cy="702624"/>
          </a:xfrm>
          <a:custGeom>
            <a:avLst/>
            <a:gdLst>
              <a:gd name="connsiteX0" fmla="*/ 149542 w 922019"/>
              <a:gd name="connsiteY0" fmla="*/ 969645 h 1261109"/>
              <a:gd name="connsiteX1" fmla="*/ 0 w 922019"/>
              <a:gd name="connsiteY1" fmla="*/ 0 h 1261109"/>
              <a:gd name="connsiteX2" fmla="*/ 922020 w 922019"/>
              <a:gd name="connsiteY2" fmla="*/ 1261110 h 1261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22019" h="1261109">
                <a:moveTo>
                  <a:pt x="149542" y="969645"/>
                </a:moveTo>
                <a:lnTo>
                  <a:pt x="0" y="0"/>
                </a:lnTo>
                <a:lnTo>
                  <a:pt x="922020" y="1261110"/>
                </a:lnTo>
                <a:close/>
              </a:path>
            </a:pathLst>
          </a:custGeom>
          <a:gradFill>
            <a:gsLst>
              <a:gs pos="1000">
                <a:schemeClr val="accent1">
                  <a:lumMod val="60000"/>
                  <a:lumOff val="40000"/>
                </a:schemeClr>
              </a:gs>
              <a:gs pos="92000">
                <a:schemeClr val="accent1"/>
              </a:gs>
            </a:gsLst>
            <a:lin ang="9600000" scaled="0"/>
          </a:gradFill>
          <a:ln w="48331" cap="flat">
            <a:noFill/>
            <a:prstDash val="solid"/>
            <a:miter/>
          </a:ln>
        </p:spPr>
        <p:txBody>
          <a:bodyPr rtlCol="0" anchor="ctr"/>
          <a:p>
            <a:endParaRPr lang="zh-CN" altLang="en-US"/>
          </a:p>
        </p:txBody>
      </p:sp>
      <p:sp>
        <p:nvSpPr>
          <p:cNvPr id="39" name="任意多边形: 形状 10"/>
          <p:cNvSpPr/>
          <p:nvPr>
            <p:custDataLst>
              <p:tags r:id="rId8"/>
            </p:custDataLst>
          </p:nvPr>
        </p:nvSpPr>
        <p:spPr>
          <a:xfrm>
            <a:off x="6489643" y="4780888"/>
            <a:ext cx="430384" cy="862360"/>
          </a:xfrm>
          <a:custGeom>
            <a:avLst/>
            <a:gdLst>
              <a:gd name="connsiteX0" fmla="*/ 0 w 772477"/>
              <a:gd name="connsiteY0" fmla="*/ 0 h 1547812"/>
              <a:gd name="connsiteX1" fmla="*/ 772477 w 772477"/>
              <a:gd name="connsiteY1" fmla="*/ 291465 h 1547812"/>
              <a:gd name="connsiteX2" fmla="*/ 64770 w 772477"/>
              <a:gd name="connsiteY2" fmla="*/ 1547812 h 15478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72477" h="1547812">
                <a:moveTo>
                  <a:pt x="0" y="0"/>
                </a:moveTo>
                <a:lnTo>
                  <a:pt x="772477" y="291465"/>
                </a:lnTo>
                <a:lnTo>
                  <a:pt x="64770" y="1547812"/>
                </a:lnTo>
                <a:close/>
              </a:path>
            </a:pathLst>
          </a:custGeom>
          <a:gradFill>
            <a:gsLst>
              <a:gs pos="28000">
                <a:schemeClr val="accent1">
                  <a:lumMod val="75000"/>
                </a:schemeClr>
              </a:gs>
              <a:gs pos="100000">
                <a:schemeClr val="accent1">
                  <a:lumMod val="70000"/>
                  <a:lumOff val="30000"/>
                </a:schemeClr>
              </a:gs>
            </a:gsLst>
            <a:lin ang="21594000" scaled="0"/>
          </a:gradFill>
          <a:ln w="48331" cap="flat">
            <a:noFill/>
            <a:prstDash val="solid"/>
            <a:miter/>
          </a:ln>
        </p:spPr>
        <p:txBody>
          <a:bodyPr rtlCol="0" anchor="ctr"/>
          <a:p>
            <a:endParaRPr lang="zh-CN" altLang="en-US"/>
          </a:p>
        </p:txBody>
      </p:sp>
      <p:sp>
        <p:nvSpPr>
          <p:cNvPr id="40" name="任意多边形: 形状 11"/>
          <p:cNvSpPr/>
          <p:nvPr>
            <p:custDataLst>
              <p:tags r:id="rId9"/>
            </p:custDataLst>
          </p:nvPr>
        </p:nvSpPr>
        <p:spPr>
          <a:xfrm>
            <a:off x="5622994" y="4240581"/>
            <a:ext cx="866604" cy="540236"/>
          </a:xfrm>
          <a:custGeom>
            <a:avLst/>
            <a:gdLst>
              <a:gd name="connsiteX0" fmla="*/ 0 w 1555432"/>
              <a:gd name="connsiteY0" fmla="*/ 372428 h 969645"/>
              <a:gd name="connsiteX1" fmla="*/ 1405890 w 1555432"/>
              <a:gd name="connsiteY1" fmla="*/ 0 h 969645"/>
              <a:gd name="connsiteX2" fmla="*/ 1555433 w 1555432"/>
              <a:gd name="connsiteY2" fmla="*/ 969645 h 9696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55432" h="969645">
                <a:moveTo>
                  <a:pt x="0" y="372428"/>
                </a:moveTo>
                <a:lnTo>
                  <a:pt x="1405890" y="0"/>
                </a:lnTo>
                <a:lnTo>
                  <a:pt x="1555433" y="969645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55000"/>
                  <a:lumOff val="45000"/>
                </a:schemeClr>
              </a:gs>
              <a:gs pos="100000">
                <a:schemeClr val="accent1"/>
              </a:gs>
            </a:gsLst>
            <a:lin ang="7200000" scaled="0"/>
            <a:tileRect/>
          </a:gradFill>
          <a:ln w="48331" cap="flat">
            <a:noFill/>
            <a:prstDash val="solid"/>
            <a:miter/>
          </a:ln>
        </p:spPr>
        <p:txBody>
          <a:bodyPr rtlCol="0" anchor="ctr"/>
          <a:p>
            <a:endParaRPr lang="zh-CN" altLang="en-US"/>
          </a:p>
        </p:txBody>
      </p:sp>
      <p:sp>
        <p:nvSpPr>
          <p:cNvPr id="41" name="任意多边形: 形状 12"/>
          <p:cNvSpPr/>
          <p:nvPr>
            <p:custDataLst>
              <p:tags r:id="rId10"/>
            </p:custDataLst>
          </p:nvPr>
        </p:nvSpPr>
        <p:spPr>
          <a:xfrm>
            <a:off x="5622994" y="4448196"/>
            <a:ext cx="866604" cy="903222"/>
          </a:xfrm>
          <a:custGeom>
            <a:avLst/>
            <a:gdLst>
              <a:gd name="connsiteX0" fmla="*/ 0 w 1555432"/>
              <a:gd name="connsiteY0" fmla="*/ 0 h 1621155"/>
              <a:gd name="connsiteX1" fmla="*/ 1555433 w 1555432"/>
              <a:gd name="connsiteY1" fmla="*/ 597218 h 1621155"/>
              <a:gd name="connsiteX2" fmla="*/ 169545 w 1555432"/>
              <a:gd name="connsiteY2" fmla="*/ 1621155 h 1621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55432" h="1621155">
                <a:moveTo>
                  <a:pt x="0" y="0"/>
                </a:moveTo>
                <a:lnTo>
                  <a:pt x="1555433" y="597218"/>
                </a:lnTo>
                <a:lnTo>
                  <a:pt x="169545" y="1621155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36000"/>
                  <a:lumOff val="64000"/>
                </a:schemeClr>
              </a:gs>
              <a:gs pos="100000">
                <a:schemeClr val="accent1">
                  <a:lumMod val="77000"/>
                  <a:lumOff val="23000"/>
                </a:schemeClr>
              </a:gs>
            </a:gsLst>
            <a:lin ang="2700000" scaled="1"/>
            <a:tileRect/>
          </a:gradFill>
          <a:ln w="48331" cap="flat">
            <a:noFill/>
            <a:prstDash val="solid"/>
            <a:miter/>
          </a:ln>
        </p:spPr>
        <p:txBody>
          <a:bodyPr rtlCol="0" anchor="ctr"/>
          <a:p>
            <a:endParaRPr lang="zh-CN" altLang="en-US"/>
          </a:p>
        </p:txBody>
      </p:sp>
      <p:sp>
        <p:nvSpPr>
          <p:cNvPr id="42" name="椭圆 41"/>
          <p:cNvSpPr/>
          <p:nvPr>
            <p:custDataLst>
              <p:tags r:id="rId11"/>
            </p:custDataLst>
          </p:nvPr>
        </p:nvSpPr>
        <p:spPr>
          <a:xfrm rot="20464926">
            <a:off x="4723329" y="4754222"/>
            <a:ext cx="2827605" cy="590718"/>
          </a:xfrm>
          <a:prstGeom prst="ellipse">
            <a:avLst/>
          </a:prstGeom>
          <a:noFill/>
          <a:ln w="9525"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162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3" name="椭圆 42"/>
          <p:cNvSpPr/>
          <p:nvPr>
            <p:custDataLst>
              <p:tags r:id="rId12"/>
            </p:custDataLst>
          </p:nvPr>
        </p:nvSpPr>
        <p:spPr>
          <a:xfrm rot="997938">
            <a:off x="4833803" y="4754222"/>
            <a:ext cx="2606163" cy="590718"/>
          </a:xfrm>
          <a:prstGeom prst="ellipse">
            <a:avLst/>
          </a:prstGeom>
          <a:noFill/>
          <a:ln w="19050"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162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椭圆 43"/>
          <p:cNvSpPr/>
          <p:nvPr>
            <p:custDataLst>
              <p:tags r:id="rId13"/>
            </p:custDataLst>
          </p:nvPr>
        </p:nvSpPr>
        <p:spPr>
          <a:xfrm rot="19668910">
            <a:off x="4642696" y="4754222"/>
            <a:ext cx="2827605" cy="590718"/>
          </a:xfrm>
          <a:prstGeom prst="ellipse">
            <a:avLst/>
          </a:prstGeom>
          <a:noFill/>
          <a:ln w="19050">
            <a:gradFill flip="none" rotWithShape="1">
              <a:gsLst>
                <a:gs pos="1000">
                  <a:schemeClr val="accent1">
                    <a:lumMod val="60000"/>
                    <a:lumOff val="40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16200000" scaled="1"/>
              <a:tileRect/>
            </a:gra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5" name="椭圆 44"/>
          <p:cNvSpPr/>
          <p:nvPr>
            <p:custDataLst>
              <p:tags r:id="rId14"/>
            </p:custDataLst>
          </p:nvPr>
        </p:nvSpPr>
        <p:spPr>
          <a:xfrm>
            <a:off x="6965189" y="4939615"/>
            <a:ext cx="110241" cy="110241"/>
          </a:xfrm>
          <a:prstGeom prst="ellipse">
            <a:avLst/>
          </a:prstGeom>
          <a:gradFill>
            <a:gsLst>
              <a:gs pos="1000">
                <a:schemeClr val="accent1">
                  <a:lumMod val="75000"/>
                </a:schemeClr>
              </a:gs>
              <a:gs pos="100000">
                <a:schemeClr val="accent1"/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6" name="椭圆 45"/>
          <p:cNvSpPr/>
          <p:nvPr>
            <p:custDataLst>
              <p:tags r:id="rId15"/>
            </p:custDataLst>
          </p:nvPr>
        </p:nvSpPr>
        <p:spPr>
          <a:xfrm>
            <a:off x="6337265" y="5353575"/>
            <a:ext cx="110241" cy="110241"/>
          </a:xfrm>
          <a:prstGeom prst="ellipse">
            <a:avLst/>
          </a:prstGeom>
          <a:gradFill flip="none" rotWithShape="1">
            <a:gsLst>
              <a:gs pos="1000">
                <a:schemeClr val="accent1">
                  <a:lumMod val="20000"/>
                  <a:lumOff val="80000"/>
                </a:schemeClr>
              </a:gs>
              <a:gs pos="100000">
                <a:schemeClr val="accent1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7" name="任意多边形: 形状 21"/>
          <p:cNvSpPr/>
          <p:nvPr>
            <p:custDataLst>
              <p:tags r:id="rId16"/>
            </p:custDataLst>
          </p:nvPr>
        </p:nvSpPr>
        <p:spPr>
          <a:xfrm>
            <a:off x="1035783" y="3830431"/>
            <a:ext cx="10121309" cy="2006077"/>
          </a:xfrm>
          <a:custGeom>
            <a:avLst/>
            <a:gdLst>
              <a:gd name="connsiteX0" fmla="*/ 4924244 w 9848488"/>
              <a:gd name="connsiteY0" fmla="*/ 0 h 2006368"/>
              <a:gd name="connsiteX1" fmla="*/ 9775437 w 9848488"/>
              <a:gd name="connsiteY1" fmla="*/ 1858432 h 2006368"/>
              <a:gd name="connsiteX2" fmla="*/ 9848488 w 9848488"/>
              <a:gd name="connsiteY2" fmla="*/ 2006368 h 2006368"/>
              <a:gd name="connsiteX3" fmla="*/ 0 w 9848488"/>
              <a:gd name="connsiteY3" fmla="*/ 2006368 h 2006368"/>
              <a:gd name="connsiteX4" fmla="*/ 73051 w 9848488"/>
              <a:gd name="connsiteY4" fmla="*/ 1858432 h 2006368"/>
              <a:gd name="connsiteX5" fmla="*/ 4924244 w 9848488"/>
              <a:gd name="connsiteY5" fmla="*/ 0 h 2006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8488" h="2006368">
                <a:moveTo>
                  <a:pt x="4924244" y="0"/>
                </a:moveTo>
                <a:cubicBezTo>
                  <a:pt x="7203603" y="0"/>
                  <a:pt x="9132307" y="781751"/>
                  <a:pt x="9775437" y="1858432"/>
                </a:cubicBezTo>
                <a:lnTo>
                  <a:pt x="9848488" y="2006368"/>
                </a:lnTo>
                <a:lnTo>
                  <a:pt x="0" y="2006368"/>
                </a:lnTo>
                <a:lnTo>
                  <a:pt x="73051" y="1858432"/>
                </a:lnTo>
                <a:cubicBezTo>
                  <a:pt x="716182" y="781751"/>
                  <a:pt x="2644886" y="0"/>
                  <a:pt x="4924244" y="0"/>
                </a:cubicBezTo>
                <a:close/>
              </a:path>
            </a:pathLst>
          </a:custGeom>
          <a:noFill/>
          <a:ln w="15875">
            <a:gradFill>
              <a:gsLst>
                <a:gs pos="0">
                  <a:schemeClr val="accent1">
                    <a:lumMod val="40000"/>
                    <a:lumOff val="60000"/>
                  </a:schemeClr>
                </a:gs>
                <a:gs pos="92000">
                  <a:schemeClr val="accent1">
                    <a:alpha val="0"/>
                  </a:schemeClr>
                </a:gs>
              </a:gsLst>
              <a:lin ang="5400000" scaled="1"/>
            </a:gra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8" name="椭圆 47"/>
          <p:cNvSpPr/>
          <p:nvPr>
            <p:custDataLst>
              <p:tags r:id="rId17"/>
            </p:custDataLst>
          </p:nvPr>
        </p:nvSpPr>
        <p:spPr>
          <a:xfrm>
            <a:off x="3926519" y="3992332"/>
            <a:ext cx="146364" cy="146364"/>
          </a:xfrm>
          <a:prstGeom prst="ellipse">
            <a:avLst/>
          </a:prstGeom>
          <a:solidFill>
            <a:srgbClr val="FFFFFF"/>
          </a:solidFill>
          <a:ln w="3175">
            <a:solidFill>
              <a:schemeClr val="accent1"/>
            </a:solidFill>
          </a:ln>
          <a:effectLst>
            <a:outerShdw blurRad="63500" sx="102000" sy="102000" algn="ctr" rotWithShape="0">
              <a:schemeClr val="accent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9" name="椭圆 48"/>
          <p:cNvSpPr/>
          <p:nvPr>
            <p:custDataLst>
              <p:tags r:id="rId18"/>
            </p:custDataLst>
          </p:nvPr>
        </p:nvSpPr>
        <p:spPr>
          <a:xfrm>
            <a:off x="3954455" y="4020268"/>
            <a:ext cx="90432" cy="90432"/>
          </a:xfrm>
          <a:prstGeom prst="ellipse">
            <a:avLst/>
          </a:prstGeom>
          <a:gradFill>
            <a:gsLst>
              <a:gs pos="1000">
                <a:schemeClr val="accent1">
                  <a:lumMod val="75000"/>
                </a:schemeClr>
              </a:gs>
              <a:gs pos="100000">
                <a:schemeClr val="accent1"/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0" name="矩形 49"/>
          <p:cNvSpPr/>
          <p:nvPr>
            <p:custDataLst>
              <p:tags r:id="rId19"/>
            </p:custDataLst>
          </p:nvPr>
        </p:nvSpPr>
        <p:spPr>
          <a:xfrm>
            <a:off x="3301135" y="2700294"/>
            <a:ext cx="1397152" cy="649159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单击此处输入你的项正文</a:t>
            </a: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51" name="矩形 50"/>
          <p:cNvSpPr/>
          <p:nvPr>
            <p:custDataLst>
              <p:tags r:id="rId20"/>
            </p:custDataLst>
          </p:nvPr>
        </p:nvSpPr>
        <p:spPr>
          <a:xfrm>
            <a:off x="3301135" y="2212050"/>
            <a:ext cx="1397152" cy="368247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b="1">
                <a:solidFill>
                  <a:schemeClr val="accent1"/>
                </a:solidFill>
                <a:latin typeface="+mn-ea"/>
                <a:cs typeface="+mn-ea"/>
                <a:sym typeface="+mn-ea"/>
              </a:rPr>
              <a:t>项标题</a:t>
            </a:r>
            <a:endParaRPr lang="zh-CN" altLang="en-US" b="1">
              <a:solidFill>
                <a:schemeClr val="accent1"/>
              </a:solidFill>
              <a:latin typeface="+mn-ea"/>
              <a:cs typeface="+mn-ea"/>
              <a:sym typeface="+mn-ea"/>
            </a:endParaRPr>
          </a:p>
        </p:txBody>
      </p:sp>
      <p:cxnSp>
        <p:nvCxnSpPr>
          <p:cNvPr id="52" name="直接连接符 51"/>
          <p:cNvCxnSpPr/>
          <p:nvPr>
            <p:custDataLst>
              <p:tags r:id="rId21"/>
            </p:custDataLst>
          </p:nvPr>
        </p:nvCxnSpPr>
        <p:spPr>
          <a:xfrm flipV="1">
            <a:off x="4000804" y="3342821"/>
            <a:ext cx="0" cy="649160"/>
          </a:xfrm>
          <a:prstGeom prst="line">
            <a:avLst/>
          </a:prstGeom>
          <a:noFill/>
          <a:ln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16200000" scaled="0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3" name="椭圆 52"/>
          <p:cNvSpPr/>
          <p:nvPr>
            <p:custDataLst>
              <p:tags r:id="rId22"/>
            </p:custDataLst>
          </p:nvPr>
        </p:nvSpPr>
        <p:spPr>
          <a:xfrm>
            <a:off x="8120722" y="3992332"/>
            <a:ext cx="146364" cy="146364"/>
          </a:xfrm>
          <a:prstGeom prst="ellipse">
            <a:avLst/>
          </a:prstGeom>
          <a:solidFill>
            <a:srgbClr val="FFFFFF"/>
          </a:solidFill>
          <a:ln w="3175">
            <a:solidFill>
              <a:schemeClr val="accent1"/>
            </a:solidFill>
          </a:ln>
          <a:effectLst>
            <a:outerShdw blurRad="63500" sx="102000" sy="102000" algn="ctr" rotWithShape="0">
              <a:schemeClr val="accent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4" name="椭圆 53"/>
          <p:cNvSpPr/>
          <p:nvPr>
            <p:custDataLst>
              <p:tags r:id="rId23"/>
            </p:custDataLst>
          </p:nvPr>
        </p:nvSpPr>
        <p:spPr>
          <a:xfrm>
            <a:off x="8148658" y="4020268"/>
            <a:ext cx="90432" cy="90432"/>
          </a:xfrm>
          <a:prstGeom prst="ellipse">
            <a:avLst/>
          </a:prstGeom>
          <a:gradFill>
            <a:gsLst>
              <a:gs pos="1000">
                <a:schemeClr val="accent1">
                  <a:lumMod val="75000"/>
                </a:schemeClr>
              </a:gs>
              <a:gs pos="100000">
                <a:schemeClr val="accent1"/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5" name="矩形 54"/>
          <p:cNvSpPr/>
          <p:nvPr>
            <p:custDataLst>
              <p:tags r:id="rId24"/>
            </p:custDataLst>
          </p:nvPr>
        </p:nvSpPr>
        <p:spPr>
          <a:xfrm>
            <a:off x="7495337" y="2700294"/>
            <a:ext cx="1397152" cy="649159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单击此处输入你的项正文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56" name="矩形 55"/>
          <p:cNvSpPr/>
          <p:nvPr>
            <p:custDataLst>
              <p:tags r:id="rId25"/>
            </p:custDataLst>
          </p:nvPr>
        </p:nvSpPr>
        <p:spPr>
          <a:xfrm>
            <a:off x="7495337" y="2212050"/>
            <a:ext cx="1397153" cy="368247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b="1">
                <a:solidFill>
                  <a:schemeClr val="accent1"/>
                </a:solidFill>
                <a:latin typeface="+mn-ea"/>
                <a:cs typeface="+mn-ea"/>
                <a:sym typeface="+mn-ea"/>
              </a:rPr>
              <a:t>项标题</a:t>
            </a:r>
            <a:endParaRPr lang="zh-CN" altLang="en-US" b="1">
              <a:solidFill>
                <a:schemeClr val="accent1"/>
              </a:solidFill>
              <a:latin typeface="+mn-ea"/>
              <a:cs typeface="+mn-ea"/>
              <a:sym typeface="+mn-ea"/>
            </a:endParaRPr>
          </a:p>
        </p:txBody>
      </p:sp>
      <p:cxnSp>
        <p:nvCxnSpPr>
          <p:cNvPr id="57" name="直接连接符 56"/>
          <p:cNvCxnSpPr/>
          <p:nvPr>
            <p:custDataLst>
              <p:tags r:id="rId26"/>
            </p:custDataLst>
          </p:nvPr>
        </p:nvCxnSpPr>
        <p:spPr>
          <a:xfrm flipV="1">
            <a:off x="8195006" y="3342821"/>
            <a:ext cx="0" cy="649160"/>
          </a:xfrm>
          <a:prstGeom prst="line">
            <a:avLst/>
          </a:prstGeom>
          <a:noFill/>
          <a:ln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16200000" scaled="0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8" name="椭圆 57"/>
          <p:cNvSpPr/>
          <p:nvPr>
            <p:custDataLst>
              <p:tags r:id="rId27"/>
            </p:custDataLst>
          </p:nvPr>
        </p:nvSpPr>
        <p:spPr>
          <a:xfrm>
            <a:off x="6023620" y="3740909"/>
            <a:ext cx="146364" cy="146364"/>
          </a:xfrm>
          <a:prstGeom prst="ellipse">
            <a:avLst/>
          </a:prstGeom>
          <a:solidFill>
            <a:srgbClr val="FFFFFF"/>
          </a:solidFill>
          <a:ln w="3175">
            <a:solidFill>
              <a:schemeClr val="accent1"/>
            </a:solidFill>
          </a:ln>
          <a:effectLst>
            <a:outerShdw blurRad="63500" sx="102000" sy="102000" algn="ctr" rotWithShape="0">
              <a:schemeClr val="accent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9" name="椭圆 58"/>
          <p:cNvSpPr/>
          <p:nvPr>
            <p:custDataLst>
              <p:tags r:id="rId28"/>
            </p:custDataLst>
          </p:nvPr>
        </p:nvSpPr>
        <p:spPr>
          <a:xfrm>
            <a:off x="6051556" y="3768845"/>
            <a:ext cx="90432" cy="90432"/>
          </a:xfrm>
          <a:prstGeom prst="ellipse">
            <a:avLst/>
          </a:prstGeom>
          <a:gradFill>
            <a:gsLst>
              <a:gs pos="1000">
                <a:schemeClr val="accent1">
                  <a:lumMod val="75000"/>
                </a:schemeClr>
              </a:gs>
              <a:gs pos="100000">
                <a:schemeClr val="accent1"/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0" name="矩形 59"/>
          <p:cNvSpPr/>
          <p:nvPr>
            <p:custDataLst>
              <p:tags r:id="rId29"/>
            </p:custDataLst>
          </p:nvPr>
        </p:nvSpPr>
        <p:spPr>
          <a:xfrm>
            <a:off x="5398236" y="2449506"/>
            <a:ext cx="1397152" cy="649159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单击此处输入你的项正文</a:t>
            </a: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62" name="矩形 61"/>
          <p:cNvSpPr/>
          <p:nvPr>
            <p:custDataLst>
              <p:tags r:id="rId30"/>
            </p:custDataLst>
          </p:nvPr>
        </p:nvSpPr>
        <p:spPr>
          <a:xfrm>
            <a:off x="5398236" y="1960627"/>
            <a:ext cx="1397152" cy="368247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b="1">
                <a:solidFill>
                  <a:schemeClr val="accent1"/>
                </a:solidFill>
                <a:latin typeface="+mn-ea"/>
                <a:cs typeface="+mn-ea"/>
                <a:sym typeface="+mn-ea"/>
              </a:rPr>
              <a:t>项标题</a:t>
            </a:r>
            <a:endParaRPr lang="zh-CN" altLang="en-US" b="1">
              <a:solidFill>
                <a:schemeClr val="accent1"/>
              </a:solidFill>
              <a:latin typeface="+mn-ea"/>
              <a:cs typeface="+mn-ea"/>
              <a:sym typeface="+mn-ea"/>
            </a:endParaRPr>
          </a:p>
        </p:txBody>
      </p:sp>
      <p:cxnSp>
        <p:nvCxnSpPr>
          <p:cNvPr id="63" name="直接连接符 62"/>
          <p:cNvCxnSpPr/>
          <p:nvPr>
            <p:custDataLst>
              <p:tags r:id="rId31"/>
            </p:custDataLst>
          </p:nvPr>
        </p:nvCxnSpPr>
        <p:spPr>
          <a:xfrm flipV="1">
            <a:off x="6097905" y="3092033"/>
            <a:ext cx="0" cy="649160"/>
          </a:xfrm>
          <a:prstGeom prst="line">
            <a:avLst/>
          </a:prstGeom>
          <a:noFill/>
          <a:ln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16200000" scaled="0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9" name="矩形 8"/>
          <p:cNvSpPr/>
          <p:nvPr>
            <p:custDataLst>
              <p:tags r:id="rId32"/>
            </p:custDataLst>
          </p:nvPr>
        </p:nvSpPr>
        <p:spPr>
          <a:xfrm>
            <a:off x="4344353" y="3767455"/>
            <a:ext cx="1645920" cy="145859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>
                <a:solidFill>
                  <a:srgbClr val="000000">
                    <a:lumMod val="65000"/>
                    <a:lumOff val="35000"/>
                  </a:srgbClr>
                </a:solidFill>
                <a:latin typeface="微软雅黑" panose="020B0503020204020204" charset="-122"/>
                <a:cs typeface="微软雅黑" panose="020B0503020204020204" charset="-122"/>
              </a:rPr>
              <a:t>单击此处从输入你的智能图形项正文</a:t>
            </a:r>
            <a:endParaRPr lang="zh-CN" altLang="en-US" sz="1400">
              <a:solidFill>
                <a:srgbClr val="000000">
                  <a:lumMod val="65000"/>
                  <a:lumOff val="35000"/>
                </a:srgbClr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矩形 36"/>
          <p:cNvSpPr/>
          <p:nvPr>
            <p:custDataLst>
              <p:tags r:id="rId33"/>
            </p:custDataLst>
          </p:nvPr>
        </p:nvSpPr>
        <p:spPr>
          <a:xfrm>
            <a:off x="6171248" y="3767455"/>
            <a:ext cx="1645920" cy="145859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>
                <a:solidFill>
                  <a:srgbClr val="000000">
                    <a:lumMod val="65000"/>
                    <a:lumOff val="35000"/>
                  </a:srgbClr>
                </a:solidFill>
                <a:latin typeface="微软雅黑" panose="020B0503020204020204" charset="-122"/>
                <a:cs typeface="微软雅黑" panose="020B0503020204020204" charset="-122"/>
              </a:rPr>
              <a:t>单击此处从输入你的智能图形项正文</a:t>
            </a:r>
            <a:endParaRPr lang="zh-CN" altLang="en-US" sz="1400">
              <a:solidFill>
                <a:srgbClr val="000000">
                  <a:lumMod val="65000"/>
                  <a:lumOff val="35000"/>
                </a:srgbClr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/>
          <p:nvPr>
            <p:custDataLst>
              <p:tags r:id="rId34"/>
            </p:custDataLst>
          </p:nvPr>
        </p:nvSpPr>
        <p:spPr>
          <a:xfrm>
            <a:off x="691833" y="3767455"/>
            <a:ext cx="1645920" cy="145859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>
                <a:solidFill>
                  <a:srgbClr val="000000">
                    <a:lumMod val="65000"/>
                    <a:lumOff val="35000"/>
                  </a:srgbClr>
                </a:solidFill>
                <a:latin typeface="微软雅黑" panose="020B0503020204020204" charset="-122"/>
                <a:cs typeface="微软雅黑" panose="020B0503020204020204" charset="-122"/>
              </a:rPr>
              <a:t>单击此处从输入你的智能图形项正文</a:t>
            </a:r>
            <a:endParaRPr lang="zh-CN" altLang="en-US" sz="1400">
              <a:solidFill>
                <a:srgbClr val="000000">
                  <a:lumMod val="65000"/>
                  <a:lumOff val="35000"/>
                </a:srgbClr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/>
          <p:nvPr>
            <p:custDataLst>
              <p:tags r:id="rId35"/>
            </p:custDataLst>
          </p:nvPr>
        </p:nvSpPr>
        <p:spPr>
          <a:xfrm>
            <a:off x="2518728" y="3767455"/>
            <a:ext cx="1645920" cy="145859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>
                <a:solidFill>
                  <a:srgbClr val="000000">
                    <a:lumMod val="65000"/>
                    <a:lumOff val="35000"/>
                  </a:srgbClr>
                </a:solidFill>
                <a:latin typeface="微软雅黑" panose="020B0503020204020204" charset="-122"/>
                <a:cs typeface="微软雅黑" panose="020B0503020204020204" charset="-122"/>
              </a:rPr>
              <a:t>单击此处从输入你的智能图形项正文</a:t>
            </a:r>
            <a:endParaRPr lang="zh-CN" altLang="en-US" sz="1400">
              <a:solidFill>
                <a:srgbClr val="000000">
                  <a:lumMod val="65000"/>
                  <a:lumOff val="35000"/>
                </a:srgbClr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椭圆 9"/>
          <p:cNvSpPr/>
          <p:nvPr>
            <p:custDataLst>
              <p:tags r:id="rId36"/>
            </p:custDataLst>
          </p:nvPr>
        </p:nvSpPr>
        <p:spPr>
          <a:xfrm>
            <a:off x="4440873" y="1880235"/>
            <a:ext cx="1452880" cy="1452245"/>
          </a:xfrm>
          <a:prstGeom prst="ellipse">
            <a:avLst/>
          </a:prstGeom>
          <a:solidFill>
            <a:srgbClr val="FFC000">
              <a:alpha val="15000"/>
            </a:srgbClr>
          </a:solidFill>
          <a:ln>
            <a:noFill/>
          </a:ln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椭圆 3"/>
          <p:cNvSpPr/>
          <p:nvPr>
            <p:custDataLst>
              <p:tags r:id="rId37"/>
            </p:custDataLst>
          </p:nvPr>
        </p:nvSpPr>
        <p:spPr>
          <a:xfrm>
            <a:off x="4515803" y="1955800"/>
            <a:ext cx="1303020" cy="1303020"/>
          </a:xfrm>
          <a:prstGeom prst="ellipse">
            <a:avLst/>
          </a:prstGeom>
          <a:solidFill>
            <a:srgbClr val="FFC000"/>
          </a:solidFill>
          <a:ln>
            <a:noFill/>
          </a:ln>
          <a:effectLst>
            <a:innerShdw blurRad="152400">
              <a:srgbClr val="FFC000">
                <a:lumMod val="20000"/>
                <a:lumOff val="80000"/>
                <a:alpha val="60000"/>
              </a:srgbClr>
            </a:innerShdw>
          </a:effectLst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vertOverflow="overflow" horzOverflow="overflow" vert="horz" wrap="square" tIns="252095" bIns="0" numCol="1" spcCol="0" rtlCol="0" fromWordArt="0" anchor="t" anchorCtr="0" forceAA="0" compatLnSpc="1">
            <a:normAutofit/>
          </a:bodyPr>
          <a:p>
            <a:pPr lvl="0" algn="ctr">
              <a:buClrTx/>
              <a:buSzTx/>
              <a:buFontTx/>
            </a:pPr>
            <a:endParaRPr lang="zh-CN" altLang="en-US"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5" name="椭圆 4"/>
          <p:cNvSpPr/>
          <p:nvPr>
            <p:custDataLst>
              <p:tags r:id="rId38"/>
            </p:custDataLst>
          </p:nvPr>
        </p:nvSpPr>
        <p:spPr>
          <a:xfrm>
            <a:off x="4583748" y="2022475"/>
            <a:ext cx="1167130" cy="1167130"/>
          </a:xfrm>
          <a:prstGeom prst="ellipse">
            <a:avLst/>
          </a:prstGeom>
          <a:noFill/>
          <a:ln w="12700">
            <a:gradFill>
              <a:gsLst>
                <a:gs pos="0">
                  <a:srgbClr val="FFFFFF">
                    <a:alpha val="45000"/>
                  </a:srgbClr>
                </a:gs>
                <a:gs pos="100000">
                  <a:srgbClr val="FFFFFF">
                    <a:alpha val="45000"/>
                  </a:srgbClr>
                </a:gs>
                <a:gs pos="75000">
                  <a:srgbClr val="FFFFFF">
                    <a:alpha val="0"/>
                  </a:srgbClr>
                </a:gs>
                <a:gs pos="25000">
                  <a:srgbClr val="FFFFFF">
                    <a:alpha val="0"/>
                  </a:srgbClr>
                </a:gs>
              </a:gsLst>
              <a:lin ang="5400000" scaled="1"/>
            </a:gradFill>
          </a:ln>
          <a:effectLst>
            <a:outerShdw dist="12700" dir="5400000" algn="t" rotWithShape="0">
              <a:srgbClr val="FFC000">
                <a:lumMod val="75000"/>
                <a:alpha val="30000"/>
              </a:srgbClr>
            </a:outerShdw>
          </a:effectLst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rmAutofit/>
          </a:bodyPr>
          <a:p>
            <a:pPr lvl="0" algn="ctr">
              <a:buClrTx/>
              <a:buSzTx/>
              <a:buFontTx/>
            </a:pPr>
            <a:endParaRPr lang="zh-CN" altLang="en-US"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3" name="弧形 12"/>
          <p:cNvSpPr/>
          <p:nvPr>
            <p:custDataLst>
              <p:tags r:id="rId39"/>
            </p:custDataLst>
          </p:nvPr>
        </p:nvSpPr>
        <p:spPr>
          <a:xfrm flipV="1">
            <a:off x="4243388" y="1685290"/>
            <a:ext cx="1847215" cy="1847215"/>
          </a:xfrm>
          <a:prstGeom prst="arc">
            <a:avLst>
              <a:gd name="adj1" fmla="val 1352946"/>
              <a:gd name="adj2" fmla="val 10848491"/>
            </a:avLst>
          </a:prstGeom>
          <a:ln w="44450" cap="rnd">
            <a:solidFill>
              <a:srgbClr val="FFC000">
                <a:alpha val="50000"/>
              </a:srgbClr>
            </a:solidFill>
            <a:headEnd type="triangle"/>
          </a:ln>
        </p:spPr>
        <p:style>
          <a:lnRef idx="1">
            <a:srgbClr val="376FFF"/>
          </a:lnRef>
          <a:fillRef idx="0">
            <a:srgbClr val="376FFF"/>
          </a:fillRef>
          <a:effectRef idx="0">
            <a:srgbClr val="376FFF"/>
          </a:effectRef>
          <a:fontRef idx="minor">
            <a:srgbClr val="000000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椭圆 5"/>
          <p:cNvSpPr/>
          <p:nvPr>
            <p:custDataLst>
              <p:tags r:id="rId40"/>
            </p:custDataLst>
          </p:nvPr>
        </p:nvSpPr>
        <p:spPr>
          <a:xfrm>
            <a:off x="6267768" y="1880235"/>
            <a:ext cx="1452880" cy="1452245"/>
          </a:xfrm>
          <a:prstGeom prst="ellipse">
            <a:avLst/>
          </a:prstGeom>
          <a:solidFill>
            <a:srgbClr val="FF7429">
              <a:alpha val="15000"/>
            </a:srgbClr>
          </a:solidFill>
          <a:ln>
            <a:noFill/>
          </a:ln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椭圆 23"/>
          <p:cNvSpPr/>
          <p:nvPr>
            <p:custDataLst>
              <p:tags r:id="rId41"/>
            </p:custDataLst>
          </p:nvPr>
        </p:nvSpPr>
        <p:spPr>
          <a:xfrm>
            <a:off x="6342698" y="1955800"/>
            <a:ext cx="1303020" cy="1303020"/>
          </a:xfrm>
          <a:prstGeom prst="ellipse">
            <a:avLst/>
          </a:prstGeom>
          <a:solidFill>
            <a:srgbClr val="FF7429"/>
          </a:solidFill>
          <a:ln>
            <a:noFill/>
          </a:ln>
          <a:effectLst>
            <a:innerShdw blurRad="152400">
              <a:srgbClr val="FF7429">
                <a:lumMod val="20000"/>
                <a:lumOff val="80000"/>
                <a:alpha val="60000"/>
              </a:srgbClr>
            </a:innerShdw>
          </a:effectLst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vertOverflow="overflow" horzOverflow="overflow" vert="horz" wrap="square" tIns="252095" bIns="0" numCol="1" spcCol="0" rtlCol="0" fromWordArt="0" anchor="t" anchorCtr="0" forceAA="0" compatLnSpc="1">
            <a:normAutofit/>
          </a:bodyPr>
          <a:p>
            <a:pPr lvl="0" algn="ctr">
              <a:buClrTx/>
              <a:buSzTx/>
              <a:buFontTx/>
            </a:pPr>
            <a:endParaRPr lang="zh-CN" altLang="en-US"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6" name="椭圆 15"/>
          <p:cNvSpPr/>
          <p:nvPr>
            <p:custDataLst>
              <p:tags r:id="rId42"/>
            </p:custDataLst>
          </p:nvPr>
        </p:nvSpPr>
        <p:spPr>
          <a:xfrm>
            <a:off x="6410643" y="2022475"/>
            <a:ext cx="1167130" cy="1167130"/>
          </a:xfrm>
          <a:prstGeom prst="ellipse">
            <a:avLst/>
          </a:prstGeom>
          <a:noFill/>
          <a:ln w="12700">
            <a:gradFill>
              <a:gsLst>
                <a:gs pos="0">
                  <a:srgbClr val="FFFFFF">
                    <a:alpha val="45000"/>
                  </a:srgbClr>
                </a:gs>
                <a:gs pos="100000">
                  <a:srgbClr val="FFFFFF">
                    <a:alpha val="45000"/>
                  </a:srgbClr>
                </a:gs>
                <a:gs pos="75000">
                  <a:srgbClr val="FFFFFF">
                    <a:alpha val="0"/>
                  </a:srgbClr>
                </a:gs>
                <a:gs pos="25000">
                  <a:srgbClr val="FFFFFF">
                    <a:alpha val="0"/>
                  </a:srgbClr>
                </a:gs>
              </a:gsLst>
              <a:lin ang="5400000" scaled="1"/>
            </a:gradFill>
          </a:ln>
          <a:effectLst>
            <a:outerShdw dist="12700" dir="5400000" algn="t" rotWithShape="0">
              <a:srgbClr val="FF7429">
                <a:lumMod val="75000"/>
                <a:alpha val="30000"/>
              </a:srgbClr>
            </a:outerShdw>
          </a:effectLst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vertOverflow="overflow" horzOverflow="overflow" vert="horz" wrap="square" tIns="45720" numCol="1" spcCol="0" rtlCol="0" fromWordArt="0" anchor="ctr" anchorCtr="0" forceAA="0" compatLnSpc="1">
            <a:normAutofit/>
          </a:bodyPr>
          <a:p>
            <a:pPr lvl="0" algn="ctr">
              <a:buClrTx/>
              <a:buSzTx/>
              <a:buFontTx/>
            </a:pPr>
            <a:endParaRPr lang="zh-CN" altLang="en-US"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9" name="弧形 18"/>
          <p:cNvSpPr/>
          <p:nvPr>
            <p:custDataLst>
              <p:tags r:id="rId43"/>
            </p:custDataLst>
          </p:nvPr>
        </p:nvSpPr>
        <p:spPr>
          <a:xfrm flipV="1">
            <a:off x="6070283" y="1685290"/>
            <a:ext cx="1847215" cy="1847215"/>
          </a:xfrm>
          <a:prstGeom prst="arc">
            <a:avLst>
              <a:gd name="adj1" fmla="val 10822527"/>
              <a:gd name="adj2" fmla="val 20157622"/>
            </a:avLst>
          </a:prstGeom>
          <a:ln w="44450" cap="rnd">
            <a:solidFill>
              <a:srgbClr val="FF7429">
                <a:alpha val="50000"/>
              </a:srgbClr>
            </a:solidFill>
            <a:headEnd type="none"/>
            <a:tailEnd type="triangle"/>
          </a:ln>
          <a:effectLst/>
        </p:spPr>
        <p:style>
          <a:lnRef idx="1">
            <a:srgbClr val="376FFF"/>
          </a:lnRef>
          <a:fillRef idx="0">
            <a:srgbClr val="376FFF"/>
          </a:fillRef>
          <a:effectRef idx="0">
            <a:srgbClr val="376FFF"/>
          </a:effectRef>
          <a:fontRef idx="minor">
            <a:srgbClr val="000000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椭圆 6"/>
          <p:cNvSpPr/>
          <p:nvPr>
            <p:custDataLst>
              <p:tags r:id="rId44"/>
            </p:custDataLst>
          </p:nvPr>
        </p:nvSpPr>
        <p:spPr>
          <a:xfrm>
            <a:off x="788353" y="1880235"/>
            <a:ext cx="1452880" cy="1452245"/>
          </a:xfrm>
          <a:prstGeom prst="ellipse">
            <a:avLst/>
          </a:prstGeom>
          <a:solidFill>
            <a:srgbClr val="376FFF">
              <a:alpha val="15000"/>
            </a:srgbClr>
          </a:solidFill>
          <a:ln>
            <a:noFill/>
          </a:ln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椭圆 17"/>
          <p:cNvSpPr/>
          <p:nvPr>
            <p:custDataLst>
              <p:tags r:id="rId45"/>
            </p:custDataLst>
          </p:nvPr>
        </p:nvSpPr>
        <p:spPr>
          <a:xfrm>
            <a:off x="863283" y="1955800"/>
            <a:ext cx="1303020" cy="1303020"/>
          </a:xfrm>
          <a:prstGeom prst="ellipse">
            <a:avLst/>
          </a:prstGeom>
          <a:solidFill>
            <a:srgbClr val="376FFF"/>
          </a:solidFill>
          <a:ln>
            <a:noFill/>
          </a:ln>
          <a:effectLst>
            <a:innerShdw blurRad="152400">
              <a:srgbClr val="376FFF">
                <a:lumMod val="20000"/>
                <a:lumOff val="80000"/>
                <a:alpha val="60000"/>
              </a:srgbClr>
            </a:innerShdw>
          </a:effectLst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vertOverflow="overflow" horzOverflow="overflow" vert="horz" wrap="square" tIns="252095" bIns="0" numCol="1" spcCol="0" rtlCol="0" fromWordArt="0" anchor="t" anchorCtr="0" forceAA="0" compatLnSpc="1">
            <a:normAutofit/>
          </a:bodyPr>
          <a:p>
            <a:pPr lvl="0" algn="ctr">
              <a:buClrTx/>
              <a:buSzTx/>
              <a:buFontTx/>
            </a:pPr>
            <a:endParaRPr lang="zh-CN" altLang="en-US"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8" name="椭圆 7"/>
          <p:cNvSpPr/>
          <p:nvPr>
            <p:custDataLst>
              <p:tags r:id="rId46"/>
            </p:custDataLst>
          </p:nvPr>
        </p:nvSpPr>
        <p:spPr>
          <a:xfrm>
            <a:off x="931228" y="2022475"/>
            <a:ext cx="1167130" cy="1167130"/>
          </a:xfrm>
          <a:prstGeom prst="ellipse">
            <a:avLst/>
          </a:prstGeom>
          <a:noFill/>
          <a:ln w="12700">
            <a:gradFill>
              <a:gsLst>
                <a:gs pos="0">
                  <a:srgbClr val="FFFFFF">
                    <a:alpha val="45000"/>
                  </a:srgbClr>
                </a:gs>
                <a:gs pos="100000">
                  <a:srgbClr val="FFFFFF">
                    <a:alpha val="45000"/>
                  </a:srgbClr>
                </a:gs>
                <a:gs pos="75000">
                  <a:srgbClr val="FFFFFF">
                    <a:alpha val="0"/>
                  </a:srgbClr>
                </a:gs>
                <a:gs pos="25000">
                  <a:srgbClr val="FFFFFF">
                    <a:alpha val="0"/>
                  </a:srgbClr>
                </a:gs>
              </a:gsLst>
              <a:lin ang="5400000" scaled="1"/>
            </a:gradFill>
          </a:ln>
          <a:effectLst>
            <a:outerShdw dist="12700" dir="5400000" algn="t" rotWithShape="0">
              <a:srgbClr val="376FFF">
                <a:lumMod val="75000"/>
                <a:alpha val="30000"/>
              </a:srgbClr>
            </a:outerShdw>
          </a:effectLst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vertOverflow="overflow" horzOverflow="overflow" vert="horz" wrap="square" tIns="45720" numCol="1" spcCol="0" rtlCol="0" fromWordArt="0" anchor="ctr" anchorCtr="0" forceAA="0" compatLnSpc="1">
            <a:normAutofit/>
          </a:bodyPr>
          <a:p>
            <a:pPr lvl="0" algn="ctr">
              <a:buClrTx/>
              <a:buSzTx/>
              <a:buFontTx/>
            </a:pPr>
            <a:endParaRPr lang="zh-CN" altLang="en-US"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5" name="弧形 14"/>
          <p:cNvSpPr/>
          <p:nvPr>
            <p:custDataLst>
              <p:tags r:id="rId47"/>
            </p:custDataLst>
          </p:nvPr>
        </p:nvSpPr>
        <p:spPr>
          <a:xfrm flipV="1">
            <a:off x="590868" y="1685290"/>
            <a:ext cx="1847215" cy="1847215"/>
          </a:xfrm>
          <a:prstGeom prst="arc">
            <a:avLst>
              <a:gd name="adj1" fmla="val 1352946"/>
              <a:gd name="adj2" fmla="val 10848491"/>
            </a:avLst>
          </a:prstGeom>
          <a:ln w="44450" cap="rnd">
            <a:solidFill>
              <a:srgbClr val="376FFF">
                <a:alpha val="50000"/>
              </a:srgbClr>
            </a:solidFill>
            <a:headEnd type="triangle"/>
          </a:ln>
          <a:effectLst/>
        </p:spPr>
        <p:style>
          <a:lnRef idx="1">
            <a:srgbClr val="376FFF"/>
          </a:lnRef>
          <a:fillRef idx="0">
            <a:srgbClr val="376FFF"/>
          </a:fillRef>
          <a:effectRef idx="0">
            <a:srgbClr val="376FFF"/>
          </a:effectRef>
          <a:fontRef idx="minor">
            <a:srgbClr val="000000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椭圆 20"/>
          <p:cNvSpPr/>
          <p:nvPr>
            <p:custDataLst>
              <p:tags r:id="rId48"/>
            </p:custDataLst>
          </p:nvPr>
        </p:nvSpPr>
        <p:spPr>
          <a:xfrm>
            <a:off x="2615248" y="1880235"/>
            <a:ext cx="1452880" cy="1452245"/>
          </a:xfrm>
          <a:prstGeom prst="ellipse">
            <a:avLst/>
          </a:prstGeom>
          <a:solidFill>
            <a:srgbClr val="17D594">
              <a:alpha val="15000"/>
            </a:srgbClr>
          </a:solidFill>
          <a:ln>
            <a:noFill/>
          </a:ln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椭圆 24"/>
          <p:cNvSpPr/>
          <p:nvPr>
            <p:custDataLst>
              <p:tags r:id="rId49"/>
            </p:custDataLst>
          </p:nvPr>
        </p:nvSpPr>
        <p:spPr>
          <a:xfrm>
            <a:off x="2690178" y="1955800"/>
            <a:ext cx="1303020" cy="1303020"/>
          </a:xfrm>
          <a:prstGeom prst="ellipse">
            <a:avLst/>
          </a:prstGeom>
          <a:solidFill>
            <a:srgbClr val="17D594"/>
          </a:solidFill>
          <a:ln>
            <a:noFill/>
          </a:ln>
          <a:effectLst>
            <a:innerShdw blurRad="152400">
              <a:srgbClr val="17D594">
                <a:lumMod val="20000"/>
                <a:lumOff val="80000"/>
                <a:alpha val="60000"/>
              </a:srgbClr>
            </a:innerShdw>
          </a:effectLst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vertOverflow="overflow" horzOverflow="overflow" vert="horz" wrap="square" tIns="252095" bIns="0" numCol="1" spcCol="0" rtlCol="0" fromWordArt="0" anchor="t" anchorCtr="0" forceAA="0" compatLnSpc="1">
            <a:normAutofit/>
          </a:bodyPr>
          <a:p>
            <a:pPr lvl="0" algn="ctr">
              <a:buClrTx/>
              <a:buSzTx/>
              <a:buFontTx/>
            </a:pPr>
            <a:endParaRPr lang="zh-CN" altLang="en-US"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6" name="椭圆 25"/>
          <p:cNvSpPr/>
          <p:nvPr>
            <p:custDataLst>
              <p:tags r:id="rId50"/>
            </p:custDataLst>
          </p:nvPr>
        </p:nvSpPr>
        <p:spPr>
          <a:xfrm>
            <a:off x="2758123" y="2022475"/>
            <a:ext cx="1167130" cy="1167130"/>
          </a:xfrm>
          <a:prstGeom prst="ellipse">
            <a:avLst/>
          </a:prstGeom>
          <a:noFill/>
          <a:ln w="12700">
            <a:gradFill>
              <a:gsLst>
                <a:gs pos="0">
                  <a:srgbClr val="FFFFFF">
                    <a:alpha val="45000"/>
                  </a:srgbClr>
                </a:gs>
                <a:gs pos="100000">
                  <a:srgbClr val="FFFFFF">
                    <a:alpha val="45000"/>
                  </a:srgbClr>
                </a:gs>
                <a:gs pos="75000">
                  <a:srgbClr val="FFFFFF">
                    <a:alpha val="0"/>
                  </a:srgbClr>
                </a:gs>
                <a:gs pos="25000">
                  <a:srgbClr val="FFFFFF">
                    <a:alpha val="0"/>
                  </a:srgbClr>
                </a:gs>
              </a:gsLst>
              <a:lin ang="5400000" scaled="1"/>
            </a:gradFill>
          </a:ln>
          <a:effectLst>
            <a:outerShdw dist="12700" dir="5400000" algn="t" rotWithShape="0">
              <a:srgbClr val="17D594">
                <a:lumMod val="75000"/>
                <a:alpha val="30000"/>
              </a:srgbClr>
            </a:outerShdw>
          </a:effectLst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rmAutofit/>
          </a:bodyPr>
          <a:p>
            <a:pPr lvl="0" algn="ctr">
              <a:buClrTx/>
              <a:buSzTx/>
              <a:buFontTx/>
            </a:pPr>
            <a:endParaRPr lang="zh-CN" altLang="en-US"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9" name="弧形 28"/>
          <p:cNvSpPr/>
          <p:nvPr>
            <p:custDataLst>
              <p:tags r:id="rId51"/>
            </p:custDataLst>
          </p:nvPr>
        </p:nvSpPr>
        <p:spPr>
          <a:xfrm flipV="1">
            <a:off x="2417763" y="1685290"/>
            <a:ext cx="1847215" cy="1847215"/>
          </a:xfrm>
          <a:prstGeom prst="arc">
            <a:avLst>
              <a:gd name="adj1" fmla="val 10822527"/>
              <a:gd name="adj2" fmla="val 20157622"/>
            </a:avLst>
          </a:prstGeom>
          <a:ln w="44450" cap="rnd">
            <a:solidFill>
              <a:srgbClr val="17D594">
                <a:alpha val="50000"/>
              </a:srgbClr>
            </a:solidFill>
            <a:headEnd type="none"/>
            <a:tailEnd type="triangle"/>
          </a:ln>
          <a:effectLst/>
        </p:spPr>
        <p:style>
          <a:lnRef idx="1">
            <a:srgbClr val="376FFF"/>
          </a:lnRef>
          <a:fillRef idx="0">
            <a:srgbClr val="376FFF"/>
          </a:fillRef>
          <a:effectRef idx="0">
            <a:srgbClr val="376FFF"/>
          </a:effectRef>
          <a:fontRef idx="minor">
            <a:srgbClr val="000000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 10"/>
          <p:cNvSpPr/>
          <p:nvPr>
            <p:custDataLst>
              <p:tags r:id="rId52"/>
            </p:custDataLst>
          </p:nvPr>
        </p:nvSpPr>
        <p:spPr>
          <a:xfrm>
            <a:off x="7998778" y="3767455"/>
            <a:ext cx="1645920" cy="145859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>
                <a:solidFill>
                  <a:srgbClr val="000000">
                    <a:lumMod val="65000"/>
                    <a:lumOff val="35000"/>
                  </a:srgbClr>
                </a:solidFill>
                <a:latin typeface="微软雅黑" panose="020B0503020204020204" charset="-122"/>
                <a:cs typeface="微软雅黑" panose="020B0503020204020204" charset="-122"/>
              </a:rPr>
              <a:t>单击此处从输入你的智能图形项正文</a:t>
            </a:r>
            <a:endParaRPr lang="zh-CN" altLang="en-US" sz="1400">
              <a:solidFill>
                <a:srgbClr val="000000">
                  <a:lumMod val="65000"/>
                  <a:lumOff val="35000"/>
                </a:srgbClr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椭圆 11"/>
          <p:cNvSpPr/>
          <p:nvPr>
            <p:custDataLst>
              <p:tags r:id="rId53"/>
            </p:custDataLst>
          </p:nvPr>
        </p:nvSpPr>
        <p:spPr>
          <a:xfrm>
            <a:off x="8095298" y="1880235"/>
            <a:ext cx="1452880" cy="1452245"/>
          </a:xfrm>
          <a:prstGeom prst="ellipse">
            <a:avLst/>
          </a:prstGeom>
          <a:solidFill>
            <a:srgbClr val="F84949">
              <a:alpha val="15000"/>
            </a:srgbClr>
          </a:solidFill>
          <a:ln>
            <a:noFill/>
          </a:ln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椭圆 21"/>
          <p:cNvSpPr/>
          <p:nvPr>
            <p:custDataLst>
              <p:tags r:id="rId54"/>
            </p:custDataLst>
          </p:nvPr>
        </p:nvSpPr>
        <p:spPr>
          <a:xfrm>
            <a:off x="8170228" y="1955800"/>
            <a:ext cx="1303020" cy="1303020"/>
          </a:xfrm>
          <a:prstGeom prst="ellipse">
            <a:avLst/>
          </a:prstGeom>
          <a:solidFill>
            <a:srgbClr val="F84949"/>
          </a:solidFill>
          <a:ln>
            <a:noFill/>
          </a:ln>
          <a:effectLst>
            <a:innerShdw blurRad="152400">
              <a:srgbClr val="376FFF">
                <a:lumMod val="20000"/>
                <a:lumOff val="80000"/>
                <a:alpha val="60000"/>
              </a:srgbClr>
            </a:innerShdw>
          </a:effectLst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vertOverflow="overflow" horzOverflow="overflow" vert="horz" wrap="square" tIns="252095" bIns="0" numCol="1" spcCol="0" rtlCol="0" fromWordArt="0" anchor="t" anchorCtr="0" forceAA="0" compatLnSpc="1">
            <a:normAutofit/>
          </a:bodyPr>
          <a:p>
            <a:pPr lvl="0" algn="ctr">
              <a:buClrTx/>
              <a:buSzTx/>
              <a:buFontTx/>
            </a:pPr>
            <a:endParaRPr lang="zh-CN" altLang="en-US"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3" name="椭圆 22"/>
          <p:cNvSpPr/>
          <p:nvPr>
            <p:custDataLst>
              <p:tags r:id="rId55"/>
            </p:custDataLst>
          </p:nvPr>
        </p:nvSpPr>
        <p:spPr>
          <a:xfrm>
            <a:off x="8238173" y="2022475"/>
            <a:ext cx="1167130" cy="1167130"/>
          </a:xfrm>
          <a:prstGeom prst="ellipse">
            <a:avLst/>
          </a:prstGeom>
          <a:noFill/>
          <a:ln w="12700">
            <a:gradFill>
              <a:gsLst>
                <a:gs pos="0">
                  <a:srgbClr val="FFFFFF">
                    <a:alpha val="45000"/>
                  </a:srgbClr>
                </a:gs>
                <a:gs pos="100000">
                  <a:srgbClr val="FFFFFF">
                    <a:alpha val="45000"/>
                  </a:srgbClr>
                </a:gs>
                <a:gs pos="75000">
                  <a:srgbClr val="FFFFFF">
                    <a:alpha val="0"/>
                  </a:srgbClr>
                </a:gs>
                <a:gs pos="25000">
                  <a:srgbClr val="FFFFFF">
                    <a:alpha val="0"/>
                  </a:srgbClr>
                </a:gs>
              </a:gsLst>
              <a:lin ang="5400000" scaled="1"/>
            </a:gradFill>
          </a:ln>
          <a:effectLst>
            <a:outerShdw dist="12700" dir="5400000" algn="t" rotWithShape="0">
              <a:srgbClr val="F84949">
                <a:lumMod val="75000"/>
                <a:alpha val="30000"/>
              </a:srgbClr>
            </a:outerShdw>
          </a:effectLst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rmAutofit/>
          </a:bodyPr>
          <a:p>
            <a:pPr lvl="0" algn="ctr">
              <a:buClrTx/>
              <a:buSzTx/>
              <a:buFontTx/>
            </a:pPr>
            <a:endParaRPr lang="zh-CN" altLang="en-US"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7" name="弧形 26"/>
          <p:cNvSpPr/>
          <p:nvPr>
            <p:custDataLst>
              <p:tags r:id="rId56"/>
            </p:custDataLst>
          </p:nvPr>
        </p:nvSpPr>
        <p:spPr>
          <a:xfrm flipV="1">
            <a:off x="7897813" y="1685290"/>
            <a:ext cx="1847215" cy="1847215"/>
          </a:xfrm>
          <a:prstGeom prst="arc">
            <a:avLst>
              <a:gd name="adj1" fmla="val 1352946"/>
              <a:gd name="adj2" fmla="val 10848491"/>
            </a:avLst>
          </a:prstGeom>
          <a:ln w="44450" cap="rnd">
            <a:solidFill>
              <a:srgbClr val="F84949">
                <a:alpha val="50000"/>
              </a:srgbClr>
            </a:solidFill>
            <a:headEnd type="triangle"/>
          </a:ln>
          <a:effectLst/>
        </p:spPr>
        <p:style>
          <a:lnRef idx="1">
            <a:srgbClr val="376FFF"/>
          </a:lnRef>
          <a:fillRef idx="0">
            <a:srgbClr val="376FFF"/>
          </a:fillRef>
          <a:effectRef idx="0">
            <a:srgbClr val="376FFF"/>
          </a:effectRef>
          <a:fontRef idx="minor">
            <a:srgbClr val="000000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/>
          <p:nvPr>
            <p:custDataLst>
              <p:tags r:id="rId57"/>
            </p:custDataLst>
          </p:nvPr>
        </p:nvSpPr>
        <p:spPr>
          <a:xfrm>
            <a:off x="9952038" y="1827530"/>
            <a:ext cx="1452880" cy="1452245"/>
          </a:xfrm>
          <a:prstGeom prst="ellipse">
            <a:avLst/>
          </a:prstGeom>
          <a:solidFill>
            <a:srgbClr val="8830FE">
              <a:alpha val="15000"/>
            </a:srgbClr>
          </a:solidFill>
          <a:ln>
            <a:noFill/>
          </a:ln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椭圆 19"/>
          <p:cNvSpPr/>
          <p:nvPr>
            <p:custDataLst>
              <p:tags r:id="rId58"/>
            </p:custDataLst>
          </p:nvPr>
        </p:nvSpPr>
        <p:spPr>
          <a:xfrm>
            <a:off x="10026968" y="1903095"/>
            <a:ext cx="1303020" cy="1303020"/>
          </a:xfrm>
          <a:prstGeom prst="ellipse">
            <a:avLst/>
          </a:prstGeom>
          <a:solidFill>
            <a:srgbClr val="8830FE"/>
          </a:solidFill>
          <a:ln>
            <a:noFill/>
          </a:ln>
          <a:effectLst>
            <a:innerShdw blurRad="152400">
              <a:srgbClr val="FF7429">
                <a:lumMod val="20000"/>
                <a:lumOff val="80000"/>
                <a:alpha val="60000"/>
              </a:srgbClr>
            </a:innerShdw>
          </a:effectLst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vertOverflow="overflow" horzOverflow="overflow" vert="horz" wrap="square" tIns="252095" bIns="0" numCol="1" spcCol="0" rtlCol="0" fromWordArt="0" anchor="t" anchorCtr="0" forceAA="0" compatLnSpc="1">
            <a:normAutofit/>
          </a:bodyPr>
          <a:p>
            <a:pPr lvl="0" algn="ctr">
              <a:buClrTx/>
              <a:buSzTx/>
              <a:buFontTx/>
            </a:pPr>
            <a:endParaRPr lang="zh-CN" altLang="en-US"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8" name="椭圆 27"/>
          <p:cNvSpPr/>
          <p:nvPr>
            <p:custDataLst>
              <p:tags r:id="rId59"/>
            </p:custDataLst>
          </p:nvPr>
        </p:nvSpPr>
        <p:spPr>
          <a:xfrm>
            <a:off x="10094913" y="1969770"/>
            <a:ext cx="1167130" cy="1167130"/>
          </a:xfrm>
          <a:prstGeom prst="ellipse">
            <a:avLst/>
          </a:prstGeom>
          <a:noFill/>
          <a:ln w="12700">
            <a:gradFill>
              <a:gsLst>
                <a:gs pos="0">
                  <a:srgbClr val="FFFFFF">
                    <a:alpha val="45000"/>
                  </a:srgbClr>
                </a:gs>
                <a:gs pos="100000">
                  <a:srgbClr val="FFFFFF">
                    <a:alpha val="45000"/>
                  </a:srgbClr>
                </a:gs>
                <a:gs pos="75000">
                  <a:srgbClr val="FFFFFF">
                    <a:alpha val="0"/>
                  </a:srgbClr>
                </a:gs>
                <a:gs pos="25000">
                  <a:srgbClr val="FFFFFF">
                    <a:alpha val="0"/>
                  </a:srgbClr>
                </a:gs>
              </a:gsLst>
              <a:lin ang="5400000" scaled="1"/>
            </a:gradFill>
          </a:ln>
          <a:effectLst>
            <a:outerShdw dist="12700" dir="5400000" algn="t" rotWithShape="0">
              <a:srgbClr val="8830FE">
                <a:lumMod val="75000"/>
                <a:alpha val="30000"/>
              </a:srgbClr>
            </a:outerShdw>
          </a:effectLst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rmAutofit/>
          </a:bodyPr>
          <a:p>
            <a:pPr lvl="0" algn="ctr">
              <a:buClrTx/>
              <a:buSzTx/>
              <a:buFontTx/>
            </a:pPr>
            <a:endParaRPr lang="zh-CN" altLang="en-US"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0" name="弧形 29"/>
          <p:cNvSpPr/>
          <p:nvPr>
            <p:custDataLst>
              <p:tags r:id="rId60"/>
            </p:custDataLst>
          </p:nvPr>
        </p:nvSpPr>
        <p:spPr>
          <a:xfrm flipV="1">
            <a:off x="9754553" y="1632585"/>
            <a:ext cx="1847215" cy="1847215"/>
          </a:xfrm>
          <a:prstGeom prst="arc">
            <a:avLst>
              <a:gd name="adj1" fmla="val 10822527"/>
              <a:gd name="adj2" fmla="val 20157622"/>
            </a:avLst>
          </a:prstGeom>
          <a:ln w="44450" cap="rnd">
            <a:solidFill>
              <a:srgbClr val="8830FE">
                <a:alpha val="50000"/>
              </a:srgbClr>
            </a:solidFill>
            <a:headEnd type="none"/>
            <a:tailEnd type="triangle"/>
          </a:ln>
          <a:effectLst/>
        </p:spPr>
        <p:style>
          <a:lnRef idx="1">
            <a:srgbClr val="376FFF"/>
          </a:lnRef>
          <a:fillRef idx="0">
            <a:srgbClr val="376FFF"/>
          </a:fillRef>
          <a:effectRef idx="0">
            <a:srgbClr val="376FFF"/>
          </a:effectRef>
          <a:fontRef idx="minor">
            <a:srgbClr val="000000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矩形 30"/>
          <p:cNvSpPr/>
          <p:nvPr>
            <p:custDataLst>
              <p:tags r:id="rId61"/>
            </p:custDataLst>
          </p:nvPr>
        </p:nvSpPr>
        <p:spPr>
          <a:xfrm>
            <a:off x="9855518" y="3767455"/>
            <a:ext cx="1645921" cy="145859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>
                <a:solidFill>
                  <a:srgbClr val="000000">
                    <a:lumMod val="65000"/>
                    <a:lumOff val="35000"/>
                  </a:srgbClr>
                </a:solidFill>
                <a:latin typeface="微软雅黑" panose="020B0503020204020204" charset="-122"/>
                <a:cs typeface="微软雅黑" panose="020B0503020204020204" charset="-122"/>
              </a:rPr>
              <a:t>单击此处从输入你的智能图形项正文</a:t>
            </a:r>
            <a:endParaRPr lang="zh-CN" altLang="en-US" sz="1400">
              <a:solidFill>
                <a:srgbClr val="000000">
                  <a:lumMod val="65000"/>
                  <a:lumOff val="35000"/>
                </a:srgbClr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61" name="图片 15" descr="343439383331313b343532303033313bd3a6d3c3c9ccb3c7"/>
          <p:cNvPicPr>
            <a:picLocks noChangeAspect="1"/>
          </p:cNvPicPr>
          <p:nvPr>
            <p:custDataLst>
              <p:tags r:id="rId62"/>
            </p:custDataLst>
          </p:nvPr>
        </p:nvPicPr>
        <p:blipFill>
          <a:blip r:embed="rId63">
            <a:extLst>
              <a:ext uri="{96DAC541-7B7A-43D3-8B79-37D633B846F1}">
                <asvg:svgBlip xmlns:asvg="http://schemas.microsoft.com/office/drawing/2016/SVG/main" r:embed="rId64"/>
              </a:ext>
            </a:extLst>
          </a:blip>
          <a:stretch>
            <a:fillRect/>
          </a:stretch>
        </p:blipFill>
        <p:spPr>
          <a:xfrm>
            <a:off x="1397953" y="2266950"/>
            <a:ext cx="252000" cy="252000"/>
          </a:xfrm>
          <a:prstGeom prst="rect">
            <a:avLst/>
          </a:prstGeom>
        </p:spPr>
      </p:pic>
      <p:sp>
        <p:nvSpPr>
          <p:cNvPr id="64" name="矩形 63"/>
          <p:cNvSpPr/>
          <p:nvPr>
            <p:custDataLst>
              <p:tags r:id="rId65"/>
            </p:custDataLst>
          </p:nvPr>
        </p:nvSpPr>
        <p:spPr>
          <a:xfrm>
            <a:off x="929958" y="2536190"/>
            <a:ext cx="1169670" cy="515620"/>
          </a:xfrm>
          <a:prstGeom prst="rect">
            <a:avLst/>
          </a:prstGeom>
          <a:noFill/>
        </p:spPr>
        <p:txBody>
          <a:bodyPr wrap="square" lIns="36195" tIns="36195" rIns="36195" bIns="36195" rtlCol="0" anchor="t" anchorCtr="0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添加标题</a:t>
            </a:r>
            <a:endParaRPr lang="zh-CN" altLang="en-US" sz="1600" b="1" dirty="0">
              <a:solidFill>
                <a:srgbClr val="FFFFFF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65" name="图片 19" descr="343435383038363b343532323339393bd6b4d0d0d5aad2aa"/>
          <p:cNvPicPr>
            <a:picLocks noChangeAspect="1"/>
          </p:cNvPicPr>
          <p:nvPr>
            <p:custDataLst>
              <p:tags r:id="rId66"/>
            </p:custDataLst>
          </p:nvPr>
        </p:nvPicPr>
        <p:blipFill>
          <a:blip r:embed="rId67">
            <a:extLst>
              <a:ext uri="{96DAC541-7B7A-43D3-8B79-37D633B846F1}">
                <asvg:svgBlip xmlns:asvg="http://schemas.microsoft.com/office/drawing/2016/SVG/main" r:embed="rId68"/>
              </a:ext>
            </a:extLst>
          </a:blip>
          <a:stretch>
            <a:fillRect/>
          </a:stretch>
        </p:blipFill>
        <p:spPr>
          <a:xfrm>
            <a:off x="3217863" y="2240915"/>
            <a:ext cx="252000" cy="252000"/>
          </a:xfrm>
          <a:prstGeom prst="rect">
            <a:avLst/>
          </a:prstGeom>
        </p:spPr>
      </p:pic>
      <p:sp>
        <p:nvSpPr>
          <p:cNvPr id="66" name="矩形 65"/>
          <p:cNvSpPr/>
          <p:nvPr>
            <p:custDataLst>
              <p:tags r:id="rId69"/>
            </p:custDataLst>
          </p:nvPr>
        </p:nvSpPr>
        <p:spPr>
          <a:xfrm>
            <a:off x="2756853" y="2536190"/>
            <a:ext cx="1169670" cy="515620"/>
          </a:xfrm>
          <a:prstGeom prst="rect">
            <a:avLst/>
          </a:prstGeom>
          <a:noFill/>
        </p:spPr>
        <p:txBody>
          <a:bodyPr wrap="square" lIns="36195" tIns="36195" rIns="36195" bIns="36195" rtlCol="0" anchor="t" anchorCtr="0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添加标题</a:t>
            </a:r>
            <a:endParaRPr lang="zh-CN" altLang="en-US" sz="1600" b="1">
              <a:solidFill>
                <a:srgbClr val="FFFFFF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67" name="图片 11" descr="343439383331313b343532303032373bbfcdbba7b5b5b0b8"/>
          <p:cNvPicPr>
            <a:picLocks noChangeAspect="1"/>
          </p:cNvPicPr>
          <p:nvPr>
            <p:custDataLst>
              <p:tags r:id="rId70"/>
            </p:custDataLst>
          </p:nvPr>
        </p:nvPicPr>
        <p:blipFill>
          <a:blip r:embed="rId71">
            <a:extLst>
              <a:ext uri="{96DAC541-7B7A-43D3-8B79-37D633B846F1}">
                <asvg:svgBlip xmlns:asvg="http://schemas.microsoft.com/office/drawing/2016/SVG/main" r:embed="rId72"/>
              </a:ext>
            </a:extLst>
          </a:blip>
          <a:stretch>
            <a:fillRect/>
          </a:stretch>
        </p:blipFill>
        <p:spPr>
          <a:xfrm>
            <a:off x="5052378" y="2259330"/>
            <a:ext cx="252000" cy="252000"/>
          </a:xfrm>
          <a:prstGeom prst="rect">
            <a:avLst/>
          </a:prstGeom>
        </p:spPr>
      </p:pic>
      <p:sp>
        <p:nvSpPr>
          <p:cNvPr id="68" name="矩形 67"/>
          <p:cNvSpPr/>
          <p:nvPr>
            <p:custDataLst>
              <p:tags r:id="rId73"/>
            </p:custDataLst>
          </p:nvPr>
        </p:nvSpPr>
        <p:spPr>
          <a:xfrm>
            <a:off x="4582478" y="2536190"/>
            <a:ext cx="1169670" cy="515620"/>
          </a:xfrm>
          <a:prstGeom prst="rect">
            <a:avLst/>
          </a:prstGeom>
          <a:noFill/>
        </p:spPr>
        <p:txBody>
          <a:bodyPr wrap="square" lIns="36195" tIns="36195" rIns="36195" bIns="36195" rtlCol="0" anchor="t" anchorCtr="0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添加标题</a:t>
            </a:r>
            <a:endParaRPr lang="zh-CN" altLang="en-US" sz="1600" b="1">
              <a:solidFill>
                <a:srgbClr val="FFFFFF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69" name="图片 12" descr="343439383331313b343532303032383bbfcdbba7b9dcc0ed"/>
          <p:cNvPicPr>
            <a:picLocks noChangeAspect="1"/>
          </p:cNvPicPr>
          <p:nvPr>
            <p:custDataLst>
              <p:tags r:id="rId74"/>
            </p:custDataLst>
          </p:nvPr>
        </p:nvPicPr>
        <p:blipFill>
          <a:blip r:embed="rId75">
            <a:extLst>
              <a:ext uri="{96DAC541-7B7A-43D3-8B79-37D633B846F1}">
                <asvg:svgBlip xmlns:asvg="http://schemas.microsoft.com/office/drawing/2016/SVG/main" r:embed="rId76"/>
              </a:ext>
            </a:extLst>
          </a:blip>
          <a:stretch>
            <a:fillRect/>
          </a:stretch>
        </p:blipFill>
        <p:spPr>
          <a:xfrm>
            <a:off x="6865303" y="2245995"/>
            <a:ext cx="252000" cy="252000"/>
          </a:xfrm>
          <a:prstGeom prst="rect">
            <a:avLst/>
          </a:prstGeom>
        </p:spPr>
      </p:pic>
      <p:sp>
        <p:nvSpPr>
          <p:cNvPr id="70" name="矩形 69"/>
          <p:cNvSpPr/>
          <p:nvPr>
            <p:custDataLst>
              <p:tags r:id="rId77"/>
            </p:custDataLst>
          </p:nvPr>
        </p:nvSpPr>
        <p:spPr>
          <a:xfrm>
            <a:off x="6409373" y="2536190"/>
            <a:ext cx="1169670" cy="515620"/>
          </a:xfrm>
          <a:prstGeom prst="rect">
            <a:avLst/>
          </a:prstGeom>
          <a:noFill/>
        </p:spPr>
        <p:txBody>
          <a:bodyPr wrap="square" lIns="36195" tIns="36195" rIns="36195" bIns="36195" rtlCol="0" anchor="t" anchorCtr="0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添加标题</a:t>
            </a:r>
            <a:endParaRPr lang="zh-CN" altLang="en-US" sz="1600" b="1">
              <a:solidFill>
                <a:srgbClr val="FFFFFF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1" name="标题"/>
          <p:cNvSpPr txBox="1"/>
          <p:nvPr>
            <p:custDataLst>
              <p:tags r:id="rId78"/>
            </p:custDataLst>
          </p:nvPr>
        </p:nvSpPr>
        <p:spPr>
          <a:xfrm>
            <a:off x="8236903" y="2583180"/>
            <a:ext cx="1169670" cy="515620"/>
          </a:xfrm>
          <a:prstGeom prst="rect">
            <a:avLst/>
          </a:prstGeom>
          <a:noFill/>
        </p:spPr>
        <p:txBody>
          <a:bodyPr wrap="square" lIns="36195" tIns="36195" rIns="36195" bIns="36195" rtlCol="0" anchor="t" anchorCtr="0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添加标题</a:t>
            </a:r>
            <a:endParaRPr lang="zh-CN" altLang="en-US" sz="1600" b="1" dirty="0">
              <a:solidFill>
                <a:srgbClr val="FFFFFF"/>
              </a:solidFill>
              <a:latin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pic>
        <p:nvPicPr>
          <p:cNvPr id="72" name="图片 16" descr="343439383331313b343532303033323bd3a6d3c3b9dcc0ed"/>
          <p:cNvPicPr>
            <a:picLocks noChangeAspect="1"/>
          </p:cNvPicPr>
          <p:nvPr>
            <p:custDataLst>
              <p:tags r:id="rId79"/>
            </p:custDataLst>
          </p:nvPr>
        </p:nvPicPr>
        <p:blipFill>
          <a:blip r:embed="rId80">
            <a:extLst>
              <a:ext uri="{96DAC541-7B7A-43D3-8B79-37D633B846F1}">
                <asvg:svgBlip xmlns:asvg="http://schemas.microsoft.com/office/drawing/2016/SVG/main" r:embed="rId81"/>
              </a:ext>
            </a:extLst>
          </a:blip>
          <a:stretch>
            <a:fillRect/>
          </a:stretch>
        </p:blipFill>
        <p:spPr>
          <a:xfrm>
            <a:off x="8704898" y="2258060"/>
            <a:ext cx="252000" cy="252000"/>
          </a:xfrm>
          <a:prstGeom prst="rect">
            <a:avLst/>
          </a:prstGeom>
        </p:spPr>
      </p:pic>
      <p:pic>
        <p:nvPicPr>
          <p:cNvPr id="73" name="图片 8" descr="343439383331313b343532303032343bb7a2b2bcb9dcc0ed"/>
          <p:cNvPicPr>
            <a:picLocks noChangeAspect="1"/>
          </p:cNvPicPr>
          <p:nvPr>
            <p:custDataLst>
              <p:tags r:id="rId82"/>
            </p:custDataLst>
          </p:nvPr>
        </p:nvPicPr>
        <p:blipFill>
          <a:blip r:embed="rId83">
            <a:extLst>
              <a:ext uri="{96DAC541-7B7A-43D3-8B79-37D633B846F1}">
                <asvg:svgBlip xmlns:asvg="http://schemas.microsoft.com/office/drawing/2016/SVG/main" r:embed="rId84"/>
              </a:ext>
            </a:extLst>
          </a:blip>
          <a:stretch>
            <a:fillRect/>
          </a:stretch>
        </p:blipFill>
        <p:spPr>
          <a:xfrm>
            <a:off x="10533698" y="2200910"/>
            <a:ext cx="252000" cy="252000"/>
          </a:xfrm>
          <a:prstGeom prst="rect">
            <a:avLst/>
          </a:prstGeom>
        </p:spPr>
      </p:pic>
      <p:sp>
        <p:nvSpPr>
          <p:cNvPr id="74" name="标题"/>
          <p:cNvSpPr txBox="1"/>
          <p:nvPr>
            <p:custDataLst>
              <p:tags r:id="rId85"/>
            </p:custDataLst>
          </p:nvPr>
        </p:nvSpPr>
        <p:spPr>
          <a:xfrm>
            <a:off x="10101898" y="2536825"/>
            <a:ext cx="1169670" cy="515620"/>
          </a:xfrm>
          <a:prstGeom prst="rect">
            <a:avLst/>
          </a:prstGeom>
          <a:noFill/>
        </p:spPr>
        <p:txBody>
          <a:bodyPr wrap="square" lIns="36195" tIns="36195" rIns="36195" bIns="36195" rtlCol="0" anchor="t" anchorCtr="0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添加标题</a:t>
            </a:r>
            <a:endParaRPr lang="zh-CN" altLang="en-US" sz="1600" b="1" dirty="0">
              <a:solidFill>
                <a:srgbClr val="FFFFFF"/>
              </a:solidFill>
              <a:latin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  <p:custDataLst>
      <p:tags r:id="rId86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prstGeom prst="arc">
            <a:avLst/>
          </a:prstGeom>
        </p:spPr>
        <p:txBody>
          <a:bodyPr>
            <a:normAutofit fontScale="90000"/>
          </a:bodyPr>
          <a:p>
            <a:endParaRPr lang="zh-CN" altLang="en-US"/>
          </a:p>
        </p:txBody>
      </p:sp>
      <p:sp>
        <p:nvSpPr>
          <p:cNvPr id="3" name="圆角矩形 2"/>
          <p:cNvSpPr/>
          <p:nvPr/>
        </p:nvSpPr>
        <p:spPr>
          <a:xfrm>
            <a:off x="1585595" y="1604645"/>
            <a:ext cx="1586230" cy="75057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虚尾箭头 3"/>
          <p:cNvSpPr/>
          <p:nvPr/>
        </p:nvSpPr>
        <p:spPr>
          <a:xfrm>
            <a:off x="3256280" y="1511935"/>
            <a:ext cx="1524635" cy="843280"/>
          </a:xfrm>
          <a:prstGeom prst="stripedRightArrow">
            <a:avLst/>
          </a:prstGeom>
          <a:gradFill>
            <a:gsLst>
              <a:gs pos="63000">
                <a:srgbClr val="BBCBEC"/>
              </a:gs>
              <a:gs pos="0">
                <a:schemeClr val="accent1">
                  <a:lumMod val="5000"/>
                  <a:lumOff val="95000"/>
                </a:schemeClr>
              </a:gs>
              <a:gs pos="4000">
                <a:srgbClr val="D2DCF2">
                  <a:alpha val="100000"/>
                </a:srgbClr>
              </a:gs>
              <a:gs pos="62000">
                <a:schemeClr val="accent1">
                  <a:lumMod val="60000"/>
                  <a:lumOff val="40000"/>
                </a:schemeClr>
              </a:gs>
              <a:gs pos="5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右大括号 4"/>
          <p:cNvSpPr/>
          <p:nvPr/>
        </p:nvSpPr>
        <p:spPr>
          <a:xfrm>
            <a:off x="4987925" y="2961005"/>
            <a:ext cx="231775" cy="1563370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59" name="组合 158"/>
          <p:cNvGrpSpPr/>
          <p:nvPr/>
        </p:nvGrpSpPr>
        <p:grpSpPr>
          <a:xfrm rot="0">
            <a:off x="-586105" y="1802130"/>
            <a:ext cx="2040255" cy="650875"/>
            <a:chOff x="2357" y="4360"/>
            <a:chExt cx="3160" cy="1598"/>
          </a:xfrm>
        </p:grpSpPr>
        <p:sp>
          <p:nvSpPr>
            <p:cNvPr id="160" name="文本框 159"/>
            <p:cNvSpPr txBox="1"/>
            <p:nvPr/>
          </p:nvSpPr>
          <p:spPr>
            <a:xfrm>
              <a:off x="2357" y="5053"/>
              <a:ext cx="1213" cy="9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/>
                <a:t>（</a:t>
              </a:r>
              <a:r>
                <a:rPr lang="en-US" altLang="zh-CN"/>
                <a:t>1,2</a:t>
              </a:r>
              <a:r>
                <a:rPr lang="zh-CN" altLang="en-US"/>
                <a:t>）</a:t>
              </a:r>
              <a:endParaRPr lang="zh-CN" altLang="en-US"/>
            </a:p>
          </p:txBody>
        </p:sp>
        <p:cxnSp>
          <p:nvCxnSpPr>
            <p:cNvPr id="161" name="直接箭头连接符 160"/>
            <p:cNvCxnSpPr/>
            <p:nvPr/>
          </p:nvCxnSpPr>
          <p:spPr>
            <a:xfrm flipV="1">
              <a:off x="3677" y="4360"/>
              <a:ext cx="1840" cy="693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grpSp>
        <p:nvGrpSpPr>
          <p:cNvPr id="162" name="组合 161"/>
          <p:cNvGrpSpPr/>
          <p:nvPr/>
        </p:nvGrpSpPr>
        <p:grpSpPr>
          <a:xfrm rot="0">
            <a:off x="1566545" y="1346200"/>
            <a:ext cx="2040255" cy="650875"/>
            <a:chOff x="2357" y="4360"/>
            <a:chExt cx="3160" cy="1598"/>
          </a:xfrm>
        </p:grpSpPr>
        <p:sp>
          <p:nvSpPr>
            <p:cNvPr id="163" name="文本框 162"/>
            <p:cNvSpPr txBox="1"/>
            <p:nvPr/>
          </p:nvSpPr>
          <p:spPr>
            <a:xfrm>
              <a:off x="2357" y="5053"/>
              <a:ext cx="1213" cy="9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/>
                <a:t>（</a:t>
              </a:r>
              <a:r>
                <a:rPr lang="en-US" altLang="zh-CN"/>
                <a:t>1,2</a:t>
              </a:r>
              <a:r>
                <a:rPr lang="zh-CN" altLang="en-US"/>
                <a:t>）</a:t>
              </a:r>
              <a:endParaRPr lang="zh-CN" altLang="en-US"/>
            </a:p>
          </p:txBody>
        </p:sp>
        <p:cxnSp>
          <p:nvCxnSpPr>
            <p:cNvPr id="164" name="直接箭头连接符 163"/>
            <p:cNvCxnSpPr/>
            <p:nvPr/>
          </p:nvCxnSpPr>
          <p:spPr>
            <a:xfrm flipV="1">
              <a:off x="3677" y="4360"/>
              <a:ext cx="1840" cy="693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grpSp>
        <p:nvGrpSpPr>
          <p:cNvPr id="165" name="组合 164"/>
          <p:cNvGrpSpPr/>
          <p:nvPr/>
        </p:nvGrpSpPr>
        <p:grpSpPr>
          <a:xfrm rot="0">
            <a:off x="3588385" y="869315"/>
            <a:ext cx="2040255" cy="650875"/>
            <a:chOff x="2357" y="4360"/>
            <a:chExt cx="3160" cy="1598"/>
          </a:xfrm>
        </p:grpSpPr>
        <p:sp>
          <p:nvSpPr>
            <p:cNvPr id="166" name="文本框 165"/>
            <p:cNvSpPr txBox="1"/>
            <p:nvPr/>
          </p:nvSpPr>
          <p:spPr>
            <a:xfrm>
              <a:off x="2357" y="5053"/>
              <a:ext cx="1213" cy="9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/>
                <a:t>（</a:t>
              </a:r>
              <a:r>
                <a:rPr lang="en-US" altLang="zh-CN"/>
                <a:t>1,2</a:t>
              </a:r>
              <a:r>
                <a:rPr lang="zh-CN" altLang="en-US"/>
                <a:t>）</a:t>
              </a:r>
              <a:endParaRPr lang="zh-CN" altLang="en-US"/>
            </a:p>
          </p:txBody>
        </p:sp>
        <p:cxnSp>
          <p:nvCxnSpPr>
            <p:cNvPr id="167" name="直接箭头连接符 166"/>
            <p:cNvCxnSpPr/>
            <p:nvPr/>
          </p:nvCxnSpPr>
          <p:spPr>
            <a:xfrm flipV="1">
              <a:off x="3677" y="4360"/>
              <a:ext cx="1840" cy="693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grpSp>
        <p:nvGrpSpPr>
          <p:cNvPr id="168" name="组合 167"/>
          <p:cNvGrpSpPr/>
          <p:nvPr/>
        </p:nvGrpSpPr>
        <p:grpSpPr>
          <a:xfrm rot="0">
            <a:off x="1566545" y="2274570"/>
            <a:ext cx="2040255" cy="650875"/>
            <a:chOff x="2357" y="4360"/>
            <a:chExt cx="3160" cy="1598"/>
          </a:xfrm>
        </p:grpSpPr>
        <p:sp>
          <p:nvSpPr>
            <p:cNvPr id="169" name="文本框 168"/>
            <p:cNvSpPr txBox="1"/>
            <p:nvPr/>
          </p:nvSpPr>
          <p:spPr>
            <a:xfrm>
              <a:off x="2357" y="5053"/>
              <a:ext cx="1213" cy="9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/>
                <a:t>（</a:t>
              </a:r>
              <a:r>
                <a:rPr lang="en-US" altLang="zh-CN"/>
                <a:t>1,2</a:t>
              </a:r>
              <a:r>
                <a:rPr lang="zh-CN" altLang="en-US"/>
                <a:t>）</a:t>
              </a:r>
              <a:endParaRPr lang="zh-CN" altLang="en-US"/>
            </a:p>
          </p:txBody>
        </p:sp>
        <p:cxnSp>
          <p:nvCxnSpPr>
            <p:cNvPr id="170" name="直接箭头连接符 169"/>
            <p:cNvCxnSpPr/>
            <p:nvPr/>
          </p:nvCxnSpPr>
          <p:spPr>
            <a:xfrm flipV="1">
              <a:off x="3677" y="4360"/>
              <a:ext cx="1840" cy="693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grpSp>
        <p:nvGrpSpPr>
          <p:cNvPr id="171" name="组合 170"/>
          <p:cNvGrpSpPr/>
          <p:nvPr/>
        </p:nvGrpSpPr>
        <p:grpSpPr>
          <a:xfrm rot="0">
            <a:off x="3641090" y="1778000"/>
            <a:ext cx="2040255" cy="650875"/>
            <a:chOff x="2357" y="4360"/>
            <a:chExt cx="3160" cy="1598"/>
          </a:xfrm>
        </p:grpSpPr>
        <p:sp>
          <p:nvSpPr>
            <p:cNvPr id="172" name="文本框 171"/>
            <p:cNvSpPr txBox="1"/>
            <p:nvPr/>
          </p:nvSpPr>
          <p:spPr>
            <a:xfrm>
              <a:off x="2357" y="5053"/>
              <a:ext cx="1213" cy="9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/>
                <a:t>（</a:t>
              </a:r>
              <a:r>
                <a:rPr lang="en-US" altLang="zh-CN"/>
                <a:t>1,2</a:t>
              </a:r>
              <a:r>
                <a:rPr lang="zh-CN" altLang="en-US"/>
                <a:t>）</a:t>
              </a:r>
              <a:endParaRPr lang="zh-CN" altLang="en-US"/>
            </a:p>
          </p:txBody>
        </p:sp>
        <p:cxnSp>
          <p:nvCxnSpPr>
            <p:cNvPr id="173" name="直接箭头连接符 172"/>
            <p:cNvCxnSpPr/>
            <p:nvPr/>
          </p:nvCxnSpPr>
          <p:spPr>
            <a:xfrm flipV="1">
              <a:off x="3677" y="4360"/>
              <a:ext cx="1840" cy="693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grpSp>
        <p:nvGrpSpPr>
          <p:cNvPr id="174" name="组合 173"/>
          <p:cNvGrpSpPr/>
          <p:nvPr/>
        </p:nvGrpSpPr>
        <p:grpSpPr>
          <a:xfrm rot="0">
            <a:off x="5681345" y="1299845"/>
            <a:ext cx="2040255" cy="650875"/>
            <a:chOff x="2357" y="4360"/>
            <a:chExt cx="3160" cy="1598"/>
          </a:xfrm>
        </p:grpSpPr>
        <p:sp>
          <p:nvSpPr>
            <p:cNvPr id="175" name="文本框 174"/>
            <p:cNvSpPr txBox="1"/>
            <p:nvPr/>
          </p:nvSpPr>
          <p:spPr>
            <a:xfrm>
              <a:off x="2357" y="5053"/>
              <a:ext cx="1213" cy="9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/>
                <a:t>（</a:t>
              </a:r>
              <a:r>
                <a:rPr lang="en-US" altLang="zh-CN"/>
                <a:t>1,2</a:t>
              </a:r>
              <a:r>
                <a:rPr lang="zh-CN" altLang="en-US"/>
                <a:t>）</a:t>
              </a:r>
              <a:endParaRPr lang="zh-CN" altLang="en-US"/>
            </a:p>
          </p:txBody>
        </p:sp>
        <p:cxnSp>
          <p:nvCxnSpPr>
            <p:cNvPr id="176" name="直接箭头连接符 175"/>
            <p:cNvCxnSpPr/>
            <p:nvPr/>
          </p:nvCxnSpPr>
          <p:spPr>
            <a:xfrm flipV="1">
              <a:off x="3677" y="4360"/>
              <a:ext cx="1840" cy="693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grpSp>
        <p:nvGrpSpPr>
          <p:cNvPr id="177" name="组合 176"/>
          <p:cNvGrpSpPr/>
          <p:nvPr/>
        </p:nvGrpSpPr>
        <p:grpSpPr>
          <a:xfrm rot="0">
            <a:off x="3749040" y="2820035"/>
            <a:ext cx="2040255" cy="650875"/>
            <a:chOff x="2357" y="4360"/>
            <a:chExt cx="3160" cy="1598"/>
          </a:xfrm>
        </p:grpSpPr>
        <p:sp>
          <p:nvSpPr>
            <p:cNvPr id="178" name="文本框 177"/>
            <p:cNvSpPr txBox="1"/>
            <p:nvPr/>
          </p:nvSpPr>
          <p:spPr>
            <a:xfrm>
              <a:off x="2357" y="5053"/>
              <a:ext cx="1213" cy="9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/>
                <a:t>（</a:t>
              </a:r>
              <a:r>
                <a:rPr lang="en-US" altLang="zh-CN"/>
                <a:t>1,2</a:t>
              </a:r>
              <a:r>
                <a:rPr lang="zh-CN" altLang="en-US"/>
                <a:t>）</a:t>
              </a:r>
              <a:endParaRPr lang="zh-CN" altLang="en-US"/>
            </a:p>
          </p:txBody>
        </p:sp>
        <p:cxnSp>
          <p:nvCxnSpPr>
            <p:cNvPr id="179" name="直接箭头连接符 178"/>
            <p:cNvCxnSpPr/>
            <p:nvPr/>
          </p:nvCxnSpPr>
          <p:spPr>
            <a:xfrm flipV="1">
              <a:off x="3677" y="4360"/>
              <a:ext cx="1840" cy="693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grpSp>
        <p:nvGrpSpPr>
          <p:cNvPr id="180" name="组合 179"/>
          <p:cNvGrpSpPr/>
          <p:nvPr/>
        </p:nvGrpSpPr>
        <p:grpSpPr>
          <a:xfrm rot="0">
            <a:off x="5836285" y="3392805"/>
            <a:ext cx="2040255" cy="650875"/>
            <a:chOff x="2357" y="4360"/>
            <a:chExt cx="3160" cy="1598"/>
          </a:xfrm>
        </p:grpSpPr>
        <p:sp>
          <p:nvSpPr>
            <p:cNvPr id="181" name="文本框 180"/>
            <p:cNvSpPr txBox="1"/>
            <p:nvPr/>
          </p:nvSpPr>
          <p:spPr>
            <a:xfrm>
              <a:off x="2357" y="5053"/>
              <a:ext cx="1213" cy="9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/>
                <a:t>（</a:t>
              </a:r>
              <a:r>
                <a:rPr lang="en-US" altLang="zh-CN"/>
                <a:t>1,2</a:t>
              </a:r>
              <a:r>
                <a:rPr lang="zh-CN" altLang="en-US"/>
                <a:t>）</a:t>
              </a:r>
              <a:endParaRPr lang="zh-CN" altLang="en-US"/>
            </a:p>
          </p:txBody>
        </p:sp>
        <p:cxnSp>
          <p:nvCxnSpPr>
            <p:cNvPr id="182" name="直接箭头连接符 181"/>
            <p:cNvCxnSpPr/>
            <p:nvPr/>
          </p:nvCxnSpPr>
          <p:spPr>
            <a:xfrm flipV="1">
              <a:off x="3677" y="4360"/>
              <a:ext cx="1840" cy="693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grpSp>
        <p:nvGrpSpPr>
          <p:cNvPr id="183" name="组合 182"/>
          <p:cNvGrpSpPr/>
          <p:nvPr/>
        </p:nvGrpSpPr>
        <p:grpSpPr>
          <a:xfrm rot="0">
            <a:off x="7929880" y="2836545"/>
            <a:ext cx="2040255" cy="650875"/>
            <a:chOff x="2357" y="4360"/>
            <a:chExt cx="3160" cy="1598"/>
          </a:xfrm>
        </p:grpSpPr>
        <p:sp>
          <p:nvSpPr>
            <p:cNvPr id="184" name="文本框 183"/>
            <p:cNvSpPr txBox="1"/>
            <p:nvPr/>
          </p:nvSpPr>
          <p:spPr>
            <a:xfrm>
              <a:off x="2357" y="5053"/>
              <a:ext cx="1213" cy="9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/>
                <a:t>（</a:t>
              </a:r>
              <a:r>
                <a:rPr lang="en-US" altLang="zh-CN"/>
                <a:t>1,2</a:t>
              </a:r>
              <a:r>
                <a:rPr lang="zh-CN" altLang="en-US"/>
                <a:t>）</a:t>
              </a:r>
              <a:endParaRPr lang="zh-CN" altLang="en-US"/>
            </a:p>
          </p:txBody>
        </p:sp>
        <p:cxnSp>
          <p:nvCxnSpPr>
            <p:cNvPr id="185" name="直接箭头连接符 184"/>
            <p:cNvCxnSpPr/>
            <p:nvPr/>
          </p:nvCxnSpPr>
          <p:spPr>
            <a:xfrm flipV="1">
              <a:off x="3677" y="4360"/>
              <a:ext cx="1840" cy="693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grpSp>
        <p:nvGrpSpPr>
          <p:cNvPr id="186" name="组合 185"/>
          <p:cNvGrpSpPr/>
          <p:nvPr/>
        </p:nvGrpSpPr>
        <p:grpSpPr>
          <a:xfrm rot="0">
            <a:off x="10139708" y="1694656"/>
            <a:ext cx="2110631" cy="1177929"/>
            <a:chOff x="11780" y="-3805"/>
            <a:chExt cx="3269" cy="2892"/>
          </a:xfrm>
        </p:grpSpPr>
        <p:sp>
          <p:nvSpPr>
            <p:cNvPr id="187" name="文本框 186"/>
            <p:cNvSpPr txBox="1"/>
            <p:nvPr/>
          </p:nvSpPr>
          <p:spPr>
            <a:xfrm>
              <a:off x="11780" y="-1818"/>
              <a:ext cx="1213" cy="9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/>
                <a:t>（</a:t>
              </a:r>
              <a:r>
                <a:rPr lang="en-US" altLang="zh-CN"/>
                <a:t>1,2</a:t>
              </a:r>
              <a:r>
                <a:rPr lang="zh-CN" altLang="en-US"/>
                <a:t>）</a:t>
              </a:r>
              <a:endParaRPr lang="zh-CN" altLang="en-US"/>
            </a:p>
          </p:txBody>
        </p:sp>
        <p:cxnSp>
          <p:nvCxnSpPr>
            <p:cNvPr id="188" name="直接箭头连接符 187"/>
            <p:cNvCxnSpPr/>
            <p:nvPr/>
          </p:nvCxnSpPr>
          <p:spPr>
            <a:xfrm flipH="1" flipV="1">
              <a:off x="13090" y="-3805"/>
              <a:ext cx="1959" cy="683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189" name="文本框 188"/>
          <p:cNvSpPr txBox="1"/>
          <p:nvPr/>
        </p:nvSpPr>
        <p:spPr>
          <a:xfrm>
            <a:off x="5810250" y="2605405"/>
            <a:ext cx="89535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1,2</a:t>
            </a:r>
            <a:r>
              <a:rPr lang="zh-CN" altLang="en-US">
                <a:sym typeface="+mn-ea"/>
              </a:rPr>
              <a:t>）</a:t>
            </a:r>
            <a:endParaRPr lang="zh-CN" altLang="en-US">
              <a:sym typeface="+mn-ea"/>
            </a:endParaRPr>
          </a:p>
        </p:txBody>
      </p:sp>
      <p:cxnSp>
        <p:nvCxnSpPr>
          <p:cNvPr id="190" name="直接箭头连接符 189"/>
          <p:cNvCxnSpPr/>
          <p:nvPr/>
        </p:nvCxnSpPr>
        <p:spPr>
          <a:xfrm>
            <a:off x="152400" y="2382520"/>
            <a:ext cx="1214120" cy="266065"/>
          </a:xfrm>
          <a:prstGeom prst="straightConnector1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1" name="直接箭头连接符 190"/>
          <p:cNvCxnSpPr/>
          <p:nvPr/>
        </p:nvCxnSpPr>
        <p:spPr>
          <a:xfrm>
            <a:off x="2418715" y="2874010"/>
            <a:ext cx="1214120" cy="266065"/>
          </a:xfrm>
          <a:prstGeom prst="straightConnector1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2" name="直接箭头连接符 191"/>
          <p:cNvCxnSpPr/>
          <p:nvPr/>
        </p:nvCxnSpPr>
        <p:spPr>
          <a:xfrm>
            <a:off x="4622165" y="3452495"/>
            <a:ext cx="1214120" cy="266065"/>
          </a:xfrm>
          <a:prstGeom prst="straightConnector1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3" name="直接箭头连接符 192"/>
          <p:cNvCxnSpPr/>
          <p:nvPr/>
        </p:nvCxnSpPr>
        <p:spPr>
          <a:xfrm>
            <a:off x="2426970" y="1818640"/>
            <a:ext cx="1214120" cy="266065"/>
          </a:xfrm>
          <a:prstGeom prst="straightConnector1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4" name="直接箭头连接符 193"/>
          <p:cNvCxnSpPr/>
          <p:nvPr/>
        </p:nvCxnSpPr>
        <p:spPr>
          <a:xfrm>
            <a:off x="4491355" y="2306955"/>
            <a:ext cx="1214120" cy="266065"/>
          </a:xfrm>
          <a:prstGeom prst="straightConnector1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5" name="直接箭头连接符 194"/>
          <p:cNvCxnSpPr/>
          <p:nvPr/>
        </p:nvCxnSpPr>
        <p:spPr>
          <a:xfrm>
            <a:off x="4467225" y="1362710"/>
            <a:ext cx="1214120" cy="266065"/>
          </a:xfrm>
          <a:prstGeom prst="straightConnector1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6" name="直接箭头连接符 195"/>
          <p:cNvCxnSpPr/>
          <p:nvPr/>
        </p:nvCxnSpPr>
        <p:spPr>
          <a:xfrm>
            <a:off x="6619240" y="2820035"/>
            <a:ext cx="1214120" cy="266065"/>
          </a:xfrm>
          <a:prstGeom prst="straightConnector1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7" name="直接箭头连接符 196"/>
          <p:cNvCxnSpPr/>
          <p:nvPr/>
        </p:nvCxnSpPr>
        <p:spPr>
          <a:xfrm>
            <a:off x="6473190" y="885825"/>
            <a:ext cx="1214120" cy="266065"/>
          </a:xfrm>
          <a:prstGeom prst="straightConnector1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98" name="文本框 197"/>
          <p:cNvSpPr txBox="1"/>
          <p:nvPr/>
        </p:nvSpPr>
        <p:spPr>
          <a:xfrm>
            <a:off x="5629275" y="727075"/>
            <a:ext cx="8058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（</a:t>
            </a:r>
            <a:r>
              <a:rPr lang="en-US" altLang="zh-CN"/>
              <a:t>1,2</a:t>
            </a:r>
            <a:r>
              <a:rPr lang="zh-CN" altLang="en-US"/>
              <a:t>）</a:t>
            </a:r>
            <a:endParaRPr lang="zh-CN" altLang="en-US"/>
          </a:p>
        </p:txBody>
      </p:sp>
      <p:sp>
        <p:nvSpPr>
          <p:cNvPr id="199" name="文本框 198"/>
          <p:cNvSpPr txBox="1"/>
          <p:nvPr/>
        </p:nvSpPr>
        <p:spPr>
          <a:xfrm>
            <a:off x="7929880" y="1096645"/>
            <a:ext cx="955040" cy="2228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1,2</a:t>
            </a:r>
            <a:r>
              <a:rPr lang="zh-CN" altLang="en-US">
                <a:sym typeface="+mn-ea"/>
              </a:rPr>
              <a:t>）</a:t>
            </a:r>
            <a:endParaRPr lang="zh-CN" altLang="en-US">
              <a:sym typeface="+mn-ea"/>
            </a:endParaRPr>
          </a:p>
        </p:txBody>
      </p:sp>
      <p:sp>
        <p:nvSpPr>
          <p:cNvPr id="200" name="文本框 199"/>
          <p:cNvSpPr txBox="1"/>
          <p:nvPr/>
        </p:nvSpPr>
        <p:spPr>
          <a:xfrm>
            <a:off x="10139680" y="1541780"/>
            <a:ext cx="98234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1,2</a:t>
            </a:r>
            <a:r>
              <a:rPr lang="zh-CN" altLang="en-US">
                <a:sym typeface="+mn-ea"/>
              </a:rPr>
              <a:t>）</a:t>
            </a:r>
            <a:endParaRPr lang="zh-CN" altLang="en-US">
              <a:sym typeface="+mn-ea"/>
            </a:endParaRPr>
          </a:p>
        </p:txBody>
      </p:sp>
      <p:sp>
        <p:nvSpPr>
          <p:cNvPr id="201" name="文本框 200"/>
          <p:cNvSpPr txBox="1"/>
          <p:nvPr/>
        </p:nvSpPr>
        <p:spPr>
          <a:xfrm>
            <a:off x="11287760" y="-254000"/>
            <a:ext cx="111125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1,2</a:t>
            </a:r>
            <a:r>
              <a:rPr lang="zh-CN" altLang="en-US">
                <a:sym typeface="+mn-ea"/>
              </a:rPr>
              <a:t>）</a:t>
            </a:r>
            <a:endParaRPr lang="zh-CN" altLang="en-US">
              <a:sym typeface="+mn-ea"/>
            </a:endParaRPr>
          </a:p>
        </p:txBody>
      </p:sp>
      <p:sp>
        <p:nvSpPr>
          <p:cNvPr id="202" name="文本框 201"/>
          <p:cNvSpPr txBox="1"/>
          <p:nvPr/>
        </p:nvSpPr>
        <p:spPr>
          <a:xfrm>
            <a:off x="11287760" y="4424045"/>
            <a:ext cx="106807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1,2</a:t>
            </a:r>
            <a:r>
              <a:rPr lang="zh-CN" altLang="en-US">
                <a:sym typeface="+mn-ea"/>
              </a:rPr>
              <a:t>）</a:t>
            </a:r>
            <a:endParaRPr lang="zh-CN" altLang="en-US">
              <a:sym typeface="+mn-ea"/>
            </a:endParaRPr>
          </a:p>
        </p:txBody>
      </p:sp>
      <p:sp>
        <p:nvSpPr>
          <p:cNvPr id="203" name="文本框 202"/>
          <p:cNvSpPr txBox="1"/>
          <p:nvPr/>
        </p:nvSpPr>
        <p:spPr>
          <a:xfrm>
            <a:off x="12178665" y="2014220"/>
            <a:ext cx="123952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1,2</a:t>
            </a:r>
            <a:r>
              <a:rPr lang="zh-CN" altLang="en-US">
                <a:sym typeface="+mn-ea"/>
              </a:rPr>
              <a:t>）</a:t>
            </a:r>
            <a:endParaRPr lang="zh-CN" altLang="en-US">
              <a:sym typeface="+mn-ea"/>
            </a:endParaRPr>
          </a:p>
        </p:txBody>
      </p:sp>
      <p:cxnSp>
        <p:nvCxnSpPr>
          <p:cNvPr id="204" name="直接箭头连接符 203"/>
          <p:cNvCxnSpPr/>
          <p:nvPr/>
        </p:nvCxnSpPr>
        <p:spPr>
          <a:xfrm>
            <a:off x="8769985" y="1312545"/>
            <a:ext cx="1329055" cy="269875"/>
          </a:xfrm>
          <a:prstGeom prst="straightConnector1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5" name="直接箭头连接符 204"/>
          <p:cNvCxnSpPr>
            <a:endCxn id="187" idx="3"/>
          </p:cNvCxnSpPr>
          <p:nvPr/>
        </p:nvCxnSpPr>
        <p:spPr>
          <a:xfrm flipH="1">
            <a:off x="10922635" y="2426335"/>
            <a:ext cx="1269365" cy="261620"/>
          </a:xfrm>
          <a:prstGeom prst="straightConnector1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6" name="直接箭头连接符 205"/>
          <p:cNvCxnSpPr>
            <a:endCxn id="203" idx="1"/>
          </p:cNvCxnSpPr>
          <p:nvPr/>
        </p:nvCxnSpPr>
        <p:spPr>
          <a:xfrm flipV="1">
            <a:off x="6643370" y="2198370"/>
            <a:ext cx="5535295" cy="46037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7" name="直接箭头连接符 206"/>
          <p:cNvCxnSpPr/>
          <p:nvPr/>
        </p:nvCxnSpPr>
        <p:spPr>
          <a:xfrm>
            <a:off x="6619240" y="1777365"/>
            <a:ext cx="5559425" cy="335915"/>
          </a:xfrm>
          <a:prstGeom prst="straightConnector1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8" name="直接箭头连接符 207"/>
          <p:cNvCxnSpPr/>
          <p:nvPr/>
        </p:nvCxnSpPr>
        <p:spPr>
          <a:xfrm flipV="1">
            <a:off x="6428105" y="-71755"/>
            <a:ext cx="4975860" cy="81407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9" name="直接箭头连接符 208"/>
          <p:cNvCxnSpPr/>
          <p:nvPr/>
        </p:nvCxnSpPr>
        <p:spPr>
          <a:xfrm flipV="1">
            <a:off x="8821420" y="26035"/>
            <a:ext cx="2711450" cy="107442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0" name="直接箭头连接符 209"/>
          <p:cNvCxnSpPr/>
          <p:nvPr/>
        </p:nvCxnSpPr>
        <p:spPr>
          <a:xfrm flipV="1">
            <a:off x="10784840" y="80010"/>
            <a:ext cx="929640" cy="14655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1" name="直接箭头连接符 210"/>
          <p:cNvCxnSpPr/>
          <p:nvPr/>
        </p:nvCxnSpPr>
        <p:spPr>
          <a:xfrm>
            <a:off x="8710295" y="3418840"/>
            <a:ext cx="2694305" cy="1058545"/>
          </a:xfrm>
          <a:prstGeom prst="straightConnector1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2" name="直接箭头连接符 211"/>
          <p:cNvCxnSpPr/>
          <p:nvPr/>
        </p:nvCxnSpPr>
        <p:spPr>
          <a:xfrm>
            <a:off x="6688455" y="4005580"/>
            <a:ext cx="4700270" cy="596900"/>
          </a:xfrm>
          <a:prstGeom prst="straightConnector1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3" name="直接箭头连接符 212"/>
          <p:cNvCxnSpPr/>
          <p:nvPr/>
        </p:nvCxnSpPr>
        <p:spPr>
          <a:xfrm>
            <a:off x="10742930" y="2979420"/>
            <a:ext cx="929640" cy="1405890"/>
          </a:xfrm>
          <a:prstGeom prst="straightConnector1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14" name="弧形 213"/>
          <p:cNvSpPr/>
          <p:nvPr/>
        </p:nvSpPr>
        <p:spPr>
          <a:xfrm>
            <a:off x="9395460" y="1541780"/>
            <a:ext cx="3386455" cy="1063625"/>
          </a:xfrm>
          <a:prstGeom prst="arc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5" name="弧形 214"/>
          <p:cNvSpPr/>
          <p:nvPr/>
        </p:nvSpPr>
        <p:spPr>
          <a:xfrm rot="5820000">
            <a:off x="10552430" y="748030"/>
            <a:ext cx="1175385" cy="3287395"/>
          </a:xfrm>
          <a:prstGeom prst="arc">
            <a:avLst>
              <a:gd name="adj1" fmla="val 16213163"/>
              <a:gd name="adj2" fmla="val 0"/>
            </a:avLst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16" name="直接箭头连接符 215"/>
          <p:cNvCxnSpPr>
            <a:stCxn id="215" idx="0"/>
          </p:cNvCxnSpPr>
          <p:nvPr/>
        </p:nvCxnSpPr>
        <p:spPr>
          <a:xfrm flipV="1">
            <a:off x="12770485" y="2469515"/>
            <a:ext cx="19685" cy="12890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7" name="直接箭头连接符 216"/>
          <p:cNvCxnSpPr>
            <a:stCxn id="214" idx="2"/>
          </p:cNvCxnSpPr>
          <p:nvPr/>
        </p:nvCxnSpPr>
        <p:spPr>
          <a:xfrm>
            <a:off x="12781915" y="2073910"/>
            <a:ext cx="635" cy="1968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3" name="矩形 2"/>
          <p:cNvSpPr/>
          <p:nvPr/>
        </p:nvSpPr>
        <p:spPr>
          <a:xfrm>
            <a:off x="890905" y="695960"/>
            <a:ext cx="3886835" cy="442595"/>
          </a:xfrm>
          <a:prstGeom prst="rect">
            <a:avLst/>
          </a:prstGeom>
          <a:noFill/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8305800" y="1313815"/>
            <a:ext cx="1711960" cy="875030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890905" y="6453505"/>
            <a:ext cx="4456430" cy="404495"/>
          </a:xfrm>
          <a:prstGeom prst="rect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890905" y="3688080"/>
            <a:ext cx="1798955" cy="207772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2929890" y="3687445"/>
            <a:ext cx="1847215" cy="2078355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890905" y="2747010"/>
            <a:ext cx="3886835" cy="767715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891540" y="2083435"/>
            <a:ext cx="3886835" cy="423545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890905" y="5843270"/>
            <a:ext cx="11198860" cy="423545"/>
          </a:xfrm>
          <a:prstGeom prst="rect">
            <a:avLst/>
          </a:prstGeom>
          <a:noFill/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5347335" y="695960"/>
            <a:ext cx="6741795" cy="423545"/>
          </a:xfrm>
          <a:prstGeom prst="rect">
            <a:avLst/>
          </a:prstGeom>
          <a:noFill/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269865" y="1313815"/>
            <a:ext cx="2867660" cy="875030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10186035" y="3232785"/>
            <a:ext cx="1922780" cy="1278890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10186035" y="1317625"/>
            <a:ext cx="1915160" cy="876300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5271135" y="2431415"/>
            <a:ext cx="2867025" cy="1398905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5270500" y="4073525"/>
            <a:ext cx="2867660" cy="1683385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8307070" y="2452370"/>
            <a:ext cx="1710690" cy="369570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 altLang="zh-CN" sz="1400">
                <a:solidFill>
                  <a:schemeClr val="accent1">
                    <a:lumMod val="75000"/>
                  </a:schemeClr>
                </a:solidFill>
              </a:rPr>
              <a:t>xxxxxxxxxxxxxxxxxxx</a:t>
            </a:r>
            <a:endParaRPr lang="en-US" altLang="zh-CN" sz="140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8307070" y="3026410"/>
            <a:ext cx="1710690" cy="1484630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10186670" y="2452370"/>
            <a:ext cx="1913890" cy="574040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矩形 20"/>
          <p:cNvSpPr/>
          <p:nvPr/>
        </p:nvSpPr>
        <p:spPr>
          <a:xfrm>
            <a:off x="8300085" y="6454140"/>
            <a:ext cx="3787140" cy="404495"/>
          </a:xfrm>
          <a:prstGeom prst="rect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8305800" y="4790440"/>
            <a:ext cx="3796665" cy="952500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矩形 22"/>
          <p:cNvSpPr/>
          <p:nvPr/>
        </p:nvSpPr>
        <p:spPr>
          <a:xfrm>
            <a:off x="5661660" y="6453505"/>
            <a:ext cx="2324100" cy="403860"/>
          </a:xfrm>
          <a:prstGeom prst="rect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矩形 23"/>
          <p:cNvSpPr/>
          <p:nvPr/>
        </p:nvSpPr>
        <p:spPr>
          <a:xfrm>
            <a:off x="891540" y="1445260"/>
            <a:ext cx="3886200" cy="423545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5" name="直接箭头连接符 24"/>
          <p:cNvCxnSpPr>
            <a:stCxn id="24" idx="2"/>
            <a:endCxn id="10" idx="0"/>
          </p:cNvCxnSpPr>
          <p:nvPr/>
        </p:nvCxnSpPr>
        <p:spPr>
          <a:xfrm>
            <a:off x="2834640" y="1868805"/>
            <a:ext cx="635" cy="214630"/>
          </a:xfrm>
          <a:prstGeom prst="straightConnector1">
            <a:avLst/>
          </a:prstGeom>
          <a:ln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6" name="直接箭头连接符 25"/>
          <p:cNvCxnSpPr>
            <a:stCxn id="13" idx="3"/>
            <a:endCxn id="4" idx="1"/>
          </p:cNvCxnSpPr>
          <p:nvPr/>
        </p:nvCxnSpPr>
        <p:spPr>
          <a:xfrm>
            <a:off x="8137525" y="1751330"/>
            <a:ext cx="16827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7" name="直接箭头连接符 26"/>
          <p:cNvCxnSpPr>
            <a:stCxn id="4" idx="3"/>
            <a:endCxn id="15" idx="1"/>
          </p:cNvCxnSpPr>
          <p:nvPr/>
        </p:nvCxnSpPr>
        <p:spPr>
          <a:xfrm>
            <a:off x="10017760" y="1751330"/>
            <a:ext cx="168275" cy="444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8" name="直接箭头连接符 27"/>
          <p:cNvCxnSpPr>
            <a:stCxn id="4" idx="2"/>
            <a:endCxn id="18" idx="0"/>
          </p:cNvCxnSpPr>
          <p:nvPr/>
        </p:nvCxnSpPr>
        <p:spPr>
          <a:xfrm>
            <a:off x="9161780" y="2188845"/>
            <a:ext cx="635" cy="26352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9" name="直接箭头连接符 28"/>
          <p:cNvCxnSpPr>
            <a:stCxn id="15" idx="2"/>
          </p:cNvCxnSpPr>
          <p:nvPr/>
        </p:nvCxnSpPr>
        <p:spPr>
          <a:xfrm>
            <a:off x="11143615" y="2193925"/>
            <a:ext cx="5080" cy="28194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0" name="直接箭头连接符 29"/>
          <p:cNvCxnSpPr>
            <a:stCxn id="18" idx="2"/>
            <a:endCxn id="19" idx="0"/>
          </p:cNvCxnSpPr>
          <p:nvPr/>
        </p:nvCxnSpPr>
        <p:spPr>
          <a:xfrm>
            <a:off x="9162415" y="2821940"/>
            <a:ext cx="0" cy="20447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1" name="直接箭头连接符 30"/>
          <p:cNvCxnSpPr>
            <a:stCxn id="20" idx="2"/>
            <a:endCxn id="14" idx="0"/>
          </p:cNvCxnSpPr>
          <p:nvPr/>
        </p:nvCxnSpPr>
        <p:spPr>
          <a:xfrm>
            <a:off x="11143615" y="3026410"/>
            <a:ext cx="3810" cy="20637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2" name="直接箭头连接符 31"/>
          <p:cNvCxnSpPr>
            <a:stCxn id="16" idx="2"/>
            <a:endCxn id="17" idx="0"/>
          </p:cNvCxnSpPr>
          <p:nvPr/>
        </p:nvCxnSpPr>
        <p:spPr>
          <a:xfrm flipH="1">
            <a:off x="6704330" y="3830320"/>
            <a:ext cx="635" cy="24320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3" name="直接箭头连接符 32"/>
          <p:cNvCxnSpPr>
            <a:stCxn id="10" idx="2"/>
            <a:endCxn id="8" idx="0"/>
          </p:cNvCxnSpPr>
          <p:nvPr/>
        </p:nvCxnSpPr>
        <p:spPr>
          <a:xfrm flipH="1">
            <a:off x="2834640" y="2506980"/>
            <a:ext cx="635" cy="240030"/>
          </a:xfrm>
          <a:prstGeom prst="straightConnector1">
            <a:avLst/>
          </a:prstGeom>
          <a:ln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4" name="直接箭头连接符 33"/>
          <p:cNvCxnSpPr>
            <a:stCxn id="5" idx="3"/>
            <a:endCxn id="23" idx="1"/>
          </p:cNvCxnSpPr>
          <p:nvPr/>
        </p:nvCxnSpPr>
        <p:spPr>
          <a:xfrm flipV="1">
            <a:off x="5347335" y="6655435"/>
            <a:ext cx="314325" cy="635"/>
          </a:xfrm>
          <a:prstGeom prst="straightConnector1">
            <a:avLst/>
          </a:prstGeom>
          <a:ln>
            <a:solidFill>
              <a:schemeClr val="accent4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6" name="直接箭头连接符 35"/>
          <p:cNvCxnSpPr>
            <a:stCxn id="23" idx="3"/>
            <a:endCxn id="21" idx="1"/>
          </p:cNvCxnSpPr>
          <p:nvPr/>
        </p:nvCxnSpPr>
        <p:spPr>
          <a:xfrm>
            <a:off x="7985760" y="6655435"/>
            <a:ext cx="314325" cy="1270"/>
          </a:xfrm>
          <a:prstGeom prst="straightConnector1">
            <a:avLst/>
          </a:prstGeom>
          <a:ln>
            <a:solidFill>
              <a:schemeClr val="accent4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0" name="右中括号 39"/>
          <p:cNvSpPr/>
          <p:nvPr/>
        </p:nvSpPr>
        <p:spPr>
          <a:xfrm rot="16200000">
            <a:off x="2795905" y="2267585"/>
            <a:ext cx="76200" cy="2667000"/>
          </a:xfrm>
          <a:prstGeom prst="rightBracket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41" name="直接箭头连接符 40"/>
          <p:cNvCxnSpPr>
            <a:stCxn id="40" idx="0"/>
          </p:cNvCxnSpPr>
          <p:nvPr/>
        </p:nvCxnSpPr>
        <p:spPr>
          <a:xfrm>
            <a:off x="1500505" y="3639185"/>
            <a:ext cx="0" cy="43815"/>
          </a:xfrm>
          <a:prstGeom prst="straightConnector1">
            <a:avLst/>
          </a:prstGeom>
          <a:ln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4" name="直接箭头连接符 43"/>
          <p:cNvCxnSpPr>
            <a:stCxn id="40" idx="1"/>
          </p:cNvCxnSpPr>
          <p:nvPr/>
        </p:nvCxnSpPr>
        <p:spPr>
          <a:xfrm flipH="1">
            <a:off x="4163695" y="3639185"/>
            <a:ext cx="3810" cy="34290"/>
          </a:xfrm>
          <a:prstGeom prst="straightConnector1">
            <a:avLst/>
          </a:prstGeom>
          <a:ln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5" name="直接连接符 44"/>
          <p:cNvCxnSpPr>
            <a:stCxn id="40" idx="2"/>
            <a:endCxn id="8" idx="2"/>
          </p:cNvCxnSpPr>
          <p:nvPr/>
        </p:nvCxnSpPr>
        <p:spPr>
          <a:xfrm flipV="1">
            <a:off x="2834005" y="3514725"/>
            <a:ext cx="635" cy="4826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9" name="右中括号 48"/>
          <p:cNvSpPr/>
          <p:nvPr/>
        </p:nvSpPr>
        <p:spPr>
          <a:xfrm rot="5400000">
            <a:off x="10240645" y="3204845"/>
            <a:ext cx="76200" cy="2667000"/>
          </a:xfrm>
          <a:prstGeom prst="rightBracke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52" name="直接箭头连接符 51"/>
          <p:cNvCxnSpPr>
            <a:stCxn id="49" idx="2"/>
          </p:cNvCxnSpPr>
          <p:nvPr/>
        </p:nvCxnSpPr>
        <p:spPr>
          <a:xfrm>
            <a:off x="10278745" y="4576445"/>
            <a:ext cx="1270" cy="23939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3" name="圆角矩形 52"/>
          <p:cNvSpPr/>
          <p:nvPr/>
        </p:nvSpPr>
        <p:spPr>
          <a:xfrm>
            <a:off x="1097280" y="5013960"/>
            <a:ext cx="1457960" cy="624840"/>
          </a:xfrm>
          <a:prstGeom prst="roundRect">
            <a:avLst/>
          </a:prstGeom>
          <a:noFill/>
          <a:ln>
            <a:solidFill>
              <a:schemeClr val="accent2"/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4" name="圆角矩形 53"/>
          <p:cNvSpPr/>
          <p:nvPr/>
        </p:nvSpPr>
        <p:spPr>
          <a:xfrm>
            <a:off x="1097280" y="4225925"/>
            <a:ext cx="1457960" cy="624840"/>
          </a:xfrm>
          <a:prstGeom prst="roundRect">
            <a:avLst/>
          </a:prstGeom>
          <a:noFill/>
          <a:ln>
            <a:solidFill>
              <a:schemeClr val="accent2"/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5" name="圆角矩形 54"/>
          <p:cNvSpPr/>
          <p:nvPr/>
        </p:nvSpPr>
        <p:spPr>
          <a:xfrm>
            <a:off x="3123565" y="4225925"/>
            <a:ext cx="1457960" cy="330835"/>
          </a:xfrm>
          <a:prstGeom prst="roundRect">
            <a:avLst/>
          </a:prstGeom>
          <a:noFill/>
          <a:ln>
            <a:solidFill>
              <a:schemeClr val="accent2"/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6" name="圆角矩形 55"/>
          <p:cNvSpPr/>
          <p:nvPr/>
        </p:nvSpPr>
        <p:spPr>
          <a:xfrm>
            <a:off x="3123565" y="4790440"/>
            <a:ext cx="1457325" cy="346075"/>
          </a:xfrm>
          <a:prstGeom prst="roundRect">
            <a:avLst/>
          </a:prstGeom>
          <a:noFill/>
          <a:ln>
            <a:solidFill>
              <a:schemeClr val="accent2"/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7" name="圆角矩形 56"/>
          <p:cNvSpPr/>
          <p:nvPr/>
        </p:nvSpPr>
        <p:spPr>
          <a:xfrm>
            <a:off x="3123565" y="5318760"/>
            <a:ext cx="1457960" cy="320040"/>
          </a:xfrm>
          <a:prstGeom prst="roundRect">
            <a:avLst/>
          </a:prstGeom>
          <a:noFill/>
          <a:ln>
            <a:solidFill>
              <a:schemeClr val="accent2"/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9" name="文本框 58"/>
          <p:cNvSpPr txBox="1"/>
          <p:nvPr/>
        </p:nvSpPr>
        <p:spPr>
          <a:xfrm>
            <a:off x="891540" y="751205"/>
            <a:ext cx="38862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 b="1">
                <a:solidFill>
                  <a:srgbClr val="002060"/>
                </a:solidFill>
              </a:rPr>
              <a:t>Part1:XXXXX</a:t>
            </a:r>
            <a:endParaRPr lang="en-US" altLang="zh-CN" sz="1600" b="1">
              <a:solidFill>
                <a:srgbClr val="002060"/>
              </a:solidFill>
            </a:endParaRPr>
          </a:p>
        </p:txBody>
      </p:sp>
      <p:sp>
        <p:nvSpPr>
          <p:cNvPr id="61" name="文本框 60"/>
          <p:cNvSpPr txBox="1"/>
          <p:nvPr/>
        </p:nvSpPr>
        <p:spPr>
          <a:xfrm>
            <a:off x="890905" y="1500505"/>
            <a:ext cx="38874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>
                <a:solidFill>
                  <a:schemeClr val="accent2"/>
                </a:solidFill>
              </a:rPr>
              <a:t>XXXXXXXXX</a:t>
            </a:r>
            <a:endParaRPr lang="en-US" altLang="zh-CN">
              <a:solidFill>
                <a:schemeClr val="accent2"/>
              </a:solidFill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891540" y="2083435"/>
            <a:ext cx="38862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>
                <a:solidFill>
                  <a:schemeClr val="accent2"/>
                </a:solidFill>
              </a:rPr>
              <a:t>XXXXXXXXXX</a:t>
            </a:r>
            <a:endParaRPr lang="en-US" altLang="zh-CN">
              <a:solidFill>
                <a:schemeClr val="accent2"/>
              </a:solidFill>
            </a:endParaRPr>
          </a:p>
        </p:txBody>
      </p:sp>
      <p:sp>
        <p:nvSpPr>
          <p:cNvPr id="64" name="文本框 63"/>
          <p:cNvSpPr txBox="1"/>
          <p:nvPr/>
        </p:nvSpPr>
        <p:spPr>
          <a:xfrm>
            <a:off x="951865" y="2821940"/>
            <a:ext cx="382524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>
                <a:solidFill>
                  <a:schemeClr val="accent2"/>
                </a:solidFill>
              </a:rPr>
              <a:t>XXXXXXXXXXXXXXXXXXXXXXXXXXXXXXXXXX</a:t>
            </a:r>
            <a:endParaRPr lang="en-US" altLang="zh-CN">
              <a:solidFill>
                <a:schemeClr val="accent2"/>
              </a:solidFill>
            </a:endParaRPr>
          </a:p>
        </p:txBody>
      </p:sp>
      <p:sp>
        <p:nvSpPr>
          <p:cNvPr id="65" name="文本框 64"/>
          <p:cNvSpPr txBox="1"/>
          <p:nvPr/>
        </p:nvSpPr>
        <p:spPr>
          <a:xfrm>
            <a:off x="1097280" y="3745230"/>
            <a:ext cx="1458595" cy="4445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>
                <a:solidFill>
                  <a:schemeClr val="accent2"/>
                </a:solidFill>
              </a:rPr>
              <a:t>XXXXX</a:t>
            </a:r>
            <a:endParaRPr lang="en-US" altLang="zh-CN">
              <a:solidFill>
                <a:schemeClr val="accent2"/>
              </a:solidFill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1098550" y="4389120"/>
            <a:ext cx="14566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>
                <a:solidFill>
                  <a:schemeClr val="accent2"/>
                </a:solidFill>
              </a:rPr>
              <a:t>XXX</a:t>
            </a:r>
            <a:endParaRPr lang="en-US" altLang="zh-CN">
              <a:solidFill>
                <a:schemeClr val="accent2"/>
              </a:solidFill>
            </a:endParaRPr>
          </a:p>
        </p:txBody>
      </p:sp>
      <p:sp>
        <p:nvSpPr>
          <p:cNvPr id="67" name="文本框 66"/>
          <p:cNvSpPr txBox="1"/>
          <p:nvPr/>
        </p:nvSpPr>
        <p:spPr>
          <a:xfrm>
            <a:off x="1099820" y="5136515"/>
            <a:ext cx="1456055" cy="3511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>
                <a:solidFill>
                  <a:schemeClr val="accent2"/>
                </a:solidFill>
              </a:rPr>
              <a:t>XXX</a:t>
            </a:r>
            <a:endParaRPr lang="en-US" altLang="zh-CN">
              <a:solidFill>
                <a:schemeClr val="accent2"/>
              </a:solidFill>
            </a:endParaRPr>
          </a:p>
        </p:txBody>
      </p:sp>
      <p:sp>
        <p:nvSpPr>
          <p:cNvPr id="69" name="文本框 68"/>
          <p:cNvSpPr txBox="1"/>
          <p:nvPr/>
        </p:nvSpPr>
        <p:spPr>
          <a:xfrm>
            <a:off x="3123565" y="3745230"/>
            <a:ext cx="1457325" cy="3289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>
                <a:solidFill>
                  <a:schemeClr val="accent2"/>
                </a:solidFill>
              </a:rPr>
              <a:t>XXX</a:t>
            </a:r>
            <a:endParaRPr lang="en-US" altLang="zh-CN">
              <a:solidFill>
                <a:schemeClr val="accent2"/>
              </a:solidFill>
            </a:endParaRPr>
          </a:p>
        </p:txBody>
      </p:sp>
      <p:sp>
        <p:nvSpPr>
          <p:cNvPr id="72" name="文本框 71"/>
          <p:cNvSpPr txBox="1"/>
          <p:nvPr/>
        </p:nvSpPr>
        <p:spPr>
          <a:xfrm>
            <a:off x="3127375" y="4225925"/>
            <a:ext cx="1481455" cy="4464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200">
                <a:solidFill>
                  <a:schemeClr val="accent2"/>
                </a:solidFill>
              </a:rPr>
              <a:t>XXXXXXX</a:t>
            </a:r>
            <a:endParaRPr lang="en-US" altLang="zh-CN" sz="1200">
              <a:solidFill>
                <a:schemeClr val="accent2"/>
              </a:solidFill>
            </a:endParaRPr>
          </a:p>
        </p:txBody>
      </p:sp>
      <p:sp>
        <p:nvSpPr>
          <p:cNvPr id="74" name="文本框 73"/>
          <p:cNvSpPr txBox="1"/>
          <p:nvPr/>
        </p:nvSpPr>
        <p:spPr>
          <a:xfrm>
            <a:off x="3127375" y="4820920"/>
            <a:ext cx="148145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400">
                <a:solidFill>
                  <a:schemeClr val="accent2"/>
                </a:solidFill>
              </a:rPr>
              <a:t>XXXXXXXX</a:t>
            </a:r>
            <a:endParaRPr lang="en-US" altLang="zh-CN" sz="1400">
              <a:solidFill>
                <a:schemeClr val="accent2"/>
              </a:solidFill>
            </a:endParaRPr>
          </a:p>
        </p:txBody>
      </p:sp>
      <p:sp>
        <p:nvSpPr>
          <p:cNvPr id="75" name="文本框 74"/>
          <p:cNvSpPr txBox="1"/>
          <p:nvPr/>
        </p:nvSpPr>
        <p:spPr>
          <a:xfrm>
            <a:off x="3126740" y="5318760"/>
            <a:ext cx="1454150" cy="3200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solidFill>
                  <a:schemeClr val="accent2"/>
                </a:solidFill>
              </a:rPr>
              <a:t>XXXXXXXX</a:t>
            </a:r>
            <a:endParaRPr lang="en-US" altLang="zh-CN">
              <a:solidFill>
                <a:schemeClr val="accent2"/>
              </a:solidFill>
            </a:endParaRPr>
          </a:p>
        </p:txBody>
      </p:sp>
      <p:sp>
        <p:nvSpPr>
          <p:cNvPr id="76" name="文本框 75"/>
          <p:cNvSpPr txBox="1"/>
          <p:nvPr/>
        </p:nvSpPr>
        <p:spPr>
          <a:xfrm>
            <a:off x="5270500" y="770255"/>
            <a:ext cx="68167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>
                <a:solidFill>
                  <a:schemeClr val="accent1">
                    <a:lumMod val="75000"/>
                  </a:schemeClr>
                </a:solidFill>
              </a:rPr>
              <a:t>Part2:XXXXXXXXXXXXXXXXXXXXXX</a:t>
            </a:r>
            <a:endParaRPr lang="en-US" altLang="zh-CN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77" name="文本框 76"/>
          <p:cNvSpPr txBox="1"/>
          <p:nvPr/>
        </p:nvSpPr>
        <p:spPr>
          <a:xfrm>
            <a:off x="5303520" y="1374775"/>
            <a:ext cx="2844800" cy="8134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400">
                <a:solidFill>
                  <a:schemeClr val="accent1">
                    <a:lumMod val="75000"/>
                  </a:schemeClr>
                </a:solidFill>
              </a:rPr>
              <a:t>XXXXXXXXXXXXXXXXXXXXXXXXXXXXXXXXXX</a:t>
            </a:r>
            <a:endParaRPr lang="en-US" altLang="zh-CN" sz="140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78" name="文本框 77"/>
          <p:cNvSpPr txBox="1"/>
          <p:nvPr/>
        </p:nvSpPr>
        <p:spPr>
          <a:xfrm>
            <a:off x="8326120" y="1374775"/>
            <a:ext cx="170180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400">
                <a:solidFill>
                  <a:schemeClr val="accent1">
                    <a:lumMod val="75000"/>
                  </a:schemeClr>
                </a:solidFill>
              </a:rPr>
              <a:t>XXXXXXXXXXXXXXXXXXXXXXXXXXXX</a:t>
            </a:r>
            <a:endParaRPr lang="en-US" altLang="zh-CN" sz="140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0" name="文本框 79"/>
          <p:cNvSpPr txBox="1"/>
          <p:nvPr/>
        </p:nvSpPr>
        <p:spPr>
          <a:xfrm>
            <a:off x="5345430" y="2492375"/>
            <a:ext cx="270129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zh-CN">
                <a:solidFill>
                  <a:schemeClr val="accent1">
                    <a:lumMod val="75000"/>
                  </a:schemeClr>
                </a:solidFill>
              </a:rPr>
              <a:t>1)XXXXX</a:t>
            </a:r>
            <a:endParaRPr lang="en-US" altLang="zh-CN">
              <a:solidFill>
                <a:schemeClr val="accent1">
                  <a:lumMod val="75000"/>
                </a:schemeClr>
              </a:solidFill>
            </a:endParaRPr>
          </a:p>
          <a:p>
            <a:pPr algn="l"/>
            <a:r>
              <a:rPr lang="en-US" altLang="zh-CN">
                <a:solidFill>
                  <a:schemeClr val="accent1">
                    <a:lumMod val="75000"/>
                  </a:schemeClr>
                </a:solidFill>
              </a:rPr>
              <a:t>2)XXXXXXXX</a:t>
            </a:r>
            <a:endParaRPr lang="en-US" altLang="zh-CN">
              <a:solidFill>
                <a:schemeClr val="accent1">
                  <a:lumMod val="75000"/>
                </a:schemeClr>
              </a:solidFill>
            </a:endParaRPr>
          </a:p>
          <a:p>
            <a:pPr algn="l"/>
            <a:r>
              <a:rPr lang="en-US" altLang="zh-CN">
                <a:solidFill>
                  <a:schemeClr val="accent1">
                    <a:lumMod val="75000"/>
                  </a:schemeClr>
                </a:solidFill>
              </a:rPr>
              <a:t>3)XXXXXXXXXX</a:t>
            </a:r>
            <a:endParaRPr lang="en-US" altLang="zh-CN">
              <a:solidFill>
                <a:schemeClr val="accent1">
                  <a:lumMod val="75000"/>
                </a:schemeClr>
              </a:solidFill>
            </a:endParaRPr>
          </a:p>
          <a:p>
            <a:pPr algn="l"/>
            <a:r>
              <a:rPr lang="en-US" altLang="zh-CN">
                <a:solidFill>
                  <a:schemeClr val="accent1">
                    <a:lumMod val="75000"/>
                  </a:schemeClr>
                </a:solidFill>
              </a:rPr>
              <a:t>4)XXXXXXXXXX</a:t>
            </a:r>
            <a:endParaRPr lang="en-US" altLang="zh-CN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3" name="文本框 82"/>
          <p:cNvSpPr txBox="1"/>
          <p:nvPr/>
        </p:nvSpPr>
        <p:spPr>
          <a:xfrm>
            <a:off x="890905" y="5843270"/>
            <a:ext cx="112102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>
                <a:solidFill>
                  <a:srgbClr val="7030A0"/>
                </a:solidFill>
              </a:rPr>
              <a:t>Part3:XXXXXXXXXXXXXXXXXXXXXXXXXXXXXXXXXXXXXXXXXXXXX</a:t>
            </a:r>
            <a:endParaRPr lang="en-US" altLang="zh-CN">
              <a:solidFill>
                <a:srgbClr val="7030A0"/>
              </a:solidFill>
            </a:endParaRPr>
          </a:p>
        </p:txBody>
      </p:sp>
      <p:sp>
        <p:nvSpPr>
          <p:cNvPr id="84" name="文本框 83"/>
          <p:cNvSpPr txBox="1"/>
          <p:nvPr/>
        </p:nvSpPr>
        <p:spPr>
          <a:xfrm>
            <a:off x="5438775" y="4236720"/>
            <a:ext cx="265874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zh-CN">
                <a:solidFill>
                  <a:schemeClr val="accent1">
                    <a:lumMod val="75000"/>
                  </a:schemeClr>
                </a:solidFill>
              </a:rPr>
              <a:t>xxxxxxxxxxxxxxxxxx</a:t>
            </a:r>
            <a:endParaRPr lang="en-US" altLang="zh-CN">
              <a:solidFill>
                <a:schemeClr val="accent1">
                  <a:lumMod val="75000"/>
                </a:schemeClr>
              </a:solidFill>
            </a:endParaRPr>
          </a:p>
          <a:p>
            <a:pPr algn="l"/>
            <a:r>
              <a:rPr lang="en-US" altLang="zh-CN">
                <a:solidFill>
                  <a:schemeClr val="accent1">
                    <a:lumMod val="75000"/>
                  </a:schemeClr>
                </a:solidFill>
              </a:rPr>
              <a:t>1)xxxxxxxxxxxxxxxx</a:t>
            </a:r>
            <a:endParaRPr lang="en-US" altLang="zh-CN">
              <a:solidFill>
                <a:schemeClr val="accent1">
                  <a:lumMod val="75000"/>
                </a:schemeClr>
              </a:solidFill>
            </a:endParaRPr>
          </a:p>
          <a:p>
            <a:pPr algn="l"/>
            <a:r>
              <a:rPr lang="en-US" altLang="zh-CN">
                <a:solidFill>
                  <a:schemeClr val="accent1">
                    <a:lumMod val="75000"/>
                  </a:schemeClr>
                </a:solidFill>
              </a:rPr>
              <a:t>2)xxxxxxxxxxxxxxxxxxx</a:t>
            </a:r>
            <a:endParaRPr lang="en-US" altLang="zh-CN">
              <a:solidFill>
                <a:schemeClr val="accent1">
                  <a:lumMod val="75000"/>
                </a:schemeClr>
              </a:solidFill>
            </a:endParaRPr>
          </a:p>
          <a:p>
            <a:pPr algn="l"/>
            <a:r>
              <a:rPr lang="en-US" altLang="zh-CN">
                <a:solidFill>
                  <a:schemeClr val="accent1">
                    <a:lumMod val="75000"/>
                  </a:schemeClr>
                </a:solidFill>
              </a:rPr>
              <a:t>3)xxxxxxxxxxxxxxxxxxx</a:t>
            </a:r>
            <a:endParaRPr lang="en-US" altLang="zh-CN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5" name="文本框 84"/>
          <p:cNvSpPr txBox="1"/>
          <p:nvPr/>
        </p:nvSpPr>
        <p:spPr>
          <a:xfrm>
            <a:off x="10290175" y="1357630"/>
            <a:ext cx="1837055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400">
                <a:solidFill>
                  <a:schemeClr val="accent1">
                    <a:lumMod val="75000"/>
                  </a:schemeClr>
                </a:solidFill>
              </a:rPr>
              <a:t>xxxxxxxxxxxxxxxxxxxxxxxxxxxxxxxxxxxxxxxxx</a:t>
            </a:r>
            <a:endParaRPr lang="en-US" altLang="zh-CN" sz="140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90" name="文本框 89"/>
          <p:cNvSpPr txBox="1"/>
          <p:nvPr/>
        </p:nvSpPr>
        <p:spPr>
          <a:xfrm>
            <a:off x="8325485" y="4820285"/>
            <a:ext cx="3761740" cy="8178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>
                <a:solidFill>
                  <a:schemeClr val="accent1">
                    <a:lumMod val="75000"/>
                  </a:schemeClr>
                </a:solidFill>
              </a:rPr>
              <a:t>xxxxxxxxxxxxxxxxxxxxxxxxxxxxxxxxxxxxxxxxxxxxxxxxxxxxxxxxxxxxxxxxxxxxxxxxxxxxxx</a:t>
            </a:r>
            <a:endParaRPr lang="en-US" altLang="zh-CN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91" name="文本框 90"/>
          <p:cNvSpPr txBox="1"/>
          <p:nvPr/>
        </p:nvSpPr>
        <p:spPr>
          <a:xfrm>
            <a:off x="10186670" y="2475865"/>
            <a:ext cx="191389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400">
                <a:solidFill>
                  <a:schemeClr val="accent1">
                    <a:lumMod val="75000"/>
                  </a:schemeClr>
                </a:solidFill>
              </a:rPr>
              <a:t>xxxxxxxxxxxxxxxxxxxxx</a:t>
            </a:r>
            <a:endParaRPr lang="en-US" altLang="zh-CN" sz="140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92" name="文本框 91"/>
          <p:cNvSpPr txBox="1"/>
          <p:nvPr/>
        </p:nvSpPr>
        <p:spPr>
          <a:xfrm>
            <a:off x="8326755" y="3107055"/>
            <a:ext cx="1691005" cy="13931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>
                <a:solidFill>
                  <a:schemeClr val="accent1">
                    <a:lumMod val="75000"/>
                  </a:schemeClr>
                </a:solidFill>
              </a:rPr>
              <a:t>xxxxxxxxxxxxxxxxxxxxxxxxxxxxxxxxxxxxxxxxxxxxxxxxxxxx</a:t>
            </a:r>
            <a:endParaRPr lang="en-US" altLang="zh-CN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93" name="文本框 92"/>
          <p:cNvSpPr txBox="1"/>
          <p:nvPr/>
        </p:nvSpPr>
        <p:spPr>
          <a:xfrm>
            <a:off x="10278745" y="3232785"/>
            <a:ext cx="1753235" cy="11563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>
                <a:solidFill>
                  <a:schemeClr val="accent1">
                    <a:lumMod val="75000"/>
                  </a:schemeClr>
                </a:solidFill>
              </a:rPr>
              <a:t>xxxxxxxxxxxxxxxxxxxxxxxxxxxxxxxxxxxxx</a:t>
            </a:r>
            <a:endParaRPr lang="en-US" altLang="zh-CN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94" name="文本框 93"/>
          <p:cNvSpPr txBox="1"/>
          <p:nvPr/>
        </p:nvSpPr>
        <p:spPr>
          <a:xfrm>
            <a:off x="898525" y="6505575"/>
            <a:ext cx="44367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4"/>
                </a:solidFill>
              </a:rPr>
              <a:t>xxxxxxxxxxxxxxxxxxxxxxxxxxxxxxxxx</a:t>
            </a:r>
            <a:endParaRPr lang="en-US" altLang="zh-CN">
              <a:solidFill>
                <a:schemeClr val="accent4"/>
              </a:solidFill>
            </a:endParaRPr>
          </a:p>
        </p:txBody>
      </p:sp>
      <p:sp>
        <p:nvSpPr>
          <p:cNvPr id="95" name="文本框 94"/>
          <p:cNvSpPr txBox="1"/>
          <p:nvPr/>
        </p:nvSpPr>
        <p:spPr>
          <a:xfrm>
            <a:off x="5661660" y="6453505"/>
            <a:ext cx="2324100" cy="4210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solidFill>
                  <a:schemeClr val="accent4"/>
                </a:solidFill>
              </a:rPr>
              <a:t>xxxxxxxxxxxxx</a:t>
            </a:r>
            <a:endParaRPr lang="en-US" altLang="zh-CN">
              <a:solidFill>
                <a:schemeClr val="accent4"/>
              </a:solidFill>
            </a:endParaRPr>
          </a:p>
        </p:txBody>
      </p:sp>
      <p:sp>
        <p:nvSpPr>
          <p:cNvPr id="96" name="文本框 95"/>
          <p:cNvSpPr txBox="1"/>
          <p:nvPr/>
        </p:nvSpPr>
        <p:spPr>
          <a:xfrm>
            <a:off x="8326755" y="6455410"/>
            <a:ext cx="3705225" cy="4032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solidFill>
                  <a:schemeClr val="accent4"/>
                </a:solidFill>
              </a:rPr>
              <a:t>xxxxxxxxxxxxxxxxxxxxxxx</a:t>
            </a:r>
            <a:endParaRPr lang="en-US" altLang="zh-CN">
              <a:solidFill>
                <a:schemeClr val="accent4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731_5*a*1"/>
  <p:tag name="KSO_WM_TEMPLATE_CATEGORY" val="diagram"/>
  <p:tag name="KSO_WM_TEMPLATE_INDEX" val="2023173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TYPE" val="a"/>
  <p:tag name="KSO_WM_UNIT_INDEX" val="1"/>
  <p:tag name="KSO_WM_UNIT_VALUE" val="30"/>
  <p:tag name="KSO_WM_DIAGRAM_GROUP_CODE" val="l1-1"/>
  <p:tag name="KSO_WM_UNIT_PRESET_TEXT" val="单击此处添加标题"/>
  <p:tag name="KSO_WM_UNIT_TEXT_TYPE" val="1"/>
  <p:tag name="KSO_WM_UNIT_TEXT_FILL_FORE_SCHEMECOLOR_INDEX" val="5"/>
  <p:tag name="KSO_WM_UNIT_TEXT_FILL_TYPE" val="1"/>
  <p:tag name="KSO_WM_UNIT_USESOURCEFORMAT_APPLY" val="1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731_2*l_i*1_1"/>
  <p:tag name="KSO_WM_TEMPLATE_CATEGORY" val="diagram"/>
  <p:tag name="KSO_WM_TEMPLATE_INDEX" val="20231731"/>
  <p:tag name="KSO_WM_UNIT_LAYERLEVEL" val="1_1"/>
  <p:tag name="KSO_WM_TAG_VERSION" val="3.0"/>
  <p:tag name="KSO_WM_BEAUTIFY_FLAG" val="#wm#"/>
  <p:tag name="KSO_WM_DIAGRAM_GROUP_CODE" val="l1-1"/>
  <p:tag name="KSO_WM_UNIT_TYPE" val="l_i"/>
  <p:tag name="KSO_WM_UNIT_INDEX" val="1_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22.2532958984375,&quot;width&quot;:797.0689697265625}"/>
  <p:tag name="KSO_WM_DIAGRAM_COLOR_MATCH_VALUE" val="{&quot;shape&quot;:{&quot;fill&quot;:{&quot;gradient&quot;:[{&quot;brightness&quot;:0,&quot;colorType&quot;:1,&quot;foreColorIndex&quot;:5,&quot;pos&quot;:0,&quot;transparency&quot;:0.8500000238418579},{&quot;brightness&quot;:0,&quot;colorType&quot;:1,&quot;foreColorIndex&quot;:5,&quot;pos&quot;:1,&quot;transparency&quot;:1}],&quot;type&quot;:3},&quot;glow&quot;:{&quot;colorType&quot;:0},&quot;line&quot;:{&quot;gradient&quot;:[{&quot;brightness&quot;:0,&quot;colorType&quot;:1,&quot;foreColorIndex&quot;:5,&quot;pos&quot;:0,&quot;transparency&quot;:0},{&quot;brightness&quot;:0,&quot;colorType&quot;:1,&quot;foreColorIndex&quot;:5,&quot;pos&quot;:0.8700000047683716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LINE_FORE_SCHEMECOLOR_INDEX" val="5"/>
  <p:tag name="KSO_WM_UNIT_TEXT_FILL_FORE_SCHEMECOLOR_INDEX" val="2"/>
  <p:tag name="KSO_WM_UNIT_TEXT_FILL_TYPE" val="1"/>
  <p:tag name="KSO_WM_UNIT_USESOURCEFORMAT_APPLY" val="1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731_2*l_i*1_2"/>
  <p:tag name="KSO_WM_TEMPLATE_CATEGORY" val="diagram"/>
  <p:tag name="KSO_WM_TEMPLATE_INDEX" val="20231731"/>
  <p:tag name="KSO_WM_UNIT_LAYERLEVEL" val="1_1"/>
  <p:tag name="KSO_WM_TAG_VERSION" val="3.0"/>
  <p:tag name="KSO_WM_BEAUTIFY_FLAG" val="#wm#"/>
  <p:tag name="KSO_WM_DIAGRAM_GROUP_CODE" val="l1-1"/>
  <p:tag name="KSO_WM_UNIT_TYPE" val="l_i"/>
  <p:tag name="KSO_WM_UNIT_INDEX" val="1_2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22.2532958984375,&quot;width&quot;:797.0689697265625}"/>
  <p:tag name="KSO_WM_DIAGRAM_COLOR_MATCH_VALUE" val="{&quot;shape&quot;:{&quot;fill&quot;:{&quot;gradient&quot;:[{&quot;brightness&quot;:0.2199999988079071,&quot;colorType&quot;:1,&quot;foreColorIndex&quot;:5,&quot;pos&quot;:0.009999999776482582,&quot;transparency&quot;:0},{&quot;brightness&quot;:-0.09000000357627869,&quot;colorType&quot;:1,&quot;foreColorIndex&quot;:5,&quot;pos&quot;:0.7799999713897705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TEXT_FILL_FORE_SCHEMECOLOR_INDEX" val="13"/>
  <p:tag name="KSO_WM_UNIT_TEXT_FILL_TYPE" val="1"/>
  <p:tag name="KSO_WM_UNIT_USESOURCEFORMAT_APPLY" val="1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731_2*l_i*1_3"/>
  <p:tag name="KSO_WM_TEMPLATE_CATEGORY" val="diagram"/>
  <p:tag name="KSO_WM_TEMPLATE_INDEX" val="20231731"/>
  <p:tag name="KSO_WM_UNIT_LAYERLEVEL" val="1_1"/>
  <p:tag name="KSO_WM_TAG_VERSION" val="3.0"/>
  <p:tag name="KSO_WM_BEAUTIFY_FLAG" val="#wm#"/>
  <p:tag name="KSO_WM_DIAGRAM_GROUP_CODE" val="l1-1"/>
  <p:tag name="KSO_WM_UNIT_TYPE" val="l_i"/>
  <p:tag name="KSO_WM_UNIT_INDEX" val="1_3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22.2532958984375,&quot;width&quot;:797.0689697265625}"/>
  <p:tag name="KSO_WM_DIAGRAM_COLOR_MATCH_VALUE" val="{&quot;shape&quot;:{&quot;fill&quot;:{&quot;gradient&quot;:[{&quot;brightness&quot;:0.4000000059604645,&quot;colorType&quot;:1,&quot;foreColorIndex&quot;:5,&quot;pos&quot;:0.1899999976158142,&quot;transparency&quot;:0},{&quot;brightness&quot;:0,&quot;colorType&quot;:1,&quot;foreColorIndex&quot;:5,&quot;pos&quot;:0.9200000166893005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TEXT_FILL_FORE_SCHEMECOLOR_INDEX" val="13"/>
  <p:tag name="KSO_WM_UNIT_TEXT_FILL_TYPE" val="1"/>
  <p:tag name="KSO_WM_UNIT_USESOURCEFORMAT_APPLY" val="1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731_2*l_i*1_4"/>
  <p:tag name="KSO_WM_TEMPLATE_CATEGORY" val="diagram"/>
  <p:tag name="KSO_WM_TEMPLATE_INDEX" val="20231731"/>
  <p:tag name="KSO_WM_UNIT_LAYERLEVEL" val="1_1"/>
  <p:tag name="KSO_WM_TAG_VERSION" val="3.0"/>
  <p:tag name="KSO_WM_BEAUTIFY_FLAG" val="#wm#"/>
  <p:tag name="KSO_WM_DIAGRAM_GROUP_CODE" val="l1-1"/>
  <p:tag name="KSO_WM_UNIT_TYPE" val="l_i"/>
  <p:tag name="KSO_WM_UNIT_INDEX" val="1_4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22.2532958984375,&quot;width&quot;:797.0689697265625}"/>
  <p:tag name="KSO_WM_DIAGRAM_COLOR_MATCH_VALUE" val="{&quot;shape&quot;:{&quot;fill&quot;:{&quot;gradient&quot;:[{&quot;brightness&quot;:0.5,&quot;colorType&quot;:1,&quot;foreColorIndex&quot;:5,&quot;pos&quot;:0,&quot;transparency&quot;:0},{&quot;brightness&quot;:0.14000000059604645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TEXT_FILL_FORE_SCHEMECOLOR_INDEX" val="13"/>
  <p:tag name="KSO_WM_UNIT_TEXT_FILL_TYPE" val="1"/>
  <p:tag name="KSO_WM_UNIT_USESOURCEFORMAT_APPLY" val="1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731_2*l_i*1_5"/>
  <p:tag name="KSO_WM_TEMPLATE_CATEGORY" val="diagram"/>
  <p:tag name="KSO_WM_TEMPLATE_INDEX" val="20231731"/>
  <p:tag name="KSO_WM_UNIT_LAYERLEVEL" val="1_1"/>
  <p:tag name="KSO_WM_TAG_VERSION" val="3.0"/>
  <p:tag name="KSO_WM_BEAUTIFY_FLAG" val="#wm#"/>
  <p:tag name="KSO_WM_DIAGRAM_GROUP_CODE" val="l1-1"/>
  <p:tag name="KSO_WM_UNIT_TYPE" val="l_i"/>
  <p:tag name="KSO_WM_UNIT_INDEX" val="1_5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22.2532958984375,&quot;width&quot;:797.0689697265625}"/>
  <p:tag name="KSO_WM_DIAGRAM_COLOR_MATCH_VALUE" val="{&quot;shape&quot;:{&quot;fill&quot;:{&quot;gradient&quot;:[{&quot;brightness&quot;:-0.25,&quot;colorType&quot;:1,&quot;foreColorIndex&quot;:5,&quot;pos&quot;:0.36000001430511475,&quot;transparency&quot;:0},{&quot;brightness&quot;:0.30000001192092896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TEXT_FILL_FORE_SCHEMECOLOR_INDEX" val="13"/>
  <p:tag name="KSO_WM_UNIT_TEXT_FILL_TYPE" val="1"/>
  <p:tag name="KSO_WM_UNIT_USESOURCEFORMAT_APPLY" val="1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731_2*l_i*1_6"/>
  <p:tag name="KSO_WM_TEMPLATE_CATEGORY" val="diagram"/>
  <p:tag name="KSO_WM_TEMPLATE_INDEX" val="20231731"/>
  <p:tag name="KSO_WM_UNIT_LAYERLEVEL" val="1_1"/>
  <p:tag name="KSO_WM_TAG_VERSION" val="3.0"/>
  <p:tag name="KSO_WM_BEAUTIFY_FLAG" val="#wm#"/>
  <p:tag name="KSO_WM_DIAGRAM_GROUP_CODE" val="l1-1"/>
  <p:tag name="KSO_WM_UNIT_TYPE" val="l_i"/>
  <p:tag name="KSO_WM_UNIT_INDEX" val="1_6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22.2532958984375,&quot;width&quot;:797.0689697265625}"/>
  <p:tag name="KSO_WM_DIAGRAM_COLOR_MATCH_VALUE" val="{&quot;shape&quot;:{&quot;fill&quot;:{&quot;gradient&quot;:[{&quot;brightness&quot;:0.4000000059604645,&quot;colorType&quot;:1,&quot;foreColorIndex&quot;:5,&quot;pos&quot;:0.009999999776482582,&quot;transparency&quot;:0},{&quot;brightness&quot;:0,&quot;colorType&quot;:1,&quot;foreColorIndex&quot;:5,&quot;pos&quot;:0.9200000166893005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TEXT_FILL_FORE_SCHEMECOLOR_INDEX" val="13"/>
  <p:tag name="KSO_WM_UNIT_TEXT_FILL_TYPE" val="1"/>
  <p:tag name="KSO_WM_UNIT_USESOURCEFORMAT_APPLY" val="1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731_2*l_i*1_7"/>
  <p:tag name="KSO_WM_TEMPLATE_CATEGORY" val="diagram"/>
  <p:tag name="KSO_WM_TEMPLATE_INDEX" val="20231731"/>
  <p:tag name="KSO_WM_UNIT_LAYERLEVEL" val="1_1"/>
  <p:tag name="KSO_WM_TAG_VERSION" val="3.0"/>
  <p:tag name="KSO_WM_BEAUTIFY_FLAG" val="#wm#"/>
  <p:tag name="KSO_WM_DIAGRAM_GROUP_CODE" val="l1-1"/>
  <p:tag name="KSO_WM_UNIT_TYPE" val="l_i"/>
  <p:tag name="KSO_WM_UNIT_INDEX" val="1_7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22.2532958984375,&quot;width&quot;:797.0689697265625}"/>
  <p:tag name="KSO_WM_DIAGRAM_COLOR_MATCH_VALUE" val="{&quot;shape&quot;:{&quot;fill&quot;:{&quot;gradient&quot;:[{&quot;brightness&quot;:-0.25,&quot;colorType&quot;:1,&quot;foreColorIndex&quot;:5,&quot;pos&quot;:0.2800000011920929,&quot;transparency&quot;:0},{&quot;brightness&quot;:0.30000001192092896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TEXT_FILL_FORE_SCHEMECOLOR_INDEX" val="13"/>
  <p:tag name="KSO_WM_UNIT_TEXT_FILL_TYPE" val="1"/>
  <p:tag name="KSO_WM_UNIT_USESOURCEFORMAT_APPLY" val="1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731_2*l_i*1_8"/>
  <p:tag name="KSO_WM_TEMPLATE_CATEGORY" val="diagram"/>
  <p:tag name="KSO_WM_TEMPLATE_INDEX" val="20231731"/>
  <p:tag name="KSO_WM_UNIT_LAYERLEVEL" val="1_1"/>
  <p:tag name="KSO_WM_TAG_VERSION" val="3.0"/>
  <p:tag name="KSO_WM_BEAUTIFY_FLAG" val="#wm#"/>
  <p:tag name="KSO_WM_DIAGRAM_GROUP_CODE" val="l1-1"/>
  <p:tag name="KSO_WM_UNIT_TYPE" val="l_i"/>
  <p:tag name="KSO_WM_UNIT_INDEX" val="1_8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22.2532958984375,&quot;width&quot;:797.0689697265625}"/>
  <p:tag name="KSO_WM_DIAGRAM_COLOR_MATCH_VALUE" val="{&quot;shape&quot;:{&quot;fill&quot;:{&quot;gradient&quot;:[{&quot;brightness&quot;:0.44999998807907104,&quot;colorType&quot;:1,&quot;foreColorIndex&quot;:5,&quot;pos&quot;:0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TEXT_FILL_FORE_SCHEMECOLOR_INDEX" val="13"/>
  <p:tag name="KSO_WM_UNIT_TEXT_FILL_TYPE" val="1"/>
  <p:tag name="KSO_WM_UNIT_USESOURCEFORMAT_APPLY" val="1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731_2*l_i*1_9"/>
  <p:tag name="KSO_WM_TEMPLATE_CATEGORY" val="diagram"/>
  <p:tag name="KSO_WM_TEMPLATE_INDEX" val="20231731"/>
  <p:tag name="KSO_WM_UNIT_LAYERLEVEL" val="1_1"/>
  <p:tag name="KSO_WM_TAG_VERSION" val="3.0"/>
  <p:tag name="KSO_WM_BEAUTIFY_FLAG" val="#wm#"/>
  <p:tag name="KSO_WM_DIAGRAM_GROUP_CODE" val="l1-1"/>
  <p:tag name="KSO_WM_UNIT_TYPE" val="l_i"/>
  <p:tag name="KSO_WM_UNIT_INDEX" val="1_9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22.2532958984375,&quot;width&quot;:797.0689697265625}"/>
  <p:tag name="KSO_WM_DIAGRAM_COLOR_MATCH_VALUE" val="{&quot;shape&quot;:{&quot;fill&quot;:{&quot;gradient&quot;:[{&quot;brightness&quot;:0.6399999856948853,&quot;colorType&quot;:1,&quot;foreColorIndex&quot;:5,&quot;pos&quot;:0,&quot;transparency&quot;:0},{&quot;brightness&quot;:0.23000000417232513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TEXT_FILL_FORE_SCHEMECOLOR_INDEX" val="13"/>
  <p:tag name="KSO_WM_UNIT_TEXT_FILL_TYPE" val="1"/>
  <p:tag name="KSO_WM_UNIT_USESOURCEFORMAT_APPLY" val="1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731_2*l_i*1_10"/>
  <p:tag name="KSO_WM_TEMPLATE_CATEGORY" val="diagram"/>
  <p:tag name="KSO_WM_TEMPLATE_INDEX" val="20231731"/>
  <p:tag name="KSO_WM_UNIT_LAYERLEVEL" val="1_1"/>
  <p:tag name="KSO_WM_TAG_VERSION" val="3.0"/>
  <p:tag name="KSO_WM_BEAUTIFY_FLAG" val="#wm#"/>
  <p:tag name="KSO_WM_DIAGRAM_GROUP_CODE" val="l1-1"/>
  <p:tag name="KSO_WM_UNIT_TYPE" val="l_i"/>
  <p:tag name="KSO_WM_UNIT_INDEX" val="1_10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22.2532958984375,&quot;width&quot;:797.0689697265625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0},{&quot;brightness&quot;:0,&quot;colorType&quot;:1,&quot;foreColorIndex&quot;:5,&quot;pos&quot;:1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5"/>
  <p:tag name="KSO_WM_UNIT_TEXT_FILL_FORE_SCHEMECOLOR_INDEX" val="2"/>
  <p:tag name="KSO_WM_UNIT_TEXT_FILL_TYPE" val="1"/>
  <p:tag name="KSO_WM_UNIT_USESOURCEFORMAT_APPLY" val="1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731_2*l_i*1_11"/>
  <p:tag name="KSO_WM_TEMPLATE_CATEGORY" val="diagram"/>
  <p:tag name="KSO_WM_TEMPLATE_INDEX" val="20231731"/>
  <p:tag name="KSO_WM_UNIT_LAYERLEVEL" val="1_1"/>
  <p:tag name="KSO_WM_TAG_VERSION" val="3.0"/>
  <p:tag name="KSO_WM_BEAUTIFY_FLAG" val="#wm#"/>
  <p:tag name="KSO_WM_DIAGRAM_GROUP_CODE" val="l1-1"/>
  <p:tag name="KSO_WM_UNIT_TYPE" val="l_i"/>
  <p:tag name="KSO_WM_UNIT_INDEX" val="1_1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22.2532958984375,&quot;width&quot;:797.0689697265625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0},{&quot;brightness&quot;:0,&quot;colorType&quot;:1,&quot;foreColorIndex&quot;:5,&quot;pos&quot;:1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5"/>
  <p:tag name="KSO_WM_UNIT_TEXT_FILL_FORE_SCHEMECOLOR_INDEX" val="2"/>
  <p:tag name="KSO_WM_UNIT_TEXT_FILL_TYPE" val="1"/>
  <p:tag name="KSO_WM_UNIT_USESOURCEFORMAT_APPLY" val="1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731_2*l_i*1_12"/>
  <p:tag name="KSO_WM_TEMPLATE_CATEGORY" val="diagram"/>
  <p:tag name="KSO_WM_TEMPLATE_INDEX" val="20231731"/>
  <p:tag name="KSO_WM_UNIT_LAYERLEVEL" val="1_1"/>
  <p:tag name="KSO_WM_TAG_VERSION" val="3.0"/>
  <p:tag name="KSO_WM_BEAUTIFY_FLAG" val="#wm#"/>
  <p:tag name="KSO_WM_DIAGRAM_GROUP_CODE" val="l1-1"/>
  <p:tag name="KSO_WM_UNIT_TYPE" val="l_i"/>
  <p:tag name="KSO_WM_UNIT_INDEX" val="1_12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22.2532958984375,&quot;width&quot;:797.0689697265625}"/>
  <p:tag name="KSO_WM_DIAGRAM_COLOR_MATCH_VALUE" val="{&quot;shape&quot;:{&quot;fill&quot;:{&quot;type&quot;:0},&quot;glow&quot;:{&quot;colorType&quot;:0},&quot;line&quot;:{&quot;gradient&quot;:[{&quot;brightness&quot;:0.4000000059604645,&quot;colorType&quot;:1,&quot;foreColorIndex&quot;:5,&quot;pos&quot;:0.009999999776482582,&quot;transparency&quot;:0},{&quot;brightness&quot;:0,&quot;colorType&quot;:1,&quot;foreColorIndex&quot;:5,&quot;pos&quot;:1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5"/>
  <p:tag name="KSO_WM_UNIT_TEXT_FILL_FORE_SCHEMECOLOR_INDEX" val="2"/>
  <p:tag name="KSO_WM_UNIT_TEXT_FILL_TYPE" val="1"/>
  <p:tag name="KSO_WM_UNIT_USESOURCEFORMAT_APPLY" val="1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731_2*l_i*1_13"/>
  <p:tag name="KSO_WM_TEMPLATE_CATEGORY" val="diagram"/>
  <p:tag name="KSO_WM_TEMPLATE_INDEX" val="20231731"/>
  <p:tag name="KSO_WM_UNIT_LAYERLEVEL" val="1_1"/>
  <p:tag name="KSO_WM_TAG_VERSION" val="3.0"/>
  <p:tag name="KSO_WM_BEAUTIFY_FLAG" val="#wm#"/>
  <p:tag name="KSO_WM_DIAGRAM_GROUP_CODE" val="l1-1"/>
  <p:tag name="KSO_WM_UNIT_TYPE" val="l_i"/>
  <p:tag name="KSO_WM_UNIT_INDEX" val="1_13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22.2532958984375,&quot;width&quot;:797.0689697265625}"/>
  <p:tag name="KSO_WM_DIAGRAM_COLOR_MATCH_VALUE" val="{&quot;shape&quot;:{&quot;fill&quot;:{&quot;gradient&quot;:[{&quot;brightness&quot;:-0.25,&quot;colorType&quot;:1,&quot;foreColorIndex&quot;:5,&quot;pos&quot;:0.009999999776482582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TEXT_FILL_FORE_SCHEMECOLOR_INDEX" val="2"/>
  <p:tag name="KSO_WM_UNIT_TEXT_FILL_TYPE" val="1"/>
  <p:tag name="KSO_WM_UNIT_USESOURCEFORMAT_APPLY" val="1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731_2*l_i*1_14"/>
  <p:tag name="KSO_WM_TEMPLATE_CATEGORY" val="diagram"/>
  <p:tag name="KSO_WM_TEMPLATE_INDEX" val="20231731"/>
  <p:tag name="KSO_WM_UNIT_LAYERLEVEL" val="1_1"/>
  <p:tag name="KSO_WM_TAG_VERSION" val="3.0"/>
  <p:tag name="KSO_WM_BEAUTIFY_FLAG" val="#wm#"/>
  <p:tag name="KSO_WM_DIAGRAM_GROUP_CODE" val="l1-1"/>
  <p:tag name="KSO_WM_UNIT_TYPE" val="l_i"/>
  <p:tag name="KSO_WM_UNIT_INDEX" val="1_14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22.2532958984375,&quot;width&quot;:797.0689697265625}"/>
  <p:tag name="KSO_WM_DIAGRAM_COLOR_MATCH_VALUE" val="{&quot;shape&quot;:{&quot;fill&quot;:{&quot;gradient&quot;:[{&quot;brightness&quot;:0.800000011920929,&quot;colorType&quot;:1,&quot;foreColorIndex&quot;:5,&quot;pos&quot;:0.009999999776482582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TEXT_FILL_FORE_SCHEMECOLOR_INDEX" val="2"/>
  <p:tag name="KSO_WM_UNIT_TEXT_FILL_TYPE" val="1"/>
  <p:tag name="KSO_WM_UNIT_USESOURCEFORMAT_APPLY" val="1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731_2*l_i*1_15"/>
  <p:tag name="KSO_WM_TEMPLATE_CATEGORY" val="diagram"/>
  <p:tag name="KSO_WM_TEMPLATE_INDEX" val="20231731"/>
  <p:tag name="KSO_WM_UNIT_LAYERLEVEL" val="1_1"/>
  <p:tag name="KSO_WM_TAG_VERSION" val="3.0"/>
  <p:tag name="KSO_WM_BEAUTIFY_FLAG" val="#wm#"/>
  <p:tag name="KSO_WM_DIAGRAM_GROUP_CODE" val="l1-1"/>
  <p:tag name="KSO_WM_UNIT_TYPE" val="l_i"/>
  <p:tag name="KSO_WM_UNIT_INDEX" val="1_15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22.2532958984375,&quot;width&quot;:797.0689697265625}"/>
  <p:tag name="KSO_WM_DIAGRAM_COLOR_MATCH_VALUE" val="{&quot;shape&quot;:{&quot;fill&quot;:{&quot;type&quot;:0},&quot;glow&quot;:{&quot;colorType&quot;:0},&quot;line&quot;:{&quot;gradient&quot;:[{&quot;brightness&quot;:0.6000000238418579,&quot;colorType&quot;:1,&quot;foreColorIndex&quot;:5,&quot;pos&quot;:0,&quot;transparency&quot;:0},{&quot;brightness&quot;:0,&quot;colorType&quot;:1,&quot;foreColorIndex&quot;:5,&quot;pos&quot;:0.9200000166893005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5"/>
  <p:tag name="KSO_WM_UNIT_TEXT_FILL_FORE_SCHEMECOLOR_INDEX" val="2"/>
  <p:tag name="KSO_WM_UNIT_TEXT_FILL_TYPE" val="1"/>
  <p:tag name="KSO_WM_UNIT_USESOURCEFORMAT_APPLY" val="1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731_2*l_h_i*1_1_3"/>
  <p:tag name="KSO_WM_TEMPLATE_CATEGORY" val="diagram"/>
  <p:tag name="KSO_WM_TEMPLATE_INDEX" val="20231731"/>
  <p:tag name="KSO_WM_UNIT_LAYERLEVEL" val="1_1_1"/>
  <p:tag name="KSO_WM_TAG_VERSION" val="3.0"/>
  <p:tag name="KSO_WM_BEAUTIFY_FLAG" val="#wm#"/>
  <p:tag name="KSO_WM_DIAGRAM_GROUP_CODE" val="l1-1"/>
  <p:tag name="KSO_WM_UNIT_TYPE" val="l_h_i"/>
  <p:tag name="KSO_WM_UNIT_INDEX" val="1_1_3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22.2532958984375,&quot;width&quot;:797.0689697265625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solidLine&quot;:{&quot;brightness&quot;:0,&quot;colorType&quot;:1,&quot;foreColorIndex&quot;:5,&quot;transparency&quot;:0},&quot;type&quot;:1},&quot;shadow&quot;:{&quot;brightness&quot;:-0.25,&quot;colorType&quot;:1,&quot;foreColorIndex&quot;:5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5"/>
  <p:tag name="KSO_WM_UNIT_LINE_FILL_TYPE" val="2"/>
  <p:tag name="KSO_WM_UNIT_SHADOW_SCHEMECOLOR_INDEX" val="5"/>
  <p:tag name="KSO_WM_UNIT_TEXT_FILL_FORE_SCHEMECOLOR_INDEX" val="2"/>
  <p:tag name="KSO_WM_UNIT_TEXT_FILL_TYPE" val="1"/>
  <p:tag name="KSO_WM_UNIT_USESOURCEFORMAT_APPLY" val="1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731_2*l_h_i*1_1_2"/>
  <p:tag name="KSO_WM_TEMPLATE_CATEGORY" val="diagram"/>
  <p:tag name="KSO_WM_TEMPLATE_INDEX" val="20231731"/>
  <p:tag name="KSO_WM_UNIT_LAYERLEVEL" val="1_1_1"/>
  <p:tag name="KSO_WM_TAG_VERSION" val="3.0"/>
  <p:tag name="KSO_WM_BEAUTIFY_FLAG" val="#wm#"/>
  <p:tag name="KSO_WM_DIAGRAM_GROUP_CODE" val="l1-1"/>
  <p:tag name="KSO_WM_UNIT_TYPE" val="l_h_i"/>
  <p:tag name="KSO_WM_UNIT_INDEX" val="1_1_2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22.2532958984375,&quot;width&quot;:797.0689697265625}"/>
  <p:tag name="KSO_WM_DIAGRAM_COLOR_MATCH_VALUE" val="{&quot;shape&quot;:{&quot;fill&quot;:{&quot;gradient&quot;:[{&quot;brightness&quot;:-0.25,&quot;colorType&quot;:1,&quot;foreColorIndex&quot;:5,&quot;pos&quot;:0.009999999776482582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TEXT_FILL_FORE_SCHEMECOLOR_INDEX" val="2"/>
  <p:tag name="KSO_WM_UNIT_TEXT_FILL_TYPE" val="1"/>
  <p:tag name="KSO_WM_UNIT_USESOURCEFORMAT_APPLY" val="1"/>
</p:tagLst>
</file>

<file path=ppt/tags/tag81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1731_2*l_h_f*1_1_1"/>
  <p:tag name="KSO_WM_TEMPLATE_CATEGORY" val="diagram"/>
  <p:tag name="KSO_WM_TEMPLATE_INDEX" val="20231731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22.2532958984375,&quot;width&quot;:797.0689697265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输入你的项正文"/>
  <p:tag name="KSO_WM_UNIT_TEXT_FILL_FORE_SCHEMECOLOR_INDEX" val="1"/>
  <p:tag name="KSO_WM_UNIT_TEXT_FILL_TYPE" val="1"/>
  <p:tag name="KSO_WM_UNIT_TEXT_TYPE" val="1"/>
  <p:tag name="KSO_WM_UNIT_USESOURCEFORMAT_APPLY" val="1"/>
</p:tagLst>
</file>

<file path=ppt/tags/tag8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diagram20231731_2*l_h_a*1_1_1"/>
  <p:tag name="KSO_WM_TEMPLATE_CATEGORY" val="diagram"/>
  <p:tag name="KSO_WM_TEMPLATE_INDEX" val="20231731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22.2532958984375,&quot;width&quot;:797.0689697265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项标题"/>
  <p:tag name="KSO_WM_UNIT_TEXT_FILL_FORE_SCHEMECOLOR_INDEX" val="1"/>
  <p:tag name="KSO_WM_UNIT_TEXT_FILL_TYPE" val="1"/>
  <p:tag name="KSO_WM_UNIT_TEXT_TYPE" val="1"/>
  <p:tag name="KSO_WM_UNIT_USESOURCEFORMAT_APPLY" val="1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731_2*l_h_i*1_1_1"/>
  <p:tag name="KSO_WM_TEMPLATE_CATEGORY" val="diagram"/>
  <p:tag name="KSO_WM_TEMPLATE_INDEX" val="20231731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1_1"/>
  <p:tag name="KSO_WM_DIAGRAM_MAX_ITEMCNT" val="6"/>
  <p:tag name="KSO_WM_DIAGRAM_MIN_ITEMCNT" val="2"/>
  <p:tag name="KSO_WM_DIAGRAM_VIRTUALLY_FRAME" val="{&quot;height&quot;:322.2532958984375,&quot;width&quot;:797.0689697265625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1},{&quot;brightness&quot;:0,&quot;colorType&quot;:1,&quot;foreColorIndex&quot;:5,&quot;pos&quot;:1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UNIT_USESOURCEFORMAT_APPLY" val="1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731_2*l_h_i*1_3_3"/>
  <p:tag name="KSO_WM_TEMPLATE_CATEGORY" val="diagram"/>
  <p:tag name="KSO_WM_TEMPLATE_INDEX" val="20231731"/>
  <p:tag name="KSO_WM_UNIT_LAYERLEVEL" val="1_1_1"/>
  <p:tag name="KSO_WM_TAG_VERSION" val="3.0"/>
  <p:tag name="KSO_WM_BEAUTIFY_FLAG" val="#wm#"/>
  <p:tag name="KSO_WM_DIAGRAM_GROUP_CODE" val="l1-1"/>
  <p:tag name="KSO_WM_UNIT_TYPE" val="l_h_i"/>
  <p:tag name="KSO_WM_UNIT_INDEX" val="1_3_3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22.2532958984375,&quot;width&quot;:797.0689697265625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solidLine&quot;:{&quot;brightness&quot;:0,&quot;colorType&quot;:1,&quot;foreColorIndex&quot;:5,&quot;transparency&quot;:0},&quot;type&quot;:1},&quot;shadow&quot;:{&quot;brightness&quot;:-0.25,&quot;colorType&quot;:1,&quot;foreColorIndex&quot;:5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5"/>
  <p:tag name="KSO_WM_UNIT_LINE_FILL_TYPE" val="2"/>
  <p:tag name="KSO_WM_UNIT_SHADOW_SCHEMECOLOR_INDEX" val="5"/>
  <p:tag name="KSO_WM_UNIT_TEXT_FILL_FORE_SCHEMECOLOR_INDEX" val="2"/>
  <p:tag name="KSO_WM_UNIT_TEXT_FILL_TYPE" val="1"/>
  <p:tag name="KSO_WM_UNIT_USESOURCEFORMAT_APPLY" val="1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731_2*l_h_i*1_3_2"/>
  <p:tag name="KSO_WM_TEMPLATE_CATEGORY" val="diagram"/>
  <p:tag name="KSO_WM_TEMPLATE_INDEX" val="20231731"/>
  <p:tag name="KSO_WM_UNIT_LAYERLEVEL" val="1_1_1"/>
  <p:tag name="KSO_WM_TAG_VERSION" val="3.0"/>
  <p:tag name="KSO_WM_BEAUTIFY_FLAG" val="#wm#"/>
  <p:tag name="KSO_WM_DIAGRAM_GROUP_CODE" val="l1-1"/>
  <p:tag name="KSO_WM_UNIT_TYPE" val="l_h_i"/>
  <p:tag name="KSO_WM_UNIT_INDEX" val="1_3_2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22.2532958984375,&quot;width&quot;:797.0689697265625}"/>
  <p:tag name="KSO_WM_DIAGRAM_COLOR_MATCH_VALUE" val="{&quot;shape&quot;:{&quot;fill&quot;:{&quot;gradient&quot;:[{&quot;brightness&quot;:-0.25,&quot;colorType&quot;:1,&quot;foreColorIndex&quot;:5,&quot;pos&quot;:0.009999999776482582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TEXT_FILL_FORE_SCHEMECOLOR_INDEX" val="2"/>
  <p:tag name="KSO_WM_UNIT_TEXT_FILL_TYPE" val="1"/>
  <p:tag name="KSO_WM_UNIT_USESOURCEFORMAT_APPLY" val="1"/>
</p:tagLst>
</file>

<file path=ppt/tags/tag86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3_1"/>
  <p:tag name="KSO_WM_UNIT_ID" val="diagram20231731_2*l_h_f*1_3_1"/>
  <p:tag name="KSO_WM_TEMPLATE_CATEGORY" val="diagram"/>
  <p:tag name="KSO_WM_TEMPLATE_INDEX" val="20231731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22.2532958984375,&quot;width&quot;:797.0689697265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输入你的项正文"/>
  <p:tag name="KSO_WM_UNIT_TEXT_FILL_FORE_SCHEMECOLOR_INDEX" val="1"/>
  <p:tag name="KSO_WM_UNIT_TEXT_FILL_TYPE" val="1"/>
  <p:tag name="KSO_WM_UNIT_TEXT_TYPE" val="1"/>
  <p:tag name="KSO_WM_UNIT_USESOURCEFORMAT_APPLY" val="1"/>
</p:tagLst>
</file>

<file path=ppt/tags/tag8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3_1"/>
  <p:tag name="KSO_WM_UNIT_ID" val="diagram20231731_2*l_h_a*1_3_1"/>
  <p:tag name="KSO_WM_TEMPLATE_CATEGORY" val="diagram"/>
  <p:tag name="KSO_WM_TEMPLATE_INDEX" val="20231731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22.2532958984375,&quot;width&quot;:797.0689697265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项标题"/>
  <p:tag name="KSO_WM_UNIT_TEXT_FILL_FORE_SCHEMECOLOR_INDEX" val="1"/>
  <p:tag name="KSO_WM_UNIT_TEXT_FILL_TYPE" val="1"/>
  <p:tag name="KSO_WM_UNIT_TEXT_TYPE" val="1"/>
  <p:tag name="KSO_WM_UNIT_USESOURCEFORMAT_APPLY" val="1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731_2*l_h_i*1_3_1"/>
  <p:tag name="KSO_WM_TEMPLATE_CATEGORY" val="diagram"/>
  <p:tag name="KSO_WM_TEMPLATE_INDEX" val="20231731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3_1"/>
  <p:tag name="KSO_WM_DIAGRAM_MAX_ITEMCNT" val="6"/>
  <p:tag name="KSO_WM_DIAGRAM_MIN_ITEMCNT" val="2"/>
  <p:tag name="KSO_WM_DIAGRAM_VIRTUALLY_FRAME" val="{&quot;height&quot;:322.2532958984375,&quot;width&quot;:797.0689697265625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1},{&quot;brightness&quot;:0,&quot;colorType&quot;:1,&quot;foreColorIndex&quot;:5,&quot;pos&quot;:1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UNIT_USESOURCEFORMAT_APPLY" val="1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731_2*l_h_i*1_2_3"/>
  <p:tag name="KSO_WM_TEMPLATE_CATEGORY" val="diagram"/>
  <p:tag name="KSO_WM_TEMPLATE_INDEX" val="20231731"/>
  <p:tag name="KSO_WM_UNIT_LAYERLEVEL" val="1_1_1"/>
  <p:tag name="KSO_WM_TAG_VERSION" val="3.0"/>
  <p:tag name="KSO_WM_BEAUTIFY_FLAG" val="#wm#"/>
  <p:tag name="KSO_WM_DIAGRAM_GROUP_CODE" val="l1-1"/>
  <p:tag name="KSO_WM_UNIT_TYPE" val="l_h_i"/>
  <p:tag name="KSO_WM_UNIT_INDEX" val="1_2_3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22.2532958984375,&quot;width&quot;:797.0689697265625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solidLine&quot;:{&quot;brightness&quot;:0,&quot;colorType&quot;:1,&quot;foreColorIndex&quot;:5,&quot;transparency&quot;:0},&quot;type&quot;:1},&quot;shadow&quot;:{&quot;brightness&quot;:-0.25,&quot;colorType&quot;:1,&quot;foreColorIndex&quot;:5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5"/>
  <p:tag name="KSO_WM_UNIT_LINE_FILL_TYPE" val="2"/>
  <p:tag name="KSO_WM_UNIT_SHADOW_SCHEMECOLOR_INDEX" val="5"/>
  <p:tag name="KSO_WM_UNIT_TEXT_FILL_FORE_SCHEMECOLOR_INDEX" val="2"/>
  <p:tag name="KSO_WM_UNIT_TEXT_FILL_TYPE" val="1"/>
  <p:tag name="KSO_WM_UNIT_USESOURCEFORMAT_APPLY" val="1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731_2*l_h_i*1_2_2"/>
  <p:tag name="KSO_WM_TEMPLATE_CATEGORY" val="diagram"/>
  <p:tag name="KSO_WM_TEMPLATE_INDEX" val="20231731"/>
  <p:tag name="KSO_WM_UNIT_LAYERLEVEL" val="1_1_1"/>
  <p:tag name="KSO_WM_TAG_VERSION" val="3.0"/>
  <p:tag name="KSO_WM_BEAUTIFY_FLAG" val="#wm#"/>
  <p:tag name="KSO_WM_DIAGRAM_GROUP_CODE" val="l1-1"/>
  <p:tag name="KSO_WM_UNIT_TYPE" val="l_h_i"/>
  <p:tag name="KSO_WM_UNIT_INDEX" val="1_2_2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22.2532958984375,&quot;width&quot;:797.0689697265625}"/>
  <p:tag name="KSO_WM_DIAGRAM_COLOR_MATCH_VALUE" val="{&quot;shape&quot;:{&quot;fill&quot;:{&quot;gradient&quot;:[{&quot;brightness&quot;:-0.25,&quot;colorType&quot;:1,&quot;foreColorIndex&quot;:5,&quot;pos&quot;:0.009999999776482582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TEXT_FILL_FORE_SCHEMECOLOR_INDEX" val="2"/>
  <p:tag name="KSO_WM_UNIT_TEXT_FILL_TYPE" val="1"/>
  <p:tag name="KSO_WM_UNIT_USESOURCEFORMAT_APPLY" val="1"/>
</p:tagLst>
</file>

<file path=ppt/tags/tag91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2_1"/>
  <p:tag name="KSO_WM_UNIT_ID" val="diagram20231731_2*l_h_f*1_2_1"/>
  <p:tag name="KSO_WM_TEMPLATE_CATEGORY" val="diagram"/>
  <p:tag name="KSO_WM_TEMPLATE_INDEX" val="20231731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22.2532958984375,&quot;width&quot;:797.0689697265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输入你的项正文"/>
  <p:tag name="KSO_WM_UNIT_TEXT_FILL_FORE_SCHEMECOLOR_INDEX" val="1"/>
  <p:tag name="KSO_WM_UNIT_TEXT_FILL_TYPE" val="1"/>
  <p:tag name="KSO_WM_UNIT_TEXT_TYPE" val="1"/>
  <p:tag name="KSO_WM_UNIT_USESOURCEFORMAT_APPLY" val="1"/>
</p:tagLst>
</file>

<file path=ppt/tags/tag9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diagram20231731_2*l_h_a*1_2_1"/>
  <p:tag name="KSO_WM_TEMPLATE_CATEGORY" val="diagram"/>
  <p:tag name="KSO_WM_TEMPLATE_INDEX" val="20231731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22.2532958984375,&quot;width&quot;:797.0689697265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项标题"/>
  <p:tag name="KSO_WM_UNIT_TEXT_FILL_FORE_SCHEMECOLOR_INDEX" val="1"/>
  <p:tag name="KSO_WM_UNIT_TEXT_FILL_TYPE" val="1"/>
  <p:tag name="KSO_WM_UNIT_TEXT_TYPE" val="1"/>
  <p:tag name="KSO_WM_UNIT_USESOURCEFORMAT_APPLY" val="1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731_2*l_h_i*1_2_1"/>
  <p:tag name="KSO_WM_TEMPLATE_CATEGORY" val="diagram"/>
  <p:tag name="KSO_WM_TEMPLATE_INDEX" val="20231731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2_1"/>
  <p:tag name="KSO_WM_DIAGRAM_MAX_ITEMCNT" val="6"/>
  <p:tag name="KSO_WM_DIAGRAM_MIN_ITEMCNT" val="2"/>
  <p:tag name="KSO_WM_DIAGRAM_VIRTUALLY_FRAME" val="{&quot;height&quot;:322.2532958984375,&quot;width&quot;:797.0689697265625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1},{&quot;brightness&quot;:0,&quot;colorType&quot;:1,&quot;foreColorIndex&quot;:5,&quot;pos&quot;:1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UNIT_USESOURCEFORMAT_APPLY" val="1"/>
</p:tagLst>
</file>

<file path=ppt/tags/tag94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3_1"/>
  <p:tag name="KSO_WM_UNIT_ID" val="diagram20230939_5*m_h_f*1_3_1"/>
  <p:tag name="KSO_WM_TEMPLATE_CATEGORY" val="diagram"/>
  <p:tag name="KSO_WM_TEMPLATE_INDEX" val="2023093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319.8999938964844,&quot;left&quot;:24.450027163047345,&quot;top&quot;:110.07500305175782,&quot;width&quot;:911.1500244140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3499999940395355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45"/>
  <p:tag name="KSO_WM_UNIT_PRESET_TEXT" val="单击此处从输入你的智能图形项正文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]}"/>
</p:tagLst>
</file>

<file path=ppt/tags/tag95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4_1"/>
  <p:tag name="KSO_WM_UNIT_ID" val="diagram20230939_5*m_h_f*1_4_1"/>
  <p:tag name="KSO_WM_TEMPLATE_CATEGORY" val="diagram"/>
  <p:tag name="KSO_WM_TEMPLATE_INDEX" val="2023093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319.8999938964844,&quot;left&quot;:24.450027163047345,&quot;top&quot;:110.07500305175782,&quot;width&quot;:911.1500244140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3499999940395355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45"/>
  <p:tag name="KSO_WM_UNIT_PRESET_TEXT" val="单击此处从输入你的智能图形项正文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]}"/>
</p:tagLst>
</file>

<file path=ppt/tags/tag96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1_1"/>
  <p:tag name="KSO_WM_UNIT_ID" val="diagram20230939_5*m_h_f*1_1_1"/>
  <p:tag name="KSO_WM_TEMPLATE_CATEGORY" val="diagram"/>
  <p:tag name="KSO_WM_TEMPLATE_INDEX" val="20230939"/>
  <p:tag name="KSO_WM_UNIT_LAYERLEVEL" val="1_1_1"/>
  <p:tag name="KSO_WM_TAG_VERSION" val="3.0"/>
  <p:tag name="KSO_WM_BEAUTIFY_FLAG" val="#wm#"/>
  <p:tag name="KSO_WM_UNIT_VALUE" val="60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319.8999938964844,&quot;left&quot;:24.450027163047345,&quot;top&quot;:110.07500305175782,&quot;width&quot;:911.1500244140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3499999940395355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从输入你的智能图形项正文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]}"/>
</p:tagLst>
</file>

<file path=ppt/tags/tag97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2_1"/>
  <p:tag name="KSO_WM_UNIT_ID" val="diagram20230939_5*m_h_f*1_2_1"/>
  <p:tag name="KSO_WM_TEMPLATE_CATEGORY" val="diagram"/>
  <p:tag name="KSO_WM_TEMPLATE_INDEX" val="2023093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319.8999938964844,&quot;left&quot;:24.450027163047345,&quot;top&quot;:110.07500305175782,&quot;width&quot;:911.1500244140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3499999940395355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45"/>
  <p:tag name="KSO_WM_UNIT_PRESET_TEXT" val="单击此处从输入你的智能图形项正文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]}"/>
</p:tagLst>
</file>

<file path=ppt/tags/tag9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5*m_h_i*1_3_3"/>
  <p:tag name="KSO_WM_TEMPLATE_CATEGORY" val="diagram"/>
  <p:tag name="KSO_WM_TEMPLATE_INDEX" val="20230939"/>
  <p:tag name="KSO_WM_UNIT_LAYERLEVEL" val="1_1_1"/>
  <p:tag name="KSO_WM_TAG_VERSION" val="3.0"/>
  <p:tag name="KSO_WM_UNIT_TYPE" val="m_h_i"/>
  <p:tag name="KSO_WM_UNIT_INDEX" val="1_3_3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319.8999938964844,&quot;left&quot;:24.450027163047345,&quot;top&quot;:110.07500305175782,&quot;width&quot;:911.1500244140625}"/>
  <p:tag name="KSO_WM_DIAGRAM_COLOR_MATCH_VALUE" val="{&quot;shape&quot;:{&quot;fill&quot;:{&quot;solid&quot;:{&quot;brightness&quot;:0,&quot;colorType&quot;:1,&quot;foreColorIndex&quot;:7,&quot;transparency&quot;:0.850000023841857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7"/>
  <p:tag name="KSO_WM_UNIT_FILL_FORE_SCHEMECOLOR_INDEX_BRIGHTNESS" val="0"/>
  <p:tag name="KSO_WM_DIAGRAM_USE_COLOR_VALUE" val="{&quot;color_scheme&quot;:1,&quot;color_type&quot;:1,&quot;theme_color_indexes&quot;:[]}"/>
</p:tagLst>
</file>

<file path=ppt/tags/tag9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5*m_h_i*1_3_1"/>
  <p:tag name="KSO_WM_TEMPLATE_CATEGORY" val="diagram"/>
  <p:tag name="KSO_WM_TEMPLATE_INDEX" val="20230939"/>
  <p:tag name="KSO_WM_UNIT_LAYERLEVEL" val="1_1_1"/>
  <p:tag name="KSO_WM_TAG_VERSION" val="3.0"/>
  <p:tag name="KSO_WM_UNIT_ISCONTENTSTITLE" val="0"/>
  <p:tag name="KSO_WM_UNIT_ISNUMDGMTITLE" val="0"/>
  <p:tag name="KSO_WM_UNIT_NOCLEAR" val="0"/>
  <p:tag name="KSO_WM_UNIT_TYPE" val="m_h_i"/>
  <p:tag name="KSO_WM_UNIT_INDEX" val="1_3_1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319.8999938964844,&quot;left&quot;:24.450027163047345,&quot;top&quot;:110.07500305175782,&quot;width&quot;:911.1500244140625}"/>
  <p:tag name="KSO_WM_DIAGRAM_COLOR_MATCH_VALUE" val="{&quot;shape&quot;:{&quot;fill&quot;:{&quot;solid&quot;:{&quot;brightness&quot;:0,&quot;colorType&quot;:1,&quot;foreColorIndex&quot;:7,&quot;transparency&quot;:0},&quot;type&quot;:1},&quot;glow&quot;:{&quot;colorType&quot;:0},&quot;line&quot;:{&quot;type&quot;:0},&quot;shadow&quot;:{&quot;brightness&quot;:0.800000011920929,&quot;colorType&quot;:1,&quot;foreColorIndex&quot;:7,&quot;transparency&quot;:0.4000000059604645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7"/>
  <p:tag name="KSO_WM_UNIT_FILL_FORE_SCHEMECOLOR_INDEX_BRIGHTNESS" val="0"/>
  <p:tag name="KSO_WM_DIAGRAM_USE_COLOR_VALUE" val="{&quot;color_scheme&quot;:1,&quot;color_type&quot;:1,&quot;theme_color_indexes&quot;:[]}"/>
</p:tagLst>
</file>

<file path=ppt/tags/tag10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5*m_h_i*1_3_4"/>
  <p:tag name="KSO_WM_TEMPLATE_CATEGORY" val="diagram"/>
  <p:tag name="KSO_WM_TEMPLATE_INDEX" val="20230939"/>
  <p:tag name="KSO_WM_UNIT_LAYERLEVEL" val="1_1_1"/>
  <p:tag name="KSO_WM_TAG_VERSION" val="3.0"/>
  <p:tag name="KSO_WM_UNIT_TYPE" val="m_h_i"/>
  <p:tag name="KSO_WM_UNIT_INDEX" val="1_3_4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319.8999938964844,&quot;left&quot;:24.450027163047345,&quot;top&quot;:110.07500305175782,&quot;width&quot;:911.1500244140625}"/>
  <p:tag name="KSO_WM_DIAGRAM_COLOR_MATCH_VALUE" val="{&quot;shape&quot;:{&quot;fill&quot;:{&quot;type&quot;:0},&quot;glow&quot;:{&quot;colorType&quot;:0},&quot;line&quot;:{&quot;gradient&quot;:[{&quot;brightness&quot;:0,&quot;colorType&quot;:2,&quot;pos&quot;:0,&quot;rgb&quot;:&quot;#ffffff&quot;,&quot;transparency&quot;:0.550000011920929},{&quot;brightness&quot;:0,&quot;colorType&quot;:2,&quot;pos&quot;:1,&quot;rgb&quot;:&quot;#ffffff&quot;,&quot;transparency&quot;:0.550000011920929},{&quot;brightness&quot;:0,&quot;colorType&quot;:2,&quot;pos&quot;:0.75,&quot;rgb&quot;:&quot;#ffffff&quot;,&quot;transparency&quot;:1},{&quot;brightness&quot;:0,&quot;colorType&quot;:2,&quot;pos&quot;:0.25,&quot;rgb&quot;:&quot;#ffffff&quot;,&quot;transparency&quot;:1}],&quot;type&quot;:2},&quot;shadow&quot;:{&quot;brightness&quot;:-0.25,&quot;colorType&quot;:1,&quot;foreColorIndex&quot;:7,&quot;transparency&quot;:0.69999998807907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</p:tagLst>
</file>

<file path=ppt/tags/tag10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5*m_h_i*1_3_2"/>
  <p:tag name="KSO_WM_TEMPLATE_CATEGORY" val="diagram"/>
  <p:tag name="KSO_WM_TEMPLATE_INDEX" val="20230939"/>
  <p:tag name="KSO_WM_UNIT_LAYERLEVEL" val="1_1_1"/>
  <p:tag name="KSO_WM_TAG_VERSION" val="3.0"/>
  <p:tag name="KSO_WM_UNIT_TYPE" val="m_h_i"/>
  <p:tag name="KSO_WM_UNIT_INDEX" val="1_3_2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319.8999938964844,&quot;left&quot;:24.450027163047345,&quot;top&quot;:110.07500305175782,&quot;width&quot;:911.1500244140625}"/>
  <p:tag name="KSO_WM_DIAGRAM_COLOR_MATCH_VALUE" val="{&quot;shape&quot;:{&quot;fill&quot;:{&quot;type&quot;:0},&quot;glow&quot;:{&quot;colorType&quot;:0},&quot;line&quot;:{&quot;solidLine&quot;:{&quot;brightness&quot;:0,&quot;colorType&quot;:1,&quot;foreColorIndex&quot;:7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7"/>
  <p:tag name="KSO_WM_DIAGRAM_USE_COLOR_VALUE" val="{&quot;color_scheme&quot;:1,&quot;color_type&quot;:1,&quot;theme_color_indexes&quot;:[]}"/>
</p:tagLst>
</file>

<file path=ppt/tags/tag10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5*m_h_i*1_4_3"/>
  <p:tag name="KSO_WM_TEMPLATE_CATEGORY" val="diagram"/>
  <p:tag name="KSO_WM_TEMPLATE_INDEX" val="20230939"/>
  <p:tag name="KSO_WM_UNIT_LAYERLEVEL" val="1_1_1"/>
  <p:tag name="KSO_WM_TAG_VERSION" val="3.0"/>
  <p:tag name="KSO_WM_UNIT_TYPE" val="m_h_i"/>
  <p:tag name="KSO_WM_UNIT_INDEX" val="1_4_3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319.8999938964844,&quot;left&quot;:24.450027163047345,&quot;top&quot;:110.07500305175782,&quot;width&quot;:911.1500244140625}"/>
  <p:tag name="KSO_WM_DIAGRAM_COLOR_MATCH_VALUE" val="{&quot;shape&quot;:{&quot;fill&quot;:{&quot;solid&quot;:{&quot;brightness&quot;:0,&quot;colorType&quot;:1,&quot;foreColorIndex&quot;:8,&quot;transparency&quot;:0.850000023841857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8"/>
  <p:tag name="KSO_WM_UNIT_FILL_FORE_SCHEMECOLOR_INDEX_BRIGHTNESS" val="0"/>
  <p:tag name="KSO_WM_DIAGRAM_USE_COLOR_VALUE" val="{&quot;color_scheme&quot;:1,&quot;color_type&quot;:1,&quot;theme_color_indexes&quot;:[]}"/>
</p:tagLst>
</file>

<file path=ppt/tags/tag10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5*m_h_i*1_4_1"/>
  <p:tag name="KSO_WM_TEMPLATE_CATEGORY" val="diagram"/>
  <p:tag name="KSO_WM_TEMPLATE_INDEX" val="20230939"/>
  <p:tag name="KSO_WM_UNIT_LAYERLEVEL" val="1_1_1"/>
  <p:tag name="KSO_WM_TAG_VERSION" val="3.0"/>
  <p:tag name="KSO_WM_UNIT_ISCONTENTSTITLE" val="0"/>
  <p:tag name="KSO_WM_UNIT_ISNUMDGMTITLE" val="0"/>
  <p:tag name="KSO_WM_UNIT_NOCLEAR" val="0"/>
  <p:tag name="KSO_WM_UNIT_TYPE" val="m_h_i"/>
  <p:tag name="KSO_WM_UNIT_INDEX" val="1_4_1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319.8999938964844,&quot;left&quot;:24.450027163047345,&quot;top&quot;:110.07500305175782,&quot;width&quot;:911.1500244140625}"/>
  <p:tag name="KSO_WM_DIAGRAM_COLOR_MATCH_VALUE" val="{&quot;shape&quot;:{&quot;fill&quot;:{&quot;solid&quot;:{&quot;brightness&quot;:0,&quot;colorType&quot;:1,&quot;foreColorIndex&quot;:8,&quot;transparency&quot;:0},&quot;type&quot;:1},&quot;glow&quot;:{&quot;colorType&quot;:0},&quot;line&quot;:{&quot;type&quot;:0},&quot;shadow&quot;:{&quot;brightness&quot;:0.800000011920929,&quot;colorType&quot;:1,&quot;foreColorIndex&quot;:8,&quot;transparency&quot;:0.4000000059604645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8"/>
  <p:tag name="KSO_WM_UNIT_FILL_FORE_SCHEMECOLOR_INDEX_BRIGHTNESS" val="0"/>
  <p:tag name="KSO_WM_DIAGRAM_USE_COLOR_VALUE" val="{&quot;color_scheme&quot;:1,&quot;color_type&quot;:1,&quot;theme_color_indexes&quot;:[]}"/>
</p:tagLst>
</file>

<file path=ppt/tags/tag10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5*m_h_i*1_4_4"/>
  <p:tag name="KSO_WM_TEMPLATE_CATEGORY" val="diagram"/>
  <p:tag name="KSO_WM_TEMPLATE_INDEX" val="20230939"/>
  <p:tag name="KSO_WM_UNIT_LAYERLEVEL" val="1_1_1"/>
  <p:tag name="KSO_WM_TAG_VERSION" val="3.0"/>
  <p:tag name="KSO_WM_UNIT_TYPE" val="m_h_i"/>
  <p:tag name="KSO_WM_UNIT_INDEX" val="1_4_4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319.8999938964844,&quot;left&quot;:24.450027163047345,&quot;top&quot;:110.07500305175782,&quot;width&quot;:911.1500244140625}"/>
  <p:tag name="KSO_WM_DIAGRAM_COLOR_MATCH_VALUE" val="{&quot;shape&quot;:{&quot;fill&quot;:{&quot;type&quot;:0},&quot;glow&quot;:{&quot;colorType&quot;:0},&quot;line&quot;:{&quot;gradient&quot;:[{&quot;brightness&quot;:0,&quot;colorType&quot;:2,&quot;pos&quot;:0,&quot;rgb&quot;:&quot;#ffffff&quot;,&quot;transparency&quot;:0.550000011920929},{&quot;brightness&quot;:0,&quot;colorType&quot;:2,&quot;pos&quot;:1,&quot;rgb&quot;:&quot;#ffffff&quot;,&quot;transparency&quot;:0.550000011920929},{&quot;brightness&quot;:0,&quot;colorType&quot;:2,&quot;pos&quot;:0.75,&quot;rgb&quot;:&quot;#ffffff&quot;,&quot;transparency&quot;:1},{&quot;brightness&quot;:0,&quot;colorType&quot;:2,&quot;pos&quot;:0.25,&quot;rgb&quot;:&quot;#ffffff&quot;,&quot;transparency&quot;:1}],&quot;type&quot;:2},&quot;shadow&quot;:{&quot;brightness&quot;:-0.25,&quot;colorType&quot;:1,&quot;foreColorIndex&quot;:8,&quot;transparency&quot;:0.69999998807907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</p:tagLst>
</file>

<file path=ppt/tags/tag10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5*m_h_i*1_4_2"/>
  <p:tag name="KSO_WM_TEMPLATE_CATEGORY" val="diagram"/>
  <p:tag name="KSO_WM_TEMPLATE_INDEX" val="20230939"/>
  <p:tag name="KSO_WM_UNIT_LAYERLEVEL" val="1_1_1"/>
  <p:tag name="KSO_WM_TAG_VERSION" val="3.0"/>
  <p:tag name="KSO_WM_UNIT_TYPE" val="m_h_i"/>
  <p:tag name="KSO_WM_UNIT_INDEX" val="1_4_2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319.8999938964844,&quot;left&quot;:24.450027163047345,&quot;top&quot;:110.07500305175782,&quot;width&quot;:911.1500244140625}"/>
  <p:tag name="KSO_WM_DIAGRAM_COLOR_MATCH_VALUE" val="{&quot;shape&quot;:{&quot;fill&quot;:{&quot;type&quot;:0},&quot;glow&quot;:{&quot;colorType&quot;:0},&quot;line&quot;:{&quot;solidLine&quot;:{&quot;brightness&quot;:0,&quot;colorType&quot;:1,&quot;foreColorIndex&quot;:8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8"/>
  <p:tag name="KSO_WM_DIAGRAM_USE_COLOR_VALUE" val="{&quot;color_scheme&quot;:1,&quot;color_type&quot;:1,&quot;theme_color_indexes&quot;:[]}"/>
</p:tagLst>
</file>

<file path=ppt/tags/tag106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5*m_h_i*1_1_3"/>
  <p:tag name="KSO_WM_TEMPLATE_CATEGORY" val="diagram"/>
  <p:tag name="KSO_WM_TEMPLATE_INDEX" val="20230939"/>
  <p:tag name="KSO_WM_UNIT_LAYERLEVEL" val="1_1_1"/>
  <p:tag name="KSO_WM_TAG_VERSION" val="3.0"/>
  <p:tag name="KSO_WM_UNIT_TYPE" val="m_h_i"/>
  <p:tag name="KSO_WM_UNIT_INDEX" val="1_1_3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319.8999938964844,&quot;left&quot;:24.450027163047345,&quot;top&quot;:110.07500305175782,&quot;width&quot;:911.1500244140625}"/>
  <p:tag name="KSO_WM_DIAGRAM_COLOR_MATCH_VALUE" val="{&quot;shape&quot;:{&quot;fill&quot;:{&quot;solid&quot;:{&quot;brightness&quot;:0,&quot;colorType&quot;:1,&quot;foreColorIndex&quot;:5,&quot;transparency&quot;:0.850000023841857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]}"/>
</p:tagLst>
</file>

<file path=ppt/tags/tag10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5*m_h_i*1_1_1"/>
  <p:tag name="KSO_WM_TEMPLATE_CATEGORY" val="diagram"/>
  <p:tag name="KSO_WM_TEMPLATE_INDEX" val="20230939"/>
  <p:tag name="KSO_WM_UNIT_LAYERLEVEL" val="1_1_1"/>
  <p:tag name="KSO_WM_TAG_VERSION" val="3.0"/>
  <p:tag name="KSO_WM_UNIT_ISCONTENTSTITLE" val="0"/>
  <p:tag name="KSO_WM_UNIT_ISNUMDGMTITLE" val="0"/>
  <p:tag name="KSO_WM_UNIT_NOCLEAR" val="0"/>
  <p:tag name="KSO_WM_UNIT_TYPE" val="m_h_i"/>
  <p:tag name="KSO_WM_UNIT_INDEX" val="1_1_1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319.8999938964844,&quot;left&quot;:24.450027163047345,&quot;top&quot;:110.07500305175782,&quot;width&quot;:911.150024414062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brightness&quot;:0.800000011920929,&quot;colorType&quot;:1,&quot;foreColorIndex&quot;:5,&quot;transparency&quot;:0.4000000059604645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]}"/>
</p:tagLst>
</file>

<file path=ppt/tags/tag10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5*m_h_i*1_1_4"/>
  <p:tag name="KSO_WM_TEMPLATE_CATEGORY" val="diagram"/>
  <p:tag name="KSO_WM_TEMPLATE_INDEX" val="20230939"/>
  <p:tag name="KSO_WM_UNIT_LAYERLEVEL" val="1_1_1"/>
  <p:tag name="KSO_WM_TAG_VERSION" val="3.0"/>
  <p:tag name="KSO_WM_UNIT_TYPE" val="m_h_i"/>
  <p:tag name="KSO_WM_UNIT_INDEX" val="1_1_4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319.8999938964844,&quot;left&quot;:24.450027163047345,&quot;top&quot;:110.07500305175782,&quot;width&quot;:911.1500244140625}"/>
  <p:tag name="KSO_WM_DIAGRAM_COLOR_MATCH_VALUE" val="{&quot;shape&quot;:{&quot;fill&quot;:{&quot;type&quot;:0},&quot;glow&quot;:{&quot;colorType&quot;:0},&quot;line&quot;:{&quot;gradient&quot;:[{&quot;brightness&quot;:0,&quot;colorType&quot;:2,&quot;pos&quot;:0,&quot;rgb&quot;:&quot;#ffffff&quot;,&quot;transparency&quot;:0.550000011920929},{&quot;brightness&quot;:0,&quot;colorType&quot;:2,&quot;pos&quot;:1,&quot;rgb&quot;:&quot;#ffffff&quot;,&quot;transparency&quot;:0.550000011920929},{&quot;brightness&quot;:0,&quot;colorType&quot;:2,&quot;pos&quot;:0.75,&quot;rgb&quot;:&quot;#ffffff&quot;,&quot;transparency&quot;:1},{&quot;brightness&quot;:0,&quot;colorType&quot;:2,&quot;pos&quot;:0.25,&quot;rgb&quot;:&quot;#ffffff&quot;,&quot;transparency&quot;:1}],&quot;type&quot;:2},&quot;shadow&quot;:{&quot;brightness&quot;:-0.25,&quot;colorType&quot;:1,&quot;foreColorIndex&quot;:5,&quot;transparency&quot;:0.69999998807907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</p:tagLst>
</file>

<file path=ppt/tags/tag10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5*m_h_i*1_1_2"/>
  <p:tag name="KSO_WM_TEMPLATE_CATEGORY" val="diagram"/>
  <p:tag name="KSO_WM_TEMPLATE_INDEX" val="20230939"/>
  <p:tag name="KSO_WM_UNIT_LAYERLEVEL" val="1_1_1"/>
  <p:tag name="KSO_WM_TAG_VERSION" val="3.0"/>
  <p:tag name="KSO_WM_UNIT_TYPE" val="m_h_i"/>
  <p:tag name="KSO_WM_UNIT_INDEX" val="1_1_2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319.8999938964844,&quot;left&quot;:24.450027163047345,&quot;top&quot;:110.07500305175782,&quot;width&quot;:911.1500244140625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5"/>
  <p:tag name="KSO_WM_DIAGRAM_USE_COLOR_VALUE" val="{&quot;color_scheme&quot;:1,&quot;color_type&quot;:1,&quot;theme_color_indexes&quot;:[]}"/>
</p:tagLst>
</file>

<file path=ppt/tags/tag11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5*m_h_i*1_2_3"/>
  <p:tag name="KSO_WM_TEMPLATE_CATEGORY" val="diagram"/>
  <p:tag name="KSO_WM_TEMPLATE_INDEX" val="20230939"/>
  <p:tag name="KSO_WM_UNIT_LAYERLEVEL" val="1_1_1"/>
  <p:tag name="KSO_WM_TAG_VERSION" val="3.0"/>
  <p:tag name="KSO_WM_UNIT_TYPE" val="m_h_i"/>
  <p:tag name="KSO_WM_UNIT_INDEX" val="1_2_3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319.8999938964844,&quot;left&quot;:24.450027163047345,&quot;top&quot;:110.07500305175782,&quot;width&quot;:911.1500244140625}"/>
  <p:tag name="KSO_WM_DIAGRAM_COLOR_MATCH_VALUE" val="{&quot;shape&quot;:{&quot;fill&quot;:{&quot;solid&quot;:{&quot;brightness&quot;:0,&quot;colorType&quot;:1,&quot;foreColorIndex&quot;:6,&quot;transparency&quot;:0.850000023841857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6"/>
  <p:tag name="KSO_WM_UNIT_FILL_FORE_SCHEMECOLOR_INDEX_BRIGHTNESS" val="0"/>
  <p:tag name="KSO_WM_DIAGRAM_USE_COLOR_VALUE" val="{&quot;color_scheme&quot;:1,&quot;color_type&quot;:1,&quot;theme_color_indexes&quot;:[]}"/>
</p:tagLst>
</file>

<file path=ppt/tags/tag11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5*m_h_i*1_2_1"/>
  <p:tag name="KSO_WM_TEMPLATE_CATEGORY" val="diagram"/>
  <p:tag name="KSO_WM_TEMPLATE_INDEX" val="20230939"/>
  <p:tag name="KSO_WM_UNIT_LAYERLEVEL" val="1_1_1"/>
  <p:tag name="KSO_WM_TAG_VERSION" val="3.0"/>
  <p:tag name="KSO_WM_UNIT_ISCONTENTSTITLE" val="0"/>
  <p:tag name="KSO_WM_UNIT_ISNUMDGMTITLE" val="0"/>
  <p:tag name="KSO_WM_UNIT_NOCLEAR" val="0"/>
  <p:tag name="KSO_WM_UNIT_TYPE" val="m_h_i"/>
  <p:tag name="KSO_WM_UNIT_INDEX" val="1_2_1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319.8999938964844,&quot;left&quot;:24.450027163047345,&quot;top&quot;:110.07500305175782,&quot;width&quot;:911.1500244140625}"/>
  <p:tag name="KSO_WM_DIAGRAM_COLOR_MATCH_VALUE" val="{&quot;shape&quot;:{&quot;fill&quot;:{&quot;solid&quot;:{&quot;brightness&quot;:0,&quot;colorType&quot;:1,&quot;foreColorIndex&quot;:6,&quot;transparency&quot;:0},&quot;type&quot;:1},&quot;glow&quot;:{&quot;colorType&quot;:0},&quot;line&quot;:{&quot;type&quot;:0},&quot;shadow&quot;:{&quot;brightness&quot;:0.800000011920929,&quot;colorType&quot;:1,&quot;foreColorIndex&quot;:6,&quot;transparency&quot;:0.4000000059604645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6"/>
  <p:tag name="KSO_WM_UNIT_FILL_FORE_SCHEMECOLOR_INDEX_BRIGHTNESS" val="0"/>
  <p:tag name="KSO_WM_DIAGRAM_USE_COLOR_VALUE" val="{&quot;color_scheme&quot;:1,&quot;color_type&quot;:1,&quot;theme_color_indexes&quot;:[]}"/>
</p:tagLst>
</file>

<file path=ppt/tags/tag11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5*m_h_i*1_2_4"/>
  <p:tag name="KSO_WM_TEMPLATE_CATEGORY" val="diagram"/>
  <p:tag name="KSO_WM_TEMPLATE_INDEX" val="20230939"/>
  <p:tag name="KSO_WM_UNIT_LAYERLEVEL" val="1_1_1"/>
  <p:tag name="KSO_WM_TAG_VERSION" val="3.0"/>
  <p:tag name="KSO_WM_UNIT_TYPE" val="m_h_i"/>
  <p:tag name="KSO_WM_UNIT_INDEX" val="1_2_4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319.8999938964844,&quot;left&quot;:24.450027163047345,&quot;top&quot;:110.07500305175782,&quot;width&quot;:911.1500244140625}"/>
  <p:tag name="KSO_WM_DIAGRAM_COLOR_MATCH_VALUE" val="{&quot;shape&quot;:{&quot;fill&quot;:{&quot;type&quot;:0},&quot;glow&quot;:{&quot;colorType&quot;:0},&quot;line&quot;:{&quot;gradient&quot;:[{&quot;brightness&quot;:0,&quot;colorType&quot;:2,&quot;pos&quot;:0,&quot;rgb&quot;:&quot;#ffffff&quot;,&quot;transparency&quot;:0.550000011920929},{&quot;brightness&quot;:0,&quot;colorType&quot;:2,&quot;pos&quot;:1,&quot;rgb&quot;:&quot;#ffffff&quot;,&quot;transparency&quot;:0.550000011920929},{&quot;brightness&quot;:0,&quot;colorType&quot;:2,&quot;pos&quot;:0.75,&quot;rgb&quot;:&quot;#ffffff&quot;,&quot;transparency&quot;:1},{&quot;brightness&quot;:0,&quot;colorType&quot;:2,&quot;pos&quot;:0.25,&quot;rgb&quot;:&quot;#ffffff&quot;,&quot;transparency&quot;:1}],&quot;type&quot;:2},&quot;shadow&quot;:{&quot;brightness&quot;:-0.25,&quot;colorType&quot;:1,&quot;foreColorIndex&quot;:6,&quot;transparency&quot;:0.69999998807907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</p:tagLst>
</file>

<file path=ppt/tags/tag11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5*m_h_i*1_2_2"/>
  <p:tag name="KSO_WM_TEMPLATE_CATEGORY" val="diagram"/>
  <p:tag name="KSO_WM_TEMPLATE_INDEX" val="20230939"/>
  <p:tag name="KSO_WM_UNIT_LAYERLEVEL" val="1_1_1"/>
  <p:tag name="KSO_WM_TAG_VERSION" val="3.0"/>
  <p:tag name="KSO_WM_UNIT_TYPE" val="m_h_i"/>
  <p:tag name="KSO_WM_UNIT_INDEX" val="1_2_2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319.8999938964844,&quot;left&quot;:24.450027163047345,&quot;top&quot;:110.07500305175782,&quot;width&quot;:911.1500244140625}"/>
  <p:tag name="KSO_WM_DIAGRAM_COLOR_MATCH_VALUE" val="{&quot;shape&quot;:{&quot;fill&quot;:{&quot;type&quot;:0},&quot;glow&quot;:{&quot;colorType&quot;:0},&quot;line&quot;:{&quot;solidLine&quot;:{&quot;brightness&quot;:0,&quot;colorType&quot;:1,&quot;foreColorIndex&quot;:6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6"/>
  <p:tag name="KSO_WM_DIAGRAM_USE_COLOR_VALUE" val="{&quot;color_scheme&quot;:1,&quot;color_type&quot;:1,&quot;theme_color_indexes&quot;:[]}"/>
</p:tagLst>
</file>

<file path=ppt/tags/tag114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5_1"/>
  <p:tag name="KSO_WM_UNIT_ID" val="diagram20230939_5*m_h_f*1_5_1"/>
  <p:tag name="KSO_WM_TEMPLATE_CATEGORY" val="diagram"/>
  <p:tag name="KSO_WM_TEMPLATE_INDEX" val="2023093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319.8999938964844,&quot;left&quot;:24.450027163047345,&quot;top&quot;:110.07500305175782,&quot;width&quot;:911.1500244140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3499999940395355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45"/>
  <p:tag name="KSO_WM_UNIT_PRESET_TEXT" val="单击此处从输入你的智能图形项正文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]}"/>
</p:tagLst>
</file>

<file path=ppt/tags/tag11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5*m_h_i*1_5_3"/>
  <p:tag name="KSO_WM_TEMPLATE_CATEGORY" val="diagram"/>
  <p:tag name="KSO_WM_TEMPLATE_INDEX" val="20230939"/>
  <p:tag name="KSO_WM_UNIT_LAYERLEVEL" val="1_1_1"/>
  <p:tag name="KSO_WM_TAG_VERSION" val="3.0"/>
  <p:tag name="KSO_WM_UNIT_TYPE" val="m_h_i"/>
  <p:tag name="KSO_WM_UNIT_INDEX" val="1_5_3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319.8999938964844,&quot;left&quot;:24.450027163047345,&quot;top&quot;:110.07500305175782,&quot;width&quot;:911.1500244140625}"/>
  <p:tag name="KSO_WM_DIAGRAM_COLOR_MATCH_VALUE" val="{&quot;shape&quot;:{&quot;fill&quot;:{&quot;solid&quot;:{&quot;brightness&quot;:0,&quot;colorType&quot;:1,&quot;foreColorIndex&quot;:9,&quot;transparency&quot;:0.850000023841857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9"/>
  <p:tag name="KSO_WM_UNIT_FILL_FORE_SCHEMECOLOR_INDEX_BRIGHTNESS" val="0"/>
  <p:tag name="KSO_WM_DIAGRAM_USE_COLOR_VALUE" val="{&quot;color_scheme&quot;:1,&quot;color_type&quot;:1,&quot;theme_color_indexes&quot;:[]}"/>
</p:tagLst>
</file>

<file path=ppt/tags/tag116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5*m_h_i*1_5_1"/>
  <p:tag name="KSO_WM_TEMPLATE_CATEGORY" val="diagram"/>
  <p:tag name="KSO_WM_TEMPLATE_INDEX" val="20230939"/>
  <p:tag name="KSO_WM_UNIT_LAYERLEVEL" val="1_1_1"/>
  <p:tag name="KSO_WM_TAG_VERSION" val="3.0"/>
  <p:tag name="KSO_WM_UNIT_ISCONTENTSTITLE" val="0"/>
  <p:tag name="KSO_WM_UNIT_ISNUMDGMTITLE" val="0"/>
  <p:tag name="KSO_WM_UNIT_NOCLEAR" val="0"/>
  <p:tag name="KSO_WM_UNIT_TYPE" val="m_h_i"/>
  <p:tag name="KSO_WM_UNIT_INDEX" val="1_5_1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319.8999938964844,&quot;left&quot;:24.450027163047345,&quot;top&quot;:110.07500305175782,&quot;width&quot;:911.1500244140625}"/>
  <p:tag name="KSO_WM_DIAGRAM_COLOR_MATCH_VALUE" val="{&quot;shape&quot;:{&quot;fill&quot;:{&quot;solid&quot;:{&quot;brightness&quot;:0,&quot;colorType&quot;:1,&quot;foreColorIndex&quot;:9,&quot;transparency&quot;:0},&quot;type&quot;:1},&quot;glow&quot;:{&quot;colorType&quot;:0},&quot;line&quot;:{&quot;type&quot;:0},&quot;shadow&quot;:{&quot;brightness&quot;:0.800000011920929,&quot;colorType&quot;:1,&quot;foreColorIndex&quot;:5,&quot;transparency&quot;:0.4000000059604645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9"/>
  <p:tag name="KSO_WM_UNIT_FILL_FORE_SCHEMECOLOR_INDEX_BRIGHTNESS" val="0"/>
  <p:tag name="KSO_WM_DIAGRAM_USE_COLOR_VALUE" val="{&quot;color_scheme&quot;:1,&quot;color_type&quot;:1,&quot;theme_color_indexes&quot;:[]}"/>
</p:tagLst>
</file>

<file path=ppt/tags/tag11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5*m_h_i*1_5_4"/>
  <p:tag name="KSO_WM_TEMPLATE_CATEGORY" val="diagram"/>
  <p:tag name="KSO_WM_TEMPLATE_INDEX" val="20230939"/>
  <p:tag name="KSO_WM_UNIT_LAYERLEVEL" val="1_1_1"/>
  <p:tag name="KSO_WM_TAG_VERSION" val="3.0"/>
  <p:tag name="KSO_WM_UNIT_TYPE" val="m_h_i"/>
  <p:tag name="KSO_WM_UNIT_INDEX" val="1_5_4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319.8999938964844,&quot;left&quot;:24.450027163047345,&quot;top&quot;:110.07500305175782,&quot;width&quot;:911.1500244140625}"/>
  <p:tag name="KSO_WM_DIAGRAM_COLOR_MATCH_VALUE" val="{&quot;shape&quot;:{&quot;fill&quot;:{&quot;type&quot;:0},&quot;glow&quot;:{&quot;colorType&quot;:0},&quot;line&quot;:{&quot;gradient&quot;:[{&quot;brightness&quot;:0,&quot;colorType&quot;:2,&quot;pos&quot;:0,&quot;rgb&quot;:&quot;#ffffff&quot;,&quot;transparency&quot;:0.550000011920929},{&quot;brightness&quot;:0,&quot;colorType&quot;:2,&quot;pos&quot;:1,&quot;rgb&quot;:&quot;#ffffff&quot;,&quot;transparency&quot;:0.550000011920929},{&quot;brightness&quot;:0,&quot;colorType&quot;:2,&quot;pos&quot;:0.75,&quot;rgb&quot;:&quot;#ffffff&quot;,&quot;transparency&quot;:1},{&quot;brightness&quot;:0,&quot;colorType&quot;:2,&quot;pos&quot;:0.25,&quot;rgb&quot;:&quot;#ffffff&quot;,&quot;transparency&quot;:1}],&quot;type&quot;:2},&quot;shadow&quot;:{&quot;brightness&quot;:-0.25,&quot;colorType&quot;:1,&quot;foreColorIndex&quot;:9,&quot;transparency&quot;:0.69999998807907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</p:tagLst>
</file>

<file path=ppt/tags/tag11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5*m_h_i*1_5_2"/>
  <p:tag name="KSO_WM_TEMPLATE_CATEGORY" val="diagram"/>
  <p:tag name="KSO_WM_TEMPLATE_INDEX" val="20230939"/>
  <p:tag name="KSO_WM_UNIT_LAYERLEVEL" val="1_1_1"/>
  <p:tag name="KSO_WM_TAG_VERSION" val="3.0"/>
  <p:tag name="KSO_WM_UNIT_TYPE" val="m_h_i"/>
  <p:tag name="KSO_WM_UNIT_INDEX" val="1_5_2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319.8999938964844,&quot;left&quot;:24.450027163047345,&quot;top&quot;:110.07500305175782,&quot;width&quot;:911.1500244140625}"/>
  <p:tag name="KSO_WM_DIAGRAM_COLOR_MATCH_VALUE" val="{&quot;shape&quot;:{&quot;fill&quot;:{&quot;type&quot;:0},&quot;glow&quot;:{&quot;colorType&quot;:0},&quot;line&quot;:{&quot;solidLine&quot;:{&quot;brightness&quot;:0,&quot;colorType&quot;:1,&quot;foreColorIndex&quot;:9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9"/>
  <p:tag name="KSO_WM_DIAGRAM_USE_COLOR_VALUE" val="{&quot;color_scheme&quot;:1,&quot;color_type&quot;:1,&quot;theme_color_indexes&quot;:[]}"/>
</p:tagLst>
</file>

<file path=ppt/tags/tag11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5*m_h_i*1_6_3"/>
  <p:tag name="KSO_WM_TEMPLATE_CATEGORY" val="diagram"/>
  <p:tag name="KSO_WM_TEMPLATE_INDEX" val="20230939"/>
  <p:tag name="KSO_WM_UNIT_LAYERLEVEL" val="1_1_1"/>
  <p:tag name="KSO_WM_TAG_VERSION" val="3.0"/>
  <p:tag name="KSO_WM_UNIT_TYPE" val="m_h_i"/>
  <p:tag name="KSO_WM_UNIT_INDEX" val="1_6_3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319.8999938964844,&quot;left&quot;:24.450027163047345,&quot;top&quot;:110.07500305175782,&quot;width&quot;:911.1500244140625}"/>
  <p:tag name="KSO_WM_DIAGRAM_COLOR_MATCH_VALUE" val="{&quot;shape&quot;:{&quot;fill&quot;:{&quot;solid&quot;:{&quot;brightness&quot;:0,&quot;colorType&quot;:1,&quot;foreColorIndex&quot;:10,&quot;transparency&quot;:0.850000023841857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10"/>
  <p:tag name="KSO_WM_UNIT_FILL_FORE_SCHEMECOLOR_INDEX_BRIGHTNESS" val="0"/>
  <p:tag name="KSO_WM_DIAGRAM_USE_COLOR_VALUE" val="{&quot;color_scheme&quot;:1,&quot;color_type&quot;:1,&quot;theme_color_indexes&quot;:[]}"/>
</p:tagLst>
</file>

<file path=ppt/tags/tag12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5*m_h_i*1_6_1"/>
  <p:tag name="KSO_WM_TEMPLATE_CATEGORY" val="diagram"/>
  <p:tag name="KSO_WM_TEMPLATE_INDEX" val="20230939"/>
  <p:tag name="KSO_WM_UNIT_LAYERLEVEL" val="1_1_1"/>
  <p:tag name="KSO_WM_TAG_VERSION" val="3.0"/>
  <p:tag name="KSO_WM_UNIT_ISCONTENTSTITLE" val="0"/>
  <p:tag name="KSO_WM_UNIT_ISNUMDGMTITLE" val="0"/>
  <p:tag name="KSO_WM_UNIT_NOCLEAR" val="0"/>
  <p:tag name="KSO_WM_UNIT_TYPE" val="m_h_i"/>
  <p:tag name="KSO_WM_UNIT_INDEX" val="1_6_1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319.8999938964844,&quot;left&quot;:24.450027163047345,&quot;top&quot;:110.07500305175782,&quot;width&quot;:911.1500244140625}"/>
  <p:tag name="KSO_WM_DIAGRAM_COLOR_MATCH_VALUE" val="{&quot;shape&quot;:{&quot;fill&quot;:{&quot;solid&quot;:{&quot;brightness&quot;:0,&quot;colorType&quot;:1,&quot;foreColorIndex&quot;:10,&quot;transparency&quot;:0},&quot;type&quot;:1},&quot;glow&quot;:{&quot;colorType&quot;:0},&quot;line&quot;:{&quot;type&quot;:0},&quot;shadow&quot;:{&quot;brightness&quot;:0.800000011920929,&quot;colorType&quot;:1,&quot;foreColorIndex&quot;:8,&quot;transparency&quot;:0.4000000059604645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10"/>
  <p:tag name="KSO_WM_UNIT_FILL_FORE_SCHEMECOLOR_INDEX_BRIGHTNESS" val="0"/>
  <p:tag name="KSO_WM_DIAGRAM_USE_COLOR_VALUE" val="{&quot;color_scheme&quot;:1,&quot;color_type&quot;:1,&quot;theme_color_indexes&quot;:[]}"/>
</p:tagLst>
</file>

<file path=ppt/tags/tag12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5*m_h_i*1_6_4"/>
  <p:tag name="KSO_WM_TEMPLATE_CATEGORY" val="diagram"/>
  <p:tag name="KSO_WM_TEMPLATE_INDEX" val="20230939"/>
  <p:tag name="KSO_WM_UNIT_LAYERLEVEL" val="1_1_1"/>
  <p:tag name="KSO_WM_TAG_VERSION" val="3.0"/>
  <p:tag name="KSO_WM_UNIT_TYPE" val="m_h_i"/>
  <p:tag name="KSO_WM_UNIT_INDEX" val="1_6_4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319.8999938964844,&quot;left&quot;:24.450027163047345,&quot;top&quot;:110.07500305175782,&quot;width&quot;:911.1500244140625}"/>
  <p:tag name="KSO_WM_DIAGRAM_COLOR_MATCH_VALUE" val="{&quot;shape&quot;:{&quot;fill&quot;:{&quot;type&quot;:0},&quot;glow&quot;:{&quot;colorType&quot;:0},&quot;line&quot;:{&quot;gradient&quot;:[{&quot;brightness&quot;:0,&quot;colorType&quot;:2,&quot;pos&quot;:0,&quot;rgb&quot;:&quot;#ffffff&quot;,&quot;transparency&quot;:0.550000011920929},{&quot;brightness&quot;:0,&quot;colorType&quot;:2,&quot;pos&quot;:1,&quot;rgb&quot;:&quot;#ffffff&quot;,&quot;transparency&quot;:0.550000011920929},{&quot;brightness&quot;:0,&quot;colorType&quot;:2,&quot;pos&quot;:0.75,&quot;rgb&quot;:&quot;#ffffff&quot;,&quot;transparency&quot;:1},{&quot;brightness&quot;:0,&quot;colorType&quot;:2,&quot;pos&quot;:0.25,&quot;rgb&quot;:&quot;#ffffff&quot;,&quot;transparency&quot;:1}],&quot;type&quot;:2},&quot;shadow&quot;:{&quot;brightness&quot;:-0.25,&quot;colorType&quot;:1,&quot;foreColorIndex&quot;:10,&quot;transparency&quot;:0.69999998807907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</p:tagLst>
</file>

<file path=ppt/tags/tag12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5*m_h_i*1_6_2"/>
  <p:tag name="KSO_WM_TEMPLATE_CATEGORY" val="diagram"/>
  <p:tag name="KSO_WM_TEMPLATE_INDEX" val="20230939"/>
  <p:tag name="KSO_WM_UNIT_LAYERLEVEL" val="1_1_1"/>
  <p:tag name="KSO_WM_TAG_VERSION" val="3.0"/>
  <p:tag name="KSO_WM_UNIT_TYPE" val="m_h_i"/>
  <p:tag name="KSO_WM_UNIT_INDEX" val="1_6_2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319.8999938964844,&quot;left&quot;:24.450027163047345,&quot;top&quot;:110.07500305175782,&quot;width&quot;:911.1500244140625}"/>
  <p:tag name="KSO_WM_DIAGRAM_COLOR_MATCH_VALUE" val="{&quot;shape&quot;:{&quot;fill&quot;:{&quot;type&quot;:0},&quot;glow&quot;:{&quot;colorType&quot;:0},&quot;line&quot;:{&quot;solidLine&quot;:{&quot;brightness&quot;:0,&quot;colorType&quot;:1,&quot;foreColorIndex&quot;:10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10"/>
  <p:tag name="KSO_WM_DIAGRAM_USE_COLOR_VALUE" val="{&quot;color_scheme&quot;:1,&quot;color_type&quot;:1,&quot;theme_color_indexes&quot;:[]}"/>
</p:tagLst>
</file>

<file path=ppt/tags/tag123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6_1"/>
  <p:tag name="KSO_WM_UNIT_ID" val="diagram20230939_5*m_h_f*1_6_1"/>
  <p:tag name="KSO_WM_TEMPLATE_CATEGORY" val="diagram"/>
  <p:tag name="KSO_WM_TEMPLATE_INDEX" val="2023093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319.8999938964844,&quot;left&quot;:24.450027163047345,&quot;top&quot;:110.07500305175782,&quot;width&quot;:911.1500244140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3499999940395355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45"/>
  <p:tag name="KSO_WM_UNIT_PRESET_TEXT" val="单击此处从输入你的智能图形项正文"/>
  <p:tag name="KSO_WM_UNIT_TEXT_FILL_FORE_SCHEMECOLOR_INDEX" val="1"/>
  <p:tag name="KSO_WM_UNIT_TEXT_FILL_TYPE" val="1"/>
  <p:tag name="KSO_WM_UNIT_TEXT_TYPE" val="1"/>
  <p:tag name="KSO_WM_DIAGRAM_USE_COLOR_VALUE" val="{&quot;color_scheme&quot;:1,&quot;color_type&quot;:1,&quot;theme_color_indexes&quot;:[]}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5*m_h_x*1_1_1"/>
  <p:tag name="KSO_WM_TEMPLATE_CATEGORY" val="diagram"/>
  <p:tag name="KSO_WM_TEMPLATE_INDEX" val="2023093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UNIT_VALUE" val="65*60"/>
  <p:tag name="KSO_WM_UNIT_TYPE" val="m_h_x"/>
  <p:tag name="KSO_WM_UNIT_INDEX" val="1_1_1"/>
  <p:tag name="KSO_WM_DIAGRAM_MAX_ITEMCNT" val="6"/>
  <p:tag name="KSO_WM_DIAGRAM_MIN_ITEMCNT" val="2"/>
  <p:tag name="KSO_WM_DIAGRAM_VIRTUALLY_FRAME" val="{&quot;height&quot;:319.8999938964844,&quot;left&quot;:24.450027163047345,&quot;top&quot;:110.07500305175782,&quot;width&quot;:911.1500244140625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]}"/>
</p:tagLst>
</file>

<file path=ppt/tags/tag12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1_1"/>
  <p:tag name="KSO_WM_UNIT_ID" val="diagram20230939_5*m_h_a*1_1_1"/>
  <p:tag name="KSO_WM_TEMPLATE_CATEGORY" val="diagram"/>
  <p:tag name="KSO_WM_TEMPLATE_INDEX" val="20230939"/>
  <p:tag name="KSO_WM_UNIT_LAYERLEVEL" val="1_1_1"/>
  <p:tag name="KSO_WM_TAG_VERSION" val="3.0"/>
  <p:tag name="KSO_WM_BEAUTIFY_FLAG" val="#wm#"/>
  <p:tag name="KSO_WM_DIAGRAM_GROUP_CODE" val="m1-1"/>
  <p:tag name="KSO_WM_DIAGRAM_VERSION" val="3"/>
  <p:tag name="KSO_WM_DIAGRAM_COLOR_TRICK" val="4"/>
  <p:tag name="KSO_WM_DIAGRAM_COLOR_TEXT_CAN_REMOVE" val="n"/>
  <p:tag name="KSO_WM_UNIT_TEXT_FILL_TYPE" val="1"/>
  <p:tag name="KSO_WM_DIAGRAM_MAX_ITEMCNT" val="6"/>
  <p:tag name="KSO_WM_DIAGRAM_MIN_ITEMCNT" val="2"/>
  <p:tag name="KSO_WM_DIAGRAM_VIRTUALLY_FRAME" val="{&quot;height&quot;:319.8999938964844,&quot;left&quot;:24.450027163047345,&quot;top&quot;:110.07500305175782,&quot;width&quot;:911.1500244140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标题"/>
  <p:tag name="KSO_WM_UNIT_TEXT_TYPE" val="1"/>
  <p:tag name="KSO_WM_DIAGRAM_USE_COLOR_VALUE" val="{&quot;color_scheme&quot;:1,&quot;color_type&quot;:1,&quot;theme_color_indexes&quot;:[]}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5*m_h_x*1_2_1"/>
  <p:tag name="KSO_WM_TEMPLATE_CATEGORY" val="diagram"/>
  <p:tag name="KSO_WM_TEMPLATE_INDEX" val="2023093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UNIT_VALUE" val="69*58"/>
  <p:tag name="KSO_WM_UNIT_TYPE" val="m_h_x"/>
  <p:tag name="KSO_WM_UNIT_INDEX" val="1_2_1"/>
  <p:tag name="KSO_WM_DIAGRAM_MAX_ITEMCNT" val="6"/>
  <p:tag name="KSO_WM_DIAGRAM_MIN_ITEMCNT" val="2"/>
  <p:tag name="KSO_WM_DIAGRAM_VIRTUALLY_FRAME" val="{&quot;height&quot;:319.8999938964844,&quot;left&quot;:24.450027163047345,&quot;top&quot;:110.07500305175782,&quot;width&quot;:911.1500244140625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]}"/>
</p:tagLst>
</file>

<file path=ppt/tags/tag12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2_1"/>
  <p:tag name="KSO_WM_UNIT_ID" val="diagram20230939_5*m_h_a*1_2_1"/>
  <p:tag name="KSO_WM_TEMPLATE_CATEGORY" val="diagram"/>
  <p:tag name="KSO_WM_TEMPLATE_INDEX" val="20230939"/>
  <p:tag name="KSO_WM_UNIT_LAYERLEVEL" val="1_1_1"/>
  <p:tag name="KSO_WM_TAG_VERSION" val="3.0"/>
  <p:tag name="KSO_WM_BEAUTIFY_FLAG" val="#wm#"/>
  <p:tag name="KSO_WM_DIAGRAM_GROUP_CODE" val="m1-1"/>
  <p:tag name="KSO_WM_DIAGRAM_VERSION" val="3"/>
  <p:tag name="KSO_WM_DIAGRAM_COLOR_TRICK" val="4"/>
  <p:tag name="KSO_WM_DIAGRAM_COLOR_TEXT_CAN_REMOVE" val="n"/>
  <p:tag name="KSO_WM_UNIT_TEXT_FILL_TYPE" val="1"/>
  <p:tag name="KSO_WM_DIAGRAM_MAX_ITEMCNT" val="6"/>
  <p:tag name="KSO_WM_DIAGRAM_MIN_ITEMCNT" val="2"/>
  <p:tag name="KSO_WM_DIAGRAM_VIRTUALLY_FRAME" val="{&quot;height&quot;:319.8999938964844,&quot;left&quot;:24.450027163047345,&quot;top&quot;:110.07500305175782,&quot;width&quot;:911.1500244140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标题"/>
  <p:tag name="KSO_WM_UNIT_TEXT_TYPE" val="1"/>
  <p:tag name="KSO_WM_DIAGRAM_USE_COLOR_VALUE" val="{&quot;color_scheme&quot;:1,&quot;color_type&quot;:1,&quot;theme_color_indexes&quot;:[]}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5*m_h_x*1_3_1"/>
  <p:tag name="KSO_WM_TEMPLATE_CATEGORY" val="diagram"/>
  <p:tag name="KSO_WM_TEMPLATE_INDEX" val="2023093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UNIT_VALUE" val="64*69"/>
  <p:tag name="KSO_WM_UNIT_TYPE" val="m_h_x"/>
  <p:tag name="KSO_WM_UNIT_INDEX" val="1_3_1"/>
  <p:tag name="KSO_WM_DIAGRAM_MAX_ITEMCNT" val="6"/>
  <p:tag name="KSO_WM_DIAGRAM_MIN_ITEMCNT" val="2"/>
  <p:tag name="KSO_WM_DIAGRAM_VIRTUALLY_FRAME" val="{&quot;height&quot;:319.8999938964844,&quot;left&quot;:24.450027163047345,&quot;top&quot;:110.07500305175782,&quot;width&quot;:911.1500244140625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]}"/>
</p:tagLst>
</file>

<file path=ppt/tags/tag12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3_1"/>
  <p:tag name="KSO_WM_UNIT_ID" val="diagram20230939_5*m_h_a*1_3_1"/>
  <p:tag name="KSO_WM_TEMPLATE_CATEGORY" val="diagram"/>
  <p:tag name="KSO_WM_TEMPLATE_INDEX" val="20230939"/>
  <p:tag name="KSO_WM_UNIT_LAYERLEVEL" val="1_1_1"/>
  <p:tag name="KSO_WM_TAG_VERSION" val="3.0"/>
  <p:tag name="KSO_WM_BEAUTIFY_FLAG" val="#wm#"/>
  <p:tag name="KSO_WM_DIAGRAM_GROUP_CODE" val="m1-1"/>
  <p:tag name="KSO_WM_DIAGRAM_VERSION" val="3"/>
  <p:tag name="KSO_WM_DIAGRAM_COLOR_TRICK" val="4"/>
  <p:tag name="KSO_WM_DIAGRAM_COLOR_TEXT_CAN_REMOVE" val="n"/>
  <p:tag name="KSO_WM_UNIT_TEXT_FILL_TYPE" val="1"/>
  <p:tag name="KSO_WM_DIAGRAM_MAX_ITEMCNT" val="6"/>
  <p:tag name="KSO_WM_DIAGRAM_MIN_ITEMCNT" val="2"/>
  <p:tag name="KSO_WM_DIAGRAM_VIRTUALLY_FRAME" val="{&quot;height&quot;:319.8999938964844,&quot;left&quot;:24.450027163047345,&quot;top&quot;:110.07500305175782,&quot;width&quot;:911.1500244140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标题"/>
  <p:tag name="KSO_WM_UNIT_TEXT_TYPE" val="1"/>
  <p:tag name="KSO_WM_DIAGRAM_USE_COLOR_VALUE" val="{&quot;color_scheme&quot;:1,&quot;color_type&quot;:1,&quot;theme_color_indexes&quot;:[]}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5*m_h_x*1_4_1"/>
  <p:tag name="KSO_WM_TEMPLATE_CATEGORY" val="diagram"/>
  <p:tag name="KSO_WM_TEMPLATE_INDEX" val="2023093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UNIT_VALUE" val="66*69"/>
  <p:tag name="KSO_WM_UNIT_TYPE" val="m_h_x"/>
  <p:tag name="KSO_WM_UNIT_INDEX" val="1_4_1"/>
  <p:tag name="KSO_WM_DIAGRAM_MAX_ITEMCNT" val="6"/>
  <p:tag name="KSO_WM_DIAGRAM_MIN_ITEMCNT" val="2"/>
  <p:tag name="KSO_WM_DIAGRAM_VIRTUALLY_FRAME" val="{&quot;height&quot;:319.8999938964844,&quot;left&quot;:24.450027163047345,&quot;top&quot;:110.07500305175782,&quot;width&quot;:911.1500244140625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]}"/>
</p:tagLst>
</file>

<file path=ppt/tags/tag13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4_1"/>
  <p:tag name="KSO_WM_UNIT_ID" val="diagram20230939_5*m_h_a*1_4_1"/>
  <p:tag name="KSO_WM_TEMPLATE_CATEGORY" val="diagram"/>
  <p:tag name="KSO_WM_TEMPLATE_INDEX" val="20230939"/>
  <p:tag name="KSO_WM_UNIT_LAYERLEVEL" val="1_1_1"/>
  <p:tag name="KSO_WM_TAG_VERSION" val="3.0"/>
  <p:tag name="KSO_WM_BEAUTIFY_FLAG" val="#wm#"/>
  <p:tag name="KSO_WM_DIAGRAM_GROUP_CODE" val="m1-1"/>
  <p:tag name="KSO_WM_DIAGRAM_VERSION" val="3"/>
  <p:tag name="KSO_WM_DIAGRAM_COLOR_TRICK" val="4"/>
  <p:tag name="KSO_WM_DIAGRAM_COLOR_TEXT_CAN_REMOVE" val="n"/>
  <p:tag name="KSO_WM_UNIT_TEXT_FILL_TYPE" val="1"/>
  <p:tag name="KSO_WM_DIAGRAM_MAX_ITEMCNT" val="6"/>
  <p:tag name="KSO_WM_DIAGRAM_MIN_ITEMCNT" val="2"/>
  <p:tag name="KSO_WM_DIAGRAM_VIRTUALLY_FRAME" val="{&quot;height&quot;:319.8999938964844,&quot;left&quot;:24.450027163047345,&quot;top&quot;:110.07500305175782,&quot;width&quot;:911.1500244140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标题"/>
  <p:tag name="KSO_WM_UNIT_TEXT_TYPE" val="1"/>
  <p:tag name="KSO_WM_DIAGRAM_USE_COLOR_VALUE" val="{&quot;color_scheme&quot;:1,&quot;color_type&quot;:1,&quot;theme_color_indexes&quot;:[]}"/>
</p:tagLst>
</file>

<file path=ppt/tags/tag13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5_1"/>
  <p:tag name="KSO_WM_UNIT_ID" val="diagram20230939_5*m_h_a*1_5_1"/>
  <p:tag name="KSO_WM_TEMPLATE_CATEGORY" val="diagram"/>
  <p:tag name="KSO_WM_TEMPLATE_INDEX" val="20230939"/>
  <p:tag name="KSO_WM_UNIT_LAYERLEVEL" val="1_1_1"/>
  <p:tag name="KSO_WM_TAG_VERSION" val="3.0"/>
  <p:tag name="KSO_WM_BEAUTIFY_FLAG" val="#wm#"/>
  <p:tag name="KSO_WM_DIAGRAM_GROUP_CODE" val="m1-1"/>
  <p:tag name="KSO_WM_DIAGRAM_VERSION" val="3"/>
  <p:tag name="KSO_WM_DIAGRAM_COLOR_TRICK" val="4"/>
  <p:tag name="KSO_WM_DIAGRAM_COLOR_TEXT_CAN_REMOVE" val="n"/>
  <p:tag name="KSO_WM_UNIT_TEXT_FILL_TYPE" val="1"/>
  <p:tag name="KSO_WM_DIAGRAM_MAX_ITEMCNT" val="6"/>
  <p:tag name="KSO_WM_DIAGRAM_MIN_ITEMCNT" val="2"/>
  <p:tag name="KSO_WM_DIAGRAM_VIRTUALLY_FRAME" val="{&quot;height&quot;:319.8999938964844,&quot;left&quot;:24.450027163047345,&quot;top&quot;:110.07500305175782,&quot;width&quot;:911.1500244140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标题"/>
  <p:tag name="KSO_WM_UNIT_TEXT_TYPE" val="1"/>
  <p:tag name="KSO_WM_DIAGRAM_USE_COLOR_VALUE" val="{&quot;color_scheme&quot;:1,&quot;color_type&quot;:1,&quot;theme_color_indexes&quot;:[]}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5*m_h_x*1_5_1"/>
  <p:tag name="KSO_WM_TEMPLATE_CATEGORY" val="diagram"/>
  <p:tag name="KSO_WM_TEMPLATE_INDEX" val="2023093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UNIT_VALUE" val="65*65"/>
  <p:tag name="KSO_WM_UNIT_TYPE" val="m_h_x"/>
  <p:tag name="KSO_WM_UNIT_INDEX" val="1_5_1"/>
  <p:tag name="KSO_WM_DIAGRAM_MAX_ITEMCNT" val="6"/>
  <p:tag name="KSO_WM_DIAGRAM_MIN_ITEMCNT" val="2"/>
  <p:tag name="KSO_WM_DIAGRAM_VIRTUALLY_FRAME" val="{&quot;height&quot;:319.8999938964844,&quot;left&quot;:24.450027163047345,&quot;top&quot;:110.07500305175782,&quot;width&quot;:911.1500244140625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]}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5*m_h_x*1_6_1"/>
  <p:tag name="KSO_WM_TEMPLATE_CATEGORY" val="diagram"/>
  <p:tag name="KSO_WM_TEMPLATE_INDEX" val="2023093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UNIT_VALUE" val="57*84"/>
  <p:tag name="KSO_WM_UNIT_TYPE" val="m_h_x"/>
  <p:tag name="KSO_WM_UNIT_INDEX" val="1_6_1"/>
  <p:tag name="KSO_WM_DIAGRAM_MAX_ITEMCNT" val="6"/>
  <p:tag name="KSO_WM_DIAGRAM_MIN_ITEMCNT" val="2"/>
  <p:tag name="KSO_WM_DIAGRAM_VIRTUALLY_FRAME" val="{&quot;height&quot;:319.8999938964844,&quot;left&quot;:24.450027163047345,&quot;top&quot;:110.07500305175782,&quot;width&quot;:911.1500244140625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]}"/>
</p:tagLst>
</file>

<file path=ppt/tags/tag13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6_1"/>
  <p:tag name="KSO_WM_UNIT_ID" val="diagram20230939_5*m_h_a*1_6_1"/>
  <p:tag name="KSO_WM_TEMPLATE_CATEGORY" val="diagram"/>
  <p:tag name="KSO_WM_TEMPLATE_INDEX" val="20230939"/>
  <p:tag name="KSO_WM_UNIT_LAYERLEVEL" val="1_1_1"/>
  <p:tag name="KSO_WM_TAG_VERSION" val="3.0"/>
  <p:tag name="KSO_WM_BEAUTIFY_FLAG" val="#wm#"/>
  <p:tag name="KSO_WM_DIAGRAM_GROUP_CODE" val="m1-1"/>
  <p:tag name="KSO_WM_DIAGRAM_VERSION" val="3"/>
  <p:tag name="KSO_WM_DIAGRAM_COLOR_TRICK" val="4"/>
  <p:tag name="KSO_WM_DIAGRAM_COLOR_TEXT_CAN_REMOVE" val="n"/>
  <p:tag name="KSO_WM_UNIT_TEXT_FILL_TYPE" val="1"/>
  <p:tag name="KSO_WM_DIAGRAM_MAX_ITEMCNT" val="6"/>
  <p:tag name="KSO_WM_DIAGRAM_MIN_ITEMCNT" val="2"/>
  <p:tag name="KSO_WM_DIAGRAM_VIRTUALLY_FRAME" val="{&quot;height&quot;:319.8999938964844,&quot;left&quot;:24.450027163047345,&quot;top&quot;:110.07500305175782,&quot;width&quot;:911.1500244140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标题"/>
  <p:tag name="KSO_WM_UNIT_TEXT_TYPE" val="1"/>
  <p:tag name="KSO_WM_DIAGRAM_USE_COLOR_VALUE" val="{&quot;color_scheme&quot;:1,&quot;color_type&quot;:1,&quot;theme_color_indexes&quot;:[]}"/>
</p:tagLst>
</file>

<file path=ppt/tags/tag136.xml><?xml version="1.0" encoding="utf-8"?>
<p:tagLst xmlns:p="http://schemas.openxmlformats.org/presentationml/2006/main">
  <p:tag name="KSO_WM_SLIDE_ID" val="diagram20231731_5"/>
  <p:tag name="KSO_WM_TEMPLATE_SUBCATEGORY" val="0"/>
  <p:tag name="KSO_WM_TEMPLATE_MASTER_TYPE" val="0"/>
  <p:tag name="KSO_WM_TEMPLATE_COLOR_TYPE" val="0"/>
  <p:tag name="KSO_WM_SLIDE_ITEM_CNT" val="6"/>
  <p:tag name="KSO_WM_SLIDE_INDEX" val="5"/>
  <p:tag name="KSO_WM_TAG_VERSION" val="3.0"/>
  <p:tag name="KSO_WM_BEAUTIFY_FLAG" val="#wm#"/>
  <p:tag name="KSO_WM_TEMPLATE_CATEGORY" val="diagram"/>
  <p:tag name="KSO_WM_TEMPLATE_INDEX" val="20231731"/>
  <p:tag name="KSO_WM_SLIDE_TYPE" val="text"/>
  <p:tag name="KSO_WM_SLIDE_SUBTYPE" val="diag"/>
  <p:tag name="KSO_WM_SLIDE_SIZE" val="797.069*282.746"/>
  <p:tag name="KSO_WM_SLIDE_POSITION" val="81.4655*193.373"/>
  <p:tag name="KSO_WM_SLIDE_LAYOUT" val="a_l"/>
  <p:tag name="KSO_WM_SLIDE_LAYOUT_CNT" val="1_1"/>
  <p:tag name="KSO_WM_SPECIAL_SOURCE" val="bdnull"/>
  <p:tag name="KSO_WM_DIAGRAM_GROUP_CODE" val="l1-1"/>
  <p:tag name="KSO_WM_SLIDE_DIAGTYPE" val="l"/>
  <p:tag name="resource_record_key" val="{&quot;65&quot;:[20231731],&quot;70&quot;:[3312363]}"/>
</p:tagLst>
</file>

<file path=ppt/tags/tag137.xml><?xml version="1.0" encoding="utf-8"?>
<p:tagLst xmlns:p="http://schemas.openxmlformats.org/presentationml/2006/main">
  <p:tag name="KSO_WM_BEAUTIFY_FLAG" val="#wm#"/>
  <p:tag name="KSO_WM_TEMPLATE_CATEGORY" val="diagram"/>
  <p:tag name="KSO_WM_TEMPLATE_INDEX" val="20231731"/>
</p:tagLst>
</file>

<file path=ppt/tags/tag138.xml><?xml version="1.0" encoding="utf-8"?>
<p:tagLst xmlns:p="http://schemas.openxmlformats.org/presentationml/2006/main">
  <p:tag name="KSO_WM_BEAUTIFY_FLAG" val="#wm#"/>
  <p:tag name="KSO_WM_TEMPLATE_CATEGORY" val="diagram"/>
  <p:tag name="KSO_WM_TEMPLATE_INDEX" val="20231731"/>
</p:tagLst>
</file>

<file path=ppt/tags/tag139.xml><?xml version="1.0" encoding="utf-8"?>
<p:tagLst xmlns:p="http://schemas.openxmlformats.org/presentationml/2006/main">
  <p:tag name="KSO_WM_BEAUTIFY_FLAG" val="#wm#"/>
  <p:tag name="KSO_WM_TEMPLATE_CATEGORY" val="diagram"/>
  <p:tag name="KSO_WM_TEMPLATE_INDEX" val="20231731"/>
</p:tagLst>
</file>

<file path=ppt/tags/tag140.xml><?xml version="1.0" encoding="utf-8"?>
<p:tagLst xmlns:p="http://schemas.openxmlformats.org/presentationml/2006/main">
  <p:tag name="resource_record_key" val="{&quot;10&quot;:[19968879,20192695],&quot;65&quot;:[20231731],&quot;70&quot;:[3320069,3312363]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933</Words>
  <Application>WPS 演示</Application>
  <PresentationFormat>宽屏</PresentationFormat>
  <Paragraphs>130</Paragraphs>
  <Slides>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2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单击此处添加标题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袁衡</cp:lastModifiedBy>
  <cp:revision>155</cp:revision>
  <dcterms:created xsi:type="dcterms:W3CDTF">2019-06-19T02:08:00Z</dcterms:created>
  <dcterms:modified xsi:type="dcterms:W3CDTF">2025-01-23T14:56:26Z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2052-12.1.0.19770</vt:lpwstr>
  </property>
  <property fmtid="{D5CDD505-2E9C-101B-9397-08002B2CF9AE}" pid="3" name="ICV">
    <vt:lpwstr>F80883D3436E41CA87333B9A0937D1DB_11</vt:lpwstr>
  </property>
</Properties>
</file>