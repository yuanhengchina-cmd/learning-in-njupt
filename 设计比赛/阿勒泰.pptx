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660f37ad-6ff7-4f0d-be5b-e95bc0482e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798a1ada-eba9-49d0-8589-6738bfc1dc7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f62e3558-76a9-422e-8dc7-f97ad8b678dc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7dcab01e-431c-4683-8e32-34b9a40dd80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1a0e7e8f-a5fe-47b7-8346-2125dc54bf9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0ab30d50-a5e8-4abf-a155-19a39819848f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3a50a44c-8b9a-4972-8c9c-1bfdcbc640c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WPS_1607247793</cp:lastModifiedBy>
  <cp:revision>158</cp:revision>
  <dcterms:created xsi:type="dcterms:W3CDTF">2019-06-19T02:08:00Z</dcterms:created>
  <dcterms:modified xsi:type="dcterms:W3CDTF">2026-06-20T15:25:57Z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CE0A1827625246ABB0F496D6D871BA76_11</vt:lpwstr>
  </property>
</Properties>
</file>