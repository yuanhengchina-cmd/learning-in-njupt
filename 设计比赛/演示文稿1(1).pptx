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2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3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4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5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image" Target="../media/image6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3.xml"/><Relationship Id="rId3" Type="http://schemas.openxmlformats.org/officeDocument/2006/relationships/image" Target="../media/image7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图片 5" descr="e05a0d8f-7ec2-48e0-a579-39db041b65a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523dd223-16b9-4d84-b655-a04d4e790132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-635"/>
            <a:ext cx="12191365" cy="68586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内容占位符 5" descr="4934f3d0-c876-4ff1-a281-830d7a202b7f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635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415b7951-7a40-472b-9ea6-d687c0683418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02a99c50-26e8-4ca3-9673-4407cf0d86c5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-46990"/>
            <a:ext cx="12190730" cy="69049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7" name="内容占位符 6" descr="45b097f7-25bd-491d-b148-47febc80b36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2065" y="635"/>
            <a:ext cx="12179935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83569414-01fd-4540-a0f7-a16c5eca5eba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lenovo</dc:creator>
  <cp:lastModifiedBy>WPS_1607247793</cp:lastModifiedBy>
  <cp:revision>158</cp:revision>
  <dcterms:created xsi:type="dcterms:W3CDTF">2019-06-19T02:08:00Z</dcterms:created>
  <dcterms:modified xsi:type="dcterms:W3CDTF">2026-06-19T09:57:47Z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CE57B223D3624E1FBAFD38EEE23328D7_11</vt:lpwstr>
  </property>
</Properties>
</file>