
<file path=[Content_Types].xml><?xml version="1.0" encoding="utf-8"?>
<Types xmlns="http://schemas.openxmlformats.org/package/2006/content-types">
  <Default Extension="vml" ContentType="application/vnd.openxmlformats-officedocument.vmlDrawing"/>
  <Default Extension="xlsx" ContentType="application/vnd.openxmlformats-officedocument.spreadsheetml.sheet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3"/>
    <p:sldId id="295" r:id="rId4"/>
    <p:sldId id="296" r:id="rId5"/>
    <p:sldId id="297" r:id="rId6"/>
    <p:sldId id="298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70" r:id="rId20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1" r:id="rId31"/>
    <p:sldId id="282" r:id="rId32"/>
    <p:sldId id="283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84" r:id="rId42"/>
    <p:sldId id="285" r:id="rId43"/>
    <p:sldId id="286" r:id="rId44"/>
    <p:sldId id="280" r:id="rId45"/>
  </p:sldIdLst>
  <p:sldSz cx="12192000" cy="6858000"/>
  <p:notesSz cx="6858000" cy="9144000"/>
  <p:custDataLst>
    <p:tags r:id="rId4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0" userDrawn="1">
          <p15:clr>
            <a:srgbClr val="A4A3A4"/>
          </p15:clr>
        </p15:guide>
        <p15:guide id="2" pos="38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E5E8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30"/>
        <p:guide pos="387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9" Type="http://schemas.openxmlformats.org/officeDocument/2006/relationships/tags" Target="tags/tag95.xml"/><Relationship Id="rId48" Type="http://schemas.openxmlformats.org/officeDocument/2006/relationships/tableStyles" Target="tableStyles.xml"/><Relationship Id="rId47" Type="http://schemas.openxmlformats.org/officeDocument/2006/relationships/viewProps" Target="viewProps.xml"/><Relationship Id="rId46" Type="http://schemas.openxmlformats.org/officeDocument/2006/relationships/presProps" Target="presProps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4" Type="http://schemas.microsoft.com/office/2011/relationships/chartColorStyle" Target="colors1.xml"/><Relationship Id="rId3" Type="http://schemas.microsoft.com/office/2011/relationships/chartStyle" Target="style1.xml"/><Relationship Id="rId2" Type="http://schemas.openxmlformats.org/officeDocument/2006/relationships/themeOverride" Target="../theme/themeOverrid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4" Type="http://schemas.microsoft.com/office/2011/relationships/chartColorStyle" Target="colors2.xml"/><Relationship Id="rId3" Type="http://schemas.microsoft.com/office/2011/relationships/chartStyle" Target="style2.xml"/><Relationship Id="rId2" Type="http://schemas.openxmlformats.org/officeDocument/2006/relationships/themeOverride" Target="../theme/themeOverride2.xml"/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4" Type="http://schemas.microsoft.com/office/2011/relationships/chartColorStyle" Target="colors3.xml"/><Relationship Id="rId3" Type="http://schemas.microsoft.com/office/2011/relationships/chartStyle" Target="style3.xml"/><Relationship Id="rId2" Type="http://schemas.openxmlformats.org/officeDocument/2006/relationships/themeOverride" Target="../theme/themeOverride3.xml"/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1" forceAA="0"/>
          <a:lstStyle/>
          <a:p>
            <a:pPr defTabSz="914400">
              <a:defRPr lang="zh-CN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pPr>
            <a:r>
              <a:rPr lang="en-US" altLang="zh-CN" b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Recommendation(Gender Specific)</a:t>
            </a:r>
            <a:endParaRPr lang="en-US" altLang="zh-CN" b="1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ln>
              <a:noFill/>
            </a:ln>
          </c:spPr>
          <c:explosion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</c:dPt>
          <c:dLbls>
            <c:dLbl>
              <c:idx val="0"/>
              <c:layout>
                <c:manualLayout>
                  <c:x val="-0.158368867651835"/>
                  <c:y val="-0.0104491690160951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 forceAA="0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Times New Roman" panose="02020603050405020304" pitchFamily="18" charset="0"/>
                      </a:defRPr>
                    </a:pPr>
                    <a:r>
                      <a:rPr lang="en-US" altLang="zh-CN" sz="12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Times New Roman" panose="02020603050405020304" pitchFamily="18" charset="0"/>
                      </a:rPr>
                      <a:t>81%</a:t>
                    </a:r>
                    <a:endParaRPr lang="en-US" altLang="zh-CN" sz="12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  <a:sym typeface="Times New Roman" panose="02020603050405020304" pitchFamily="18" charset="0"/>
                    </a:endParaRPr>
                  </a:p>
                </c:rich>
              </c:tx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124795812802946"/>
                  <c:y val="-0.11008365433536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 forceAA="0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Times New Roman" panose="02020603050405020304" pitchFamily="18" charset="0"/>
                      </a:defRPr>
                    </a:pPr>
                    <a:r>
                      <a:rPr sz="12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Times New Roman" panose="02020603050405020304" pitchFamily="18" charset="0"/>
                      </a:rPr>
                      <a:t>3</a:t>
                    </a:r>
                    <a:r>
                      <a:rPr lang="en-US" altLang="zh-CN" sz="12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Times New Roman" panose="02020603050405020304" pitchFamily="18" charset="0"/>
                      </a:rPr>
                      <a:t>2%</a:t>
                    </a:r>
                    <a:endParaRPr lang="en-US" altLang="zh-CN" sz="12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  <a:sym typeface="Times New Roman" panose="02020603050405020304" pitchFamily="18" charset="0"/>
                    </a:endParaRPr>
                  </a:p>
                </c:rich>
              </c:tx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103103761179995"/>
                  <c:y val="0.146785616840303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 forceAA="0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Times New Roman" panose="02020603050405020304" pitchFamily="18" charset="0"/>
                      </a:defRPr>
                    </a:pPr>
                    <a:r>
                      <a:rPr sz="12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Times New Roman" panose="02020603050405020304" pitchFamily="18" charset="0"/>
                      </a:rPr>
                      <a:t>1</a:t>
                    </a:r>
                    <a:r>
                      <a:rPr lang="en-US" altLang="zh-CN" sz="12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Times New Roman" panose="02020603050405020304" pitchFamily="18" charset="0"/>
                      </a:rPr>
                      <a:t>4%</a:t>
                    </a:r>
                    <a:endParaRPr lang="en-US" altLang="zh-CN" sz="12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  <a:sym typeface="Times New Roman" panose="02020603050405020304" pitchFamily="18" charset="0"/>
                    </a:endParaRPr>
                  </a:p>
                </c:rich>
              </c:tx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.0327535998434886"/>
                  <c:y val="0.188039588023114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 forceAA="0"/>
                  <a:lstStyle/>
                  <a:p>
                    <a:pPr defTabSz="914400">
                      <a:defRPr lang="zh-CN" sz="1200" b="1" i="0" u="none" strike="noStrike" kern="1200" baseline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Times New Roman" panose="02020603050405020304" pitchFamily="18" charset="0"/>
                      </a:defRPr>
                    </a:pPr>
                    <a:r>
                      <a:rPr lang="en-US" altLang="zh-CN" sz="12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Times New Roman" panose="02020603050405020304" pitchFamily="18" charset="0"/>
                      </a:rPr>
                      <a:t>16%</a:t>
                    </a:r>
                    <a:endParaRPr lang="en-US" altLang="zh-CN" sz="12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  <a:sym typeface="Times New Roman" panose="02020603050405020304" pitchFamily="18" charset="0"/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 forceAA="0"/>
                <a:lstStyle/>
                <a:p>
                  <a:pPr>
                    <a:defRPr lang="zh-CN" sz="1200" b="1" i="0" u="none" strike="noStrike" kern="1200" baseline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  <a:sym typeface="Times New Roman" panose="02020603050405020304" pitchFamily="18" charset="0"/>
                    </a:defRPr>
                  </a:pPr>
                </a:p>
              </c:txPr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/>
              <a:lstStyle/>
              <a:p>
                <a:pPr>
                  <a:defRPr lang="zh-CN" sz="900" b="1" i="0" u="none" strike="noStrike" kern="1200" baseline="0">
                    <a:solidFill>
                      <a:schemeClr val="bg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  <a:sym typeface="Times New Roman" panose="02020603050405020304" pitchFamily="18" charset="0"/>
                  </a:defRPr>
                </a:pPr>
              </a:p>
            </c:txPr>
            <c:dLblPos val="inEnd"/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8.2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b969fc06-7677-4328-a772-750f166b25c6}"/>
      </c:ext>
    </c:extLst>
  </c:chart>
  <c:spPr>
    <a:solidFill>
      <a:schemeClr val="bg1"/>
    </a:solidFill>
    <a:ln w="6350" cap="flat" cmpd="sng" algn="ctr">
      <a:solidFill>
        <a:sysClr val="window" lastClr="FFFFFF">
          <a:alpha val="25000"/>
        </a:sysClr>
      </a:solidFill>
      <a:round/>
    </a:ln>
    <a:effectLst/>
  </c:spPr>
  <c:txPr>
    <a:bodyPr/>
    <a:lstStyle/>
    <a:p>
      <a:pPr>
        <a:defRPr lang="zh-CN" b="1"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1" forceAA="0"/>
          <a:lstStyle/>
          <a:p>
            <a:pPr defTabSz="914400">
              <a:defRPr lang="zh-CN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pPr>
            <a:r>
              <a:rPr lang="en-US" altLang="zh-CN" b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Recommendation(Gender Specific)</a:t>
            </a:r>
            <a:endParaRPr lang="en-US" altLang="zh-CN" b="1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ln>
              <a:noFill/>
            </a:ln>
          </c:spPr>
          <c:explosion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</c:dPt>
          <c:dLbls>
            <c:dLbl>
              <c:idx val="0"/>
              <c:layout>
                <c:manualLayout>
                  <c:x val="-0.158368867651835"/>
                  <c:y val="-0.0104491690160951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 forceAA="0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Times New Roman" panose="02020603050405020304" pitchFamily="18" charset="0"/>
                      </a:defRPr>
                    </a:pPr>
                    <a:r>
                      <a:rPr lang="en-US" altLang="zh-CN" sz="12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Times New Roman" panose="02020603050405020304" pitchFamily="18" charset="0"/>
                      </a:rPr>
                      <a:t>81%</a:t>
                    </a:r>
                    <a:endParaRPr lang="en-US" altLang="zh-CN" sz="12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  <a:sym typeface="Times New Roman" panose="02020603050405020304" pitchFamily="18" charset="0"/>
                    </a:endParaRPr>
                  </a:p>
                </c:rich>
              </c:tx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124795812802946"/>
                  <c:y val="-0.11008365433536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 forceAA="0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Times New Roman" panose="02020603050405020304" pitchFamily="18" charset="0"/>
                      </a:defRPr>
                    </a:pPr>
                    <a:r>
                      <a:rPr sz="12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Times New Roman" panose="02020603050405020304" pitchFamily="18" charset="0"/>
                      </a:rPr>
                      <a:t>3</a:t>
                    </a:r>
                    <a:r>
                      <a:rPr lang="en-US" altLang="zh-CN" sz="12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Times New Roman" panose="02020603050405020304" pitchFamily="18" charset="0"/>
                      </a:rPr>
                      <a:t>2%</a:t>
                    </a:r>
                    <a:endParaRPr lang="en-US" altLang="zh-CN" sz="12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  <a:sym typeface="Times New Roman" panose="02020603050405020304" pitchFamily="18" charset="0"/>
                    </a:endParaRPr>
                  </a:p>
                </c:rich>
              </c:tx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103103761179995"/>
                  <c:y val="0.146785616840303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 forceAA="0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Times New Roman" panose="02020603050405020304" pitchFamily="18" charset="0"/>
                      </a:defRPr>
                    </a:pPr>
                    <a:r>
                      <a:rPr sz="12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Times New Roman" panose="02020603050405020304" pitchFamily="18" charset="0"/>
                      </a:rPr>
                      <a:t>1</a:t>
                    </a:r>
                    <a:r>
                      <a:rPr lang="en-US" altLang="zh-CN" sz="12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Times New Roman" panose="02020603050405020304" pitchFamily="18" charset="0"/>
                      </a:rPr>
                      <a:t>4%</a:t>
                    </a:r>
                    <a:endParaRPr lang="en-US" altLang="zh-CN" sz="12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  <a:sym typeface="Times New Roman" panose="02020603050405020304" pitchFamily="18" charset="0"/>
                    </a:endParaRPr>
                  </a:p>
                </c:rich>
              </c:tx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.0327535998434886"/>
                  <c:y val="0.188039588023114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 forceAA="0"/>
                  <a:lstStyle/>
                  <a:p>
                    <a:pPr defTabSz="914400">
                      <a:defRPr lang="zh-CN" sz="1200" b="1" i="0" u="none" strike="noStrike" kern="1200" baseline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Times New Roman" panose="02020603050405020304" pitchFamily="18" charset="0"/>
                      </a:defRPr>
                    </a:pPr>
                    <a:r>
                      <a:rPr lang="en-US" altLang="zh-CN" sz="12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Times New Roman" panose="02020603050405020304" pitchFamily="18" charset="0"/>
                      </a:rPr>
                      <a:t>16%</a:t>
                    </a:r>
                    <a:endParaRPr lang="en-US" altLang="zh-CN" sz="12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  <a:sym typeface="Times New Roman" panose="02020603050405020304" pitchFamily="18" charset="0"/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 forceAA="0"/>
                <a:lstStyle/>
                <a:p>
                  <a:pPr>
                    <a:defRPr lang="zh-CN" sz="1200" b="1" i="0" u="none" strike="noStrike" kern="1200" baseline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  <a:sym typeface="Times New Roman" panose="02020603050405020304" pitchFamily="18" charset="0"/>
                    </a:defRPr>
                  </a:pPr>
                </a:p>
              </c:txPr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/>
              <a:lstStyle/>
              <a:p>
                <a:pPr>
                  <a:defRPr lang="zh-CN" sz="900" b="1" i="0" u="none" strike="noStrike" kern="1200" baseline="0">
                    <a:solidFill>
                      <a:schemeClr val="bg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  <a:sym typeface="Times New Roman" panose="02020603050405020304" pitchFamily="18" charset="0"/>
                  </a:defRPr>
                </a:pPr>
              </a:p>
            </c:txPr>
            <c:dLblPos val="inEnd"/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8.2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4f4c9f6d-1aab-48d8-aa56-acba93add383}"/>
      </c:ext>
    </c:extLst>
  </c:chart>
  <c:spPr>
    <a:solidFill>
      <a:schemeClr val="bg1"/>
    </a:solidFill>
    <a:ln w="6350" cap="flat" cmpd="sng" algn="ctr">
      <a:solidFill>
        <a:sysClr val="window" lastClr="FFFFFF">
          <a:alpha val="25000"/>
        </a:sysClr>
      </a:solidFill>
      <a:round/>
    </a:ln>
    <a:effectLst/>
  </c:spPr>
  <c:txPr>
    <a:bodyPr/>
    <a:lstStyle/>
    <a:p>
      <a:pPr>
        <a:defRPr lang="zh-CN" b="1"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1" forceAA="0"/>
          <a:lstStyle/>
          <a:p>
            <a:pPr defTabSz="914400">
              <a:defRPr lang="zh-CN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pPr>
            <a:r>
              <a:rPr lang="en-US" altLang="zh-CN" b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Recommendation(Gender Specific)</a:t>
            </a:r>
            <a:endParaRPr lang="en-US" altLang="zh-CN" b="1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ln>
              <a:noFill/>
            </a:ln>
          </c:spPr>
          <c:explosion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</c:dPt>
          <c:dLbls>
            <c:dLbl>
              <c:idx val="0"/>
              <c:layout>
                <c:manualLayout>
                  <c:x val="-0.158368867651835"/>
                  <c:y val="-0.0104491690160951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 forceAA="0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Times New Roman" panose="02020603050405020304" pitchFamily="18" charset="0"/>
                      </a:defRPr>
                    </a:pPr>
                    <a:r>
                      <a:rPr lang="en-US" altLang="zh-CN" sz="12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Times New Roman" panose="02020603050405020304" pitchFamily="18" charset="0"/>
                      </a:rPr>
                      <a:t>81%</a:t>
                    </a:r>
                    <a:endParaRPr lang="en-US" altLang="zh-CN" sz="12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  <a:sym typeface="Times New Roman" panose="02020603050405020304" pitchFamily="18" charset="0"/>
                    </a:endParaRPr>
                  </a:p>
                </c:rich>
              </c:tx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124795812802946"/>
                  <c:y val="-0.11008365433536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 forceAA="0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Times New Roman" panose="02020603050405020304" pitchFamily="18" charset="0"/>
                      </a:defRPr>
                    </a:pPr>
                    <a:r>
                      <a:rPr sz="12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Times New Roman" panose="02020603050405020304" pitchFamily="18" charset="0"/>
                      </a:rPr>
                      <a:t>3</a:t>
                    </a:r>
                    <a:r>
                      <a:rPr lang="en-US" altLang="zh-CN" sz="12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Times New Roman" panose="02020603050405020304" pitchFamily="18" charset="0"/>
                      </a:rPr>
                      <a:t>2%</a:t>
                    </a:r>
                    <a:endParaRPr lang="en-US" altLang="zh-CN" sz="12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  <a:sym typeface="Times New Roman" panose="02020603050405020304" pitchFamily="18" charset="0"/>
                    </a:endParaRPr>
                  </a:p>
                </c:rich>
              </c:tx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103103761179995"/>
                  <c:y val="0.146785616840303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 forceAA="0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Times New Roman" panose="02020603050405020304" pitchFamily="18" charset="0"/>
                      </a:defRPr>
                    </a:pPr>
                    <a:r>
                      <a:rPr sz="12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Times New Roman" panose="02020603050405020304" pitchFamily="18" charset="0"/>
                      </a:rPr>
                      <a:t>1</a:t>
                    </a:r>
                    <a:r>
                      <a:rPr lang="en-US" altLang="zh-CN" sz="12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Times New Roman" panose="02020603050405020304" pitchFamily="18" charset="0"/>
                      </a:rPr>
                      <a:t>4%</a:t>
                    </a:r>
                    <a:endParaRPr lang="en-US" altLang="zh-CN" sz="12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  <a:sym typeface="Times New Roman" panose="02020603050405020304" pitchFamily="18" charset="0"/>
                    </a:endParaRPr>
                  </a:p>
                </c:rich>
              </c:tx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.0327535998434886"/>
                  <c:y val="0.188039588023114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 forceAA="0"/>
                  <a:lstStyle/>
                  <a:p>
                    <a:pPr defTabSz="914400">
                      <a:defRPr lang="zh-CN" sz="1200" b="1" i="0" u="none" strike="noStrike" kern="1200" baseline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Times New Roman" panose="02020603050405020304" pitchFamily="18" charset="0"/>
                      </a:defRPr>
                    </a:pPr>
                    <a:r>
                      <a:rPr lang="en-US" altLang="zh-CN" sz="12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Times New Roman" panose="02020603050405020304" pitchFamily="18" charset="0"/>
                      </a:rPr>
                      <a:t>16%</a:t>
                    </a:r>
                    <a:endParaRPr lang="en-US" altLang="zh-CN" sz="12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  <a:sym typeface="Times New Roman" panose="02020603050405020304" pitchFamily="18" charset="0"/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 forceAA="0"/>
                <a:lstStyle/>
                <a:p>
                  <a:pPr>
                    <a:defRPr lang="zh-CN" sz="1200" b="1" i="0" u="none" strike="noStrike" kern="1200" baseline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  <a:sym typeface="Times New Roman" panose="02020603050405020304" pitchFamily="18" charset="0"/>
                    </a:defRPr>
                  </a:pPr>
                </a:p>
              </c:txPr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/>
              <a:lstStyle/>
              <a:p>
                <a:pPr>
                  <a:defRPr lang="zh-CN" sz="900" b="1" i="0" u="none" strike="noStrike" kern="1200" baseline="0">
                    <a:solidFill>
                      <a:schemeClr val="bg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  <a:sym typeface="Times New Roman" panose="02020603050405020304" pitchFamily="18" charset="0"/>
                  </a:defRPr>
                </a:pPr>
              </a:p>
            </c:txPr>
            <c:dLblPos val="inEnd"/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8.2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4f4c9f6d-1aab-48d8-aa56-acba93add383}"/>
      </c:ext>
    </c:extLst>
  </c:chart>
  <c:spPr>
    <a:solidFill>
      <a:schemeClr val="bg1"/>
    </a:solidFill>
    <a:ln w="6350" cap="flat" cmpd="sng" algn="ctr">
      <a:solidFill>
        <a:sysClr val="window" lastClr="FFFFFF">
          <a:alpha val="25000"/>
        </a:sysClr>
      </a:solidFill>
      <a:round/>
    </a:ln>
    <a:effectLst/>
  </c:spPr>
  <c:txPr>
    <a:bodyPr/>
    <a:lstStyle/>
    <a:p>
      <a:pPr>
        <a:defRPr lang="zh-CN" b="1"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Peoples</c:v>
                </c:pt>
              </c:strCache>
            </c:strRef>
          </c:tx>
          <c:explosion val="0"/>
          <c:dPt>
            <c:idx val="0"/>
            <c:bubble3D val="0"/>
            <c:spPr>
              <a:solidFill>
                <a:schemeClr val="accent1">
                  <a:lumMod val="75000"/>
                </a:schemeClr>
              </a:solidFill>
              <a:ln>
                <a:noFill/>
              </a:ln>
            </c:spPr>
          </c:dPt>
          <c:dPt>
            <c:idx val="1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c:spPr>
          </c:dPt>
          <c:dPt>
            <c:idx val="2"/>
            <c:bubble3D val="0"/>
            <c:spPr>
              <a:solidFill>
                <a:schemeClr val="accent1"/>
              </a:solidFill>
              <a:ln>
                <a:noFill/>
              </a:ln>
            </c:spPr>
          </c:dPt>
          <c:dLbls>
            <c:delete val="1"/>
          </c:dLbls>
          <c:cat>
            <c:strRef>
              <c:f>Sheet1!$A$2:$A$5</c:f>
              <c:strCache>
                <c:ptCount val="3"/>
                <c:pt idx="0">
                  <c:v>Video</c:v>
                </c:pt>
                <c:pt idx="1">
                  <c:v>Audio</c:v>
                </c:pt>
                <c:pt idx="2">
                  <c:v>Creative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3"/>
                <c:pt idx="0">
                  <c:v>17</c:v>
                </c:pt>
                <c:pt idx="1">
                  <c:v>12</c:v>
                </c:pt>
                <c:pt idx="2">
                  <c:v>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</c:plotArea>
    <c:plotVisOnly val="1"/>
    <c:dispBlanksAs val="gap"/>
    <c:showDLblsOverMax val="0"/>
    <c:extLst>
      <c:ext uri="{0b15fc19-7d7d-44ad-8c2d-2c3a37ce22c3}">
        <chartProps xmlns="https://web.wps.cn/et/2018/main" chartId="{a4dfa325-355f-40f8-aaba-a17b442fb15e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Peoples</c:v>
                </c:pt>
              </c:strCache>
            </c:strRef>
          </c:tx>
          <c:spPr>
            <a:ln>
              <a:noFill/>
            </a:ln>
          </c:spPr>
          <c:explosion val="0"/>
          <c:dPt>
            <c:idx val="0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c:spPr>
          </c:dPt>
          <c:dPt>
            <c:idx val="1"/>
            <c:bubble3D val="0"/>
            <c:spPr>
              <a:solidFill>
                <a:schemeClr val="accent4"/>
              </a:solidFill>
              <a:ln>
                <a:noFill/>
              </a:ln>
            </c:spPr>
          </c:dPt>
          <c:dPt>
            <c:idx val="2"/>
            <c:bubble3D val="0"/>
            <c:spPr>
              <a:solidFill>
                <a:schemeClr val="accent4">
                  <a:lumMod val="75000"/>
                </a:schemeClr>
              </a:solidFill>
              <a:ln>
                <a:noFill/>
              </a:ln>
            </c:spPr>
          </c:dPt>
          <c:dLbls>
            <c:delete val="1"/>
          </c:dLbls>
          <c:cat>
            <c:strRef>
              <c:f>Sheet1!$A$2:$A$4</c:f>
              <c:strCache>
                <c:ptCount val="3"/>
                <c:pt idx="0">
                  <c:v>Promotion</c:v>
                </c:pt>
                <c:pt idx="1">
                  <c:v>Event</c:v>
                </c:pt>
                <c:pt idx="2">
                  <c:v>Marketing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7</c:v>
                </c:pt>
                <c:pt idx="2">
                  <c:v>5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90"/>
        <c:holeSize val="78"/>
      </c:doughnutChart>
    </c:plotArea>
    <c:plotVisOnly val="1"/>
    <c:dispBlanksAs val="gap"/>
    <c:showDLblsOverMax val="0"/>
    <c:extLst>
      <c:ext uri="{0b15fc19-7d7d-44ad-8c2d-2c3a37ce22c3}">
        <chartProps xmlns="https://web.wps.cn/et/2018/main" chartId="{02655bcb-d22b-446c-87a5-0abdae612834}"/>
      </c:ext>
    </c:extLst>
  </c:chart>
  <c:spPr>
    <a:noFill/>
    <a:ln>
      <a:noFill/>
    </a:ln>
  </c:spPr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Column2</c:v>
                </c:pt>
              </c:strCache>
            </c:strRef>
          </c:tx>
          <c:explosion val="0"/>
          <c:dPt>
            <c:idx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</c:spPr>
          </c:dPt>
          <c:dPt>
            <c:idx val="1"/>
            <c:bubble3D val="0"/>
            <c:spPr>
              <a:solidFill>
                <a:schemeClr val="accent3"/>
              </a:solidFill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Analysis</c:v>
                </c:pt>
                <c:pt idx="1">
                  <c:v>Optimizers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</c:v>
                </c:pt>
                <c:pt idx="1">
                  <c:v>10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</c:plotArea>
    <c:plotVisOnly val="1"/>
    <c:dispBlanksAs val="gap"/>
    <c:showDLblsOverMax val="0"/>
    <c:extLst>
      <c:ext uri="{0b15fc19-7d7d-44ad-8c2d-2c3a37ce22c3}">
        <chartProps xmlns="https://web.wps.cn/et/2018/main" chartId="{2a173c4c-48ab-45a2-8314-70db9f5ca356}"/>
      </c:ext>
    </c:extLst>
  </c:chart>
  <c:spPr>
    <a:ln>
      <a:noFill/>
    </a:ln>
  </c:spPr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Peoples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</c:spPr>
          <c:explosion val="0"/>
          <c:dPt>
            <c:idx val="0"/>
            <c:bubble3D val="0"/>
            <c:spPr>
              <a:solidFill>
                <a:schemeClr val="accent2"/>
              </a:solidFill>
              <a:ln>
                <a:noFill/>
              </a:ln>
            </c:spPr>
          </c:dPt>
          <c:dPt>
            <c:idx val="1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Coders</c:v>
                </c:pt>
                <c:pt idx="1">
                  <c:v>Designer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</c:v>
                </c:pt>
                <c:pt idx="1">
                  <c:v>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</c:plotArea>
    <c:plotVisOnly val="1"/>
    <c:dispBlanksAs val="gap"/>
    <c:showDLblsOverMax val="0"/>
    <c:extLst>
      <c:ext uri="{0b15fc19-7d7d-44ad-8c2d-2c3a37ce22c3}">
        <chartProps xmlns="https://web.wps.cn/et/2018/main" chartId="{8bfb6ea1-f2b3-4e02-8624-178ff2670a9e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8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1008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1008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4" Type="http://schemas.openxmlformats.org/officeDocument/2006/relationships/image" Target="../media/image22.wmf"/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C33DA8-0B69-49B1-903C-807367A02778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</a:fld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C33DA8-0B69-49B1-903C-807367A02778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</a:fld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C33DA8-0B69-49B1-903C-807367A02778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</a:fld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C33DA8-0B69-49B1-903C-807367A02778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</a:fld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C33DA8-0B69-49B1-903C-807367A02778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</a:fld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C33DA8-0B69-49B1-903C-807367A02778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</a:fld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C33DA8-0B69-49B1-903C-807367A02778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</a:fld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C33DA8-0B69-49B1-903C-807367A02778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</a:fld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C33DA8-0B69-49B1-903C-807367A02778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</a:fld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C33DA8-0B69-49B1-903C-807367A02778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</a:fld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C33DA8-0B69-49B1-903C-807367A02778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</a:fld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C33DA8-0B69-49B1-903C-807367A02778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</a:fld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C33DA8-0B69-49B1-903C-807367A02778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</a:fld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C33DA8-0B69-49B1-903C-807367A02778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</a:fld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C33DA8-0B69-49B1-903C-807367A02778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</a:fld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C33DA8-0B69-49B1-903C-807367A02778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</a:fld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C33DA8-0B69-49B1-903C-807367A02778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</a:fld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C33DA8-0B69-49B1-903C-807367A02778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</a:fld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C33DA8-0B69-49B1-903C-807367A02778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</a:fld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C33DA8-0B69-49B1-903C-807367A02778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</a:fld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C33DA8-0B69-49B1-903C-807367A02778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</a:fld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C33DA8-0B69-49B1-903C-807367A02778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</a:fld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C33DA8-0B69-49B1-903C-807367A02778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</a:fld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C33DA8-0B69-49B1-903C-807367A02778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</a:fld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C33DA8-0B69-49B1-903C-807367A02778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</a:fld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v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 Page 5 Min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5" Type="http://schemas.openxmlformats.org/officeDocument/2006/relationships/theme" Target="../theme/theme1.xml"/><Relationship Id="rId24" Type="http://schemas.openxmlformats.org/officeDocument/2006/relationships/tags" Target="../tags/tag62.xml"/><Relationship Id="rId23" Type="http://schemas.openxmlformats.org/officeDocument/2006/relationships/tags" Target="../tags/tag61.xml"/><Relationship Id="rId22" Type="http://schemas.openxmlformats.org/officeDocument/2006/relationships/tags" Target="../tags/tag60.xml"/><Relationship Id="rId21" Type="http://schemas.openxmlformats.org/officeDocument/2006/relationships/tags" Target="../tags/tag59.xml"/><Relationship Id="rId20" Type="http://schemas.openxmlformats.org/officeDocument/2006/relationships/tags" Target="../tags/tag58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57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image" Target="../media/image7.svg"/><Relationship Id="rId7" Type="http://schemas.openxmlformats.org/officeDocument/2006/relationships/image" Target="../media/image6.png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2" Type="http://schemas.openxmlformats.org/officeDocument/2006/relationships/slideLayout" Target="../slideLayouts/slideLayout6.xml"/><Relationship Id="rId11" Type="http://schemas.openxmlformats.org/officeDocument/2006/relationships/tags" Target="../tags/tag67.xml"/><Relationship Id="rId10" Type="http://schemas.openxmlformats.org/officeDocument/2006/relationships/image" Target="../media/image9.svg"/><Relationship Id="rId1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image" Target="../media/image13.svg"/><Relationship Id="rId7" Type="http://schemas.openxmlformats.org/officeDocument/2006/relationships/image" Target="../media/image6.png"/><Relationship Id="rId6" Type="http://schemas.openxmlformats.org/officeDocument/2006/relationships/image" Target="../media/image12.svg"/><Relationship Id="rId5" Type="http://schemas.openxmlformats.org/officeDocument/2006/relationships/image" Target="../media/image4.png"/><Relationship Id="rId4" Type="http://schemas.openxmlformats.org/officeDocument/2006/relationships/image" Target="../media/image11.svg"/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2" Type="http://schemas.openxmlformats.org/officeDocument/2006/relationships/slideLayout" Target="../slideLayouts/slideLayout6.xml"/><Relationship Id="rId11" Type="http://schemas.openxmlformats.org/officeDocument/2006/relationships/tags" Target="../tags/tag68.xml"/><Relationship Id="rId10" Type="http://schemas.openxmlformats.org/officeDocument/2006/relationships/image" Target="../media/image14.svg"/><Relationship Id="rId1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image" Target="../media/image17.svg"/><Relationship Id="rId7" Type="http://schemas.openxmlformats.org/officeDocument/2006/relationships/image" Target="../media/image6.png"/><Relationship Id="rId6" Type="http://schemas.openxmlformats.org/officeDocument/2006/relationships/image" Target="../media/image16.svg"/><Relationship Id="rId5" Type="http://schemas.openxmlformats.org/officeDocument/2006/relationships/image" Target="../media/image4.png"/><Relationship Id="rId4" Type="http://schemas.openxmlformats.org/officeDocument/2006/relationships/image" Target="../media/image15.svg"/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2" Type="http://schemas.openxmlformats.org/officeDocument/2006/relationships/slideLayout" Target="../slideLayouts/slideLayout6.xml"/><Relationship Id="rId11" Type="http://schemas.openxmlformats.org/officeDocument/2006/relationships/tags" Target="../tags/tag69.xml"/><Relationship Id="rId10" Type="http://schemas.openxmlformats.org/officeDocument/2006/relationships/image" Target="../media/image18.svg"/><Relationship Id="rId1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2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21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0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9.wmf"/><Relationship Id="rId10" Type="http://schemas.openxmlformats.org/officeDocument/2006/relationships/vmlDrawing" Target="../drawings/vmlDrawing1.vml"/><Relationship Id="rId1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0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79.xml"/><Relationship Id="rId8" Type="http://schemas.openxmlformats.org/officeDocument/2006/relationships/tags" Target="../tags/tag78.xml"/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5" Type="http://schemas.openxmlformats.org/officeDocument/2006/relationships/slideLayout" Target="../slideLayouts/slideLayout2.xml"/><Relationship Id="rId24" Type="http://schemas.openxmlformats.org/officeDocument/2006/relationships/tags" Target="../tags/tag94.xml"/><Relationship Id="rId23" Type="http://schemas.openxmlformats.org/officeDocument/2006/relationships/tags" Target="../tags/tag93.xml"/><Relationship Id="rId22" Type="http://schemas.openxmlformats.org/officeDocument/2006/relationships/tags" Target="../tags/tag92.xml"/><Relationship Id="rId21" Type="http://schemas.openxmlformats.org/officeDocument/2006/relationships/tags" Target="../tags/tag91.xml"/><Relationship Id="rId20" Type="http://schemas.openxmlformats.org/officeDocument/2006/relationships/tags" Target="../tags/tag90.xml"/><Relationship Id="rId2" Type="http://schemas.openxmlformats.org/officeDocument/2006/relationships/tags" Target="../tags/tag72.xml"/><Relationship Id="rId19" Type="http://schemas.openxmlformats.org/officeDocument/2006/relationships/tags" Target="../tags/tag89.xml"/><Relationship Id="rId18" Type="http://schemas.openxmlformats.org/officeDocument/2006/relationships/tags" Target="../tags/tag88.xml"/><Relationship Id="rId17" Type="http://schemas.openxmlformats.org/officeDocument/2006/relationships/tags" Target="../tags/tag87.xml"/><Relationship Id="rId16" Type="http://schemas.openxmlformats.org/officeDocument/2006/relationships/tags" Target="../tags/tag86.xml"/><Relationship Id="rId15" Type="http://schemas.openxmlformats.org/officeDocument/2006/relationships/tags" Target="../tags/tag85.xml"/><Relationship Id="rId14" Type="http://schemas.openxmlformats.org/officeDocument/2006/relationships/tags" Target="../tags/tag84.xml"/><Relationship Id="rId13" Type="http://schemas.openxmlformats.org/officeDocument/2006/relationships/tags" Target="../tags/tag83.xml"/><Relationship Id="rId12" Type="http://schemas.openxmlformats.org/officeDocument/2006/relationships/tags" Target="../tags/tag82.xml"/><Relationship Id="rId11" Type="http://schemas.openxmlformats.org/officeDocument/2006/relationships/tags" Target="../tags/tag81.xml"/><Relationship Id="rId10" Type="http://schemas.openxmlformats.org/officeDocument/2006/relationships/tags" Target="../tags/tag80.xml"/><Relationship Id="rId1" Type="http://schemas.openxmlformats.org/officeDocument/2006/relationships/tags" Target="../tags/tag7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5.xml"/><Relationship Id="rId4" Type="http://schemas.openxmlformats.org/officeDocument/2006/relationships/chart" Target="../charts/chart7.xml"/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chart" Target="../charts/char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美赛流程图参考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流程图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设计思路图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形式化表达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创作者：袁衡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3" name="矩形 2"/>
          <p:cNvSpPr/>
          <p:nvPr/>
        </p:nvSpPr>
        <p:spPr>
          <a:xfrm>
            <a:off x="890905" y="695960"/>
            <a:ext cx="3886835" cy="442595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8305800" y="1313815"/>
            <a:ext cx="1711960" cy="87503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890905" y="6453505"/>
            <a:ext cx="4456430" cy="404495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890905" y="3688080"/>
            <a:ext cx="1798955" cy="207772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929890" y="3687445"/>
            <a:ext cx="1847215" cy="207835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90905" y="2747010"/>
            <a:ext cx="3886835" cy="76771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91540" y="2083435"/>
            <a:ext cx="3886835" cy="42354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90905" y="5843270"/>
            <a:ext cx="11198860" cy="423545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5347335" y="695960"/>
            <a:ext cx="6741795" cy="423545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269865" y="1313815"/>
            <a:ext cx="2867660" cy="87503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10186035" y="3232785"/>
            <a:ext cx="1922780" cy="127889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0186035" y="1317625"/>
            <a:ext cx="1915160" cy="87630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5271135" y="2431415"/>
            <a:ext cx="2867025" cy="1398905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5270500" y="4073525"/>
            <a:ext cx="2867660" cy="1683385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8307070" y="2452370"/>
            <a:ext cx="1710690" cy="36957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xxxxxxxxxxxxxxxxxxx</a:t>
            </a:r>
            <a:endParaRPr lang="en-US" altLang="zh-CN" sz="1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8307070" y="3026410"/>
            <a:ext cx="1710690" cy="148463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10186670" y="2452370"/>
            <a:ext cx="1913890" cy="57404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8300085" y="6454140"/>
            <a:ext cx="3787140" cy="404495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8305800" y="4790440"/>
            <a:ext cx="3796665" cy="95250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5661660" y="6453505"/>
            <a:ext cx="2324100" cy="403860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891540" y="1445260"/>
            <a:ext cx="3886200" cy="42354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5" name="直接箭头连接符 24"/>
          <p:cNvCxnSpPr>
            <a:stCxn id="24" idx="2"/>
            <a:endCxn id="10" idx="0"/>
          </p:cNvCxnSpPr>
          <p:nvPr/>
        </p:nvCxnSpPr>
        <p:spPr>
          <a:xfrm>
            <a:off x="2834640" y="1868805"/>
            <a:ext cx="635" cy="214630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13" idx="3"/>
            <a:endCxn id="4" idx="1"/>
          </p:cNvCxnSpPr>
          <p:nvPr/>
        </p:nvCxnSpPr>
        <p:spPr>
          <a:xfrm>
            <a:off x="8137525" y="1751330"/>
            <a:ext cx="16827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stCxn id="4" idx="3"/>
            <a:endCxn id="15" idx="1"/>
          </p:cNvCxnSpPr>
          <p:nvPr/>
        </p:nvCxnSpPr>
        <p:spPr>
          <a:xfrm>
            <a:off x="10017760" y="1751330"/>
            <a:ext cx="168275" cy="44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>
            <a:stCxn id="4" idx="2"/>
            <a:endCxn id="18" idx="0"/>
          </p:cNvCxnSpPr>
          <p:nvPr/>
        </p:nvCxnSpPr>
        <p:spPr>
          <a:xfrm>
            <a:off x="9161780" y="2188845"/>
            <a:ext cx="635" cy="263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15" idx="2"/>
          </p:cNvCxnSpPr>
          <p:nvPr/>
        </p:nvCxnSpPr>
        <p:spPr>
          <a:xfrm>
            <a:off x="11143615" y="2193925"/>
            <a:ext cx="5080" cy="2819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>
            <a:stCxn id="18" idx="2"/>
            <a:endCxn id="19" idx="0"/>
          </p:cNvCxnSpPr>
          <p:nvPr/>
        </p:nvCxnSpPr>
        <p:spPr>
          <a:xfrm>
            <a:off x="9162415" y="2821940"/>
            <a:ext cx="0" cy="2044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20" idx="2"/>
            <a:endCxn id="14" idx="0"/>
          </p:cNvCxnSpPr>
          <p:nvPr/>
        </p:nvCxnSpPr>
        <p:spPr>
          <a:xfrm>
            <a:off x="11143615" y="3026410"/>
            <a:ext cx="3810" cy="2063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16" idx="2"/>
            <a:endCxn id="17" idx="0"/>
          </p:cNvCxnSpPr>
          <p:nvPr/>
        </p:nvCxnSpPr>
        <p:spPr>
          <a:xfrm flipH="1">
            <a:off x="6704330" y="3830320"/>
            <a:ext cx="635" cy="2432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>
            <a:stCxn id="10" idx="2"/>
            <a:endCxn id="8" idx="0"/>
          </p:cNvCxnSpPr>
          <p:nvPr/>
        </p:nvCxnSpPr>
        <p:spPr>
          <a:xfrm flipH="1">
            <a:off x="2834640" y="2506980"/>
            <a:ext cx="635" cy="240030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>
            <a:stCxn id="5" idx="3"/>
            <a:endCxn id="23" idx="1"/>
          </p:cNvCxnSpPr>
          <p:nvPr/>
        </p:nvCxnSpPr>
        <p:spPr>
          <a:xfrm flipV="1">
            <a:off x="5347335" y="6655435"/>
            <a:ext cx="314325" cy="635"/>
          </a:xfrm>
          <a:prstGeom prst="straightConnector1">
            <a:avLst/>
          </a:prstGeom>
          <a:ln>
            <a:solidFill>
              <a:schemeClr val="accent4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>
            <a:stCxn id="23" idx="3"/>
            <a:endCxn id="21" idx="1"/>
          </p:cNvCxnSpPr>
          <p:nvPr/>
        </p:nvCxnSpPr>
        <p:spPr>
          <a:xfrm>
            <a:off x="7985760" y="6655435"/>
            <a:ext cx="314325" cy="1270"/>
          </a:xfrm>
          <a:prstGeom prst="straightConnector1">
            <a:avLst/>
          </a:prstGeom>
          <a:ln>
            <a:solidFill>
              <a:schemeClr val="accent4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0" name="右中括号 39"/>
          <p:cNvSpPr/>
          <p:nvPr/>
        </p:nvSpPr>
        <p:spPr>
          <a:xfrm rot="16200000">
            <a:off x="2795905" y="2267585"/>
            <a:ext cx="76200" cy="2667000"/>
          </a:xfrm>
          <a:prstGeom prst="rightBracke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1" name="直接箭头连接符 40"/>
          <p:cNvCxnSpPr>
            <a:stCxn id="40" idx="0"/>
          </p:cNvCxnSpPr>
          <p:nvPr/>
        </p:nvCxnSpPr>
        <p:spPr>
          <a:xfrm>
            <a:off x="1500505" y="3639185"/>
            <a:ext cx="0" cy="43815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>
            <a:stCxn id="40" idx="1"/>
          </p:cNvCxnSpPr>
          <p:nvPr/>
        </p:nvCxnSpPr>
        <p:spPr>
          <a:xfrm flipH="1">
            <a:off x="4163695" y="3639185"/>
            <a:ext cx="3810" cy="34290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直接连接符 44"/>
          <p:cNvCxnSpPr>
            <a:stCxn id="40" idx="2"/>
            <a:endCxn id="8" idx="2"/>
          </p:cNvCxnSpPr>
          <p:nvPr/>
        </p:nvCxnSpPr>
        <p:spPr>
          <a:xfrm flipV="1">
            <a:off x="2834005" y="3514725"/>
            <a:ext cx="635" cy="4826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9" name="右中括号 48"/>
          <p:cNvSpPr/>
          <p:nvPr/>
        </p:nvSpPr>
        <p:spPr>
          <a:xfrm rot="5400000">
            <a:off x="10240645" y="3204845"/>
            <a:ext cx="76200" cy="2667000"/>
          </a:xfrm>
          <a:prstGeom prst="rightBracke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2" name="直接箭头连接符 51"/>
          <p:cNvCxnSpPr>
            <a:stCxn id="49" idx="2"/>
          </p:cNvCxnSpPr>
          <p:nvPr/>
        </p:nvCxnSpPr>
        <p:spPr>
          <a:xfrm>
            <a:off x="10278745" y="4576445"/>
            <a:ext cx="1270" cy="2393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3" name="圆角矩形 52"/>
          <p:cNvSpPr/>
          <p:nvPr/>
        </p:nvSpPr>
        <p:spPr>
          <a:xfrm>
            <a:off x="1097280" y="5013960"/>
            <a:ext cx="1457960" cy="624840"/>
          </a:xfrm>
          <a:prstGeom prst="roundRect">
            <a:avLst/>
          </a:prstGeom>
          <a:noFill/>
          <a:ln>
            <a:solidFill>
              <a:schemeClr val="accent2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圆角矩形 53"/>
          <p:cNvSpPr/>
          <p:nvPr/>
        </p:nvSpPr>
        <p:spPr>
          <a:xfrm>
            <a:off x="1097280" y="4225925"/>
            <a:ext cx="1457960" cy="624840"/>
          </a:xfrm>
          <a:prstGeom prst="roundRect">
            <a:avLst/>
          </a:prstGeom>
          <a:noFill/>
          <a:ln>
            <a:solidFill>
              <a:schemeClr val="accent2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圆角矩形 54"/>
          <p:cNvSpPr/>
          <p:nvPr/>
        </p:nvSpPr>
        <p:spPr>
          <a:xfrm>
            <a:off x="3123565" y="4225925"/>
            <a:ext cx="1457960" cy="330835"/>
          </a:xfrm>
          <a:prstGeom prst="roundRect">
            <a:avLst/>
          </a:prstGeom>
          <a:noFill/>
          <a:ln>
            <a:solidFill>
              <a:schemeClr val="accent2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圆角矩形 55"/>
          <p:cNvSpPr/>
          <p:nvPr/>
        </p:nvSpPr>
        <p:spPr>
          <a:xfrm>
            <a:off x="3123565" y="4790440"/>
            <a:ext cx="1457325" cy="346075"/>
          </a:xfrm>
          <a:prstGeom prst="roundRect">
            <a:avLst/>
          </a:prstGeom>
          <a:noFill/>
          <a:ln>
            <a:solidFill>
              <a:schemeClr val="accent2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圆角矩形 56"/>
          <p:cNvSpPr/>
          <p:nvPr/>
        </p:nvSpPr>
        <p:spPr>
          <a:xfrm>
            <a:off x="3123565" y="5318760"/>
            <a:ext cx="1457960" cy="320040"/>
          </a:xfrm>
          <a:prstGeom prst="roundRect">
            <a:avLst/>
          </a:prstGeom>
          <a:noFill/>
          <a:ln>
            <a:solidFill>
              <a:schemeClr val="accent2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文本框 58"/>
          <p:cNvSpPr txBox="1"/>
          <p:nvPr/>
        </p:nvSpPr>
        <p:spPr>
          <a:xfrm>
            <a:off x="891540" y="751205"/>
            <a:ext cx="38862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>
                <a:solidFill>
                  <a:srgbClr val="002060"/>
                </a:solidFill>
              </a:rPr>
              <a:t>Part1:XXXXX</a:t>
            </a:r>
            <a:endParaRPr lang="en-US" altLang="zh-CN" sz="1600" b="1">
              <a:solidFill>
                <a:srgbClr val="002060"/>
              </a:solidFill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890905" y="1500505"/>
            <a:ext cx="38874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olidFill>
                  <a:schemeClr val="accent2"/>
                </a:solidFill>
              </a:rPr>
              <a:t>XXXXXXXXX</a:t>
            </a:r>
            <a:endParaRPr lang="en-US" altLang="zh-CN">
              <a:solidFill>
                <a:schemeClr val="accent2"/>
              </a:solidFill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891540" y="2083435"/>
            <a:ext cx="3886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olidFill>
                  <a:schemeClr val="accent2"/>
                </a:solidFill>
              </a:rPr>
              <a:t>XXXXXXXXXX</a:t>
            </a:r>
            <a:endParaRPr lang="en-US" altLang="zh-CN">
              <a:solidFill>
                <a:schemeClr val="accent2"/>
              </a:solidFill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951865" y="2821940"/>
            <a:ext cx="38252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olidFill>
                  <a:schemeClr val="accent2"/>
                </a:solidFill>
              </a:rPr>
              <a:t>XXXXXXXXXXXXXXXXXXXXXXXXXXXXXXXXXX</a:t>
            </a:r>
            <a:endParaRPr lang="en-US" altLang="zh-CN">
              <a:solidFill>
                <a:schemeClr val="accent2"/>
              </a:solidFill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1097280" y="3745230"/>
            <a:ext cx="1458595" cy="4445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>
                <a:solidFill>
                  <a:schemeClr val="accent2"/>
                </a:solidFill>
              </a:rPr>
              <a:t>XXXXX</a:t>
            </a:r>
            <a:endParaRPr lang="en-US" altLang="zh-CN">
              <a:solidFill>
                <a:schemeClr val="accent2"/>
              </a:solidFill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1098550" y="4389120"/>
            <a:ext cx="1456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olidFill>
                  <a:schemeClr val="accent2"/>
                </a:solidFill>
              </a:rPr>
              <a:t>XXX</a:t>
            </a:r>
            <a:endParaRPr lang="en-US" altLang="zh-CN">
              <a:solidFill>
                <a:schemeClr val="accent2"/>
              </a:solidFill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1099820" y="5136515"/>
            <a:ext cx="1456055" cy="3511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>
                <a:solidFill>
                  <a:schemeClr val="accent2"/>
                </a:solidFill>
              </a:rPr>
              <a:t>XXX</a:t>
            </a:r>
            <a:endParaRPr lang="en-US" altLang="zh-CN">
              <a:solidFill>
                <a:schemeClr val="accent2"/>
              </a:solidFill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3123565" y="3745230"/>
            <a:ext cx="1457325" cy="328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>
                <a:solidFill>
                  <a:schemeClr val="accent2"/>
                </a:solidFill>
              </a:rPr>
              <a:t>XXX</a:t>
            </a:r>
            <a:endParaRPr lang="en-US" altLang="zh-CN">
              <a:solidFill>
                <a:schemeClr val="accent2"/>
              </a:solidFill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3127375" y="4225925"/>
            <a:ext cx="1481455" cy="446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>
                <a:solidFill>
                  <a:schemeClr val="accent2"/>
                </a:solidFill>
              </a:rPr>
              <a:t>XXXXXXX</a:t>
            </a:r>
            <a:endParaRPr lang="en-US" altLang="zh-CN" sz="1200">
              <a:solidFill>
                <a:schemeClr val="accent2"/>
              </a:solidFill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3127375" y="4820920"/>
            <a:ext cx="14814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>
                <a:solidFill>
                  <a:schemeClr val="accent2"/>
                </a:solidFill>
              </a:rPr>
              <a:t>XXXXXXXX</a:t>
            </a:r>
            <a:endParaRPr lang="en-US" altLang="zh-CN" sz="1400">
              <a:solidFill>
                <a:schemeClr val="accent2"/>
              </a:solidFill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3126740" y="5318760"/>
            <a:ext cx="1454150" cy="3200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2"/>
                </a:solidFill>
              </a:rPr>
              <a:t>XXXXXXXX</a:t>
            </a:r>
            <a:endParaRPr lang="en-US" altLang="zh-CN">
              <a:solidFill>
                <a:schemeClr val="accent2"/>
              </a:solidFill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5270500" y="770255"/>
            <a:ext cx="68167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Part2:XXXXXXXXXXXXXXXXXXXXXX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5303520" y="1374775"/>
            <a:ext cx="2844800" cy="8134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XXXXXXXXXXXXXXXXXXXXXXXXXXXXXXXXXX</a:t>
            </a:r>
            <a:endParaRPr lang="en-US" altLang="zh-CN" sz="1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8326120" y="1374775"/>
            <a:ext cx="170180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XXXXXXXXXXXXXXXXXXXXXXXXXXXX</a:t>
            </a:r>
            <a:endParaRPr lang="en-US" altLang="zh-CN" sz="1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5345430" y="2492375"/>
            <a:ext cx="270129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1)XXXXX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  <a:p>
            <a:pPr algn="l"/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2)XXXXXXXX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  <a:p>
            <a:pPr algn="l"/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3)XXXXXXXXXX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  <a:p>
            <a:pPr algn="l"/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4)XXXXXXXXXX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890905" y="5843270"/>
            <a:ext cx="112102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olidFill>
                  <a:srgbClr val="7030A0"/>
                </a:solidFill>
              </a:rPr>
              <a:t>Part3:XXXXXXXXXXXXXXXXXXXXXXXXXXXXXXXXXXXXXXXXXXXXX</a:t>
            </a:r>
            <a:endParaRPr lang="en-US" altLang="zh-CN">
              <a:solidFill>
                <a:srgbClr val="7030A0"/>
              </a:solidFill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5438775" y="4236720"/>
            <a:ext cx="265874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xxxxxxxxxxxxxxxxxx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  <a:p>
            <a:pPr algn="l"/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1)xxxxxxxxxxxxxxxx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  <a:p>
            <a:pPr algn="l"/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2)xxxxxxxxxxxxxxxxxxx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  <a:p>
            <a:pPr algn="l"/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3)xxxxxxxxxxxxxxxxxxx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10290175" y="1357630"/>
            <a:ext cx="183705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xxxxxxxxxxxxxxxxxxxxxxxxxxxxxxxxxxxxxxxxx</a:t>
            </a:r>
            <a:endParaRPr lang="en-US" altLang="zh-CN" sz="1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8325485" y="4820285"/>
            <a:ext cx="3761740" cy="8178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xxxxxxxxxxxxxxxxxxxxxxxxxxxxxxxxxxxxxxxxxxxxxxxxxxxxxxxxxxxxxxxxxxxxxxxxxxxxxx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10186670" y="2475865"/>
            <a:ext cx="19138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xxxxxxxxxxxxxxxxxxxxx</a:t>
            </a:r>
            <a:endParaRPr lang="en-US" altLang="zh-CN" sz="1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8326755" y="3107055"/>
            <a:ext cx="1691005" cy="1393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xxxxxxxxxxxxxxxxxxxxxxxxxxxxxxxxxxxxxxxxxxxxxxxxxxxx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10278745" y="3232785"/>
            <a:ext cx="1753235" cy="1156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xxxxxxxxxxxxxxxxxxxxxxxxxxxxxxxxxxxxx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898525" y="6505575"/>
            <a:ext cx="44367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4"/>
                </a:solidFill>
              </a:rPr>
              <a:t>xxxxxxxxxxxxxxxxxxxxxxxxxxxxxxxxx</a:t>
            </a:r>
            <a:endParaRPr lang="en-US" altLang="zh-CN">
              <a:solidFill>
                <a:schemeClr val="accent4"/>
              </a:solidFill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5661660" y="6453505"/>
            <a:ext cx="2324100" cy="4210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4"/>
                </a:solidFill>
              </a:rPr>
              <a:t>xxxxxxxxxxxxx</a:t>
            </a:r>
            <a:endParaRPr lang="en-US" altLang="zh-CN">
              <a:solidFill>
                <a:schemeClr val="accent4"/>
              </a:solidFill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8326755" y="6455410"/>
            <a:ext cx="3705225" cy="4032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4"/>
                </a:solidFill>
              </a:rPr>
              <a:t>xxxxxxxxxxxxxxxxxxxxxxx</a:t>
            </a:r>
            <a:endParaRPr lang="en-US" altLang="zh-CN">
              <a:solidFill>
                <a:schemeClr val="accent4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" y="0"/>
            <a:ext cx="4314825" cy="2743200"/>
          </a:xfrm>
          <a:prstGeom prst="rect">
            <a:avLst/>
          </a:prstGeom>
        </p:spPr>
      </p:pic>
      <p:graphicFrame>
        <p:nvGraphicFramePr>
          <p:cNvPr id="8" name="图表 7" descr="7b0a202020202263686172745265734964223a20223530303533343432220a7d0a"/>
          <p:cNvGraphicFramePr/>
          <p:nvPr/>
        </p:nvGraphicFramePr>
        <p:xfrm>
          <a:off x="4979035" y="1689100"/>
          <a:ext cx="6839585" cy="39598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椭圆 5"/>
          <p:cNvSpPr/>
          <p:nvPr/>
        </p:nvSpPr>
        <p:spPr>
          <a:xfrm>
            <a:off x="8021955" y="3461385"/>
            <a:ext cx="753745" cy="68326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14" name="图片 13" descr="游泳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65420" y="2115820"/>
            <a:ext cx="914400" cy="914400"/>
          </a:xfrm>
          <a:prstGeom prst="rect">
            <a:avLst/>
          </a:prstGeom>
        </p:spPr>
      </p:pic>
      <p:pic>
        <p:nvPicPr>
          <p:cNvPr id="15" name="图片 14" descr="射箭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25745" y="3680460"/>
            <a:ext cx="914400" cy="914400"/>
          </a:xfrm>
          <a:prstGeom prst="rect">
            <a:avLst/>
          </a:prstGeom>
        </p:spPr>
      </p:pic>
      <p:pic>
        <p:nvPicPr>
          <p:cNvPr id="16" name="图片 15" descr="跑步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314940" y="3025775"/>
            <a:ext cx="914400" cy="914400"/>
          </a:xfrm>
          <a:prstGeom prst="rect">
            <a:avLst/>
          </a:prstGeom>
        </p:spPr>
      </p:pic>
      <p:cxnSp>
        <p:nvCxnSpPr>
          <p:cNvPr id="17" name="直接连接符 16"/>
          <p:cNvCxnSpPr/>
          <p:nvPr/>
        </p:nvCxnSpPr>
        <p:spPr>
          <a:xfrm flipV="1">
            <a:off x="6102350" y="3670935"/>
            <a:ext cx="908685" cy="1524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flipV="1">
            <a:off x="9406255" y="3098800"/>
            <a:ext cx="908685" cy="1524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1" name="组合 20"/>
          <p:cNvGrpSpPr/>
          <p:nvPr/>
        </p:nvGrpSpPr>
        <p:grpSpPr>
          <a:xfrm rot="0">
            <a:off x="6102350" y="2327275"/>
            <a:ext cx="1273810" cy="504825"/>
            <a:chOff x="8743" y="1449"/>
            <a:chExt cx="2531" cy="1014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8743" y="1449"/>
              <a:ext cx="1455" cy="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10198" y="1449"/>
              <a:ext cx="1076" cy="1015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/>
        </p:nvGrpSpPr>
        <p:grpSpPr>
          <a:xfrm rot="0">
            <a:off x="8058785" y="3442335"/>
            <a:ext cx="679450" cy="694055"/>
            <a:chOff x="3146" y="6935"/>
            <a:chExt cx="3024" cy="3024"/>
          </a:xfrm>
        </p:grpSpPr>
        <p:pic>
          <p:nvPicPr>
            <p:cNvPr id="24" name="图片 23" descr="奖牌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146" y="6935"/>
              <a:ext cx="3024" cy="3024"/>
            </a:xfrm>
            <a:prstGeom prst="rect">
              <a:avLst/>
            </a:prstGeom>
          </p:spPr>
        </p:pic>
        <p:sp>
          <p:nvSpPr>
            <p:cNvPr id="25" name="椭圆 24"/>
            <p:cNvSpPr/>
            <p:nvPr/>
          </p:nvSpPr>
          <p:spPr>
            <a:xfrm>
              <a:off x="4058" y="7617"/>
              <a:ext cx="1200" cy="1154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8" name="文本框 27"/>
          <p:cNvSpPr txBox="1"/>
          <p:nvPr/>
        </p:nvSpPr>
        <p:spPr>
          <a:xfrm>
            <a:off x="7038340" y="5461000"/>
            <a:ext cx="34080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Fig 12:invest in the best prpjects</a:t>
            </a:r>
            <a:endParaRPr lang="zh-CN" altLang="en-US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236210" y="1856740"/>
            <a:ext cx="10515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swimming</a:t>
            </a:r>
            <a:endParaRPr lang="en-US" altLang="zh-CN" sz="1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5266690" y="3395345"/>
            <a:ext cx="10515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shooting</a:t>
            </a:r>
            <a:endParaRPr lang="en-US" altLang="zh-CN" sz="1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0361930" y="2667635"/>
            <a:ext cx="10515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running</a:t>
            </a:r>
            <a:endParaRPr lang="en-US" altLang="zh-CN" sz="1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" y="0"/>
            <a:ext cx="4314825" cy="2743200"/>
          </a:xfrm>
          <a:prstGeom prst="rect">
            <a:avLst/>
          </a:prstGeom>
        </p:spPr>
      </p:pic>
      <p:graphicFrame>
        <p:nvGraphicFramePr>
          <p:cNvPr id="8" name="图表 7" descr="7b0a202020202263686172745265734964223a20223530303533343432220a7d0a"/>
          <p:cNvGraphicFramePr/>
          <p:nvPr/>
        </p:nvGraphicFramePr>
        <p:xfrm>
          <a:off x="4979035" y="1689100"/>
          <a:ext cx="6839585" cy="39598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椭圆 5"/>
          <p:cNvSpPr/>
          <p:nvPr/>
        </p:nvSpPr>
        <p:spPr>
          <a:xfrm>
            <a:off x="8021955" y="3461385"/>
            <a:ext cx="753745" cy="68326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14" name="图片 13" descr="游泳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65420" y="2115820"/>
            <a:ext cx="914400" cy="914400"/>
          </a:xfrm>
          <a:prstGeom prst="rect">
            <a:avLst/>
          </a:prstGeom>
        </p:spPr>
      </p:pic>
      <p:pic>
        <p:nvPicPr>
          <p:cNvPr id="15" name="图片 14" descr="射箭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25745" y="3680460"/>
            <a:ext cx="914400" cy="914400"/>
          </a:xfrm>
          <a:prstGeom prst="rect">
            <a:avLst/>
          </a:prstGeom>
        </p:spPr>
      </p:pic>
      <p:pic>
        <p:nvPicPr>
          <p:cNvPr id="16" name="图片 15" descr="跑步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314940" y="3025775"/>
            <a:ext cx="914400" cy="914400"/>
          </a:xfrm>
          <a:prstGeom prst="rect">
            <a:avLst/>
          </a:prstGeom>
        </p:spPr>
      </p:pic>
      <p:cxnSp>
        <p:nvCxnSpPr>
          <p:cNvPr id="17" name="直接连接符 16"/>
          <p:cNvCxnSpPr/>
          <p:nvPr/>
        </p:nvCxnSpPr>
        <p:spPr>
          <a:xfrm flipV="1">
            <a:off x="6102350" y="3670935"/>
            <a:ext cx="908685" cy="1524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flipV="1">
            <a:off x="9406255" y="3098800"/>
            <a:ext cx="908685" cy="1524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1" name="组合 20"/>
          <p:cNvGrpSpPr/>
          <p:nvPr/>
        </p:nvGrpSpPr>
        <p:grpSpPr>
          <a:xfrm rot="0">
            <a:off x="6102350" y="2327275"/>
            <a:ext cx="1273810" cy="504825"/>
            <a:chOff x="8743" y="1449"/>
            <a:chExt cx="2531" cy="1014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8743" y="1449"/>
              <a:ext cx="1455" cy="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10198" y="1449"/>
              <a:ext cx="1076" cy="1015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/>
        </p:nvGrpSpPr>
        <p:grpSpPr>
          <a:xfrm rot="0">
            <a:off x="8058785" y="3442335"/>
            <a:ext cx="679450" cy="694055"/>
            <a:chOff x="3146" y="6935"/>
            <a:chExt cx="3024" cy="3024"/>
          </a:xfrm>
        </p:grpSpPr>
        <p:pic>
          <p:nvPicPr>
            <p:cNvPr id="24" name="图片 23" descr="奖牌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146" y="6935"/>
              <a:ext cx="3024" cy="3024"/>
            </a:xfrm>
            <a:prstGeom prst="rect">
              <a:avLst/>
            </a:prstGeom>
          </p:spPr>
        </p:pic>
        <p:sp>
          <p:nvSpPr>
            <p:cNvPr id="25" name="椭圆 24"/>
            <p:cNvSpPr/>
            <p:nvPr/>
          </p:nvSpPr>
          <p:spPr>
            <a:xfrm>
              <a:off x="4058" y="7617"/>
              <a:ext cx="1200" cy="1154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8" name="文本框 27"/>
          <p:cNvSpPr txBox="1"/>
          <p:nvPr/>
        </p:nvSpPr>
        <p:spPr>
          <a:xfrm>
            <a:off x="7038340" y="5461000"/>
            <a:ext cx="34080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Fig 12:invest in the best prpjects</a:t>
            </a:r>
            <a:endParaRPr lang="zh-CN" altLang="en-US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236210" y="1856740"/>
            <a:ext cx="10515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swimming</a:t>
            </a:r>
            <a:endParaRPr lang="en-US" altLang="zh-CN" sz="1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5266690" y="3395345"/>
            <a:ext cx="10515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shooting</a:t>
            </a:r>
            <a:endParaRPr lang="en-US" altLang="zh-CN" sz="1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0361930" y="2667635"/>
            <a:ext cx="10515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running</a:t>
            </a:r>
            <a:endParaRPr lang="en-US" altLang="zh-CN" sz="1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" y="0"/>
            <a:ext cx="4314825" cy="2743200"/>
          </a:xfrm>
          <a:prstGeom prst="rect">
            <a:avLst/>
          </a:prstGeom>
        </p:spPr>
      </p:pic>
      <p:graphicFrame>
        <p:nvGraphicFramePr>
          <p:cNvPr id="8" name="图表 7" descr="7b0a202020202263686172745265734964223a20223530303533343432220a7d0a"/>
          <p:cNvGraphicFramePr/>
          <p:nvPr/>
        </p:nvGraphicFramePr>
        <p:xfrm>
          <a:off x="4979035" y="1689100"/>
          <a:ext cx="6839585" cy="39598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椭圆 5"/>
          <p:cNvSpPr/>
          <p:nvPr/>
        </p:nvSpPr>
        <p:spPr>
          <a:xfrm>
            <a:off x="8021955" y="3461385"/>
            <a:ext cx="753745" cy="68326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14" name="图片 13" descr="游泳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65420" y="2115820"/>
            <a:ext cx="914400" cy="914400"/>
          </a:xfrm>
          <a:prstGeom prst="rect">
            <a:avLst/>
          </a:prstGeom>
        </p:spPr>
      </p:pic>
      <p:pic>
        <p:nvPicPr>
          <p:cNvPr id="15" name="图片 14" descr="射箭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25745" y="3680460"/>
            <a:ext cx="914400" cy="914400"/>
          </a:xfrm>
          <a:prstGeom prst="rect">
            <a:avLst/>
          </a:prstGeom>
        </p:spPr>
      </p:pic>
      <p:pic>
        <p:nvPicPr>
          <p:cNvPr id="16" name="图片 15" descr="跑步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314940" y="3025775"/>
            <a:ext cx="914400" cy="914400"/>
          </a:xfrm>
          <a:prstGeom prst="rect">
            <a:avLst/>
          </a:prstGeom>
        </p:spPr>
      </p:pic>
      <p:cxnSp>
        <p:nvCxnSpPr>
          <p:cNvPr id="17" name="直接连接符 16"/>
          <p:cNvCxnSpPr/>
          <p:nvPr/>
        </p:nvCxnSpPr>
        <p:spPr>
          <a:xfrm flipV="1">
            <a:off x="6102350" y="3670935"/>
            <a:ext cx="908685" cy="1524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flipV="1">
            <a:off x="9406255" y="3098800"/>
            <a:ext cx="908685" cy="1524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1" name="组合 20"/>
          <p:cNvGrpSpPr/>
          <p:nvPr/>
        </p:nvGrpSpPr>
        <p:grpSpPr>
          <a:xfrm rot="0">
            <a:off x="6102350" y="2327275"/>
            <a:ext cx="1273810" cy="504825"/>
            <a:chOff x="8743" y="1449"/>
            <a:chExt cx="2531" cy="1014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8743" y="1449"/>
              <a:ext cx="1455" cy="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10198" y="1449"/>
              <a:ext cx="1076" cy="1015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/>
        </p:nvGrpSpPr>
        <p:grpSpPr>
          <a:xfrm rot="0">
            <a:off x="8058785" y="3442335"/>
            <a:ext cx="679450" cy="694055"/>
            <a:chOff x="3146" y="6935"/>
            <a:chExt cx="3024" cy="3024"/>
          </a:xfrm>
        </p:grpSpPr>
        <p:pic>
          <p:nvPicPr>
            <p:cNvPr id="24" name="图片 23" descr="奖牌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146" y="6935"/>
              <a:ext cx="3024" cy="3024"/>
            </a:xfrm>
            <a:prstGeom prst="rect">
              <a:avLst/>
            </a:prstGeom>
          </p:spPr>
        </p:pic>
        <p:sp>
          <p:nvSpPr>
            <p:cNvPr id="25" name="椭圆 24"/>
            <p:cNvSpPr/>
            <p:nvPr/>
          </p:nvSpPr>
          <p:spPr>
            <a:xfrm>
              <a:off x="4058" y="7617"/>
              <a:ext cx="1200" cy="1154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8" name="文本框 27"/>
          <p:cNvSpPr txBox="1"/>
          <p:nvPr/>
        </p:nvSpPr>
        <p:spPr>
          <a:xfrm>
            <a:off x="7038340" y="5461000"/>
            <a:ext cx="34080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Fig 12:invest in the best prpjects</a:t>
            </a:r>
            <a:endParaRPr lang="zh-CN" altLang="en-US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236210" y="1856740"/>
            <a:ext cx="10515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swimming</a:t>
            </a:r>
            <a:endParaRPr lang="en-US" altLang="zh-CN" sz="1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5266690" y="3395345"/>
            <a:ext cx="10515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shooting</a:t>
            </a:r>
            <a:endParaRPr lang="en-US" altLang="zh-CN" sz="1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0361930" y="2667635"/>
            <a:ext cx="10515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running</a:t>
            </a:r>
            <a:endParaRPr lang="en-US" altLang="zh-CN" sz="1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7"/>
          <p:cNvSpPr/>
          <p:nvPr/>
        </p:nvSpPr>
        <p:spPr>
          <a:xfrm>
            <a:off x="2866597" y="522225"/>
            <a:ext cx="8590073" cy="2824480"/>
          </a:xfrm>
          <a:prstGeom prst="roundRect">
            <a:avLst>
              <a:gd name="adj" fmla="val 8753"/>
            </a:avLst>
          </a:prstGeom>
          <a:noFill/>
          <a:ln w="19050">
            <a:solidFill>
              <a:srgbClr val="B6B3B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8031480" y="4454400"/>
            <a:ext cx="3299063" cy="1952551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32B25C">
                  <a:alpha val="31000"/>
                </a:srgbClr>
              </a:gs>
            </a:gsLst>
            <a:lin ang="16200000" scaled="1"/>
            <a:tileRect/>
          </a:gra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19255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2330760,23</a:t>
            </a:r>
            <a:r>
              <a:rPr lang="zh-CN" altLang="en-US" dirty="0"/>
              <a:t>年</a:t>
            </a:r>
            <a:r>
              <a:rPr lang="en-US" altLang="zh-CN" dirty="0"/>
              <a:t>Z</a:t>
            </a:r>
            <a:r>
              <a:rPr lang="zh-CN" altLang="en-US" dirty="0"/>
              <a:t>题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2480043" y="234387"/>
            <a:ext cx="9175509" cy="6389225"/>
          </a:xfrm>
          <a:prstGeom prst="rect">
            <a:avLst/>
          </a:prstGeom>
          <a:noFill/>
          <a:ln w="38100">
            <a:solidFill>
              <a:srgbClr val="7E7979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/>
          <p:cNvSpPr/>
          <p:nvPr/>
        </p:nvSpPr>
        <p:spPr>
          <a:xfrm>
            <a:off x="3379473" y="371857"/>
            <a:ext cx="3749040" cy="505968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92000">
                <a:srgbClr val="32B25C"/>
              </a:gs>
            </a:gsLst>
            <a:lin ang="5400000" scaled="1"/>
          </a:gra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model of the impact of hosting the Olympic Games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8031480" y="522225"/>
            <a:ext cx="0" cy="2749804"/>
          </a:xfrm>
          <a:prstGeom prst="line">
            <a:avLst/>
          </a:prstGeom>
          <a:ln w="19050">
            <a:solidFill>
              <a:srgbClr val="B6B3B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: 圆角 10"/>
          <p:cNvSpPr/>
          <p:nvPr/>
        </p:nvSpPr>
        <p:spPr>
          <a:xfrm>
            <a:off x="3196604" y="1081025"/>
            <a:ext cx="1337297" cy="41249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Economy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3196604" y="1493521"/>
            <a:ext cx="1337297" cy="41249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Society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3196603" y="1906017"/>
            <a:ext cx="1337297" cy="41249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3196602" y="2318513"/>
            <a:ext cx="1337297" cy="41249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Politics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: 圆角 15"/>
          <p:cNvSpPr/>
          <p:nvPr/>
        </p:nvSpPr>
        <p:spPr>
          <a:xfrm>
            <a:off x="3196602" y="2731009"/>
            <a:ext cx="1337297" cy="41249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OFI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右大括号 16"/>
          <p:cNvSpPr/>
          <p:nvPr/>
        </p:nvSpPr>
        <p:spPr>
          <a:xfrm>
            <a:off x="4606291" y="1008889"/>
            <a:ext cx="333202" cy="2194560"/>
          </a:xfrm>
          <a:prstGeom prst="rightBrace">
            <a:avLst/>
          </a:prstGeom>
          <a:ln w="28575">
            <a:solidFill>
              <a:srgbClr val="2DBD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/>
          <p:cNvSpPr/>
          <p:nvPr/>
        </p:nvSpPr>
        <p:spPr>
          <a:xfrm>
            <a:off x="5096400" y="1529144"/>
            <a:ext cx="1853178" cy="105460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53C7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Combined</a:t>
            </a:r>
            <a:endParaRPr lang="en-US" altLang="zh-CN" b="1" dirty="0">
              <a:solidFill>
                <a:srgbClr val="53C78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b="1" dirty="0">
                <a:solidFill>
                  <a:srgbClr val="53C7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Weights</a:t>
            </a:r>
            <a:endParaRPr lang="zh-CN" altLang="en-US" b="1" dirty="0">
              <a:solidFill>
                <a:srgbClr val="53C78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326047" y="1137300"/>
            <a:ext cx="15771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AHP-CRITIC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279650" y="2904729"/>
            <a:ext cx="16235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Generalizability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直接箭头连接符 21"/>
          <p:cNvCxnSpPr>
            <a:stCxn id="18" idx="2"/>
          </p:cNvCxnSpPr>
          <p:nvPr/>
        </p:nvCxnSpPr>
        <p:spPr>
          <a:xfrm>
            <a:off x="6022989" y="2583752"/>
            <a:ext cx="0" cy="320977"/>
          </a:xfrm>
          <a:prstGeom prst="straightConnector1">
            <a:avLst/>
          </a:prstGeom>
          <a:ln w="28575">
            <a:solidFill>
              <a:srgbClr val="7389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: 圆角 24"/>
          <p:cNvSpPr/>
          <p:nvPr/>
        </p:nvSpPr>
        <p:spPr>
          <a:xfrm>
            <a:off x="8468862" y="624841"/>
            <a:ext cx="2663057" cy="41249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Distinguishability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: 圆角 25"/>
          <p:cNvSpPr/>
          <p:nvPr/>
        </p:nvSpPr>
        <p:spPr>
          <a:xfrm>
            <a:off x="9119613" y="1137300"/>
            <a:ext cx="1361554" cy="562469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53C7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K-means</a:t>
            </a:r>
            <a:endParaRPr lang="zh-CN" altLang="en-US" b="1" dirty="0">
              <a:solidFill>
                <a:srgbClr val="53C78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矩形: 圆角 27"/>
          <p:cNvSpPr/>
          <p:nvPr/>
        </p:nvSpPr>
        <p:spPr>
          <a:xfrm>
            <a:off x="8914073" y="2204310"/>
            <a:ext cx="1837612" cy="41249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types of areas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直接箭头连接符 28"/>
          <p:cNvCxnSpPr/>
          <p:nvPr/>
        </p:nvCxnSpPr>
        <p:spPr>
          <a:xfrm>
            <a:off x="9800390" y="1699769"/>
            <a:ext cx="0" cy="504541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>
            <a:off x="9800390" y="2616806"/>
            <a:ext cx="0" cy="388523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9203767" y="1790256"/>
            <a:ext cx="744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Elbow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9786153" y="1800479"/>
            <a:ext cx="744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Law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9253095" y="2861175"/>
            <a:ext cx="13911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 map</a:t>
            </a:r>
            <a:endParaRPr lang="zh-CN" altLang="en-US" sz="16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矩形: 圆角 35"/>
          <p:cNvSpPr/>
          <p:nvPr/>
        </p:nvSpPr>
        <p:spPr>
          <a:xfrm>
            <a:off x="2608141" y="3437889"/>
            <a:ext cx="4737540" cy="3084070"/>
          </a:xfrm>
          <a:prstGeom prst="roundRect">
            <a:avLst>
              <a:gd name="adj" fmla="val 8753"/>
            </a:avLst>
          </a:prstGeom>
          <a:noFill/>
          <a:ln w="19050">
            <a:solidFill>
              <a:srgbClr val="B6B3B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: 圆角 36"/>
          <p:cNvSpPr/>
          <p:nvPr/>
        </p:nvSpPr>
        <p:spPr>
          <a:xfrm>
            <a:off x="2694568" y="3572643"/>
            <a:ext cx="2887336" cy="39280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Timeline for the next 50 years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2700664" y="3986785"/>
            <a:ext cx="4427849" cy="242016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32B25C">
                  <a:alpha val="54000"/>
                </a:srgbClr>
              </a:gs>
            </a:gsLst>
            <a:lin ang="5400000" scaled="1"/>
          </a:gradFill>
          <a:ln w="190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2694568" y="3986785"/>
            <a:ext cx="4427849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b="1" dirty="0">
                <a:solidFill>
                  <a:srgbClr val="32B2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Strategy 1 :</a:t>
            </a:r>
            <a:endParaRPr lang="en-US" altLang="zh-CN" sz="1500" b="1" dirty="0">
              <a:solidFill>
                <a:srgbClr val="32B25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Selecting permanent venues for highly environmentally demanding competitions</a:t>
            </a:r>
            <a:endParaRPr lang="en-US" altLang="zh-CN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500" b="1" dirty="0">
                <a:solidFill>
                  <a:srgbClr val="32B2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Strategy 2 :</a:t>
            </a:r>
            <a:endParaRPr lang="en-US" altLang="zh-CN" sz="1500" b="1" dirty="0">
              <a:solidFill>
                <a:srgbClr val="32B25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Decentralization of the host region</a:t>
            </a:r>
            <a:endParaRPr lang="en-US" altLang="zh-CN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500" b="1" dirty="0">
                <a:solidFill>
                  <a:srgbClr val="32B2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Strategy 3 :</a:t>
            </a:r>
            <a:endParaRPr lang="en-US" altLang="zh-CN" sz="1500" b="1" dirty="0">
              <a:solidFill>
                <a:srgbClr val="32B25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permanent location for the Summer and one for the Winter Olympic</a:t>
            </a:r>
            <a:endParaRPr lang="en-US" altLang="zh-CN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500" b="1" dirty="0">
                <a:solidFill>
                  <a:srgbClr val="32B2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Strategy 4 :</a:t>
            </a:r>
            <a:endParaRPr lang="en-US" altLang="zh-CN" sz="1500" b="1" dirty="0">
              <a:solidFill>
                <a:srgbClr val="32B25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Holding four small-scale Olympics</a:t>
            </a:r>
            <a:endParaRPr lang="zh-CN" alt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箭头: 右 39"/>
          <p:cNvSpPr/>
          <p:nvPr/>
        </p:nvSpPr>
        <p:spPr>
          <a:xfrm>
            <a:off x="6465894" y="4798493"/>
            <a:ext cx="1485900" cy="388620"/>
          </a:xfrm>
          <a:prstGeom prst="rightArrow">
            <a:avLst/>
          </a:prstGeom>
          <a:solidFill>
            <a:schemeClr val="bg1"/>
          </a:solidFill>
          <a:ln w="19050">
            <a:solidFill>
              <a:srgbClr val="32B2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箭头: 右 40"/>
          <p:cNvSpPr/>
          <p:nvPr/>
        </p:nvSpPr>
        <p:spPr>
          <a:xfrm>
            <a:off x="7106485" y="1863846"/>
            <a:ext cx="1485900" cy="340464"/>
          </a:xfrm>
          <a:prstGeom prst="rightArrow">
            <a:avLst/>
          </a:prstGeom>
          <a:solidFill>
            <a:srgbClr val="32B25C"/>
          </a:solidFill>
          <a:ln w="19050">
            <a:solidFill>
              <a:srgbClr val="32B2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: 圆角 42"/>
          <p:cNvSpPr/>
          <p:nvPr/>
        </p:nvSpPr>
        <p:spPr>
          <a:xfrm>
            <a:off x="7922089" y="3437192"/>
            <a:ext cx="3534581" cy="3084070"/>
          </a:xfrm>
          <a:prstGeom prst="roundRect">
            <a:avLst>
              <a:gd name="adj" fmla="val 8753"/>
            </a:avLst>
          </a:prstGeom>
          <a:noFill/>
          <a:ln w="19050">
            <a:solidFill>
              <a:srgbClr val="B6B3B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: 圆角 44"/>
          <p:cNvSpPr/>
          <p:nvPr/>
        </p:nvSpPr>
        <p:spPr>
          <a:xfrm>
            <a:off x="8335212" y="3552953"/>
            <a:ext cx="2995334" cy="41249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Sore analysis of the strategies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8694192" y="4093875"/>
            <a:ext cx="23098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32B2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Gray Prediction Model</a:t>
            </a:r>
            <a:endParaRPr lang="zh-CN" altLang="en-US" sz="1600" b="1" dirty="0">
              <a:solidFill>
                <a:srgbClr val="32B25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8" name="直接箭头连接符 47"/>
          <p:cNvCxnSpPr/>
          <p:nvPr/>
        </p:nvCxnSpPr>
        <p:spPr>
          <a:xfrm>
            <a:off x="11117749" y="3971545"/>
            <a:ext cx="0" cy="388523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: 圆角 48"/>
          <p:cNvSpPr/>
          <p:nvPr/>
        </p:nvSpPr>
        <p:spPr>
          <a:xfrm>
            <a:off x="8125015" y="4554599"/>
            <a:ext cx="2773597" cy="446941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Strategy 1:Social,OFI</a:t>
            </a:r>
            <a:endParaRPr lang="zh-CN" altLang="en-US" sz="1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矩形: 圆角 49"/>
          <p:cNvSpPr/>
          <p:nvPr/>
        </p:nvSpPr>
        <p:spPr>
          <a:xfrm>
            <a:off x="8112253" y="5001781"/>
            <a:ext cx="2773597" cy="428207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Strategy 2:All</a:t>
            </a:r>
            <a:endParaRPr lang="zh-CN" altLang="en-US" sz="1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矩形: 圆角 50"/>
          <p:cNvSpPr/>
          <p:nvPr/>
        </p:nvSpPr>
        <p:spPr>
          <a:xfrm>
            <a:off x="8108684" y="5430229"/>
            <a:ext cx="2773597" cy="428207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Strategy 3:Economy,</a:t>
            </a:r>
            <a:endParaRPr lang="en-US" altLang="zh-CN" sz="1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Environment, OFI</a:t>
            </a:r>
            <a:endParaRPr lang="zh-CN" altLang="en-US" sz="1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矩形: 圆角 51"/>
          <p:cNvSpPr/>
          <p:nvPr/>
        </p:nvSpPr>
        <p:spPr>
          <a:xfrm>
            <a:off x="8108684" y="5858677"/>
            <a:ext cx="2773597" cy="428207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Strategy 4:Society, Politics</a:t>
            </a:r>
            <a:endParaRPr lang="zh-CN" altLang="en-US" sz="1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箭头: 右 52"/>
          <p:cNvSpPr/>
          <p:nvPr/>
        </p:nvSpPr>
        <p:spPr>
          <a:xfrm rot="16200000">
            <a:off x="10306386" y="5365962"/>
            <a:ext cx="1699648" cy="76921"/>
          </a:xfrm>
          <a:prstGeom prst="rightArrow">
            <a:avLst/>
          </a:prstGeom>
          <a:solidFill>
            <a:srgbClr val="32B25C"/>
          </a:solidFill>
          <a:ln w="19050">
            <a:solidFill>
              <a:srgbClr val="32B2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对话气泡: 椭圆形 41"/>
          <p:cNvSpPr/>
          <p:nvPr/>
        </p:nvSpPr>
        <p:spPr>
          <a:xfrm>
            <a:off x="6236365" y="3281799"/>
            <a:ext cx="1662864" cy="812076"/>
          </a:xfrm>
          <a:prstGeom prst="wedgeEllipseCallout">
            <a:avLst>
              <a:gd name="adj1" fmla="val -57940"/>
              <a:gd name="adj2" fmla="val 50909"/>
            </a:avLst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32B25C"/>
              </a:gs>
            </a:gsLst>
            <a:lin ang="16200000" scaled="1"/>
            <a:tileRect/>
          </a:gra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Strategies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矩形 121"/>
          <p:cNvSpPr/>
          <p:nvPr/>
        </p:nvSpPr>
        <p:spPr>
          <a:xfrm>
            <a:off x="8109585" y="3939429"/>
            <a:ext cx="4044200" cy="2440215"/>
          </a:xfrm>
          <a:prstGeom prst="rect">
            <a:avLst/>
          </a:prstGeom>
          <a:solidFill>
            <a:srgbClr val="F0F8ED"/>
          </a:solidFill>
          <a:ln w="28575">
            <a:solidFill>
              <a:srgbClr val="5F8D5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9" name="矩形 108"/>
          <p:cNvSpPr/>
          <p:nvPr/>
        </p:nvSpPr>
        <p:spPr>
          <a:xfrm>
            <a:off x="8110854" y="942716"/>
            <a:ext cx="4051325" cy="2113734"/>
          </a:xfrm>
          <a:prstGeom prst="rect">
            <a:avLst/>
          </a:prstGeom>
          <a:solidFill>
            <a:srgbClr val="F4EEFA"/>
          </a:solidFill>
          <a:ln w="28575">
            <a:solidFill>
              <a:srgbClr val="5F8D5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9" name="矩形 88"/>
          <p:cNvSpPr/>
          <p:nvPr/>
        </p:nvSpPr>
        <p:spPr>
          <a:xfrm>
            <a:off x="3310773" y="3930224"/>
            <a:ext cx="4556744" cy="2421247"/>
          </a:xfrm>
          <a:prstGeom prst="rect">
            <a:avLst/>
          </a:prstGeom>
          <a:solidFill>
            <a:srgbClr val="EEF5FB"/>
          </a:solidFill>
          <a:ln w="28575">
            <a:solidFill>
              <a:srgbClr val="5F8D5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3310757" y="949500"/>
            <a:ext cx="4556760" cy="2106950"/>
          </a:xfrm>
          <a:prstGeom prst="rect">
            <a:avLst/>
          </a:prstGeom>
          <a:solidFill>
            <a:srgbClr val="FDEDED"/>
          </a:solidFill>
          <a:ln w="28575">
            <a:solidFill>
              <a:srgbClr val="5F8D5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67862" y="926897"/>
            <a:ext cx="2720385" cy="5431862"/>
          </a:xfrm>
          <a:prstGeom prst="rect">
            <a:avLst/>
          </a:prstGeom>
          <a:solidFill>
            <a:srgbClr val="FFFAE7"/>
          </a:solidFill>
          <a:ln w="28575">
            <a:solidFill>
              <a:srgbClr val="0066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81985" y="588343"/>
            <a:ext cx="28062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 Prediction Model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224880" y="648513"/>
            <a:ext cx="58192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of Word Attributes and Scores from Percentage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031628" y="676916"/>
            <a:ext cx="22983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Interesting Features of  Data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288876" y="1202295"/>
            <a:ext cx="792480" cy="390144"/>
          </a:xfrm>
          <a:prstGeom prst="rect">
            <a:avLst/>
          </a:prstGeom>
          <a:solidFill>
            <a:srgbClr val="CFB3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>
            <a:off x="1685116" y="1592439"/>
            <a:ext cx="0" cy="44464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935573" y="2037080"/>
            <a:ext cx="1477401" cy="1026160"/>
          </a:xfrm>
          <a:prstGeom prst="rect">
            <a:avLst/>
          </a:prstGeom>
          <a:solidFill>
            <a:srgbClr val="ADD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model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箭头: 左弧形 12"/>
          <p:cNvSpPr/>
          <p:nvPr/>
        </p:nvSpPr>
        <p:spPr>
          <a:xfrm>
            <a:off x="772160" y="2306320"/>
            <a:ext cx="163413" cy="609600"/>
          </a:xfrm>
          <a:prstGeom prst="curved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箭头: 左弧形 13"/>
          <p:cNvSpPr/>
          <p:nvPr/>
        </p:nvSpPr>
        <p:spPr>
          <a:xfrm flipH="1">
            <a:off x="2412974" y="2306320"/>
            <a:ext cx="163413" cy="609600"/>
          </a:xfrm>
          <a:prstGeom prst="curved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14448" y="2150050"/>
            <a:ext cx="6146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Reset</a:t>
            </a:r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520156" y="2159000"/>
            <a:ext cx="6146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gate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直接箭头连接符 16"/>
          <p:cNvCxnSpPr/>
          <p:nvPr/>
        </p:nvCxnSpPr>
        <p:spPr>
          <a:xfrm>
            <a:off x="1685116" y="3063240"/>
            <a:ext cx="0" cy="44464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1278033" y="3528387"/>
            <a:ext cx="792480" cy="390144"/>
          </a:xfrm>
          <a:prstGeom prst="rect">
            <a:avLst/>
          </a:prstGeom>
          <a:solidFill>
            <a:srgbClr val="CFB3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直接箭头连接符 18"/>
          <p:cNvCxnSpPr/>
          <p:nvPr/>
        </p:nvCxnSpPr>
        <p:spPr>
          <a:xfrm>
            <a:off x="1670797" y="3918531"/>
            <a:ext cx="0" cy="76319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1075376" y="4681728"/>
            <a:ext cx="1190841" cy="390144"/>
          </a:xfrm>
          <a:prstGeom prst="rect">
            <a:avLst/>
          </a:prstGeom>
          <a:solidFill>
            <a:srgbClr val="CFB3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直接箭头连接符 21"/>
          <p:cNvCxnSpPr/>
          <p:nvPr/>
        </p:nvCxnSpPr>
        <p:spPr>
          <a:xfrm>
            <a:off x="1670796" y="5071872"/>
            <a:ext cx="0" cy="7498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843881" y="5793166"/>
            <a:ext cx="1676263" cy="418658"/>
          </a:xfrm>
          <a:prstGeom prst="rect">
            <a:avLst/>
          </a:prstGeom>
          <a:solidFill>
            <a:srgbClr val="E18A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March 1,2023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4831284" y="956290"/>
          <a:ext cx="1457307" cy="3757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9" name="AxMath" r:id="rId1" imgW="1143000" imgH="1143000" progId="Equation.AxMath">
                  <p:embed/>
                </p:oleObj>
              </mc:Choice>
              <mc:Fallback>
                <p:oleObj name="AxMath" r:id="rId1" imgW="1143000" imgH="1143000" progId="Equation.AxMath">
                  <p:embed/>
                  <p:pic>
                    <p:nvPicPr>
                      <p:cNvPr id="0" name="图片 1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831284" y="956290"/>
                        <a:ext cx="1457307" cy="3757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8" name="直接连接符 27"/>
          <p:cNvCxnSpPr/>
          <p:nvPr/>
        </p:nvCxnSpPr>
        <p:spPr>
          <a:xfrm>
            <a:off x="3310757" y="1332012"/>
            <a:ext cx="4556760" cy="0"/>
          </a:xfrm>
          <a:prstGeom prst="line">
            <a:avLst/>
          </a:prstGeom>
          <a:ln w="19050">
            <a:solidFill>
              <a:srgbClr val="F6B8B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5589137" y="1332012"/>
            <a:ext cx="0" cy="1724438"/>
          </a:xfrm>
          <a:prstGeom prst="line">
            <a:avLst/>
          </a:prstGeom>
          <a:ln w="19050">
            <a:solidFill>
              <a:srgbClr val="F6B8B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3723784" y="1311560"/>
            <a:ext cx="14523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Analysis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3398610" y="1509889"/>
            <a:ext cx="10501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 Frequency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389909" y="1509889"/>
            <a:ext cx="1111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Letter Frequency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3687467" y="1772864"/>
            <a:ext cx="472425" cy="341930"/>
          </a:xfrm>
          <a:prstGeom prst="rect">
            <a:avLst/>
          </a:prstGeom>
          <a:solidFill>
            <a:srgbClr val="F6B8B8"/>
          </a:solidFill>
          <a:ln>
            <a:solidFill>
              <a:srgbClr val="F6B8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36" name="对象 35"/>
          <p:cNvGraphicFramePr>
            <a:graphicFrameLocks noChangeAspect="1"/>
          </p:cNvGraphicFramePr>
          <p:nvPr/>
        </p:nvGraphicFramePr>
        <p:xfrm>
          <a:off x="3687467" y="1782903"/>
          <a:ext cx="476071" cy="321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0" name="AxMath" r:id="rId3" imgW="1143000" imgH="1143000" progId="Equation.AxMath">
                  <p:embed/>
                </p:oleObj>
              </mc:Choice>
              <mc:Fallback>
                <p:oleObj name="AxMath" r:id="rId3" imgW="1143000" imgH="1143000" progId="Equation.AxMath">
                  <p:embed/>
                  <p:pic>
                    <p:nvPicPr>
                      <p:cNvPr id="0" name="图片 107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87467" y="1782903"/>
                        <a:ext cx="476071" cy="3218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矩形 36"/>
          <p:cNvSpPr/>
          <p:nvPr/>
        </p:nvSpPr>
        <p:spPr>
          <a:xfrm>
            <a:off x="4700039" y="1764159"/>
            <a:ext cx="472425" cy="341930"/>
          </a:xfrm>
          <a:prstGeom prst="rect">
            <a:avLst/>
          </a:prstGeom>
          <a:solidFill>
            <a:srgbClr val="F6B8B8"/>
          </a:solidFill>
          <a:ln>
            <a:solidFill>
              <a:srgbClr val="F6B8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38" name="对象 37"/>
          <p:cNvGraphicFramePr>
            <a:graphicFrameLocks noChangeAspect="1"/>
          </p:cNvGraphicFramePr>
          <p:nvPr/>
        </p:nvGraphicFramePr>
        <p:xfrm>
          <a:off x="4675188" y="1774825"/>
          <a:ext cx="527050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1" name="AxMath" r:id="rId5" imgW="1143000" imgH="1143000" progId="Equation.AxMath">
                  <p:embed/>
                </p:oleObj>
              </mc:Choice>
              <mc:Fallback>
                <p:oleObj name="AxMath" r:id="rId5" imgW="1143000" imgH="1143000" progId="Equation.AxMath">
                  <p:embed/>
                  <p:pic>
                    <p:nvPicPr>
                      <p:cNvPr id="0" name="对象 3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75188" y="1774825"/>
                        <a:ext cx="527050" cy="320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9" name="直接箭头连接符 38"/>
          <p:cNvCxnSpPr/>
          <p:nvPr/>
        </p:nvCxnSpPr>
        <p:spPr>
          <a:xfrm>
            <a:off x="3930804" y="2119570"/>
            <a:ext cx="0" cy="31121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/>
        </p:nvCxnSpPr>
        <p:spPr>
          <a:xfrm>
            <a:off x="6341427" y="2104754"/>
            <a:ext cx="0" cy="118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/>
          <p:cNvSpPr/>
          <p:nvPr/>
        </p:nvSpPr>
        <p:spPr>
          <a:xfrm>
            <a:off x="3694600" y="2424304"/>
            <a:ext cx="1477864" cy="341930"/>
          </a:xfrm>
          <a:prstGeom prst="rect">
            <a:avLst/>
          </a:prstGeom>
          <a:solidFill>
            <a:srgbClr val="F6B8B8"/>
          </a:solidFill>
          <a:ln>
            <a:solidFill>
              <a:srgbClr val="F6B8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3816490" y="2488009"/>
            <a:ext cx="12198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analysis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" name="直接箭头连接符 43"/>
          <p:cNvCxnSpPr/>
          <p:nvPr/>
        </p:nvCxnSpPr>
        <p:spPr>
          <a:xfrm flipH="1">
            <a:off x="3923679" y="2771314"/>
            <a:ext cx="7125" cy="5332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/>
          <p:nvPr/>
        </p:nvCxnSpPr>
        <p:spPr>
          <a:xfrm flipH="1">
            <a:off x="4929126" y="2774706"/>
            <a:ext cx="7125" cy="5332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/>
        </p:nvSpPr>
        <p:spPr>
          <a:xfrm>
            <a:off x="6158226" y="1312759"/>
            <a:ext cx="14523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 Plot Analysis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5718343" y="1517938"/>
            <a:ext cx="121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Repetition of Letter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6884389" y="1517938"/>
            <a:ext cx="1111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of Speech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6105215" y="1753570"/>
            <a:ext cx="472425" cy="341930"/>
          </a:xfrm>
          <a:prstGeom prst="rect">
            <a:avLst/>
          </a:prstGeom>
          <a:solidFill>
            <a:srgbClr val="F6B8B8"/>
          </a:solidFill>
          <a:ln>
            <a:solidFill>
              <a:srgbClr val="F6B8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</a:t>
            </a:r>
            <a:endParaRPr lang="zh-CN" altLang="en-US" sz="14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7098409" y="1762824"/>
            <a:ext cx="472425" cy="341930"/>
          </a:xfrm>
          <a:prstGeom prst="rect">
            <a:avLst/>
          </a:prstGeom>
          <a:solidFill>
            <a:srgbClr val="F6B8B8"/>
          </a:solidFill>
          <a:ln>
            <a:solidFill>
              <a:srgbClr val="F6B8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</a:t>
            </a:r>
            <a:endParaRPr lang="zh-CN" altLang="en-US" sz="14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3" name="直接箭头连接符 52"/>
          <p:cNvCxnSpPr/>
          <p:nvPr/>
        </p:nvCxnSpPr>
        <p:spPr>
          <a:xfrm>
            <a:off x="7334621" y="2108564"/>
            <a:ext cx="0" cy="118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53"/>
          <p:cNvSpPr/>
          <p:nvPr/>
        </p:nvSpPr>
        <p:spPr>
          <a:xfrm>
            <a:off x="5701798" y="2424304"/>
            <a:ext cx="689258" cy="341930"/>
          </a:xfrm>
          <a:prstGeom prst="rect">
            <a:avLst/>
          </a:prstGeom>
          <a:solidFill>
            <a:srgbClr val="F6B8B8"/>
          </a:solidFill>
          <a:ln>
            <a:solidFill>
              <a:srgbClr val="F6B8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Box</a:t>
            </a:r>
            <a:r>
              <a:rPr lang="zh-CN" altLang="en-US" sz="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r>
              <a:rPr lang="zh-CN" altLang="en-US" sz="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difference</a:t>
            </a:r>
            <a:endParaRPr lang="zh-CN" altLang="en-US" sz="8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6453230" y="2424304"/>
            <a:ext cx="689258" cy="341930"/>
          </a:xfrm>
          <a:prstGeom prst="rect">
            <a:avLst/>
          </a:prstGeom>
          <a:solidFill>
            <a:srgbClr val="F6B8B8"/>
          </a:solidFill>
          <a:ln>
            <a:solidFill>
              <a:srgbClr val="F6B8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difference of outlines</a:t>
            </a:r>
            <a:endParaRPr lang="zh-CN" altLang="en-US" sz="8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7171643" y="2424304"/>
            <a:ext cx="621777" cy="341930"/>
          </a:xfrm>
          <a:prstGeom prst="rect">
            <a:avLst/>
          </a:prstGeom>
          <a:solidFill>
            <a:srgbClr val="F6B8B8"/>
          </a:solidFill>
          <a:ln>
            <a:solidFill>
              <a:srgbClr val="F6B8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Median difference</a:t>
            </a:r>
            <a:endParaRPr lang="zh-CN" altLang="en-US" sz="8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8" name="直接连接符 57"/>
          <p:cNvCxnSpPr/>
          <p:nvPr/>
        </p:nvCxnSpPr>
        <p:spPr>
          <a:xfrm flipH="1">
            <a:off x="6209306" y="2159000"/>
            <a:ext cx="92915" cy="265304"/>
          </a:xfrm>
          <a:prstGeom prst="line">
            <a:avLst/>
          </a:prstGeom>
          <a:ln w="19050">
            <a:solidFill>
              <a:srgbClr val="F6B8B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>
            <a:endCxn id="55" idx="0"/>
          </p:cNvCxnSpPr>
          <p:nvPr/>
        </p:nvCxnSpPr>
        <p:spPr>
          <a:xfrm>
            <a:off x="6377026" y="2111982"/>
            <a:ext cx="420833" cy="312322"/>
          </a:xfrm>
          <a:prstGeom prst="line">
            <a:avLst/>
          </a:prstGeom>
          <a:ln w="19050">
            <a:solidFill>
              <a:srgbClr val="F6B8B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>
            <a:off x="6384011" y="2117650"/>
            <a:ext cx="937162" cy="288091"/>
          </a:xfrm>
          <a:prstGeom prst="line">
            <a:avLst/>
          </a:prstGeom>
          <a:ln w="19050">
            <a:solidFill>
              <a:srgbClr val="F6B8B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66"/>
          <p:cNvSpPr txBox="1"/>
          <p:nvPr/>
        </p:nvSpPr>
        <p:spPr>
          <a:xfrm>
            <a:off x="3750594" y="3242718"/>
            <a:ext cx="10501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5F8D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  <a:endParaRPr lang="zh-CN" altLang="en-US" sz="2000" b="1" dirty="0">
              <a:solidFill>
                <a:srgbClr val="5F8D5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4746207" y="3242718"/>
            <a:ext cx="10501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5F8D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  <a:endParaRPr lang="zh-CN" altLang="en-US" sz="2000" b="1" dirty="0">
              <a:solidFill>
                <a:srgbClr val="5F8D5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6166375" y="3244692"/>
            <a:ext cx="10501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5F8D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  <a:endParaRPr lang="zh-CN" altLang="en-US" sz="2000" b="1" dirty="0">
              <a:solidFill>
                <a:srgbClr val="5F8D5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7156389" y="3226324"/>
            <a:ext cx="2692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endParaRPr lang="zh-CN" alt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1" name="直接箭头连接符 70"/>
          <p:cNvCxnSpPr/>
          <p:nvPr/>
        </p:nvCxnSpPr>
        <p:spPr>
          <a:xfrm flipV="1">
            <a:off x="7522536" y="3066198"/>
            <a:ext cx="0" cy="39709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7522536" y="3450393"/>
            <a:ext cx="42893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>
            <a:off x="7933690" y="1475740"/>
            <a:ext cx="0" cy="19875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/>
          <p:nvPr/>
        </p:nvCxnSpPr>
        <p:spPr>
          <a:xfrm>
            <a:off x="7920355" y="1481117"/>
            <a:ext cx="1892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文本框 81"/>
          <p:cNvSpPr txBox="1"/>
          <p:nvPr/>
        </p:nvSpPr>
        <p:spPr>
          <a:xfrm>
            <a:off x="7497600" y="3159116"/>
            <a:ext cx="5015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</a:t>
            </a:r>
            <a:endParaRPr lang="zh-CN" alt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3216473" y="3616885"/>
            <a:ext cx="761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3902580" y="3623275"/>
            <a:ext cx="1377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Pridiction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4928658" y="3623275"/>
            <a:ext cx="1377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6" name="直接箭头连接符 85"/>
          <p:cNvCxnSpPr/>
          <p:nvPr/>
        </p:nvCxnSpPr>
        <p:spPr>
          <a:xfrm flipH="1">
            <a:off x="3916554" y="3562483"/>
            <a:ext cx="7125" cy="5332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箭头连接符 86"/>
          <p:cNvCxnSpPr/>
          <p:nvPr/>
        </p:nvCxnSpPr>
        <p:spPr>
          <a:xfrm flipH="1">
            <a:off x="4929126" y="3562483"/>
            <a:ext cx="7125" cy="5332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箭头连接符 87"/>
          <p:cNvCxnSpPr/>
          <p:nvPr/>
        </p:nvCxnSpPr>
        <p:spPr>
          <a:xfrm flipH="1">
            <a:off x="6338386" y="3556714"/>
            <a:ext cx="7125" cy="5332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矩形 89"/>
          <p:cNvSpPr/>
          <p:nvPr/>
        </p:nvSpPr>
        <p:spPr>
          <a:xfrm>
            <a:off x="3453010" y="4046670"/>
            <a:ext cx="4157542" cy="368804"/>
          </a:xfrm>
          <a:prstGeom prst="rect">
            <a:avLst/>
          </a:prstGeom>
          <a:solidFill>
            <a:srgbClr val="C5DC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2" name="直接箭头连接符 91"/>
          <p:cNvCxnSpPr/>
          <p:nvPr/>
        </p:nvCxnSpPr>
        <p:spPr>
          <a:xfrm flipH="1">
            <a:off x="4664283" y="4417517"/>
            <a:ext cx="1" cy="112892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任意多边形: 形状 94"/>
          <p:cNvSpPr/>
          <p:nvPr/>
        </p:nvSpPr>
        <p:spPr>
          <a:xfrm>
            <a:off x="4541520" y="5000625"/>
            <a:ext cx="121920" cy="89535"/>
          </a:xfrm>
          <a:custGeom>
            <a:avLst/>
            <a:gdLst>
              <a:gd name="connsiteX0" fmla="*/ 0 w 121920"/>
              <a:gd name="connsiteY0" fmla="*/ 0 h 89535"/>
              <a:gd name="connsiteX1" fmla="*/ 121920 w 121920"/>
              <a:gd name="connsiteY1" fmla="*/ 89535 h 89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20" h="89535">
                <a:moveTo>
                  <a:pt x="0" y="0"/>
                </a:moveTo>
                <a:cubicBezTo>
                  <a:pt x="51117" y="27464"/>
                  <a:pt x="102235" y="54928"/>
                  <a:pt x="121920" y="89535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 90"/>
          <p:cNvSpPr/>
          <p:nvPr/>
        </p:nvSpPr>
        <p:spPr>
          <a:xfrm>
            <a:off x="3453010" y="4548271"/>
            <a:ext cx="1088510" cy="872104"/>
          </a:xfrm>
          <a:prstGeom prst="rect">
            <a:avLst/>
          </a:prstGeom>
          <a:solidFill>
            <a:srgbClr val="C5DC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Grid Search</a:t>
            </a:r>
            <a:endParaRPr lang="en-US" altLang="zh-C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 </a:t>
            </a:r>
            <a:r>
              <a:rPr lang="en-US" altLang="zh-CN" sz="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gparams</a:t>
            </a:r>
            <a:endParaRPr lang="zh-CN" altLang="en-US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4944751" y="4624456"/>
            <a:ext cx="1676263" cy="418658"/>
          </a:xfrm>
          <a:prstGeom prst="rect">
            <a:avLst/>
          </a:prstGeom>
          <a:solidFill>
            <a:srgbClr val="E18A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March 1,2023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4943907" y="5042767"/>
            <a:ext cx="1676263" cy="418658"/>
          </a:xfrm>
          <a:prstGeom prst="rect">
            <a:avLst/>
          </a:prstGeom>
          <a:solidFill>
            <a:srgbClr val="ADD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EERIE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6691445" y="4833785"/>
            <a:ext cx="1016047" cy="368801"/>
          </a:xfrm>
          <a:prstGeom prst="rect">
            <a:avLst/>
          </a:prstGeom>
          <a:solidFill>
            <a:srgbClr val="C5DC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predicion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6749974" y="5650778"/>
            <a:ext cx="874171" cy="455369"/>
          </a:xfrm>
          <a:prstGeom prst="rect">
            <a:avLst/>
          </a:prstGeom>
          <a:solidFill>
            <a:srgbClr val="C5DC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矩形 99"/>
          <p:cNvSpPr/>
          <p:nvPr/>
        </p:nvSpPr>
        <p:spPr>
          <a:xfrm>
            <a:off x="3447078" y="5626095"/>
            <a:ext cx="1583296" cy="540665"/>
          </a:xfrm>
          <a:prstGeom prst="rect">
            <a:avLst/>
          </a:prstGeom>
          <a:solidFill>
            <a:srgbClr val="2B76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  <a:endParaRPr lang="zh-CN" alt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1" name="直接箭头连接符 100"/>
          <p:cNvCxnSpPr>
            <a:endCxn id="99" idx="1"/>
          </p:cNvCxnSpPr>
          <p:nvPr/>
        </p:nvCxnSpPr>
        <p:spPr>
          <a:xfrm flipV="1">
            <a:off x="5025883" y="5878463"/>
            <a:ext cx="1724091" cy="806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箭头连接符 102"/>
          <p:cNvCxnSpPr>
            <a:stCxn id="99" idx="0"/>
          </p:cNvCxnSpPr>
          <p:nvPr/>
        </p:nvCxnSpPr>
        <p:spPr>
          <a:xfrm flipV="1">
            <a:off x="7187060" y="5227269"/>
            <a:ext cx="12408" cy="42350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箭头连接符 105"/>
          <p:cNvCxnSpPr>
            <a:stCxn id="98" idx="3"/>
          </p:cNvCxnSpPr>
          <p:nvPr/>
        </p:nvCxnSpPr>
        <p:spPr>
          <a:xfrm flipV="1">
            <a:off x="7707492" y="5018185"/>
            <a:ext cx="382551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矩形 109"/>
          <p:cNvSpPr/>
          <p:nvPr/>
        </p:nvSpPr>
        <p:spPr>
          <a:xfrm>
            <a:off x="8367533" y="1353368"/>
            <a:ext cx="897668" cy="470382"/>
          </a:xfrm>
          <a:prstGeom prst="rect">
            <a:avLst/>
          </a:prstGeom>
          <a:solidFill>
            <a:srgbClr val="DFC9EF"/>
          </a:solidFill>
          <a:ln>
            <a:solidFill>
              <a:srgbClr val="DFC9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Word Attributes</a:t>
            </a:r>
            <a:endParaRPr lang="zh-CN" altLang="en-US" sz="11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1" name="直接箭头连接符 110"/>
          <p:cNvCxnSpPr/>
          <p:nvPr/>
        </p:nvCxnSpPr>
        <p:spPr>
          <a:xfrm>
            <a:off x="9279819" y="1586015"/>
            <a:ext cx="29344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矩形 112"/>
          <p:cNvSpPr/>
          <p:nvPr/>
        </p:nvSpPr>
        <p:spPr>
          <a:xfrm>
            <a:off x="9527731" y="1222733"/>
            <a:ext cx="1236332" cy="279032"/>
          </a:xfrm>
          <a:prstGeom prst="rect">
            <a:avLst/>
          </a:prstGeom>
          <a:solidFill>
            <a:srgbClr val="712CA1"/>
          </a:solidFill>
          <a:ln>
            <a:solidFill>
              <a:srgbClr val="712C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0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linearly related</a:t>
            </a:r>
            <a:endParaRPr lang="zh-CN" altLang="en-US" sz="10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9548088" y="1684234"/>
            <a:ext cx="1236332" cy="279032"/>
          </a:xfrm>
          <a:prstGeom prst="rect">
            <a:avLst/>
          </a:prstGeom>
          <a:solidFill>
            <a:srgbClr val="712CA1"/>
          </a:solidFill>
          <a:ln>
            <a:solidFill>
              <a:srgbClr val="712C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0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obvious diff</a:t>
            </a:r>
            <a:endParaRPr lang="zh-CN" altLang="en-US" sz="10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5" name="直接箭头连接符 114"/>
          <p:cNvCxnSpPr/>
          <p:nvPr/>
        </p:nvCxnSpPr>
        <p:spPr>
          <a:xfrm flipH="1">
            <a:off x="10689519" y="1592439"/>
            <a:ext cx="29344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矩形 115"/>
          <p:cNvSpPr/>
          <p:nvPr/>
        </p:nvSpPr>
        <p:spPr>
          <a:xfrm>
            <a:off x="10982960" y="1312520"/>
            <a:ext cx="897668" cy="511219"/>
          </a:xfrm>
          <a:prstGeom prst="rect">
            <a:avLst/>
          </a:prstGeom>
          <a:solidFill>
            <a:srgbClr val="DFC9EF"/>
          </a:solidFill>
          <a:ln>
            <a:solidFill>
              <a:srgbClr val="DFC9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 Mode </a:t>
            </a:r>
            <a:r>
              <a:rPr lang="en-US" altLang="zh-CN" sz="11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Pecentage</a:t>
            </a:r>
            <a:endParaRPr lang="zh-CN" altLang="en-US" sz="11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8375025" y="2285268"/>
            <a:ext cx="1962393" cy="368494"/>
          </a:xfrm>
          <a:prstGeom prst="rect">
            <a:avLst/>
          </a:prstGeom>
          <a:solidFill>
            <a:srgbClr val="DFC9EF"/>
          </a:solidFill>
          <a:ln>
            <a:solidFill>
              <a:srgbClr val="DFC9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most “</a:t>
            </a:r>
            <a:r>
              <a:rPr lang="en-US" altLang="zh-CN" sz="10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hellsh</a:t>
            </a:r>
            <a:r>
              <a:rPr lang="en-US" altLang="zh-CN" sz="1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altLang="zh-CN" sz="10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level:PAPER</a:t>
            </a:r>
            <a:endParaRPr lang="zh-CN" altLang="en-US" sz="10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8" name="直接箭头连接符 117"/>
          <p:cNvCxnSpPr/>
          <p:nvPr/>
        </p:nvCxnSpPr>
        <p:spPr>
          <a:xfrm>
            <a:off x="10337418" y="2488009"/>
            <a:ext cx="44700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矩形 119"/>
          <p:cNvSpPr/>
          <p:nvPr/>
        </p:nvSpPr>
        <p:spPr>
          <a:xfrm>
            <a:off x="10796318" y="2249013"/>
            <a:ext cx="1084310" cy="430688"/>
          </a:xfrm>
          <a:prstGeom prst="rect">
            <a:avLst/>
          </a:prstGeom>
          <a:solidFill>
            <a:srgbClr val="712CA1"/>
          </a:solidFill>
          <a:ln>
            <a:solidFill>
              <a:srgbClr val="712C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0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 to guess</a:t>
            </a:r>
            <a:endParaRPr lang="zh-CN" altLang="en-US" sz="10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文本框 120"/>
          <p:cNvSpPr txBox="1"/>
          <p:nvPr/>
        </p:nvSpPr>
        <p:spPr>
          <a:xfrm>
            <a:off x="8006765" y="3601813"/>
            <a:ext cx="40164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Pate Classification Model by K-Means++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3" name="对象 122"/>
          <p:cNvGraphicFramePr>
            <a:graphicFrameLocks noChangeAspect="1"/>
          </p:cNvGraphicFramePr>
          <p:nvPr/>
        </p:nvGraphicFramePr>
        <p:xfrm>
          <a:off x="8331061" y="4018647"/>
          <a:ext cx="1335579" cy="3689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2" name="AxMath" r:id="rId7" imgW="1143000" imgH="1143000" progId="Equation.AxMath">
                  <p:embed/>
                </p:oleObj>
              </mc:Choice>
              <mc:Fallback>
                <p:oleObj name="AxMath" r:id="rId7" imgW="1143000" imgH="1143000" progId="Equation.AxMath">
                  <p:embed/>
                  <p:pic>
                    <p:nvPicPr>
                      <p:cNvPr id="0" name="图片 108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331061" y="4018647"/>
                        <a:ext cx="1335579" cy="3689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6" name="矩形 125"/>
          <p:cNvSpPr/>
          <p:nvPr/>
        </p:nvSpPr>
        <p:spPr>
          <a:xfrm>
            <a:off x="8484870" y="4395856"/>
            <a:ext cx="871284" cy="457200"/>
          </a:xfrm>
          <a:prstGeom prst="rect">
            <a:avLst/>
          </a:prstGeom>
          <a:solidFill>
            <a:srgbClr val="ADD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Difficulty Rate</a:t>
            </a:r>
            <a:endParaRPr lang="zh-CN" alt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7" name="矩形 126"/>
          <p:cNvSpPr/>
          <p:nvPr/>
        </p:nvSpPr>
        <p:spPr>
          <a:xfrm>
            <a:off x="8478740" y="5648947"/>
            <a:ext cx="871284" cy="457200"/>
          </a:xfrm>
          <a:prstGeom prst="rect">
            <a:avLst/>
          </a:prstGeom>
          <a:solidFill>
            <a:srgbClr val="ADD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K-Means++</a:t>
            </a:r>
            <a:endParaRPr lang="en-US" altLang="zh-CN" sz="7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Clustering Analysis</a:t>
            </a:r>
            <a:endParaRPr lang="zh-CN" altLang="en-US" sz="7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8" name="直接箭头连接符 127"/>
          <p:cNvCxnSpPr/>
          <p:nvPr/>
        </p:nvCxnSpPr>
        <p:spPr>
          <a:xfrm>
            <a:off x="8914382" y="4853056"/>
            <a:ext cx="0" cy="7921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接箭头连接符 131"/>
          <p:cNvCxnSpPr/>
          <p:nvPr/>
        </p:nvCxnSpPr>
        <p:spPr>
          <a:xfrm>
            <a:off x="9350024" y="5859780"/>
            <a:ext cx="66495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矩形 134"/>
          <p:cNvSpPr/>
          <p:nvPr/>
        </p:nvSpPr>
        <p:spPr>
          <a:xfrm>
            <a:off x="10050146" y="5645251"/>
            <a:ext cx="871284" cy="457200"/>
          </a:xfrm>
          <a:prstGeom prst="rect">
            <a:avLst/>
          </a:prstGeom>
          <a:solidFill>
            <a:srgbClr val="ADD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Difficulty</a:t>
            </a:r>
            <a:endParaRPr lang="en-US" altLang="zh-CN" sz="7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endParaRPr lang="zh-CN" altLang="en-US" sz="7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6" name="直接箭头连接符 135"/>
          <p:cNvCxnSpPr/>
          <p:nvPr/>
        </p:nvCxnSpPr>
        <p:spPr>
          <a:xfrm flipV="1">
            <a:off x="10433382" y="5140847"/>
            <a:ext cx="0" cy="48524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平行四边形 138"/>
          <p:cNvSpPr/>
          <p:nvPr/>
        </p:nvSpPr>
        <p:spPr>
          <a:xfrm>
            <a:off x="10085562" y="4921411"/>
            <a:ext cx="871284" cy="193548"/>
          </a:xfrm>
          <a:prstGeom prst="parallelogram">
            <a:avLst>
              <a:gd name="adj" fmla="val 105540"/>
            </a:avLst>
          </a:prstGeom>
          <a:solidFill>
            <a:srgbClr val="90BE7F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0" name="平行四边形 139"/>
          <p:cNvSpPr/>
          <p:nvPr/>
        </p:nvSpPr>
        <p:spPr>
          <a:xfrm>
            <a:off x="10085562" y="4809718"/>
            <a:ext cx="871284" cy="193548"/>
          </a:xfrm>
          <a:prstGeom prst="parallelogram">
            <a:avLst>
              <a:gd name="adj" fmla="val 105540"/>
            </a:avLst>
          </a:prstGeom>
          <a:solidFill>
            <a:srgbClr val="90BE7F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1" name="平行四边形 140"/>
          <p:cNvSpPr/>
          <p:nvPr/>
        </p:nvSpPr>
        <p:spPr>
          <a:xfrm>
            <a:off x="10085562" y="4712944"/>
            <a:ext cx="871284" cy="193548"/>
          </a:xfrm>
          <a:prstGeom prst="parallelogram">
            <a:avLst>
              <a:gd name="adj" fmla="val 105540"/>
            </a:avLst>
          </a:prstGeom>
          <a:solidFill>
            <a:srgbClr val="BDC37A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2" name="平行四边形 141"/>
          <p:cNvSpPr/>
          <p:nvPr/>
        </p:nvSpPr>
        <p:spPr>
          <a:xfrm>
            <a:off x="10105104" y="4594966"/>
            <a:ext cx="871284" cy="193548"/>
          </a:xfrm>
          <a:prstGeom prst="parallelogram">
            <a:avLst>
              <a:gd name="adj" fmla="val 105540"/>
            </a:avLst>
          </a:prstGeom>
          <a:solidFill>
            <a:srgbClr val="90BE7F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8" name="平行四边形 137"/>
          <p:cNvSpPr/>
          <p:nvPr/>
        </p:nvSpPr>
        <p:spPr>
          <a:xfrm>
            <a:off x="10111676" y="4483612"/>
            <a:ext cx="871284" cy="193548"/>
          </a:xfrm>
          <a:prstGeom prst="parallelogram">
            <a:avLst>
              <a:gd name="adj" fmla="val 105540"/>
            </a:avLst>
          </a:prstGeom>
          <a:solidFill>
            <a:srgbClr val="90BE7F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3" name="文本框 142"/>
          <p:cNvSpPr txBox="1"/>
          <p:nvPr/>
        </p:nvSpPr>
        <p:spPr>
          <a:xfrm>
            <a:off x="9940523" y="5028477"/>
            <a:ext cx="1143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/>
              <a:t>1</a:t>
            </a:r>
            <a:endParaRPr lang="zh-CN" altLang="en-US" sz="800" dirty="0"/>
          </a:p>
        </p:txBody>
      </p:sp>
      <p:sp>
        <p:nvSpPr>
          <p:cNvPr id="144" name="文本框 143"/>
          <p:cNvSpPr txBox="1"/>
          <p:nvPr/>
        </p:nvSpPr>
        <p:spPr>
          <a:xfrm>
            <a:off x="9940523" y="4876800"/>
            <a:ext cx="1143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/>
              <a:t>2</a:t>
            </a:r>
            <a:endParaRPr lang="zh-CN" altLang="en-US" sz="800" dirty="0"/>
          </a:p>
        </p:txBody>
      </p:sp>
      <p:sp>
        <p:nvSpPr>
          <p:cNvPr id="145" name="文本框 144"/>
          <p:cNvSpPr txBox="1"/>
          <p:nvPr/>
        </p:nvSpPr>
        <p:spPr>
          <a:xfrm>
            <a:off x="9940523" y="4774457"/>
            <a:ext cx="1143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/>
              <a:t>3</a:t>
            </a:r>
            <a:endParaRPr lang="zh-CN" altLang="en-US" sz="800" dirty="0"/>
          </a:p>
        </p:txBody>
      </p:sp>
      <p:sp>
        <p:nvSpPr>
          <p:cNvPr id="146" name="文本框 145"/>
          <p:cNvSpPr txBox="1"/>
          <p:nvPr/>
        </p:nvSpPr>
        <p:spPr>
          <a:xfrm>
            <a:off x="9940523" y="4661356"/>
            <a:ext cx="1143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/>
              <a:t>4</a:t>
            </a:r>
            <a:endParaRPr lang="zh-CN" altLang="en-US" sz="800" dirty="0"/>
          </a:p>
        </p:txBody>
      </p:sp>
      <p:sp>
        <p:nvSpPr>
          <p:cNvPr id="147" name="文本框 146"/>
          <p:cNvSpPr txBox="1"/>
          <p:nvPr/>
        </p:nvSpPr>
        <p:spPr>
          <a:xfrm>
            <a:off x="9940523" y="4557502"/>
            <a:ext cx="1143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/>
              <a:t>5</a:t>
            </a:r>
            <a:endParaRPr lang="zh-CN" altLang="en-US" sz="800" dirty="0"/>
          </a:p>
        </p:txBody>
      </p:sp>
      <p:cxnSp>
        <p:nvCxnSpPr>
          <p:cNvPr id="148" name="直接箭头连接符 147"/>
          <p:cNvCxnSpPr/>
          <p:nvPr/>
        </p:nvCxnSpPr>
        <p:spPr>
          <a:xfrm>
            <a:off x="10976388" y="4809718"/>
            <a:ext cx="14023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矩形 151"/>
          <p:cNvSpPr/>
          <p:nvPr/>
        </p:nvSpPr>
        <p:spPr>
          <a:xfrm>
            <a:off x="11107556" y="4693679"/>
            <a:ext cx="915637" cy="251834"/>
          </a:xfrm>
          <a:prstGeom prst="rect">
            <a:avLst/>
          </a:prstGeom>
          <a:solidFill>
            <a:srgbClr val="ADD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EERIE</a:t>
            </a:r>
            <a:endParaRPr lang="zh-CN" altLang="en-US" sz="1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" name="矩形 152"/>
          <p:cNvSpPr/>
          <p:nvPr/>
        </p:nvSpPr>
        <p:spPr>
          <a:xfrm>
            <a:off x="40727" y="49734"/>
            <a:ext cx="21162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23年</a:t>
            </a:r>
            <a:r>
              <a:rPr lang="en-US" altLang="zh-CN" dirty="0"/>
              <a:t>C</a:t>
            </a:r>
            <a:r>
              <a:rPr lang="zh-CN" altLang="en-US" dirty="0"/>
              <a:t>题，</a:t>
            </a:r>
            <a:r>
              <a:rPr lang="en-US" altLang="zh-CN" dirty="0"/>
              <a:t>23</a:t>
            </a:r>
            <a:r>
              <a:rPr lang="zh-CN" altLang="en-US" dirty="0"/>
              <a:t>00348</a:t>
            </a: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333297" y="420414"/>
            <a:ext cx="5402317" cy="3111062"/>
          </a:xfrm>
          <a:prstGeom prst="rect">
            <a:avLst/>
          </a:prstGeom>
          <a:noFill/>
          <a:ln w="28575">
            <a:solidFill>
              <a:srgbClr val="7084B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矩形: 圆角 5"/>
          <p:cNvSpPr/>
          <p:nvPr/>
        </p:nvSpPr>
        <p:spPr>
          <a:xfrm>
            <a:off x="2456688" y="774192"/>
            <a:ext cx="2048256" cy="2596896"/>
          </a:xfrm>
          <a:prstGeom prst="roundRect">
            <a:avLst/>
          </a:prstGeom>
          <a:noFill/>
          <a:ln w="19050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788920" y="693052"/>
            <a:ext cx="1383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Superior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Indicators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751201" y="1420523"/>
            <a:ext cx="1459230" cy="420624"/>
          </a:xfrm>
          <a:prstGeom prst="rect">
            <a:avLst/>
          </a:prstGeom>
          <a:solidFill>
            <a:srgbClr val="FFECB2"/>
          </a:solidFill>
          <a:ln>
            <a:solidFill>
              <a:srgbClr val="FFECB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Society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751201" y="1897221"/>
            <a:ext cx="1459230" cy="420624"/>
          </a:xfrm>
          <a:prstGeom prst="rect">
            <a:avLst/>
          </a:prstGeom>
          <a:solidFill>
            <a:srgbClr val="FFECB2"/>
          </a:solidFill>
          <a:ln>
            <a:solidFill>
              <a:srgbClr val="FFECB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Ecology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751201" y="2373919"/>
            <a:ext cx="1459230" cy="420624"/>
          </a:xfrm>
          <a:prstGeom prst="rect">
            <a:avLst/>
          </a:prstGeom>
          <a:solidFill>
            <a:srgbClr val="FFECB2"/>
          </a:solidFill>
          <a:ln>
            <a:solidFill>
              <a:srgbClr val="FFECB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Traffic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751201" y="2850618"/>
            <a:ext cx="1459230" cy="420624"/>
          </a:xfrm>
          <a:prstGeom prst="rect">
            <a:avLst/>
          </a:prstGeom>
          <a:solidFill>
            <a:srgbClr val="FFECB2"/>
          </a:solidFill>
          <a:ln>
            <a:solidFill>
              <a:srgbClr val="FFECB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Energy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4542663" y="885075"/>
            <a:ext cx="1291209" cy="2375130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</a:t>
            </a:r>
            <a:endParaRPr lang="en-US" altLang="zh-C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altLang="zh-C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Indicatores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6358130" y="885075"/>
            <a:ext cx="1291209" cy="2375130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Multilayer factor metric of light pollution risk level 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5724500" y="1529080"/>
            <a:ext cx="742999" cy="411127"/>
          </a:xfrm>
          <a:prstGeom prst="ellipse">
            <a:avLst/>
          </a:prstGeom>
          <a:solidFill>
            <a:srgbClr val="BDBD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EWM</a:t>
            </a:r>
            <a:endParaRPr lang="zh-CN" altLang="en-US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箭头: 右 15"/>
          <p:cNvSpPr/>
          <p:nvPr/>
        </p:nvSpPr>
        <p:spPr>
          <a:xfrm>
            <a:off x="5871160" y="1989748"/>
            <a:ext cx="480570" cy="296005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矩形: 圆角 16"/>
          <p:cNvSpPr/>
          <p:nvPr/>
        </p:nvSpPr>
        <p:spPr>
          <a:xfrm>
            <a:off x="2618740" y="265480"/>
            <a:ext cx="1026160" cy="371094"/>
          </a:xfrm>
          <a:prstGeom prst="roundRect">
            <a:avLst/>
          </a:prstGeom>
          <a:solidFill>
            <a:srgbClr val="355D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990155" y="408986"/>
            <a:ext cx="3592245" cy="3111062"/>
          </a:xfrm>
          <a:prstGeom prst="rect">
            <a:avLst/>
          </a:prstGeom>
          <a:noFill/>
          <a:ln w="28575">
            <a:solidFill>
              <a:srgbClr val="7084B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矩形: 圆角 18"/>
          <p:cNvSpPr/>
          <p:nvPr/>
        </p:nvSpPr>
        <p:spPr>
          <a:xfrm>
            <a:off x="8255172" y="234867"/>
            <a:ext cx="1026160" cy="371094"/>
          </a:xfrm>
          <a:prstGeom prst="roundRect">
            <a:avLst/>
          </a:prstGeom>
          <a:solidFill>
            <a:srgbClr val="355D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8030127" y="1584459"/>
            <a:ext cx="990625" cy="411127"/>
          </a:xfrm>
          <a:prstGeom prst="ellipse">
            <a:avLst/>
          </a:prstGeom>
          <a:solidFill>
            <a:srgbClr val="BDBD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K-Means</a:t>
            </a:r>
            <a:endParaRPr lang="zh-CN" altLang="en-US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直接连接符 21"/>
          <p:cNvCxnSpPr>
            <a:stCxn id="14" idx="3"/>
          </p:cNvCxnSpPr>
          <p:nvPr/>
        </p:nvCxnSpPr>
        <p:spPr>
          <a:xfrm>
            <a:off x="7649339" y="2072640"/>
            <a:ext cx="148450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9133840" y="911860"/>
            <a:ext cx="0" cy="214907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>
            <a:off x="9133840" y="911860"/>
            <a:ext cx="51816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>
            <a:off x="9133840" y="1681480"/>
            <a:ext cx="51816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>
            <a:off x="9133840" y="2258060"/>
            <a:ext cx="51816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>
            <a:off x="9130030" y="3057120"/>
            <a:ext cx="51816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/>
          <p:cNvSpPr/>
          <p:nvPr/>
        </p:nvSpPr>
        <p:spPr>
          <a:xfrm>
            <a:off x="9648192" y="551075"/>
            <a:ext cx="1755133" cy="749299"/>
          </a:xfrm>
          <a:prstGeom prst="rect">
            <a:avLst/>
          </a:prstGeom>
          <a:solidFill>
            <a:srgbClr val="FCEA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in a protected land location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9648191" y="1392064"/>
            <a:ext cx="1755133" cy="580214"/>
          </a:xfrm>
          <a:prstGeom prst="rect">
            <a:avLst/>
          </a:prstGeom>
          <a:solidFill>
            <a:srgbClr val="FCEA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in a rural community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9648190" y="2027738"/>
            <a:ext cx="1755133" cy="580214"/>
          </a:xfrm>
          <a:prstGeom prst="rect">
            <a:avLst/>
          </a:prstGeom>
          <a:solidFill>
            <a:srgbClr val="FCEA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in a urban community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9648189" y="2678042"/>
            <a:ext cx="1755133" cy="732799"/>
          </a:xfrm>
          <a:prstGeom prst="rect">
            <a:avLst/>
          </a:prstGeom>
          <a:solidFill>
            <a:srgbClr val="FCEA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in a suburban </a:t>
            </a:r>
            <a:r>
              <a:rPr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dommunity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6882084" y="3996136"/>
            <a:ext cx="4742986" cy="2557549"/>
          </a:xfrm>
          <a:prstGeom prst="rect">
            <a:avLst/>
          </a:prstGeom>
          <a:noFill/>
          <a:ln w="28575">
            <a:solidFill>
              <a:srgbClr val="7084B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7" name="矩形: 圆角 36"/>
          <p:cNvSpPr/>
          <p:nvPr/>
        </p:nvSpPr>
        <p:spPr>
          <a:xfrm>
            <a:off x="7136259" y="3867609"/>
            <a:ext cx="1026160" cy="371094"/>
          </a:xfrm>
          <a:prstGeom prst="roundRect">
            <a:avLst/>
          </a:prstGeom>
          <a:solidFill>
            <a:srgbClr val="355D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3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箭头: 右 37"/>
          <p:cNvSpPr/>
          <p:nvPr/>
        </p:nvSpPr>
        <p:spPr>
          <a:xfrm rot="5400000">
            <a:off x="10406004" y="3580384"/>
            <a:ext cx="456769" cy="374739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39" name="矩形: 圆角 38"/>
          <p:cNvSpPr/>
          <p:nvPr/>
        </p:nvSpPr>
        <p:spPr>
          <a:xfrm>
            <a:off x="6999889" y="4559802"/>
            <a:ext cx="1140917" cy="1533283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Impacts level prediction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矩形: 圆角 39"/>
          <p:cNvSpPr/>
          <p:nvPr/>
        </p:nvSpPr>
        <p:spPr>
          <a:xfrm>
            <a:off x="8450293" y="4546096"/>
            <a:ext cx="1140917" cy="1533283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 strategies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箭头: 右 40"/>
          <p:cNvSpPr/>
          <p:nvPr/>
        </p:nvSpPr>
        <p:spPr>
          <a:xfrm rot="10800000">
            <a:off x="8044869" y="5164734"/>
            <a:ext cx="480570" cy="296005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2" name="箭头: 右 41"/>
          <p:cNvSpPr/>
          <p:nvPr/>
        </p:nvSpPr>
        <p:spPr>
          <a:xfrm rot="10800000">
            <a:off x="6443979" y="5326442"/>
            <a:ext cx="359039" cy="296005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9670276" y="4208176"/>
            <a:ext cx="1755133" cy="843418"/>
          </a:xfrm>
          <a:prstGeom prst="rect">
            <a:avLst/>
          </a:prstGeom>
          <a:solidFill>
            <a:srgbClr val="A3BA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situations in four locations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9670276" y="5603964"/>
            <a:ext cx="1755133" cy="843418"/>
          </a:xfrm>
          <a:prstGeom prst="rect">
            <a:avLst/>
          </a:prstGeom>
          <a:solidFill>
            <a:srgbClr val="A3BA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Ideal visions in four location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5" name="直接连接符 44"/>
          <p:cNvCxnSpPr/>
          <p:nvPr/>
        </p:nvCxnSpPr>
        <p:spPr>
          <a:xfrm>
            <a:off x="10595610" y="5078730"/>
            <a:ext cx="0" cy="48387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/>
          <p:nvPr/>
        </p:nvCxnSpPr>
        <p:spPr>
          <a:xfrm flipH="1">
            <a:off x="9591211" y="5312737"/>
            <a:ext cx="100439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/>
          <p:cNvSpPr/>
          <p:nvPr/>
        </p:nvSpPr>
        <p:spPr>
          <a:xfrm>
            <a:off x="2333297" y="4427572"/>
            <a:ext cx="4083136" cy="2126113"/>
          </a:xfrm>
          <a:prstGeom prst="rect">
            <a:avLst/>
          </a:prstGeom>
          <a:noFill/>
          <a:ln w="28575">
            <a:solidFill>
              <a:srgbClr val="7084B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2" name="矩形: 圆角 51"/>
          <p:cNvSpPr/>
          <p:nvPr/>
        </p:nvSpPr>
        <p:spPr>
          <a:xfrm>
            <a:off x="2511078" y="4242025"/>
            <a:ext cx="1026160" cy="371094"/>
          </a:xfrm>
          <a:prstGeom prst="roundRect">
            <a:avLst/>
          </a:prstGeom>
          <a:solidFill>
            <a:srgbClr val="355D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4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矩形: 圆角 52"/>
          <p:cNvSpPr/>
          <p:nvPr/>
        </p:nvSpPr>
        <p:spPr>
          <a:xfrm>
            <a:off x="2561361" y="4807556"/>
            <a:ext cx="1140917" cy="1533283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Effect</a:t>
            </a:r>
            <a:endParaRPr lang="en-US" altLang="zh-C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矩形: 剪去顶角 53"/>
          <p:cNvSpPr/>
          <p:nvPr/>
        </p:nvSpPr>
        <p:spPr>
          <a:xfrm>
            <a:off x="4955765" y="4740380"/>
            <a:ext cx="1318739" cy="676700"/>
          </a:xfrm>
          <a:prstGeom prst="snip2SameRect">
            <a:avLst/>
          </a:prstGeom>
          <a:solidFill>
            <a:srgbClr val="CEE1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suburban Community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矩形: 剪去顶角 54"/>
          <p:cNvSpPr/>
          <p:nvPr/>
        </p:nvSpPr>
        <p:spPr>
          <a:xfrm>
            <a:off x="4955765" y="5663669"/>
            <a:ext cx="1318739" cy="676700"/>
          </a:xfrm>
          <a:prstGeom prst="snip2SameRect">
            <a:avLst/>
          </a:prstGeom>
          <a:solidFill>
            <a:srgbClr val="CEE1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urban Community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3781344" y="4851072"/>
            <a:ext cx="11413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strayegy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841376" y="5663669"/>
            <a:ext cx="9596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Urban planning strategy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8" name="直接连接符 57"/>
          <p:cNvCxnSpPr>
            <a:stCxn id="56" idx="3"/>
          </p:cNvCxnSpPr>
          <p:nvPr/>
        </p:nvCxnSpPr>
        <p:spPr>
          <a:xfrm flipH="1">
            <a:off x="4615180" y="5081905"/>
            <a:ext cx="30748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 flipH="1">
            <a:off x="4650740" y="5986834"/>
            <a:ext cx="271928" cy="151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/>
          <p:nvPr/>
        </p:nvCxnSpPr>
        <p:spPr>
          <a:xfrm flipH="1">
            <a:off x="3750945" y="5094249"/>
            <a:ext cx="30708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/>
          <p:nvPr/>
        </p:nvCxnSpPr>
        <p:spPr>
          <a:xfrm flipH="1">
            <a:off x="3735624" y="5986834"/>
            <a:ext cx="30708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矩形 65"/>
          <p:cNvSpPr/>
          <p:nvPr/>
        </p:nvSpPr>
        <p:spPr>
          <a:xfrm>
            <a:off x="-34970" y="1117707"/>
            <a:ext cx="19207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 </a:t>
            </a:r>
            <a:r>
              <a:rPr lang="en-US" altLang="zh-CN" dirty="0"/>
              <a:t>23</a:t>
            </a:r>
            <a:r>
              <a:rPr lang="zh-CN" altLang="en-US" dirty="0"/>
              <a:t>年</a:t>
            </a:r>
            <a:r>
              <a:rPr lang="en-US" altLang="zh-CN" dirty="0"/>
              <a:t>E</a:t>
            </a:r>
            <a:r>
              <a:rPr lang="zh-CN" altLang="en-US" dirty="0"/>
              <a:t>，</a:t>
            </a:r>
            <a:r>
              <a:rPr lang="en-US" altLang="zh-CN" dirty="0"/>
              <a:t>2314354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/>
          <p:cNvSpPr/>
          <p:nvPr/>
        </p:nvSpPr>
        <p:spPr>
          <a:xfrm>
            <a:off x="1944413" y="601717"/>
            <a:ext cx="9122979" cy="5654566"/>
          </a:xfrm>
          <a:prstGeom prst="roundRect">
            <a:avLst/>
          </a:prstGeom>
          <a:solidFill>
            <a:srgbClr val="FEF6F0"/>
          </a:solidFill>
          <a:ln w="19050">
            <a:solidFill>
              <a:srgbClr val="75767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5" name="矩形: 圆角 54"/>
          <p:cNvSpPr/>
          <p:nvPr/>
        </p:nvSpPr>
        <p:spPr>
          <a:xfrm>
            <a:off x="2493276" y="3548085"/>
            <a:ext cx="8149140" cy="2058358"/>
          </a:xfrm>
          <a:prstGeom prst="roundRect">
            <a:avLst/>
          </a:prstGeom>
          <a:solidFill>
            <a:srgbClr val="FFFEF3"/>
          </a:solidFill>
          <a:ln w="19050">
            <a:solidFill>
              <a:srgbClr val="3E79D8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0" name="矩形: 圆角 29"/>
          <p:cNvSpPr/>
          <p:nvPr/>
        </p:nvSpPr>
        <p:spPr>
          <a:xfrm>
            <a:off x="6369890" y="1354340"/>
            <a:ext cx="4272526" cy="2058358"/>
          </a:xfrm>
          <a:prstGeom prst="roundRect">
            <a:avLst/>
          </a:prstGeom>
          <a:solidFill>
            <a:srgbClr val="FFF9FE"/>
          </a:solidFill>
          <a:ln w="19050">
            <a:solidFill>
              <a:srgbClr val="3E79D8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矩形: 圆角 10"/>
          <p:cNvSpPr/>
          <p:nvPr/>
        </p:nvSpPr>
        <p:spPr>
          <a:xfrm>
            <a:off x="2535883" y="1354340"/>
            <a:ext cx="3642360" cy="2058358"/>
          </a:xfrm>
          <a:prstGeom prst="roundRect">
            <a:avLst/>
          </a:prstGeom>
          <a:solidFill>
            <a:srgbClr val="F9F9F9"/>
          </a:solidFill>
          <a:ln w="19050">
            <a:solidFill>
              <a:srgbClr val="3E79D8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319983" y="1014704"/>
            <a:ext cx="8514080" cy="4846320"/>
          </a:xfrm>
          <a:prstGeom prst="rect">
            <a:avLst/>
          </a:prstGeom>
          <a:noFill/>
          <a:ln w="19050">
            <a:solidFill>
              <a:srgbClr val="75767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794703" y="808965"/>
            <a:ext cx="1697990" cy="469899"/>
          </a:xfrm>
          <a:prstGeom prst="rect">
            <a:avLst/>
          </a:prstGeom>
          <a:solidFill>
            <a:srgbClr val="FEF6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903923" y="808965"/>
            <a:ext cx="163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SustainaDility</a:t>
            </a:r>
            <a:endParaRPr lang="zh-CN" altLang="en-US" b="1" dirty="0">
              <a:solidFill>
                <a:srgbClr val="1E3A7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616141" y="5647099"/>
            <a:ext cx="2322322" cy="469899"/>
          </a:xfrm>
          <a:prstGeom prst="rect">
            <a:avLst/>
          </a:prstGeom>
          <a:solidFill>
            <a:srgbClr val="FEF6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705422" y="5689321"/>
            <a:ext cx="2143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Climate mitigation</a:t>
            </a:r>
            <a:endParaRPr lang="zh-CN" altLang="en-US" b="1" dirty="0">
              <a:solidFill>
                <a:srgbClr val="1E3A7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637229" y="1403131"/>
            <a:ext cx="163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1</a:t>
            </a:r>
            <a:endParaRPr lang="zh-CN" altLang="en-US" b="1" dirty="0">
              <a:solidFill>
                <a:srgbClr val="1E3A7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460892" y="1408536"/>
            <a:ext cx="163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4</a:t>
            </a:r>
            <a:endParaRPr lang="en-US" altLang="zh-CN" b="1" dirty="0">
              <a:solidFill>
                <a:srgbClr val="1E3A7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577031" y="3618437"/>
            <a:ext cx="163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2</a:t>
            </a:r>
            <a:endParaRPr lang="zh-CN" altLang="en-US" b="1" dirty="0">
              <a:solidFill>
                <a:srgbClr val="1E3A7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044893" y="3632077"/>
            <a:ext cx="163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3</a:t>
            </a:r>
            <a:endParaRPr lang="zh-CN" altLang="en-US" b="1" dirty="0">
              <a:solidFill>
                <a:srgbClr val="1E3A7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: 圆角 15"/>
          <p:cNvSpPr/>
          <p:nvPr/>
        </p:nvSpPr>
        <p:spPr>
          <a:xfrm>
            <a:off x="2618179" y="2289990"/>
            <a:ext cx="778002" cy="369332"/>
          </a:xfrm>
          <a:prstGeom prst="roundRect">
            <a:avLst/>
          </a:prstGeom>
          <a:gradFill flip="none" rotWithShape="1">
            <a:gsLst>
              <a:gs pos="0">
                <a:srgbClr val="F7E8D1"/>
              </a:gs>
              <a:gs pos="100000">
                <a:srgbClr val="E9C168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GGDP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3519842" y="4068235"/>
            <a:ext cx="637614" cy="1173029"/>
            <a:chOff x="3213989" y="1644854"/>
            <a:chExt cx="637614" cy="1326946"/>
          </a:xfrm>
        </p:grpSpPr>
        <p:cxnSp>
          <p:nvCxnSpPr>
            <p:cNvPr id="20" name="直接箭头连接符 19"/>
            <p:cNvCxnSpPr>
              <a:stCxn id="16" idx="3"/>
            </p:cNvCxnSpPr>
            <p:nvPr/>
          </p:nvCxnSpPr>
          <p:spPr>
            <a:xfrm>
              <a:off x="3396181" y="2493150"/>
              <a:ext cx="45542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/>
            <p:nvPr/>
          </p:nvCxnSpPr>
          <p:spPr>
            <a:xfrm>
              <a:off x="3213989" y="1644854"/>
              <a:ext cx="25552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/>
            <p:nvPr/>
          </p:nvCxnSpPr>
          <p:spPr>
            <a:xfrm flipV="1">
              <a:off x="3213989" y="2970734"/>
              <a:ext cx="227711" cy="106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>
              <a:off x="3213989" y="1644854"/>
              <a:ext cx="0" cy="132694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矩形: 圆角 26"/>
          <p:cNvSpPr/>
          <p:nvPr/>
        </p:nvSpPr>
        <p:spPr>
          <a:xfrm>
            <a:off x="3893131" y="1463891"/>
            <a:ext cx="1545963" cy="641528"/>
          </a:xfrm>
          <a:prstGeom prst="roundRect">
            <a:avLst/>
          </a:prstGeom>
          <a:gradFill flip="none" rotWithShape="1">
            <a:gsLst>
              <a:gs pos="0">
                <a:srgbClr val="C0DCAE"/>
              </a:gs>
              <a:gs pos="100000">
                <a:srgbClr val="E5F0C9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Carbon dioxide </a:t>
            </a:r>
            <a:r>
              <a:rPr lang="en-US" altLang="zh-C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emmissions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矩形: 圆角 27"/>
          <p:cNvSpPr/>
          <p:nvPr/>
        </p:nvSpPr>
        <p:spPr>
          <a:xfrm>
            <a:off x="3842195" y="2227172"/>
            <a:ext cx="2157729" cy="548129"/>
          </a:xfrm>
          <a:prstGeom prst="roundRect">
            <a:avLst/>
          </a:prstGeom>
          <a:gradFill flip="none" rotWithShape="1">
            <a:gsLst>
              <a:gs pos="0">
                <a:srgbClr val="E9DAF3"/>
              </a:gs>
              <a:gs pos="100000">
                <a:srgbClr val="D8EFF8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Consumption of              natural resource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圆角 28"/>
          <p:cNvSpPr/>
          <p:nvPr/>
        </p:nvSpPr>
        <p:spPr>
          <a:xfrm>
            <a:off x="3876317" y="2922572"/>
            <a:ext cx="2123608" cy="377933"/>
          </a:xfrm>
          <a:prstGeom prst="roundRect">
            <a:avLst/>
          </a:prstGeom>
          <a:gradFill flip="none" rotWithShape="1">
            <a:gsLst>
              <a:gs pos="0">
                <a:srgbClr val="F1DD97"/>
              </a:gs>
              <a:gs pos="100000">
                <a:srgbClr val="EFCCF5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Waste utilization cost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矩形: 圆角 30"/>
          <p:cNvSpPr/>
          <p:nvPr/>
        </p:nvSpPr>
        <p:spPr>
          <a:xfrm>
            <a:off x="6653889" y="1839316"/>
            <a:ext cx="1111854" cy="519330"/>
          </a:xfrm>
          <a:prstGeom prst="roundRect">
            <a:avLst/>
          </a:prstGeom>
          <a:gradFill flip="none" rotWithShape="1">
            <a:gsLst>
              <a:gs pos="0">
                <a:srgbClr val="F1DD97"/>
              </a:gs>
              <a:gs pos="100000">
                <a:srgbClr val="EFCCF5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Industrial structure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矩形: 圆角 31"/>
          <p:cNvSpPr/>
          <p:nvPr/>
        </p:nvSpPr>
        <p:spPr>
          <a:xfrm>
            <a:off x="9557919" y="3006266"/>
            <a:ext cx="869743" cy="344081"/>
          </a:xfrm>
          <a:prstGeom prst="roundRect">
            <a:avLst/>
          </a:prstGeom>
          <a:gradFill flip="none" rotWithShape="1">
            <a:gsLst>
              <a:gs pos="0">
                <a:srgbClr val="F1DD97"/>
              </a:gs>
              <a:gs pos="100000">
                <a:srgbClr val="EFCCF5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9555304" y="2636934"/>
            <a:ext cx="1045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5</a:t>
            </a:r>
            <a:endParaRPr lang="en-US" altLang="zh-CN" b="1" dirty="0">
              <a:solidFill>
                <a:srgbClr val="1E3A7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矩形: 圆角 33"/>
          <p:cNvSpPr/>
          <p:nvPr/>
        </p:nvSpPr>
        <p:spPr>
          <a:xfrm>
            <a:off x="9555304" y="1599988"/>
            <a:ext cx="795212" cy="411665"/>
          </a:xfrm>
          <a:prstGeom prst="roundRect">
            <a:avLst/>
          </a:prstGeom>
          <a:gradFill flip="none" rotWithShape="1">
            <a:gsLst>
              <a:gs pos="0">
                <a:srgbClr val="F7E8D1"/>
              </a:gs>
              <a:gs pos="100000">
                <a:srgbClr val="E9C168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Policy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矩形: 圆角 35"/>
          <p:cNvSpPr/>
          <p:nvPr/>
        </p:nvSpPr>
        <p:spPr>
          <a:xfrm>
            <a:off x="6577912" y="2685502"/>
            <a:ext cx="1187831" cy="615003"/>
          </a:xfrm>
          <a:prstGeom prst="roundRect">
            <a:avLst/>
          </a:prstGeom>
          <a:gradFill flip="none" rotWithShape="1">
            <a:gsLst>
              <a:gs pos="0">
                <a:srgbClr val="C0DCAE"/>
              </a:gs>
              <a:gs pos="100000">
                <a:srgbClr val="E5F0C9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Waste treatment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矩形: 圆角 36"/>
          <p:cNvSpPr/>
          <p:nvPr/>
        </p:nvSpPr>
        <p:spPr>
          <a:xfrm>
            <a:off x="8107503" y="2246504"/>
            <a:ext cx="1045080" cy="548129"/>
          </a:xfrm>
          <a:prstGeom prst="roundRect">
            <a:avLst/>
          </a:prstGeom>
          <a:gradFill flip="none" rotWithShape="1">
            <a:gsLst>
              <a:gs pos="0">
                <a:srgbClr val="E9DAF3"/>
              </a:gs>
              <a:gs pos="100000">
                <a:srgbClr val="D8EFF8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Australia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" name="直接连接符 38"/>
          <p:cNvCxnSpPr/>
          <p:nvPr/>
        </p:nvCxnSpPr>
        <p:spPr>
          <a:xfrm>
            <a:off x="7948623" y="2085752"/>
            <a:ext cx="0" cy="92051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7948623" y="2528188"/>
            <a:ext cx="1588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9152583" y="2528188"/>
            <a:ext cx="2012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9358958" y="1805820"/>
            <a:ext cx="0" cy="13724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/>
          <p:nvPr/>
        </p:nvCxnSpPr>
        <p:spPr>
          <a:xfrm flipH="1">
            <a:off x="7782253" y="2085752"/>
            <a:ext cx="16637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/>
          <p:nvPr/>
        </p:nvCxnSpPr>
        <p:spPr>
          <a:xfrm flipH="1">
            <a:off x="7785428" y="2994836"/>
            <a:ext cx="16637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/>
          <p:nvPr/>
        </p:nvCxnSpPr>
        <p:spPr>
          <a:xfrm>
            <a:off x="9353878" y="3178306"/>
            <a:ext cx="16637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/>
          <p:nvPr/>
        </p:nvCxnSpPr>
        <p:spPr>
          <a:xfrm>
            <a:off x="9351338" y="1805820"/>
            <a:ext cx="16637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: 圆角 55"/>
          <p:cNvSpPr/>
          <p:nvPr/>
        </p:nvSpPr>
        <p:spPr>
          <a:xfrm>
            <a:off x="2618179" y="4427774"/>
            <a:ext cx="905764" cy="369332"/>
          </a:xfrm>
          <a:prstGeom prst="roundRect">
            <a:avLst/>
          </a:prstGeom>
          <a:gradFill flip="none" rotWithShape="1">
            <a:gsLst>
              <a:gs pos="0">
                <a:srgbClr val="C0DCAE"/>
              </a:gs>
              <a:gs pos="100000">
                <a:srgbClr val="E5F0C9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Climate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矩形: 圆角 57"/>
          <p:cNvSpPr/>
          <p:nvPr/>
        </p:nvSpPr>
        <p:spPr>
          <a:xfrm>
            <a:off x="3997997" y="3850384"/>
            <a:ext cx="1707420" cy="415474"/>
          </a:xfrm>
          <a:prstGeom prst="roundRect">
            <a:avLst/>
          </a:prstGeom>
          <a:gradFill flip="none" rotWithShape="1">
            <a:gsLst>
              <a:gs pos="0">
                <a:srgbClr val="E9DAF3"/>
              </a:gs>
              <a:gs pos="100000">
                <a:srgbClr val="D8EFF8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Air temperature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矩形: 圆角 58"/>
          <p:cNvSpPr/>
          <p:nvPr/>
        </p:nvSpPr>
        <p:spPr>
          <a:xfrm>
            <a:off x="3985789" y="4329435"/>
            <a:ext cx="1734242" cy="612107"/>
          </a:xfrm>
          <a:prstGeom prst="roundRect">
            <a:avLst/>
          </a:prstGeom>
          <a:gradFill flip="none" rotWithShape="1">
            <a:gsLst>
              <a:gs pos="0">
                <a:srgbClr val="F1DD97"/>
              </a:gs>
              <a:gs pos="100000">
                <a:srgbClr val="EFCCF5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pollution degree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矩形: 圆角 59"/>
          <p:cNvSpPr/>
          <p:nvPr/>
        </p:nvSpPr>
        <p:spPr>
          <a:xfrm>
            <a:off x="4030204" y="5016267"/>
            <a:ext cx="1689827" cy="525204"/>
          </a:xfrm>
          <a:prstGeom prst="roundRect">
            <a:avLst/>
          </a:prstGeom>
          <a:gradFill flip="none" rotWithShape="1">
            <a:gsLst>
              <a:gs pos="0">
                <a:srgbClr val="F7E8D1"/>
              </a:gs>
              <a:gs pos="100000">
                <a:srgbClr val="E9C168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stability of ecosystems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矩形: 圆角 60"/>
          <p:cNvSpPr/>
          <p:nvPr/>
        </p:nvSpPr>
        <p:spPr>
          <a:xfrm>
            <a:off x="6178243" y="4373803"/>
            <a:ext cx="1196340" cy="606773"/>
          </a:xfrm>
          <a:prstGeom prst="roundRect">
            <a:avLst/>
          </a:prstGeom>
          <a:gradFill flip="none" rotWithShape="1">
            <a:gsLst>
              <a:gs pos="0">
                <a:srgbClr val="E9DAF3"/>
              </a:gs>
              <a:gs pos="100000">
                <a:srgbClr val="D8EFF8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Trend prediction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矩形: 圆角 61"/>
          <p:cNvSpPr/>
          <p:nvPr/>
        </p:nvSpPr>
        <p:spPr>
          <a:xfrm>
            <a:off x="7786062" y="4271092"/>
            <a:ext cx="1366521" cy="812193"/>
          </a:xfrm>
          <a:prstGeom prst="roundRect">
            <a:avLst/>
          </a:prstGeom>
          <a:gradFill flip="none" rotWithShape="1">
            <a:gsLst>
              <a:gs pos="0">
                <a:srgbClr val="F1DD97"/>
              </a:gs>
              <a:gs pos="100000">
                <a:srgbClr val="EFCCF5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Strengths and weaknesses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矩形: 圆角 63"/>
          <p:cNvSpPr/>
          <p:nvPr/>
        </p:nvSpPr>
        <p:spPr>
          <a:xfrm>
            <a:off x="9701564" y="4365573"/>
            <a:ext cx="898819" cy="615003"/>
          </a:xfrm>
          <a:prstGeom prst="roundRect">
            <a:avLst/>
          </a:prstGeom>
          <a:gradFill flip="none" rotWithShape="1">
            <a:gsLst>
              <a:gs pos="0">
                <a:srgbClr val="C0DCAE"/>
              </a:gs>
              <a:gs pos="100000">
                <a:srgbClr val="E5F0C9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Game </a:t>
            </a:r>
            <a:r>
              <a:rPr lang="en-US" altLang="zh-C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thory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9074542" y="4122346"/>
            <a:ext cx="8229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/>
              <a:t>Space</a:t>
            </a:r>
            <a:endParaRPr lang="zh-CN" altLang="en-US" sz="1600" b="1" dirty="0"/>
          </a:p>
        </p:txBody>
      </p:sp>
      <p:sp>
        <p:nvSpPr>
          <p:cNvPr id="66" name="文本框 65"/>
          <p:cNvSpPr txBox="1"/>
          <p:nvPr/>
        </p:nvSpPr>
        <p:spPr>
          <a:xfrm>
            <a:off x="7228440" y="4091038"/>
            <a:ext cx="7319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/>
              <a:t>Time</a:t>
            </a:r>
            <a:endParaRPr lang="zh-CN" altLang="en-US" sz="1600" b="1" dirty="0"/>
          </a:p>
        </p:txBody>
      </p:sp>
      <p:cxnSp>
        <p:nvCxnSpPr>
          <p:cNvPr id="67" name="直接箭头连接符 66"/>
          <p:cNvCxnSpPr/>
          <p:nvPr/>
        </p:nvCxnSpPr>
        <p:spPr>
          <a:xfrm flipH="1">
            <a:off x="7387918" y="4667494"/>
            <a:ext cx="40207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/>
          <p:cNvCxnSpPr/>
          <p:nvPr/>
        </p:nvCxnSpPr>
        <p:spPr>
          <a:xfrm flipV="1">
            <a:off x="9157919" y="4667494"/>
            <a:ext cx="543645" cy="969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矩形 72"/>
          <p:cNvSpPr/>
          <p:nvPr/>
        </p:nvSpPr>
        <p:spPr>
          <a:xfrm>
            <a:off x="250755" y="551793"/>
            <a:ext cx="10374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23,F</a:t>
            </a:r>
            <a:endParaRPr lang="en-US" altLang="zh-CN" dirty="0"/>
          </a:p>
          <a:p>
            <a:r>
              <a:rPr lang="zh-CN" altLang="en-US" dirty="0"/>
              <a:t>2311258</a:t>
            </a: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62560" y="1198880"/>
            <a:ext cx="7874000" cy="2438400"/>
          </a:xfrm>
          <a:prstGeom prst="rect">
            <a:avLst/>
          </a:prstGeom>
          <a:solidFill>
            <a:srgbClr val="F5FFF5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62560" y="3968762"/>
            <a:ext cx="2479040" cy="2564118"/>
          </a:xfrm>
          <a:prstGeom prst="rect">
            <a:avLst/>
          </a:prstGeom>
          <a:solidFill>
            <a:srgbClr val="E5FCFF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2860040" y="3968762"/>
            <a:ext cx="2479040" cy="2564118"/>
          </a:xfrm>
          <a:prstGeom prst="rect">
            <a:avLst/>
          </a:prstGeom>
          <a:solidFill>
            <a:srgbClr val="EDF7FF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5557520" y="3968762"/>
            <a:ext cx="2479040" cy="2564118"/>
          </a:xfrm>
          <a:prstGeom prst="rect">
            <a:avLst/>
          </a:prstGeom>
          <a:solidFill>
            <a:srgbClr val="FCF1E0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8275320" y="1196980"/>
            <a:ext cx="3662680" cy="5335899"/>
          </a:xfrm>
          <a:prstGeom prst="rect">
            <a:avLst/>
          </a:prstGeom>
          <a:solidFill>
            <a:srgbClr val="EDF7FF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243840" y="1196980"/>
            <a:ext cx="184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Step1:Assessment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43840" y="1449117"/>
            <a:ext cx="3947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(DAS Maturity Assessment Model)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366760" y="1207140"/>
            <a:ext cx="184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Step2:Optimiza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366760" y="1459277"/>
            <a:ext cx="3947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(VOM Model)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577840" y="4009402"/>
            <a:ext cx="184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Step3:Protocols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814320" y="4019828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Step4:Model Extension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03200" y="4019828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Step5:One-page Letter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918210" y="1877824"/>
            <a:ext cx="1219200" cy="499110"/>
          </a:xfrm>
          <a:prstGeom prst="rect">
            <a:avLst/>
          </a:prstGeom>
          <a:solidFill>
            <a:srgbClr val="FCE5E8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IR,WE,WQ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918210" y="2462920"/>
            <a:ext cx="1219200" cy="499110"/>
          </a:xfrm>
          <a:prstGeom prst="rect">
            <a:avLst/>
          </a:prstGeom>
          <a:solidFill>
            <a:srgbClr val="FCE5E8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SA,CA,Rob,DPC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18210" y="3043957"/>
            <a:ext cx="1219200" cy="499110"/>
          </a:xfrm>
          <a:prstGeom prst="rect">
            <a:avLst/>
          </a:prstGeom>
          <a:solidFill>
            <a:srgbClr val="FCE5E8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MC,DS,DQ,DPE,DACSR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直接箭头连接符 20"/>
          <p:cNvCxnSpPr>
            <a:stCxn id="17" idx="3"/>
          </p:cNvCxnSpPr>
          <p:nvPr/>
        </p:nvCxnSpPr>
        <p:spPr>
          <a:xfrm>
            <a:off x="2137410" y="2127379"/>
            <a:ext cx="381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>
            <a:off x="2141220" y="2721494"/>
            <a:ext cx="381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>
            <a:off x="2137410" y="3293512"/>
            <a:ext cx="381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: 圆角 23"/>
          <p:cNvSpPr/>
          <p:nvPr/>
        </p:nvSpPr>
        <p:spPr>
          <a:xfrm>
            <a:off x="2518410" y="1877828"/>
            <a:ext cx="975360" cy="499106"/>
          </a:xfrm>
          <a:prstGeom prst="roundRect">
            <a:avLst>
              <a:gd name="adj" fmla="val 50000"/>
            </a:avLst>
          </a:prstGeom>
          <a:solidFill>
            <a:srgbClr val="99E6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People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矩形: 圆角 24"/>
          <p:cNvSpPr/>
          <p:nvPr/>
        </p:nvSpPr>
        <p:spPr>
          <a:xfrm>
            <a:off x="2526030" y="2471941"/>
            <a:ext cx="975360" cy="499106"/>
          </a:xfrm>
          <a:prstGeom prst="roundRect">
            <a:avLst>
              <a:gd name="adj" fmla="val 50000"/>
            </a:avLst>
          </a:prstGeom>
          <a:solidFill>
            <a:srgbClr val="99E6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矩形: 圆角 26"/>
          <p:cNvSpPr/>
          <p:nvPr/>
        </p:nvSpPr>
        <p:spPr>
          <a:xfrm>
            <a:off x="2526030" y="3038000"/>
            <a:ext cx="975360" cy="499106"/>
          </a:xfrm>
          <a:prstGeom prst="roundRect">
            <a:avLst>
              <a:gd name="adj" fmla="val 50000"/>
            </a:avLst>
          </a:prstGeom>
          <a:solidFill>
            <a:srgbClr val="99E6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直接箭头连接符 27"/>
          <p:cNvCxnSpPr>
            <a:stCxn id="24" idx="3"/>
          </p:cNvCxnSpPr>
          <p:nvPr/>
        </p:nvCxnSpPr>
        <p:spPr>
          <a:xfrm>
            <a:off x="3493770" y="2127381"/>
            <a:ext cx="381000" cy="57913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27" idx="3"/>
          </p:cNvCxnSpPr>
          <p:nvPr/>
        </p:nvCxnSpPr>
        <p:spPr>
          <a:xfrm flipV="1">
            <a:off x="3501390" y="2706518"/>
            <a:ext cx="373380" cy="5810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>
            <a:stCxn id="25" idx="3"/>
          </p:cNvCxnSpPr>
          <p:nvPr/>
        </p:nvCxnSpPr>
        <p:spPr>
          <a:xfrm flipV="1">
            <a:off x="3501390" y="2706518"/>
            <a:ext cx="2056130" cy="1497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3997325" y="2161199"/>
            <a:ext cx="1186815" cy="499106"/>
          </a:xfrm>
          <a:prstGeom prst="rect">
            <a:avLst/>
          </a:prstGeom>
          <a:solidFill>
            <a:srgbClr val="FBF4F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FESM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3997325" y="2767707"/>
            <a:ext cx="1186815" cy="499106"/>
          </a:xfrm>
          <a:prstGeom prst="rect">
            <a:avLst/>
          </a:prstGeom>
          <a:solidFill>
            <a:srgbClr val="FBF4F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EWM-AHP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5565140" y="2514046"/>
            <a:ext cx="1715008" cy="414896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Level of Maturity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矩形: 圆角 39"/>
          <p:cNvSpPr/>
          <p:nvPr/>
        </p:nvSpPr>
        <p:spPr>
          <a:xfrm>
            <a:off x="8693762" y="1876671"/>
            <a:ext cx="2771797" cy="366914"/>
          </a:xfrm>
          <a:prstGeom prst="roundRect">
            <a:avLst>
              <a:gd name="adj" fmla="val 50000"/>
            </a:avLst>
          </a:prstGeom>
          <a:solidFill>
            <a:srgbClr val="99E6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x:The Performance of People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矩形: 圆角 40"/>
          <p:cNvSpPr/>
          <p:nvPr/>
        </p:nvSpPr>
        <p:spPr>
          <a:xfrm>
            <a:off x="8693762" y="2345125"/>
            <a:ext cx="2771797" cy="366914"/>
          </a:xfrm>
          <a:prstGeom prst="roundRect">
            <a:avLst>
              <a:gd name="adj" fmla="val 50000"/>
            </a:avLst>
          </a:prstGeom>
          <a:solidFill>
            <a:srgbClr val="99E6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y:The Performance of Tech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矩形: 圆角 41"/>
          <p:cNvSpPr/>
          <p:nvPr/>
        </p:nvSpPr>
        <p:spPr>
          <a:xfrm>
            <a:off x="8693762" y="2813578"/>
            <a:ext cx="2771797" cy="366914"/>
          </a:xfrm>
          <a:prstGeom prst="roundRect">
            <a:avLst>
              <a:gd name="adj" fmla="val 50000"/>
            </a:avLst>
          </a:prstGeom>
          <a:solidFill>
            <a:srgbClr val="99E6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z:The Performance of Process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" name="直接箭头连接符 42"/>
          <p:cNvCxnSpPr/>
          <p:nvPr/>
        </p:nvCxnSpPr>
        <p:spPr>
          <a:xfrm>
            <a:off x="7985760" y="2573785"/>
            <a:ext cx="381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 43"/>
          <p:cNvSpPr/>
          <p:nvPr/>
        </p:nvSpPr>
        <p:spPr>
          <a:xfrm>
            <a:off x="8641080" y="3287553"/>
            <a:ext cx="2824479" cy="189785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cxnSp>
        <p:nvCxnSpPr>
          <p:cNvPr id="45" name="直接箭头连接符 44"/>
          <p:cNvCxnSpPr/>
          <p:nvPr/>
        </p:nvCxnSpPr>
        <p:spPr>
          <a:xfrm>
            <a:off x="9834880" y="4292095"/>
            <a:ext cx="124079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/>
        </p:nvSpPr>
        <p:spPr>
          <a:xfrm>
            <a:off x="10921365" y="3918953"/>
            <a:ext cx="295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</a:rPr>
              <a:t>y</a:t>
            </a:r>
            <a:endParaRPr lang="zh-CN" altLang="en-US" b="1" dirty="0">
              <a:solidFill>
                <a:srgbClr val="00B050"/>
              </a:solidFill>
            </a:endParaRPr>
          </a:p>
        </p:txBody>
      </p:sp>
      <p:cxnSp>
        <p:nvCxnSpPr>
          <p:cNvPr id="48" name="直接箭头连接符 47"/>
          <p:cNvCxnSpPr/>
          <p:nvPr/>
        </p:nvCxnSpPr>
        <p:spPr>
          <a:xfrm flipV="1">
            <a:off x="9834880" y="3429000"/>
            <a:ext cx="0" cy="859285"/>
          </a:xfrm>
          <a:prstGeom prst="straightConnector1">
            <a:avLst/>
          </a:prstGeom>
          <a:ln w="1905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/>
          <p:cNvSpPr txBox="1"/>
          <p:nvPr/>
        </p:nvSpPr>
        <p:spPr>
          <a:xfrm>
            <a:off x="9518015" y="3352440"/>
            <a:ext cx="295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4">
                    <a:lumMod val="75000"/>
                  </a:schemeClr>
                </a:solidFill>
              </a:rPr>
              <a:t>z</a:t>
            </a:r>
            <a:endParaRPr lang="zh-CN" altLang="en-US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cxnSp>
        <p:nvCxnSpPr>
          <p:cNvPr id="52" name="直接箭头连接符 51"/>
          <p:cNvCxnSpPr/>
          <p:nvPr/>
        </p:nvCxnSpPr>
        <p:spPr>
          <a:xfrm flipH="1">
            <a:off x="9396095" y="4288285"/>
            <a:ext cx="438785" cy="716531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/>
          <p:cNvSpPr txBox="1"/>
          <p:nvPr/>
        </p:nvSpPr>
        <p:spPr>
          <a:xfrm>
            <a:off x="9038336" y="4748424"/>
            <a:ext cx="295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70C0"/>
                </a:solidFill>
              </a:rPr>
              <a:t>x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sp>
        <p:nvSpPr>
          <p:cNvPr id="56" name="箭头: 下 55"/>
          <p:cNvSpPr/>
          <p:nvPr/>
        </p:nvSpPr>
        <p:spPr>
          <a:xfrm>
            <a:off x="9924891" y="5163299"/>
            <a:ext cx="363538" cy="262411"/>
          </a:xfrm>
          <a:prstGeom prst="downArrow">
            <a:avLst/>
          </a:prstGeom>
          <a:solidFill>
            <a:srgbClr val="B2EBF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57" name="矩形 56"/>
          <p:cNvSpPr/>
          <p:nvPr/>
        </p:nvSpPr>
        <p:spPr>
          <a:xfrm>
            <a:off x="9038336" y="5477393"/>
            <a:ext cx="2037334" cy="708749"/>
          </a:xfrm>
          <a:prstGeom prst="rect">
            <a:avLst/>
          </a:prstGeom>
          <a:solidFill>
            <a:srgbClr val="FEF5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Optimizing Proposal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5880608" y="4503872"/>
            <a:ext cx="1715008" cy="746949"/>
          </a:xfrm>
          <a:prstGeom prst="rect">
            <a:avLst/>
          </a:prstGeom>
          <a:solidFill>
            <a:srgbClr val="F5FFF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 </a:t>
            </a:r>
            <a:r>
              <a:rPr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Insteuctions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model using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5880608" y="5477393"/>
            <a:ext cx="1715008" cy="746949"/>
          </a:xfrm>
          <a:prstGeom prst="rect">
            <a:avLst/>
          </a:prstGeom>
          <a:solidFill>
            <a:srgbClr val="F5FFF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by Flowcharts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箭头: 下 59"/>
          <p:cNvSpPr/>
          <p:nvPr/>
        </p:nvSpPr>
        <p:spPr>
          <a:xfrm>
            <a:off x="6556343" y="5247910"/>
            <a:ext cx="363538" cy="229483"/>
          </a:xfrm>
          <a:prstGeom prst="down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cxnSp>
        <p:nvCxnSpPr>
          <p:cNvPr id="61" name="直接箭头连接符 60"/>
          <p:cNvCxnSpPr/>
          <p:nvPr/>
        </p:nvCxnSpPr>
        <p:spPr>
          <a:xfrm flipH="1">
            <a:off x="7948318" y="5247910"/>
            <a:ext cx="41844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/>
          <p:nvPr/>
        </p:nvCxnSpPr>
        <p:spPr>
          <a:xfrm flipH="1">
            <a:off x="5225438" y="5247910"/>
            <a:ext cx="41844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/>
          <p:cNvSpPr/>
          <p:nvPr/>
        </p:nvSpPr>
        <p:spPr>
          <a:xfrm>
            <a:off x="3032124" y="4511891"/>
            <a:ext cx="2134871" cy="746949"/>
          </a:xfrm>
          <a:prstGeom prst="rect">
            <a:avLst/>
          </a:prstGeom>
          <a:solidFill>
            <a:srgbClr val="FEF5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Scale-Demand Method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3044364" y="5477393"/>
            <a:ext cx="1019398" cy="746949"/>
          </a:xfrm>
          <a:prstGeom prst="rect">
            <a:avLst/>
          </a:prstGeom>
          <a:solidFill>
            <a:srgbClr val="FEF5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 Different Scales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4160265" y="5473822"/>
            <a:ext cx="1019398" cy="746949"/>
          </a:xfrm>
          <a:prstGeom prst="rect">
            <a:avLst/>
          </a:prstGeom>
          <a:solidFill>
            <a:srgbClr val="FEF5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 Different Industries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7" name="直接箭头连接符 66"/>
          <p:cNvCxnSpPr/>
          <p:nvPr/>
        </p:nvCxnSpPr>
        <p:spPr>
          <a:xfrm flipH="1">
            <a:off x="3586134" y="5258840"/>
            <a:ext cx="513426" cy="21498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>
            <a:endCxn id="66" idx="0"/>
          </p:cNvCxnSpPr>
          <p:nvPr/>
        </p:nvCxnSpPr>
        <p:spPr>
          <a:xfrm>
            <a:off x="4124468" y="5262411"/>
            <a:ext cx="545496" cy="21141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/>
          <p:cNvCxnSpPr/>
          <p:nvPr/>
        </p:nvCxnSpPr>
        <p:spPr>
          <a:xfrm flipH="1">
            <a:off x="2560320" y="5233083"/>
            <a:ext cx="36700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矩形 74"/>
          <p:cNvSpPr/>
          <p:nvPr/>
        </p:nvSpPr>
        <p:spPr>
          <a:xfrm>
            <a:off x="232079" y="4933090"/>
            <a:ext cx="1074391" cy="746949"/>
          </a:xfrm>
          <a:prstGeom prst="rect">
            <a:avLst/>
          </a:prstGeom>
          <a:solidFill>
            <a:srgbClr val="FFF4E3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Letter to Post Users 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1421736" y="4611004"/>
            <a:ext cx="1074391" cy="746949"/>
          </a:xfrm>
          <a:prstGeom prst="rect">
            <a:avLst/>
          </a:prstGeom>
          <a:solidFill>
            <a:srgbClr val="FFF4E3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Assessment model instruction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1431119" y="5527845"/>
            <a:ext cx="1074391" cy="746949"/>
          </a:xfrm>
          <a:prstGeom prst="rect">
            <a:avLst/>
          </a:prstGeom>
          <a:solidFill>
            <a:srgbClr val="FFF4E3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Instilling confidence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8" name="直接箭头连接符 77"/>
          <p:cNvCxnSpPr/>
          <p:nvPr/>
        </p:nvCxnSpPr>
        <p:spPr>
          <a:xfrm flipH="1">
            <a:off x="1323045" y="4808542"/>
            <a:ext cx="77428" cy="4859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/>
          <p:cNvCxnSpPr>
            <a:endCxn id="75" idx="3"/>
          </p:cNvCxnSpPr>
          <p:nvPr/>
        </p:nvCxnSpPr>
        <p:spPr>
          <a:xfrm flipH="1" flipV="1">
            <a:off x="1306470" y="5306565"/>
            <a:ext cx="113018" cy="69037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矩形 82"/>
          <p:cNvSpPr/>
          <p:nvPr/>
        </p:nvSpPr>
        <p:spPr>
          <a:xfrm>
            <a:off x="147005" y="160938"/>
            <a:ext cx="15424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22D,2208928.</a:t>
            </a:r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直接箭头连接符 46"/>
          <p:cNvCxnSpPr/>
          <p:nvPr/>
        </p:nvCxnSpPr>
        <p:spPr>
          <a:xfrm>
            <a:off x="5442444" y="563376"/>
            <a:ext cx="40524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/>
          <p:nvPr/>
        </p:nvCxnSpPr>
        <p:spPr>
          <a:xfrm>
            <a:off x="6389234" y="535628"/>
            <a:ext cx="405245" cy="0"/>
          </a:xfrm>
          <a:prstGeom prst="straightConnector1">
            <a:avLst/>
          </a:prstGeom>
          <a:ln w="28575">
            <a:solidFill>
              <a:srgbClr val="8497B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矩形: 圆角 59"/>
          <p:cNvSpPr/>
          <p:nvPr/>
        </p:nvSpPr>
        <p:spPr>
          <a:xfrm>
            <a:off x="2538763" y="336937"/>
            <a:ext cx="1039092" cy="561109"/>
          </a:xfrm>
          <a:prstGeom prst="roundRect">
            <a:avLst/>
          </a:prstGeom>
          <a:solidFill>
            <a:srgbClr val="9DC3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5447"/>
              </a:solidFill>
            </a:endParaRPr>
          </a:p>
        </p:txBody>
      </p:sp>
      <p:grpSp>
        <p:nvGrpSpPr>
          <p:cNvPr id="78" name="组合 77"/>
          <p:cNvGrpSpPr/>
          <p:nvPr/>
        </p:nvGrpSpPr>
        <p:grpSpPr>
          <a:xfrm>
            <a:off x="6968075" y="204546"/>
            <a:ext cx="1368410" cy="738665"/>
            <a:chOff x="7061639" y="290406"/>
            <a:chExt cx="1368410" cy="738665"/>
          </a:xfrm>
        </p:grpSpPr>
        <p:sp>
          <p:nvSpPr>
            <p:cNvPr id="75" name="矩形: 圆角 74"/>
            <p:cNvSpPr/>
            <p:nvPr/>
          </p:nvSpPr>
          <p:spPr>
            <a:xfrm>
              <a:off x="7251402" y="336937"/>
              <a:ext cx="1021742" cy="692134"/>
            </a:xfrm>
            <a:prstGeom prst="roundRect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文本框 75"/>
            <p:cNvSpPr txBox="1"/>
            <p:nvPr/>
          </p:nvSpPr>
          <p:spPr>
            <a:xfrm>
              <a:off x="7061639" y="290406"/>
              <a:ext cx="136841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solidFill>
                    <a:srgbClr val="888484"/>
                  </a:solidFill>
                  <a:latin typeface="Calibri" panose="020F0502020204030204" charset="0"/>
                  <a:cs typeface="Calibri" panose="020F0502020204030204" charset="0"/>
                </a:rPr>
                <a:t>Grey Correlation</a:t>
              </a:r>
              <a:endParaRPr lang="en-US" altLang="zh-CN" sz="1400" b="1" dirty="0">
                <a:solidFill>
                  <a:srgbClr val="888484"/>
                </a:solidFill>
                <a:latin typeface="Calibri" panose="020F0502020204030204" charset="0"/>
                <a:cs typeface="Calibri" panose="020F0502020204030204" charset="0"/>
              </a:endParaRPr>
            </a:p>
            <a:p>
              <a:pPr algn="ctr"/>
              <a:r>
                <a:rPr lang="en-US" altLang="zh-CN" sz="1400" b="1" dirty="0">
                  <a:solidFill>
                    <a:srgbClr val="888484"/>
                  </a:solidFill>
                  <a:latin typeface="Calibri" panose="020F0502020204030204" charset="0"/>
                  <a:cs typeface="Calibri" panose="020F0502020204030204" charset="0"/>
                </a:rPr>
                <a:t>Analysis</a:t>
              </a:r>
              <a:endParaRPr lang="zh-CN" altLang="en-US" sz="1400" b="1" dirty="0">
                <a:solidFill>
                  <a:srgbClr val="888484"/>
                </a:solidFill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cxnSp>
        <p:nvCxnSpPr>
          <p:cNvPr id="97" name="直接箭头连接符 96"/>
          <p:cNvCxnSpPr/>
          <p:nvPr/>
        </p:nvCxnSpPr>
        <p:spPr>
          <a:xfrm flipV="1">
            <a:off x="8810877" y="471592"/>
            <a:ext cx="0" cy="194582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9" name="组合 108"/>
          <p:cNvGrpSpPr/>
          <p:nvPr/>
        </p:nvGrpSpPr>
        <p:grpSpPr>
          <a:xfrm>
            <a:off x="496094" y="436836"/>
            <a:ext cx="1735123" cy="369332"/>
            <a:chOff x="4757529" y="2793917"/>
            <a:chExt cx="1735123" cy="369332"/>
          </a:xfrm>
        </p:grpSpPr>
        <p:sp>
          <p:nvSpPr>
            <p:cNvPr id="110" name="矩形 109"/>
            <p:cNvSpPr/>
            <p:nvPr/>
          </p:nvSpPr>
          <p:spPr>
            <a:xfrm>
              <a:off x="4823449" y="2793917"/>
              <a:ext cx="1669203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1" name="文本框 110"/>
            <p:cNvSpPr txBox="1"/>
            <p:nvPr/>
          </p:nvSpPr>
          <p:spPr>
            <a:xfrm>
              <a:off x="4757529" y="2811662"/>
              <a:ext cx="17303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latin typeface="Calibri" panose="020F0502020204030204" charset="0"/>
                  <a:cs typeface="Calibri" panose="020F0502020204030204" charset="0"/>
                </a:rPr>
                <a:t>Indicator selection</a:t>
              </a:r>
              <a:endParaRPr lang="zh-CN" altLang="en-US" sz="1400" b="1" dirty="0"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113" name="加号 112"/>
          <p:cNvSpPr/>
          <p:nvPr/>
        </p:nvSpPr>
        <p:spPr>
          <a:xfrm>
            <a:off x="9425081" y="505033"/>
            <a:ext cx="197529" cy="215348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/>
          <p:cNvSpPr/>
          <p:nvPr/>
        </p:nvSpPr>
        <p:spPr>
          <a:xfrm>
            <a:off x="201481" y="1836906"/>
            <a:ext cx="1039092" cy="561109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201481" y="3427401"/>
            <a:ext cx="1039092" cy="561109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54843" y="3386141"/>
            <a:ext cx="9347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Calibri" panose="020F0502020204030204" charset="0"/>
                <a:cs typeface="Calibri" panose="020F0502020204030204" charset="0"/>
              </a:rPr>
              <a:t>Huskie team</a:t>
            </a:r>
            <a:endParaRPr lang="zh-CN" altLang="en-US" b="1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41963" y="1794294"/>
            <a:ext cx="7581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Calibri" panose="020F0502020204030204" charset="0"/>
                <a:cs typeface="Calibri" panose="020F0502020204030204" charset="0"/>
              </a:rPr>
              <a:t>Given</a:t>
            </a:r>
            <a:endParaRPr lang="en-US" altLang="zh-CN" b="1" dirty="0">
              <a:latin typeface="Calibri" panose="020F0502020204030204" charset="0"/>
              <a:cs typeface="Calibri" panose="020F0502020204030204" charset="0"/>
            </a:endParaRPr>
          </a:p>
          <a:p>
            <a:pPr algn="ctr"/>
            <a:r>
              <a:rPr lang="en-US" altLang="zh-CN" b="1" dirty="0">
                <a:latin typeface="Calibri" panose="020F0502020204030204" charset="0"/>
                <a:cs typeface="Calibri" panose="020F0502020204030204" charset="0"/>
              </a:rPr>
              <a:t>Data</a:t>
            </a:r>
            <a:endParaRPr lang="zh-CN" altLang="en-US" b="1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438409" y="1888861"/>
            <a:ext cx="9645703" cy="3794776"/>
          </a:xfrm>
          <a:prstGeom prst="rect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/>
          <p:cNvSpPr/>
          <p:nvPr/>
        </p:nvSpPr>
        <p:spPr>
          <a:xfrm>
            <a:off x="11300199" y="1857079"/>
            <a:ext cx="739992" cy="1650424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11182995" y="2129654"/>
            <a:ext cx="974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Calibri" panose="020F0502020204030204" charset="0"/>
                <a:cs typeface="Calibri" panose="020F0502020204030204" charset="0"/>
              </a:rPr>
              <a:t>Target</a:t>
            </a:r>
            <a:endParaRPr lang="en-US" altLang="zh-CN" b="1" dirty="0">
              <a:latin typeface="Calibri" panose="020F0502020204030204" charset="0"/>
              <a:cs typeface="Calibri" panose="020F0502020204030204" charset="0"/>
            </a:endParaRPr>
          </a:p>
          <a:p>
            <a:pPr algn="ctr"/>
            <a:r>
              <a:rPr lang="en-US" altLang="zh-CN" b="1" dirty="0">
                <a:latin typeface="Calibri" panose="020F0502020204030204" charset="0"/>
                <a:cs typeface="Calibri" panose="020F0502020204030204" charset="0"/>
              </a:rPr>
              <a:t>and</a:t>
            </a:r>
            <a:endParaRPr lang="en-US" altLang="zh-CN" b="1" dirty="0">
              <a:latin typeface="Calibri" panose="020F0502020204030204" charset="0"/>
              <a:cs typeface="Calibri" panose="020F0502020204030204" charset="0"/>
            </a:endParaRPr>
          </a:p>
          <a:p>
            <a:pPr algn="ctr"/>
            <a:r>
              <a:rPr lang="en-US" altLang="zh-CN" b="1" dirty="0">
                <a:latin typeface="Calibri" panose="020F0502020204030204" charset="0"/>
                <a:cs typeface="Calibri" panose="020F0502020204030204" charset="0"/>
              </a:rPr>
              <a:t>Action</a:t>
            </a:r>
            <a:endParaRPr lang="zh-CN" altLang="en-US" b="1" dirty="0">
              <a:latin typeface="Calibri" panose="020F0502020204030204" charset="0"/>
              <a:cs typeface="Calibri" panose="020F0502020204030204" charset="0"/>
            </a:endParaRPr>
          </a:p>
        </p:txBody>
      </p:sp>
      <p:cxnSp>
        <p:nvCxnSpPr>
          <p:cNvPr id="16" name="直接箭头连接符 15"/>
          <p:cNvCxnSpPr/>
          <p:nvPr/>
        </p:nvCxnSpPr>
        <p:spPr>
          <a:xfrm>
            <a:off x="721027" y="2440625"/>
            <a:ext cx="0" cy="98677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1645817" y="2096676"/>
            <a:ext cx="2401665" cy="2971518"/>
          </a:xfrm>
          <a:prstGeom prst="rect">
            <a:avLst/>
          </a:prstGeom>
          <a:noFill/>
          <a:ln w="28575">
            <a:solidFill>
              <a:srgbClr val="ACACA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529445" y="2096676"/>
            <a:ext cx="3167949" cy="3488994"/>
          </a:xfrm>
          <a:prstGeom prst="rect">
            <a:avLst/>
          </a:prstGeom>
          <a:noFill/>
          <a:ln w="28575">
            <a:solidFill>
              <a:srgbClr val="ACACA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175925" y="2096676"/>
            <a:ext cx="2751521" cy="1866210"/>
          </a:xfrm>
          <a:prstGeom prst="rect">
            <a:avLst/>
          </a:prstGeom>
          <a:noFill/>
          <a:ln w="28575">
            <a:solidFill>
              <a:srgbClr val="ACACA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箭头连接符 21"/>
          <p:cNvCxnSpPr/>
          <p:nvPr/>
        </p:nvCxnSpPr>
        <p:spPr>
          <a:xfrm>
            <a:off x="1240573" y="3737758"/>
            <a:ext cx="40524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>
            <a:off x="10927446" y="2591319"/>
            <a:ext cx="40524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>
            <a:off x="4124200" y="2374260"/>
            <a:ext cx="405245" cy="0"/>
          </a:xfrm>
          <a:prstGeom prst="straightConnector1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>
            <a:off x="7746488" y="2374260"/>
            <a:ext cx="405245" cy="0"/>
          </a:xfrm>
          <a:prstGeom prst="straightConnector1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1587238" y="2148703"/>
            <a:ext cx="2536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>
                <a:solidFill>
                  <a:schemeClr val="accent5">
                    <a:lumMod val="75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TASK 1 </a:t>
            </a:r>
            <a:r>
              <a:rPr lang="en-US" altLang="zh-CN" b="1" i="1" dirty="0">
                <a:latin typeface="Calibri" panose="020F0502020204030204" charset="0"/>
                <a:cs typeface="Calibri" panose="020F0502020204030204" charset="0"/>
              </a:rPr>
              <a:t>Network analysis</a:t>
            </a:r>
            <a:endParaRPr lang="zh-CN" altLang="en-US" b="1" i="1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529445" y="2096023"/>
            <a:ext cx="3440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>
                <a:solidFill>
                  <a:schemeClr val="accent5">
                    <a:lumMod val="75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TASK 2 </a:t>
            </a:r>
            <a:r>
              <a:rPr lang="en-US" altLang="zh-CN" b="1" i="1" dirty="0">
                <a:latin typeface="Calibri" panose="020F0502020204030204" charset="0"/>
                <a:cs typeface="Calibri" panose="020F0502020204030204" charset="0"/>
              </a:rPr>
              <a:t>Determine performance cooperation indicators</a:t>
            </a:r>
            <a:endParaRPr lang="zh-CN" altLang="en-US" b="1" i="1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8149711" y="2148703"/>
            <a:ext cx="2873762" cy="640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>
                <a:solidFill>
                  <a:schemeClr val="accent5">
                    <a:lumMod val="75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TASK 3 </a:t>
            </a:r>
            <a:r>
              <a:rPr lang="en-US" altLang="zh-CN" b="1" i="1" dirty="0">
                <a:latin typeface="Calibri" panose="020F0502020204030204" charset="0"/>
                <a:cs typeface="Calibri" panose="020F0502020204030204" charset="0"/>
              </a:rPr>
              <a:t>Team formation &amp; Training methods</a:t>
            </a:r>
            <a:endParaRPr lang="zh-CN" altLang="en-US" b="1" i="1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768963" y="2515500"/>
            <a:ext cx="2183142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" name="文本框 32"/>
          <p:cNvSpPr txBox="1"/>
          <p:nvPr/>
        </p:nvSpPr>
        <p:spPr>
          <a:xfrm>
            <a:off x="1951844" y="2543281"/>
            <a:ext cx="267079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b="1" dirty="0">
                <a:latin typeface="Calibri" panose="020F0502020204030204" charset="0"/>
                <a:cs typeface="Calibri" panose="020F0502020204030204" charset="0"/>
              </a:rPr>
              <a:t>Pass quality network</a:t>
            </a:r>
            <a:endParaRPr lang="zh-CN" altLang="en-US" sz="1500" b="1" dirty="0">
              <a:latin typeface="Calibri" panose="020F0502020204030204" charset="0"/>
              <a:cs typeface="Calibri" panose="020F0502020204030204" charset="0"/>
            </a:endParaRPr>
          </a:p>
        </p:txBody>
      </p:sp>
      <p:cxnSp>
        <p:nvCxnSpPr>
          <p:cNvPr id="35" name="直接箭头连接符 34"/>
          <p:cNvCxnSpPr/>
          <p:nvPr/>
        </p:nvCxnSpPr>
        <p:spPr>
          <a:xfrm>
            <a:off x="2409981" y="2896473"/>
            <a:ext cx="0" cy="213764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1796613" y="3216466"/>
            <a:ext cx="1144125" cy="40424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1783386" y="3157782"/>
            <a:ext cx="118613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00" b="1" dirty="0">
                <a:latin typeface="Calibri" panose="020F0502020204030204" charset="0"/>
                <a:cs typeface="Calibri" panose="020F0502020204030204" charset="0"/>
              </a:rPr>
              <a:t>Dyadic Configurations</a:t>
            </a:r>
            <a:endParaRPr lang="zh-CN" altLang="en-US" sz="1300" b="1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2376738" y="5210228"/>
            <a:ext cx="1363142" cy="33855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Calibri" panose="020F0502020204030204" charset="0"/>
                <a:cs typeface="Calibri" panose="020F0502020204030204" charset="0"/>
              </a:rPr>
              <a:t>fullevents.csv</a:t>
            </a:r>
            <a:endParaRPr lang="zh-CN" altLang="en-US" sz="1600" b="1" dirty="0">
              <a:latin typeface="Calibri" panose="020F0502020204030204" charset="0"/>
              <a:cs typeface="Calibri" panose="020F0502020204030204" charset="0"/>
            </a:endParaRPr>
          </a:p>
        </p:txBody>
      </p:sp>
      <p:cxnSp>
        <p:nvCxnSpPr>
          <p:cNvPr id="63" name="直接箭头连接符 62"/>
          <p:cNvCxnSpPr/>
          <p:nvPr/>
        </p:nvCxnSpPr>
        <p:spPr>
          <a:xfrm>
            <a:off x="3729689" y="5374223"/>
            <a:ext cx="81381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7" name="组合 66"/>
          <p:cNvGrpSpPr/>
          <p:nvPr/>
        </p:nvGrpSpPr>
        <p:grpSpPr>
          <a:xfrm>
            <a:off x="4941448" y="2740637"/>
            <a:ext cx="2995211" cy="369332"/>
            <a:chOff x="4823449" y="2793917"/>
            <a:chExt cx="2109204" cy="369332"/>
          </a:xfrm>
        </p:grpSpPr>
        <p:sp>
          <p:nvSpPr>
            <p:cNvPr id="44" name="矩形 43"/>
            <p:cNvSpPr/>
            <p:nvPr/>
          </p:nvSpPr>
          <p:spPr>
            <a:xfrm>
              <a:off x="4823449" y="2793917"/>
              <a:ext cx="1669203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4959316" y="2799587"/>
              <a:ext cx="19733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Indicators determine</a:t>
              </a:r>
              <a:endParaRPr lang="zh-CN" altLang="en-US" sz="1400" b="1" dirty="0"/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4825814" y="3326397"/>
            <a:ext cx="2581647" cy="535897"/>
            <a:chOff x="4675181" y="2793917"/>
            <a:chExt cx="2056430" cy="369332"/>
          </a:xfrm>
        </p:grpSpPr>
        <p:sp>
          <p:nvSpPr>
            <p:cNvPr id="72" name="矩形 71"/>
            <p:cNvSpPr/>
            <p:nvPr/>
          </p:nvSpPr>
          <p:spPr>
            <a:xfrm>
              <a:off x="4823449" y="2793917"/>
              <a:ext cx="1803634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4675181" y="2799176"/>
              <a:ext cx="2056430" cy="3605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/>
                <a:t>Quantification of performance indicators</a:t>
              </a:r>
              <a:endParaRPr lang="zh-CN" altLang="en-US" sz="1400" b="1" dirty="0"/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4981538" y="4189947"/>
            <a:ext cx="1301015" cy="392160"/>
            <a:chOff x="7064372" y="336937"/>
            <a:chExt cx="1368410" cy="702504"/>
          </a:xfrm>
        </p:grpSpPr>
        <p:sp>
          <p:nvSpPr>
            <p:cNvPr id="80" name="矩形: 圆角 79"/>
            <p:cNvSpPr/>
            <p:nvPr/>
          </p:nvSpPr>
          <p:spPr>
            <a:xfrm>
              <a:off x="7251402" y="336937"/>
              <a:ext cx="1021742" cy="692134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文本框 80"/>
            <p:cNvSpPr txBox="1"/>
            <p:nvPr/>
          </p:nvSpPr>
          <p:spPr>
            <a:xfrm>
              <a:off x="7064372" y="377830"/>
              <a:ext cx="1368410" cy="661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chemeClr val="accent5">
                      <a:lumMod val="50000"/>
                    </a:schemeClr>
                  </a:solidFill>
                  <a:latin typeface="Calibri" panose="020F0502020204030204" charset="0"/>
                  <a:cs typeface="Calibri" panose="020F0502020204030204" charset="0"/>
                </a:rPr>
                <a:t>Topsis</a:t>
              </a:r>
              <a:endParaRPr lang="zh-CN" altLang="en-US" b="1" dirty="0">
                <a:solidFill>
                  <a:schemeClr val="accent5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82" name="组合 81"/>
          <p:cNvGrpSpPr/>
          <p:nvPr/>
        </p:nvGrpSpPr>
        <p:grpSpPr>
          <a:xfrm>
            <a:off x="6288832" y="4189947"/>
            <a:ext cx="894530" cy="409031"/>
            <a:chOff x="7150717" y="323715"/>
            <a:chExt cx="1368410" cy="752561"/>
          </a:xfrm>
        </p:grpSpPr>
        <p:sp>
          <p:nvSpPr>
            <p:cNvPr id="83" name="矩形: 圆角 82"/>
            <p:cNvSpPr/>
            <p:nvPr/>
          </p:nvSpPr>
          <p:spPr>
            <a:xfrm>
              <a:off x="7299745" y="323715"/>
              <a:ext cx="1021742" cy="692134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文本框 83"/>
            <p:cNvSpPr txBox="1"/>
            <p:nvPr/>
          </p:nvSpPr>
          <p:spPr>
            <a:xfrm>
              <a:off x="7150717" y="396756"/>
              <a:ext cx="1368410" cy="6795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chemeClr val="accent5">
                      <a:lumMod val="50000"/>
                    </a:schemeClr>
                  </a:solidFill>
                  <a:latin typeface="Calibri" panose="020F0502020204030204" charset="0"/>
                  <a:cs typeface="Calibri" panose="020F0502020204030204" charset="0"/>
                </a:rPr>
                <a:t>AHP</a:t>
              </a:r>
              <a:endParaRPr lang="en-US" altLang="zh-CN" b="1" dirty="0">
                <a:solidFill>
                  <a:schemeClr val="accent5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86" name="加号 85"/>
          <p:cNvSpPr/>
          <p:nvPr/>
        </p:nvSpPr>
        <p:spPr>
          <a:xfrm>
            <a:off x="6133400" y="4239856"/>
            <a:ext cx="197529" cy="215348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9" name="直接箭头连接符 88"/>
          <p:cNvCxnSpPr/>
          <p:nvPr/>
        </p:nvCxnSpPr>
        <p:spPr>
          <a:xfrm flipV="1">
            <a:off x="5634204" y="3882510"/>
            <a:ext cx="0" cy="194582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直接箭头连接符 95"/>
          <p:cNvCxnSpPr/>
          <p:nvPr/>
        </p:nvCxnSpPr>
        <p:spPr>
          <a:xfrm flipV="1">
            <a:off x="6685602" y="3882509"/>
            <a:ext cx="0" cy="194582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15" name="组合 114"/>
          <p:cNvGrpSpPr/>
          <p:nvPr/>
        </p:nvGrpSpPr>
        <p:grpSpPr>
          <a:xfrm>
            <a:off x="8236753" y="2763118"/>
            <a:ext cx="1040825" cy="476786"/>
            <a:chOff x="4786831" y="2759490"/>
            <a:chExt cx="1730381" cy="403759"/>
          </a:xfrm>
        </p:grpSpPr>
        <p:sp>
          <p:nvSpPr>
            <p:cNvPr id="116" name="矩形 115"/>
            <p:cNvSpPr/>
            <p:nvPr/>
          </p:nvSpPr>
          <p:spPr>
            <a:xfrm>
              <a:off x="4823449" y="2793917"/>
              <a:ext cx="1669203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7" name="文本框 116"/>
            <p:cNvSpPr txBox="1"/>
            <p:nvPr/>
          </p:nvSpPr>
          <p:spPr>
            <a:xfrm>
              <a:off x="4786831" y="2759490"/>
              <a:ext cx="1730381" cy="2606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latin typeface="Calibri" panose="020F0502020204030204" charset="0"/>
                  <a:cs typeface="Calibri" panose="020F0502020204030204" charset="0"/>
                </a:rPr>
                <a:t>Formation utilization</a:t>
              </a:r>
              <a:endParaRPr lang="zh-CN" altLang="en-US" sz="1400" b="1" dirty="0"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120" name="矩形 119"/>
          <p:cNvSpPr/>
          <p:nvPr/>
        </p:nvSpPr>
        <p:spPr>
          <a:xfrm>
            <a:off x="8179356" y="4229646"/>
            <a:ext cx="2748089" cy="1356024"/>
          </a:xfrm>
          <a:prstGeom prst="rect">
            <a:avLst/>
          </a:prstGeom>
          <a:noFill/>
          <a:ln w="28575">
            <a:solidFill>
              <a:srgbClr val="ACACA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文本框 122"/>
          <p:cNvSpPr txBox="1"/>
          <p:nvPr/>
        </p:nvSpPr>
        <p:spPr>
          <a:xfrm>
            <a:off x="8293319" y="4242497"/>
            <a:ext cx="29562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i="1" dirty="0">
                <a:solidFill>
                  <a:schemeClr val="accent5">
                    <a:lumMod val="75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TASK 4 </a:t>
            </a:r>
            <a:r>
              <a:rPr lang="en-US" altLang="zh-CN" sz="1600" b="1" i="1" dirty="0">
                <a:latin typeface="Calibri" panose="020F0502020204030204" charset="0"/>
                <a:cs typeface="Calibri" panose="020F0502020204030204" charset="0"/>
              </a:rPr>
              <a:t>Indicators of a good social team</a:t>
            </a:r>
            <a:endParaRPr lang="zh-CN" altLang="en-US" sz="1600" b="1" i="1" dirty="0">
              <a:latin typeface="Calibri" panose="020F0502020204030204" charset="0"/>
              <a:cs typeface="Calibri" panose="020F0502020204030204" charset="0"/>
            </a:endParaRPr>
          </a:p>
        </p:txBody>
      </p:sp>
      <p:grpSp>
        <p:nvGrpSpPr>
          <p:cNvPr id="124" name="组合 123"/>
          <p:cNvGrpSpPr/>
          <p:nvPr/>
        </p:nvGrpSpPr>
        <p:grpSpPr>
          <a:xfrm>
            <a:off x="8336485" y="4813426"/>
            <a:ext cx="1112198" cy="817775"/>
            <a:chOff x="4823449" y="2793917"/>
            <a:chExt cx="1669203" cy="533548"/>
          </a:xfrm>
        </p:grpSpPr>
        <p:sp>
          <p:nvSpPr>
            <p:cNvPr id="125" name="矩形 124"/>
            <p:cNvSpPr/>
            <p:nvPr/>
          </p:nvSpPr>
          <p:spPr>
            <a:xfrm>
              <a:off x="4823449" y="2793917"/>
              <a:ext cx="1669203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6" name="文本框 125"/>
            <p:cNvSpPr txBox="1"/>
            <p:nvPr/>
          </p:nvSpPr>
          <p:spPr>
            <a:xfrm>
              <a:off x="4888925" y="2824694"/>
              <a:ext cx="1568116" cy="5027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latin typeface="Calibri" panose="020F0502020204030204" charset="0"/>
                  <a:cs typeface="Calibri" panose="020F0502020204030204" charset="0"/>
                </a:rPr>
                <a:t>Obtained indicators</a:t>
              </a:r>
              <a:endParaRPr lang="zh-CN" altLang="en-US" sz="1400" b="1" dirty="0"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128" name="组合 127"/>
          <p:cNvGrpSpPr/>
          <p:nvPr/>
        </p:nvGrpSpPr>
        <p:grpSpPr>
          <a:xfrm>
            <a:off x="9655445" y="4808221"/>
            <a:ext cx="1272000" cy="561512"/>
            <a:chOff x="4823449" y="2793917"/>
            <a:chExt cx="1743160" cy="369332"/>
          </a:xfrm>
        </p:grpSpPr>
        <p:sp>
          <p:nvSpPr>
            <p:cNvPr id="129" name="矩形 128"/>
            <p:cNvSpPr/>
            <p:nvPr/>
          </p:nvSpPr>
          <p:spPr>
            <a:xfrm>
              <a:off x="4823449" y="2793917"/>
              <a:ext cx="1669203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0" name="文本框 129"/>
            <p:cNvSpPr txBox="1"/>
            <p:nvPr/>
          </p:nvSpPr>
          <p:spPr>
            <a:xfrm>
              <a:off x="4836228" y="2816342"/>
              <a:ext cx="1730381" cy="3441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latin typeface="Calibri" panose="020F0502020204030204" charset="0"/>
                  <a:cs typeface="Calibri" panose="020F0502020204030204" charset="0"/>
                </a:rPr>
                <a:t>Additional indicators</a:t>
              </a:r>
              <a:endParaRPr lang="zh-CN" altLang="en-US" sz="1400" b="1" dirty="0"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cxnSp>
        <p:nvCxnSpPr>
          <p:cNvPr id="131" name="直接箭头连接符 130"/>
          <p:cNvCxnSpPr/>
          <p:nvPr/>
        </p:nvCxnSpPr>
        <p:spPr>
          <a:xfrm>
            <a:off x="9456723" y="5026828"/>
            <a:ext cx="209614" cy="0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5" name="直接箭头连接符 134"/>
          <p:cNvCxnSpPr/>
          <p:nvPr/>
        </p:nvCxnSpPr>
        <p:spPr>
          <a:xfrm flipH="1">
            <a:off x="9456723" y="5200862"/>
            <a:ext cx="193533" cy="0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7" name="直接箭头连接符 136"/>
          <p:cNvCxnSpPr/>
          <p:nvPr/>
        </p:nvCxnSpPr>
        <p:spPr>
          <a:xfrm>
            <a:off x="9589801" y="3956431"/>
            <a:ext cx="0" cy="259842"/>
          </a:xfrm>
          <a:prstGeom prst="straightConnector1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7" name="矩形 126"/>
          <p:cNvSpPr/>
          <p:nvPr/>
        </p:nvSpPr>
        <p:spPr>
          <a:xfrm>
            <a:off x="1795445" y="3838254"/>
            <a:ext cx="1145294" cy="40424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文本框 131"/>
          <p:cNvSpPr txBox="1"/>
          <p:nvPr/>
        </p:nvSpPr>
        <p:spPr>
          <a:xfrm>
            <a:off x="1782216" y="3779570"/>
            <a:ext cx="118613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00" b="1" dirty="0">
                <a:latin typeface="Calibri" panose="020F0502020204030204" charset="0"/>
                <a:cs typeface="Calibri" panose="020F0502020204030204" charset="0"/>
              </a:rPr>
              <a:t>Triadic Configurations</a:t>
            </a:r>
            <a:endParaRPr lang="zh-CN" altLang="en-US" sz="1300" b="1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36" name="矩形 135"/>
          <p:cNvSpPr/>
          <p:nvPr/>
        </p:nvSpPr>
        <p:spPr>
          <a:xfrm>
            <a:off x="3080544" y="3729753"/>
            <a:ext cx="868842" cy="40424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文本框 137"/>
          <p:cNvSpPr txBox="1"/>
          <p:nvPr/>
        </p:nvSpPr>
        <p:spPr>
          <a:xfrm>
            <a:off x="3084650" y="3689964"/>
            <a:ext cx="87804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00" b="1" dirty="0">
                <a:latin typeface="Calibri" panose="020F0502020204030204" charset="0"/>
                <a:cs typeface="Calibri" panose="020F0502020204030204" charset="0"/>
              </a:rPr>
              <a:t>Team formation</a:t>
            </a:r>
            <a:endParaRPr lang="zh-CN" altLang="en-US" sz="1300" b="1" dirty="0">
              <a:latin typeface="Calibri" panose="020F0502020204030204" charset="0"/>
              <a:cs typeface="Calibri" panose="020F0502020204030204" charset="0"/>
            </a:endParaRPr>
          </a:p>
        </p:txBody>
      </p:sp>
      <p:cxnSp>
        <p:nvCxnSpPr>
          <p:cNvPr id="139" name="直接箭头连接符 138"/>
          <p:cNvCxnSpPr/>
          <p:nvPr/>
        </p:nvCxnSpPr>
        <p:spPr>
          <a:xfrm>
            <a:off x="3511427" y="2889496"/>
            <a:ext cx="0" cy="830888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0" name="矩形 139"/>
          <p:cNvSpPr/>
          <p:nvPr/>
        </p:nvSpPr>
        <p:spPr>
          <a:xfrm>
            <a:off x="1746017" y="3131367"/>
            <a:ext cx="1244759" cy="1201673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加号 140"/>
          <p:cNvSpPr/>
          <p:nvPr/>
        </p:nvSpPr>
        <p:spPr>
          <a:xfrm>
            <a:off x="2291062" y="3632161"/>
            <a:ext cx="197529" cy="215348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2" name="组合 141"/>
          <p:cNvGrpSpPr/>
          <p:nvPr/>
        </p:nvGrpSpPr>
        <p:grpSpPr>
          <a:xfrm>
            <a:off x="1994611" y="4641543"/>
            <a:ext cx="1797314" cy="369332"/>
            <a:chOff x="4823449" y="2793917"/>
            <a:chExt cx="1742238" cy="369332"/>
          </a:xfrm>
        </p:grpSpPr>
        <p:sp>
          <p:nvSpPr>
            <p:cNvPr id="143" name="矩形 142"/>
            <p:cNvSpPr/>
            <p:nvPr/>
          </p:nvSpPr>
          <p:spPr>
            <a:xfrm>
              <a:off x="4823449" y="2793917"/>
              <a:ext cx="1669203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4" name="文本框 143"/>
            <p:cNvSpPr txBox="1"/>
            <p:nvPr/>
          </p:nvSpPr>
          <p:spPr>
            <a:xfrm>
              <a:off x="4835306" y="2811306"/>
              <a:ext cx="17303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latin typeface="Calibri" panose="020F0502020204030204" charset="0"/>
                  <a:cs typeface="Calibri" panose="020F0502020204030204" charset="0"/>
                </a:rPr>
                <a:t>Time and Space</a:t>
              </a:r>
              <a:endParaRPr lang="zh-CN" altLang="en-US" sz="1400" b="1" dirty="0"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cxnSp>
        <p:nvCxnSpPr>
          <p:cNvPr id="146" name="直接箭头连接符 145"/>
          <p:cNvCxnSpPr/>
          <p:nvPr/>
        </p:nvCxnSpPr>
        <p:spPr>
          <a:xfrm>
            <a:off x="2418684" y="4319728"/>
            <a:ext cx="0" cy="320511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7" name="直接箭头连接符 146"/>
          <p:cNvCxnSpPr/>
          <p:nvPr/>
        </p:nvCxnSpPr>
        <p:spPr>
          <a:xfrm>
            <a:off x="3523673" y="4133996"/>
            <a:ext cx="0" cy="506243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8" name="直接箭头连接符 147"/>
          <p:cNvCxnSpPr/>
          <p:nvPr/>
        </p:nvCxnSpPr>
        <p:spPr>
          <a:xfrm>
            <a:off x="6116637" y="3110658"/>
            <a:ext cx="0" cy="213764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49" name="组合 148"/>
          <p:cNvGrpSpPr/>
          <p:nvPr/>
        </p:nvGrpSpPr>
        <p:grpSpPr>
          <a:xfrm>
            <a:off x="4716946" y="4865788"/>
            <a:ext cx="2888149" cy="820859"/>
            <a:chOff x="4806381" y="2793917"/>
            <a:chExt cx="1730381" cy="535243"/>
          </a:xfrm>
        </p:grpSpPr>
        <p:sp>
          <p:nvSpPr>
            <p:cNvPr id="150" name="矩形 149"/>
            <p:cNvSpPr/>
            <p:nvPr/>
          </p:nvSpPr>
          <p:spPr>
            <a:xfrm>
              <a:off x="4823449" y="2793917"/>
              <a:ext cx="1669203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1" name="文本框 150"/>
            <p:cNvSpPr txBox="1"/>
            <p:nvPr/>
          </p:nvSpPr>
          <p:spPr>
            <a:xfrm>
              <a:off x="4806381" y="2805940"/>
              <a:ext cx="173038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latin typeface="Calibri" panose="020F0502020204030204" charset="0"/>
                  <a:cs typeface="Calibri" panose="020F0502020204030204" charset="0"/>
                </a:rPr>
                <a:t>Three dimensional dynamic model of team cooperation</a:t>
              </a:r>
              <a:endParaRPr lang="zh-CN" altLang="en-US" sz="1400" b="1" dirty="0"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cxnSp>
        <p:nvCxnSpPr>
          <p:cNvPr id="152" name="直接箭头连接符 151"/>
          <p:cNvCxnSpPr/>
          <p:nvPr/>
        </p:nvCxnSpPr>
        <p:spPr>
          <a:xfrm>
            <a:off x="6185692" y="4640239"/>
            <a:ext cx="0" cy="225549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3" name="矩形 152"/>
          <p:cNvSpPr/>
          <p:nvPr/>
        </p:nvSpPr>
        <p:spPr>
          <a:xfrm>
            <a:off x="5004803" y="4086352"/>
            <a:ext cx="2271433" cy="550877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4" name="组合 153"/>
          <p:cNvGrpSpPr/>
          <p:nvPr/>
        </p:nvGrpSpPr>
        <p:grpSpPr>
          <a:xfrm>
            <a:off x="9367123" y="2763122"/>
            <a:ext cx="1560323" cy="738664"/>
            <a:chOff x="4786831" y="2759491"/>
            <a:chExt cx="1730381" cy="625526"/>
          </a:xfrm>
        </p:grpSpPr>
        <p:sp>
          <p:nvSpPr>
            <p:cNvPr id="155" name="矩形 154"/>
            <p:cNvSpPr/>
            <p:nvPr/>
          </p:nvSpPr>
          <p:spPr>
            <a:xfrm>
              <a:off x="4823449" y="2793917"/>
              <a:ext cx="1669203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6" name="文本框 155"/>
            <p:cNvSpPr txBox="1"/>
            <p:nvPr/>
          </p:nvSpPr>
          <p:spPr>
            <a:xfrm>
              <a:off x="4786831" y="2759491"/>
              <a:ext cx="1730381" cy="6255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latin typeface="Calibri" panose="020F0502020204030204" charset="0"/>
                  <a:cs typeface="Calibri" panose="020F0502020204030204" charset="0"/>
                </a:rPr>
                <a:t>Look for effective formations</a:t>
              </a:r>
              <a:endParaRPr lang="zh-CN" altLang="en-US" sz="1400" b="1" dirty="0"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cxnSp>
        <p:nvCxnSpPr>
          <p:cNvPr id="160" name="直接箭头连接符 159"/>
          <p:cNvCxnSpPr/>
          <p:nvPr/>
        </p:nvCxnSpPr>
        <p:spPr>
          <a:xfrm>
            <a:off x="9250442" y="3045285"/>
            <a:ext cx="169328" cy="0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61" name="组合 160"/>
          <p:cNvGrpSpPr/>
          <p:nvPr/>
        </p:nvGrpSpPr>
        <p:grpSpPr>
          <a:xfrm>
            <a:off x="8216083" y="3520207"/>
            <a:ext cx="2711363" cy="369332"/>
            <a:chOff x="4774022" y="2793917"/>
            <a:chExt cx="1730381" cy="369332"/>
          </a:xfrm>
        </p:grpSpPr>
        <p:sp>
          <p:nvSpPr>
            <p:cNvPr id="162" name="矩形 161"/>
            <p:cNvSpPr/>
            <p:nvPr/>
          </p:nvSpPr>
          <p:spPr>
            <a:xfrm>
              <a:off x="4823449" y="2793917"/>
              <a:ext cx="1669203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3" name="文本框 162"/>
            <p:cNvSpPr txBox="1"/>
            <p:nvPr/>
          </p:nvSpPr>
          <p:spPr>
            <a:xfrm>
              <a:off x="4774022" y="2802086"/>
              <a:ext cx="173038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>
                  <a:latin typeface="Calibri" panose="020F0502020204030204" charset="0"/>
                  <a:cs typeface="Calibri" panose="020F0502020204030204" charset="0"/>
                </a:rPr>
                <a:t>Five success measures</a:t>
              </a:r>
              <a:endParaRPr lang="zh-CN" altLang="en-US" sz="1600" b="1" dirty="0"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cxnSp>
        <p:nvCxnSpPr>
          <p:cNvPr id="164" name="直接箭头连接符 163"/>
          <p:cNvCxnSpPr/>
          <p:nvPr/>
        </p:nvCxnSpPr>
        <p:spPr>
          <a:xfrm>
            <a:off x="8802801" y="3239904"/>
            <a:ext cx="0" cy="288472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5" name="直接箭头连接符 164"/>
          <p:cNvCxnSpPr/>
          <p:nvPr/>
        </p:nvCxnSpPr>
        <p:spPr>
          <a:xfrm>
            <a:off x="10210466" y="3231735"/>
            <a:ext cx="0" cy="288472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8" name="矩形: 圆角 97"/>
          <p:cNvSpPr/>
          <p:nvPr/>
        </p:nvSpPr>
        <p:spPr>
          <a:xfrm>
            <a:off x="4053341" y="336937"/>
            <a:ext cx="1039092" cy="561109"/>
          </a:xfrm>
          <a:prstGeom prst="roundRect">
            <a:avLst/>
          </a:prstGeom>
          <a:solidFill>
            <a:srgbClr val="9DC3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E4706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709" y="195122"/>
            <a:ext cx="1984750" cy="1042858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101991" y="926609"/>
            <a:ext cx="21441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of Light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Pollution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箭头: 下 5"/>
          <p:cNvSpPr/>
          <p:nvPr/>
        </p:nvSpPr>
        <p:spPr>
          <a:xfrm>
            <a:off x="7056120" y="1631643"/>
            <a:ext cx="341376" cy="597408"/>
          </a:xfrm>
          <a:prstGeom prst="downArrow">
            <a:avLst/>
          </a:prstGeom>
          <a:solidFill>
            <a:srgbClr val="94C3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/>
          <p:cNvSpPr/>
          <p:nvPr/>
        </p:nvSpPr>
        <p:spPr>
          <a:xfrm>
            <a:off x="6393180" y="2347926"/>
            <a:ext cx="1760220" cy="731520"/>
          </a:xfrm>
          <a:prstGeom prst="roundRect">
            <a:avLst/>
          </a:prstGeom>
          <a:solidFill>
            <a:srgbClr val="83C4E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Determination of the Data Space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6134100" y="3370728"/>
            <a:ext cx="954405" cy="554366"/>
          </a:xfrm>
          <a:prstGeom prst="roundRect">
            <a:avLst/>
          </a:prstGeom>
          <a:solidFill>
            <a:srgbClr val="94C3D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2-D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7322820" y="3370728"/>
            <a:ext cx="954405" cy="554366"/>
          </a:xfrm>
          <a:prstGeom prst="roundRect">
            <a:avLst/>
          </a:prstGeom>
          <a:solidFill>
            <a:srgbClr val="94C3D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3-D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6134100" y="4363493"/>
            <a:ext cx="954405" cy="554366"/>
          </a:xfrm>
          <a:prstGeom prst="roundRect">
            <a:avLst/>
          </a:prstGeom>
          <a:solidFill>
            <a:srgbClr val="94C3D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7226808" y="4363493"/>
            <a:ext cx="1131570" cy="554366"/>
          </a:xfrm>
          <a:prstGeom prst="roundRect">
            <a:avLst/>
          </a:prstGeom>
          <a:solidFill>
            <a:srgbClr val="94C3D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Independent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5947410" y="5466383"/>
            <a:ext cx="1279398" cy="731520"/>
          </a:xfrm>
          <a:prstGeom prst="roundRect">
            <a:avLst/>
          </a:prstGeom>
          <a:solidFill>
            <a:srgbClr val="94C3D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Dependent on Device Performance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7322820" y="5594200"/>
            <a:ext cx="1325118" cy="475885"/>
          </a:xfrm>
          <a:prstGeom prst="roundRect">
            <a:avLst/>
          </a:prstGeom>
          <a:solidFill>
            <a:srgbClr val="94C3D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</a:t>
            </a:r>
            <a:endParaRPr lang="zh-CN" altLang="en-US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812536" y="3259275"/>
            <a:ext cx="2926080" cy="3096768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860296" y="3252872"/>
            <a:ext cx="3706876" cy="3096768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/>
          <p:cNvSpPr/>
          <p:nvPr/>
        </p:nvSpPr>
        <p:spPr>
          <a:xfrm>
            <a:off x="2833624" y="2347926"/>
            <a:ext cx="1760220" cy="731520"/>
          </a:xfrm>
          <a:prstGeom prst="roundRect">
            <a:avLst/>
          </a:prstGeom>
          <a:solidFill>
            <a:srgbClr val="B3CFC4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Composition of Light Pollution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: 圆角 16"/>
          <p:cNvSpPr/>
          <p:nvPr/>
        </p:nvSpPr>
        <p:spPr>
          <a:xfrm>
            <a:off x="2233553" y="3355488"/>
            <a:ext cx="986536" cy="569606"/>
          </a:xfrm>
          <a:prstGeom prst="roundRect">
            <a:avLst/>
          </a:prstGeom>
          <a:solidFill>
            <a:srgbClr val="B3CFC4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Day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: 圆角 17"/>
          <p:cNvSpPr/>
          <p:nvPr/>
        </p:nvSpPr>
        <p:spPr>
          <a:xfrm>
            <a:off x="2042741" y="4377953"/>
            <a:ext cx="1392425" cy="607978"/>
          </a:xfrm>
          <a:prstGeom prst="roundRect">
            <a:avLst/>
          </a:prstGeom>
          <a:solidFill>
            <a:srgbClr val="B3CFC4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is Complete and Accurate</a:t>
            </a:r>
            <a:endParaRPr lang="zh-CN" altLang="en-US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3951292" y="3343922"/>
            <a:ext cx="1058288" cy="607978"/>
          </a:xfrm>
          <a:prstGeom prst="roundRect">
            <a:avLst/>
          </a:prstGeom>
          <a:solidFill>
            <a:srgbClr val="A8DED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Night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矩形: 圆角 19"/>
          <p:cNvSpPr/>
          <p:nvPr/>
        </p:nvSpPr>
        <p:spPr>
          <a:xfrm>
            <a:off x="3504318" y="4363493"/>
            <a:ext cx="1952236" cy="607978"/>
          </a:xfrm>
          <a:prstGeom prst="roundRect">
            <a:avLst/>
          </a:prstGeom>
          <a:solidFill>
            <a:srgbClr val="A8DED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Fully Exploit the Artificial Light Influence</a:t>
            </a:r>
            <a:endParaRPr lang="zh-CN" altLang="en-US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矩形: 圆角 20"/>
          <p:cNvSpPr/>
          <p:nvPr/>
        </p:nvSpPr>
        <p:spPr>
          <a:xfrm>
            <a:off x="1898465" y="5393584"/>
            <a:ext cx="1656711" cy="877115"/>
          </a:xfrm>
          <a:prstGeom prst="roundRect">
            <a:avLst/>
          </a:prstGeom>
          <a:solidFill>
            <a:srgbClr val="B3CFC4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Difficult to</a:t>
            </a:r>
            <a:endParaRPr lang="en-US" altLang="zh-CN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Eliminate the Influence of Natural Light</a:t>
            </a:r>
            <a:endParaRPr lang="zh-CN" altLang="en-US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矩形: 圆角 21"/>
          <p:cNvSpPr/>
          <p:nvPr/>
        </p:nvSpPr>
        <p:spPr>
          <a:xfrm>
            <a:off x="3679259" y="5383064"/>
            <a:ext cx="1656711" cy="877115"/>
          </a:xfrm>
          <a:prstGeom prst="roundRect">
            <a:avLst/>
          </a:prstGeom>
          <a:solidFill>
            <a:srgbClr val="A8DED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Lack of Daytime Artificial Light Data</a:t>
            </a:r>
            <a:endParaRPr lang="zh-CN" altLang="en-US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8917967" y="3252872"/>
            <a:ext cx="2824453" cy="3096768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/>
          <p:cNvSpPr/>
          <p:nvPr/>
        </p:nvSpPr>
        <p:spPr>
          <a:xfrm>
            <a:off x="9366263" y="2347926"/>
            <a:ext cx="1927860" cy="731520"/>
          </a:xfrm>
          <a:prstGeom prst="roundRect">
            <a:avLst/>
          </a:prstGeom>
          <a:solidFill>
            <a:srgbClr val="BFB8DA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Way Light Pollution Affects Biological Populations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矩形: 圆角 24"/>
          <p:cNvSpPr/>
          <p:nvPr/>
        </p:nvSpPr>
        <p:spPr>
          <a:xfrm>
            <a:off x="9060180" y="3343922"/>
            <a:ext cx="1187704" cy="581172"/>
          </a:xfrm>
          <a:prstGeom prst="roundRect">
            <a:avLst/>
          </a:prstGeom>
          <a:solidFill>
            <a:srgbClr val="BBBBE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Microcosmic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: 圆角 25"/>
          <p:cNvSpPr/>
          <p:nvPr/>
        </p:nvSpPr>
        <p:spPr>
          <a:xfrm>
            <a:off x="10440316" y="3343922"/>
            <a:ext cx="1187704" cy="581172"/>
          </a:xfrm>
          <a:prstGeom prst="roundRect">
            <a:avLst/>
          </a:prstGeom>
          <a:solidFill>
            <a:srgbClr val="CAC4E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Macroscopic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矩形: 圆角 26"/>
          <p:cNvSpPr/>
          <p:nvPr/>
        </p:nvSpPr>
        <p:spPr>
          <a:xfrm>
            <a:off x="9188457" y="4377953"/>
            <a:ext cx="931151" cy="539906"/>
          </a:xfrm>
          <a:prstGeom prst="roundRect">
            <a:avLst/>
          </a:prstGeom>
          <a:solidFill>
            <a:srgbClr val="BBBBE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Precision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矩形: 圆角 27"/>
          <p:cNvSpPr/>
          <p:nvPr/>
        </p:nvSpPr>
        <p:spPr>
          <a:xfrm>
            <a:off x="10413997" y="4377953"/>
            <a:ext cx="1240342" cy="539906"/>
          </a:xfrm>
          <a:prstGeom prst="roundRect">
            <a:avLst/>
          </a:prstGeom>
          <a:solidFill>
            <a:srgbClr val="CAC4E0"/>
          </a:soli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Concise and Universal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圆角 28"/>
          <p:cNvSpPr/>
          <p:nvPr/>
        </p:nvSpPr>
        <p:spPr>
          <a:xfrm>
            <a:off x="9102808" y="5551668"/>
            <a:ext cx="1102449" cy="539906"/>
          </a:xfrm>
          <a:prstGeom prst="roundRect">
            <a:avLst/>
          </a:prstGeom>
          <a:solidFill>
            <a:srgbClr val="BBBBE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Limited and Complex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矩形: 圆角 29"/>
          <p:cNvSpPr/>
          <p:nvPr/>
        </p:nvSpPr>
        <p:spPr>
          <a:xfrm>
            <a:off x="10555108" y="5594200"/>
            <a:ext cx="958120" cy="448740"/>
          </a:xfrm>
          <a:prstGeom prst="roundRect">
            <a:avLst/>
          </a:prstGeom>
          <a:solidFill>
            <a:srgbClr val="CAC4E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Rough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任意多边形: 形状 37"/>
          <p:cNvSpPr/>
          <p:nvPr/>
        </p:nvSpPr>
        <p:spPr>
          <a:xfrm rot="5460000">
            <a:off x="6480144" y="3917546"/>
            <a:ext cx="262315" cy="453496"/>
          </a:xfrm>
          <a:custGeom>
            <a:avLst/>
            <a:gdLst>
              <a:gd name="connsiteX0" fmla="*/ 0 w 262315"/>
              <a:gd name="connsiteY0" fmla="*/ 4238 h 453496"/>
              <a:gd name="connsiteX1" fmla="*/ 121356 w 262315"/>
              <a:gd name="connsiteY1" fmla="*/ 0 h 453496"/>
              <a:gd name="connsiteX2" fmla="*/ 262315 w 262315"/>
              <a:gd name="connsiteY2" fmla="*/ 219888 h 453496"/>
              <a:gd name="connsiteX3" fmla="*/ 140961 w 262315"/>
              <a:gd name="connsiteY3" fmla="*/ 224125 h 453496"/>
              <a:gd name="connsiteX4" fmla="*/ 5119 w 262315"/>
              <a:gd name="connsiteY4" fmla="*/ 453496 h 453496"/>
              <a:gd name="connsiteX5" fmla="*/ 138319 w 262315"/>
              <a:gd name="connsiteY5" fmla="*/ 228823 h 453496"/>
              <a:gd name="connsiteX6" fmla="*/ 259748 w 262315"/>
              <a:gd name="connsiteY6" fmla="*/ 228823 h 453496"/>
              <a:gd name="connsiteX7" fmla="*/ 126548 w 262315"/>
              <a:gd name="connsiteY7" fmla="*/ 453496 h 453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2315" h="453496">
                <a:moveTo>
                  <a:pt x="0" y="4238"/>
                </a:moveTo>
                <a:lnTo>
                  <a:pt x="121356" y="0"/>
                </a:lnTo>
                <a:lnTo>
                  <a:pt x="262315" y="219888"/>
                </a:lnTo>
                <a:lnTo>
                  <a:pt x="140961" y="224125"/>
                </a:lnTo>
                <a:close/>
                <a:moveTo>
                  <a:pt x="5119" y="453496"/>
                </a:moveTo>
                <a:lnTo>
                  <a:pt x="138319" y="228823"/>
                </a:lnTo>
                <a:lnTo>
                  <a:pt x="259748" y="228823"/>
                </a:lnTo>
                <a:lnTo>
                  <a:pt x="126548" y="453496"/>
                </a:lnTo>
                <a:close/>
              </a:path>
            </a:pathLst>
          </a:custGeom>
          <a:solidFill>
            <a:srgbClr val="B2D7EA"/>
          </a:solidFill>
          <a:ln>
            <a:solidFill>
              <a:srgbClr val="B2D7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任意多边形: 形状 38"/>
          <p:cNvSpPr/>
          <p:nvPr/>
        </p:nvSpPr>
        <p:spPr>
          <a:xfrm rot="5460000">
            <a:off x="7671086" y="3929800"/>
            <a:ext cx="262315" cy="453496"/>
          </a:xfrm>
          <a:custGeom>
            <a:avLst/>
            <a:gdLst>
              <a:gd name="connsiteX0" fmla="*/ 0 w 262315"/>
              <a:gd name="connsiteY0" fmla="*/ 4238 h 453496"/>
              <a:gd name="connsiteX1" fmla="*/ 121356 w 262315"/>
              <a:gd name="connsiteY1" fmla="*/ 0 h 453496"/>
              <a:gd name="connsiteX2" fmla="*/ 262315 w 262315"/>
              <a:gd name="connsiteY2" fmla="*/ 219888 h 453496"/>
              <a:gd name="connsiteX3" fmla="*/ 140961 w 262315"/>
              <a:gd name="connsiteY3" fmla="*/ 224125 h 453496"/>
              <a:gd name="connsiteX4" fmla="*/ 5119 w 262315"/>
              <a:gd name="connsiteY4" fmla="*/ 453496 h 453496"/>
              <a:gd name="connsiteX5" fmla="*/ 138319 w 262315"/>
              <a:gd name="connsiteY5" fmla="*/ 228823 h 453496"/>
              <a:gd name="connsiteX6" fmla="*/ 259748 w 262315"/>
              <a:gd name="connsiteY6" fmla="*/ 228823 h 453496"/>
              <a:gd name="connsiteX7" fmla="*/ 126548 w 262315"/>
              <a:gd name="connsiteY7" fmla="*/ 453496 h 453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2315" h="453496">
                <a:moveTo>
                  <a:pt x="0" y="4238"/>
                </a:moveTo>
                <a:lnTo>
                  <a:pt x="121356" y="0"/>
                </a:lnTo>
                <a:lnTo>
                  <a:pt x="262315" y="219888"/>
                </a:lnTo>
                <a:lnTo>
                  <a:pt x="140961" y="224125"/>
                </a:lnTo>
                <a:close/>
                <a:moveTo>
                  <a:pt x="5119" y="453496"/>
                </a:moveTo>
                <a:lnTo>
                  <a:pt x="138319" y="228823"/>
                </a:lnTo>
                <a:lnTo>
                  <a:pt x="259748" y="228823"/>
                </a:lnTo>
                <a:lnTo>
                  <a:pt x="126548" y="453496"/>
                </a:lnTo>
                <a:close/>
              </a:path>
            </a:pathLst>
          </a:custGeom>
          <a:solidFill>
            <a:srgbClr val="B2D7EA"/>
          </a:solidFill>
          <a:ln>
            <a:solidFill>
              <a:srgbClr val="B2D7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任意多边形: 形状 39"/>
          <p:cNvSpPr/>
          <p:nvPr/>
        </p:nvSpPr>
        <p:spPr>
          <a:xfrm rot="5460000">
            <a:off x="4353315" y="3899698"/>
            <a:ext cx="262315" cy="453496"/>
          </a:xfrm>
          <a:custGeom>
            <a:avLst/>
            <a:gdLst>
              <a:gd name="connsiteX0" fmla="*/ 0 w 262315"/>
              <a:gd name="connsiteY0" fmla="*/ 4238 h 453496"/>
              <a:gd name="connsiteX1" fmla="*/ 121356 w 262315"/>
              <a:gd name="connsiteY1" fmla="*/ 0 h 453496"/>
              <a:gd name="connsiteX2" fmla="*/ 262315 w 262315"/>
              <a:gd name="connsiteY2" fmla="*/ 219888 h 453496"/>
              <a:gd name="connsiteX3" fmla="*/ 140961 w 262315"/>
              <a:gd name="connsiteY3" fmla="*/ 224125 h 453496"/>
              <a:gd name="connsiteX4" fmla="*/ 5119 w 262315"/>
              <a:gd name="connsiteY4" fmla="*/ 453496 h 453496"/>
              <a:gd name="connsiteX5" fmla="*/ 138319 w 262315"/>
              <a:gd name="connsiteY5" fmla="*/ 228823 h 453496"/>
              <a:gd name="connsiteX6" fmla="*/ 259748 w 262315"/>
              <a:gd name="connsiteY6" fmla="*/ 228823 h 453496"/>
              <a:gd name="connsiteX7" fmla="*/ 126548 w 262315"/>
              <a:gd name="connsiteY7" fmla="*/ 453496 h 453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2315" h="453496">
                <a:moveTo>
                  <a:pt x="0" y="4238"/>
                </a:moveTo>
                <a:lnTo>
                  <a:pt x="121356" y="0"/>
                </a:lnTo>
                <a:lnTo>
                  <a:pt x="262315" y="219888"/>
                </a:lnTo>
                <a:lnTo>
                  <a:pt x="140961" y="224125"/>
                </a:lnTo>
                <a:close/>
                <a:moveTo>
                  <a:pt x="5119" y="453496"/>
                </a:moveTo>
                <a:lnTo>
                  <a:pt x="138319" y="228823"/>
                </a:lnTo>
                <a:lnTo>
                  <a:pt x="259748" y="228823"/>
                </a:lnTo>
                <a:lnTo>
                  <a:pt x="126548" y="453496"/>
                </a:lnTo>
                <a:close/>
              </a:path>
            </a:pathLst>
          </a:custGeom>
          <a:solidFill>
            <a:srgbClr val="D2E1DB"/>
          </a:solidFill>
          <a:ln>
            <a:solidFill>
              <a:srgbClr val="D2E1D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任意多边形: 形状 40"/>
          <p:cNvSpPr/>
          <p:nvPr/>
        </p:nvSpPr>
        <p:spPr>
          <a:xfrm rot="5460000">
            <a:off x="2595662" y="3899699"/>
            <a:ext cx="262315" cy="453496"/>
          </a:xfrm>
          <a:custGeom>
            <a:avLst/>
            <a:gdLst>
              <a:gd name="connsiteX0" fmla="*/ 0 w 262315"/>
              <a:gd name="connsiteY0" fmla="*/ 4238 h 453496"/>
              <a:gd name="connsiteX1" fmla="*/ 121356 w 262315"/>
              <a:gd name="connsiteY1" fmla="*/ 0 h 453496"/>
              <a:gd name="connsiteX2" fmla="*/ 262315 w 262315"/>
              <a:gd name="connsiteY2" fmla="*/ 219888 h 453496"/>
              <a:gd name="connsiteX3" fmla="*/ 140961 w 262315"/>
              <a:gd name="connsiteY3" fmla="*/ 224125 h 453496"/>
              <a:gd name="connsiteX4" fmla="*/ 5119 w 262315"/>
              <a:gd name="connsiteY4" fmla="*/ 453496 h 453496"/>
              <a:gd name="connsiteX5" fmla="*/ 138319 w 262315"/>
              <a:gd name="connsiteY5" fmla="*/ 228823 h 453496"/>
              <a:gd name="connsiteX6" fmla="*/ 259748 w 262315"/>
              <a:gd name="connsiteY6" fmla="*/ 228823 h 453496"/>
              <a:gd name="connsiteX7" fmla="*/ 126548 w 262315"/>
              <a:gd name="connsiteY7" fmla="*/ 453496 h 453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2315" h="453496">
                <a:moveTo>
                  <a:pt x="0" y="4238"/>
                </a:moveTo>
                <a:lnTo>
                  <a:pt x="121356" y="0"/>
                </a:lnTo>
                <a:lnTo>
                  <a:pt x="262315" y="219888"/>
                </a:lnTo>
                <a:lnTo>
                  <a:pt x="140961" y="224125"/>
                </a:lnTo>
                <a:close/>
                <a:moveTo>
                  <a:pt x="5119" y="453496"/>
                </a:moveTo>
                <a:lnTo>
                  <a:pt x="138319" y="228823"/>
                </a:lnTo>
                <a:lnTo>
                  <a:pt x="259748" y="228823"/>
                </a:lnTo>
                <a:lnTo>
                  <a:pt x="126548" y="453496"/>
                </a:lnTo>
                <a:close/>
              </a:path>
            </a:pathLst>
          </a:custGeom>
          <a:solidFill>
            <a:srgbClr val="D2E1DB"/>
          </a:solidFill>
          <a:ln>
            <a:solidFill>
              <a:srgbClr val="D2E1D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: 形状 41"/>
          <p:cNvSpPr/>
          <p:nvPr/>
        </p:nvSpPr>
        <p:spPr>
          <a:xfrm rot="5460000">
            <a:off x="9522874" y="3931293"/>
            <a:ext cx="262315" cy="453496"/>
          </a:xfrm>
          <a:custGeom>
            <a:avLst/>
            <a:gdLst>
              <a:gd name="connsiteX0" fmla="*/ 0 w 262315"/>
              <a:gd name="connsiteY0" fmla="*/ 4238 h 453496"/>
              <a:gd name="connsiteX1" fmla="*/ 121356 w 262315"/>
              <a:gd name="connsiteY1" fmla="*/ 0 h 453496"/>
              <a:gd name="connsiteX2" fmla="*/ 262315 w 262315"/>
              <a:gd name="connsiteY2" fmla="*/ 219888 h 453496"/>
              <a:gd name="connsiteX3" fmla="*/ 140961 w 262315"/>
              <a:gd name="connsiteY3" fmla="*/ 224125 h 453496"/>
              <a:gd name="connsiteX4" fmla="*/ 5119 w 262315"/>
              <a:gd name="connsiteY4" fmla="*/ 453496 h 453496"/>
              <a:gd name="connsiteX5" fmla="*/ 138319 w 262315"/>
              <a:gd name="connsiteY5" fmla="*/ 228823 h 453496"/>
              <a:gd name="connsiteX6" fmla="*/ 259748 w 262315"/>
              <a:gd name="connsiteY6" fmla="*/ 228823 h 453496"/>
              <a:gd name="connsiteX7" fmla="*/ 126548 w 262315"/>
              <a:gd name="connsiteY7" fmla="*/ 453496 h 453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2315" h="453496">
                <a:moveTo>
                  <a:pt x="0" y="4238"/>
                </a:moveTo>
                <a:lnTo>
                  <a:pt x="121356" y="0"/>
                </a:lnTo>
                <a:lnTo>
                  <a:pt x="262315" y="219888"/>
                </a:lnTo>
                <a:lnTo>
                  <a:pt x="140961" y="224125"/>
                </a:lnTo>
                <a:close/>
                <a:moveTo>
                  <a:pt x="5119" y="453496"/>
                </a:moveTo>
                <a:lnTo>
                  <a:pt x="138319" y="228823"/>
                </a:lnTo>
                <a:lnTo>
                  <a:pt x="259748" y="228823"/>
                </a:lnTo>
                <a:lnTo>
                  <a:pt x="126548" y="453496"/>
                </a:lnTo>
                <a:close/>
              </a:path>
            </a:pathLst>
          </a:custGeom>
          <a:solidFill>
            <a:srgbClr val="CAC4E0"/>
          </a:solidFill>
          <a:ln>
            <a:solidFill>
              <a:srgbClr val="CAC4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任意多边形: 形状 42"/>
          <p:cNvSpPr/>
          <p:nvPr/>
        </p:nvSpPr>
        <p:spPr>
          <a:xfrm rot="5460000">
            <a:off x="10903010" y="3929397"/>
            <a:ext cx="262315" cy="453496"/>
          </a:xfrm>
          <a:custGeom>
            <a:avLst/>
            <a:gdLst>
              <a:gd name="connsiteX0" fmla="*/ 0 w 262315"/>
              <a:gd name="connsiteY0" fmla="*/ 4238 h 453496"/>
              <a:gd name="connsiteX1" fmla="*/ 121356 w 262315"/>
              <a:gd name="connsiteY1" fmla="*/ 0 h 453496"/>
              <a:gd name="connsiteX2" fmla="*/ 262315 w 262315"/>
              <a:gd name="connsiteY2" fmla="*/ 219888 h 453496"/>
              <a:gd name="connsiteX3" fmla="*/ 140961 w 262315"/>
              <a:gd name="connsiteY3" fmla="*/ 224125 h 453496"/>
              <a:gd name="connsiteX4" fmla="*/ 5119 w 262315"/>
              <a:gd name="connsiteY4" fmla="*/ 453496 h 453496"/>
              <a:gd name="connsiteX5" fmla="*/ 138319 w 262315"/>
              <a:gd name="connsiteY5" fmla="*/ 228823 h 453496"/>
              <a:gd name="connsiteX6" fmla="*/ 259748 w 262315"/>
              <a:gd name="connsiteY6" fmla="*/ 228823 h 453496"/>
              <a:gd name="connsiteX7" fmla="*/ 126548 w 262315"/>
              <a:gd name="connsiteY7" fmla="*/ 453496 h 453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2315" h="453496">
                <a:moveTo>
                  <a:pt x="0" y="4238"/>
                </a:moveTo>
                <a:lnTo>
                  <a:pt x="121356" y="0"/>
                </a:lnTo>
                <a:lnTo>
                  <a:pt x="262315" y="219888"/>
                </a:lnTo>
                <a:lnTo>
                  <a:pt x="140961" y="224125"/>
                </a:lnTo>
                <a:close/>
                <a:moveTo>
                  <a:pt x="5119" y="453496"/>
                </a:moveTo>
                <a:lnTo>
                  <a:pt x="138319" y="228823"/>
                </a:lnTo>
                <a:lnTo>
                  <a:pt x="259748" y="228823"/>
                </a:lnTo>
                <a:lnTo>
                  <a:pt x="126548" y="453496"/>
                </a:lnTo>
                <a:close/>
              </a:path>
            </a:pathLst>
          </a:custGeom>
          <a:solidFill>
            <a:srgbClr val="CAC4E0"/>
          </a:solidFill>
          <a:ln>
            <a:solidFill>
              <a:srgbClr val="CAC4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箭头: 下 43"/>
          <p:cNvSpPr/>
          <p:nvPr/>
        </p:nvSpPr>
        <p:spPr>
          <a:xfrm rot="3917286">
            <a:off x="4492347" y="846067"/>
            <a:ext cx="309711" cy="1721046"/>
          </a:xfrm>
          <a:prstGeom prst="downArrow">
            <a:avLst/>
          </a:prstGeom>
          <a:solidFill>
            <a:srgbClr val="B3CFC4"/>
          </a:solidFill>
          <a:ln>
            <a:solidFill>
              <a:srgbClr val="B3CF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箭头: 下 45"/>
          <p:cNvSpPr/>
          <p:nvPr/>
        </p:nvSpPr>
        <p:spPr>
          <a:xfrm rot="17682714" flipH="1">
            <a:off x="9392922" y="765139"/>
            <a:ext cx="309711" cy="1721046"/>
          </a:xfrm>
          <a:prstGeom prst="downArrow">
            <a:avLst/>
          </a:prstGeom>
          <a:solidFill>
            <a:srgbClr val="A5A5E1"/>
          </a:solidFill>
          <a:ln>
            <a:solidFill>
              <a:srgbClr val="A5A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/>
        </p:nvSpPr>
        <p:spPr>
          <a:xfrm>
            <a:off x="653777" y="4291240"/>
            <a:ext cx="11088643" cy="760643"/>
          </a:xfrm>
          <a:prstGeom prst="rect">
            <a:avLst/>
          </a:prstGeom>
          <a:noFill/>
          <a:ln w="38100">
            <a:solidFill>
              <a:srgbClr val="87C6E3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496480" y="4478629"/>
            <a:ext cx="15772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Strengths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465467" y="5664681"/>
            <a:ext cx="15772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Weaknesses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653777" y="5315965"/>
            <a:ext cx="11088643" cy="1033675"/>
          </a:xfrm>
          <a:prstGeom prst="rect">
            <a:avLst/>
          </a:prstGeom>
          <a:noFill/>
          <a:ln w="38100">
            <a:solidFill>
              <a:srgbClr val="F7D28C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椭圆 51"/>
          <p:cNvSpPr/>
          <p:nvPr/>
        </p:nvSpPr>
        <p:spPr>
          <a:xfrm>
            <a:off x="498763" y="645976"/>
            <a:ext cx="2219231" cy="2219231"/>
          </a:xfrm>
          <a:prstGeom prst="ellipse">
            <a:avLst/>
          </a:prstGeom>
          <a:noFill/>
          <a:ln w="57150">
            <a:solidFill>
              <a:srgbClr val="DF87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4" name="文本框 53"/>
          <p:cNvSpPr txBox="1"/>
          <p:nvPr/>
        </p:nvSpPr>
        <p:spPr>
          <a:xfrm>
            <a:off x="582711" y="1104216"/>
            <a:ext cx="214411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D53E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endParaRPr lang="en-US" altLang="zh-CN" sz="2800" b="1" dirty="0">
              <a:solidFill>
                <a:srgbClr val="D53E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2800" b="1" dirty="0">
                <a:solidFill>
                  <a:srgbClr val="D53E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endParaRPr lang="en-US" altLang="zh-CN" sz="2800" b="1" dirty="0">
              <a:solidFill>
                <a:srgbClr val="D53E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2800" b="1" dirty="0">
                <a:solidFill>
                  <a:srgbClr val="D53E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Framework</a:t>
            </a:r>
            <a:endParaRPr lang="zh-CN" altLang="en-US" sz="2800" b="1" dirty="0">
              <a:solidFill>
                <a:srgbClr val="D53E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1230235" y="3193676"/>
            <a:ext cx="4987684" cy="2506083"/>
          </a:xfrm>
          <a:prstGeom prst="rect">
            <a:avLst/>
          </a:prstGeom>
          <a:solidFill>
            <a:srgbClr val="EDF4FA"/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6998837" y="3193676"/>
            <a:ext cx="4878202" cy="2506083"/>
          </a:xfrm>
          <a:prstGeom prst="rect">
            <a:avLst/>
          </a:prstGeom>
          <a:solidFill>
            <a:srgbClr val="FDECEC"/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6998837" y="675631"/>
            <a:ext cx="4878203" cy="2194560"/>
          </a:xfrm>
          <a:prstGeom prst="rect">
            <a:avLst/>
          </a:prstGeom>
          <a:solidFill>
            <a:srgbClr val="EFF6EB"/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230235" y="711200"/>
            <a:ext cx="4987685" cy="2194560"/>
          </a:xfrm>
          <a:prstGeom prst="rect">
            <a:avLst/>
          </a:prstGeom>
          <a:solidFill>
            <a:srgbClr val="FFF9E5"/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1554552" y="1981033"/>
            <a:ext cx="2015490" cy="842010"/>
          </a:xfrm>
          <a:prstGeom prst="rect">
            <a:avLst/>
          </a:prstGeom>
          <a:solidFill>
            <a:srgbClr val="F2F8ED"/>
          </a:solidFill>
          <a:ln w="19050">
            <a:solidFill>
              <a:srgbClr val="8CA96E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3975354" y="985078"/>
            <a:ext cx="2066544" cy="476004"/>
          </a:xfrm>
          <a:prstGeom prst="rect">
            <a:avLst/>
          </a:prstGeom>
          <a:solidFill>
            <a:srgbClr val="7D7C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426464" y="1285277"/>
            <a:ext cx="1591056" cy="329184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426464" y="853441"/>
            <a:ext cx="1591056" cy="329184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91816" y="336663"/>
            <a:ext cx="2375959" cy="1296829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275955" y="239216"/>
            <a:ext cx="5885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Problem1:Predict the number of the reported results</a:t>
            </a:r>
            <a:endParaRPr lang="zh-CN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13045" y="5820946"/>
            <a:ext cx="5885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Problem2:Predict the distribution of the reported results</a:t>
            </a:r>
            <a:endParaRPr lang="zh-CN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998839" y="239216"/>
            <a:ext cx="5025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Problem3:Classify words by difficulty</a:t>
            </a:r>
            <a:endParaRPr lang="zh-CN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998838" y="5820946"/>
            <a:ext cx="5025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Problem4:Some interesting features</a:t>
            </a:r>
            <a:endParaRPr lang="zh-CN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592001" y="851641"/>
            <a:ext cx="12599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ARIMA model</a:t>
            </a:r>
            <a:endParaRPr lang="zh-CN" altLang="en-US" sz="14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647022" y="1301475"/>
            <a:ext cx="12599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LSTM model</a:t>
            </a:r>
            <a:endParaRPr lang="zh-CN" altLang="en-US" sz="14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右中括号 18"/>
          <p:cNvSpPr/>
          <p:nvPr/>
        </p:nvSpPr>
        <p:spPr>
          <a:xfrm>
            <a:off x="3149565" y="896464"/>
            <a:ext cx="146304" cy="585216"/>
          </a:xfrm>
          <a:prstGeom prst="rightBracket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箭头连接符 20"/>
          <p:cNvCxnSpPr/>
          <p:nvPr/>
        </p:nvCxnSpPr>
        <p:spPr>
          <a:xfrm>
            <a:off x="3335874" y="1189072"/>
            <a:ext cx="59947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3969258" y="1003039"/>
            <a:ext cx="2145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 interval for the number of the reported results</a:t>
            </a:r>
            <a:endParaRPr lang="zh-CN" altLang="en-US" sz="12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323594" y="1679637"/>
            <a:ext cx="2145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Attributes of the word</a:t>
            </a:r>
            <a:endParaRPr lang="zh-CN" altLang="en-US" sz="1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504950" y="2014824"/>
            <a:ext cx="1165860" cy="182880"/>
          </a:xfrm>
          <a:prstGeom prst="rect">
            <a:avLst/>
          </a:prstGeom>
          <a:solidFill>
            <a:srgbClr val="A8D1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commonness rating</a:t>
            </a:r>
            <a:endParaRPr lang="zh-CN" altLang="en-US" sz="8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2705319" y="2011059"/>
            <a:ext cx="630555" cy="182880"/>
          </a:xfrm>
          <a:prstGeom prst="rect">
            <a:avLst/>
          </a:prstGeom>
          <a:solidFill>
            <a:srgbClr val="A8D1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entropy</a:t>
            </a:r>
            <a:endParaRPr lang="zh-CN" altLang="en-US" sz="8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432904" y="2296591"/>
            <a:ext cx="902970" cy="182880"/>
          </a:xfrm>
          <a:prstGeom prst="rect">
            <a:avLst/>
          </a:prstGeom>
          <a:solidFill>
            <a:srgbClr val="A8D1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letters</a:t>
            </a:r>
            <a:endParaRPr lang="zh-CN" altLang="en-US" sz="8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504950" y="2555226"/>
            <a:ext cx="1842315" cy="182880"/>
          </a:xfrm>
          <a:prstGeom prst="rect">
            <a:avLst/>
          </a:prstGeom>
          <a:solidFill>
            <a:srgbClr val="A8D1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vowels</a:t>
            </a:r>
            <a:endParaRPr lang="zh-CN" altLang="en-US" sz="8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504950" y="2296591"/>
            <a:ext cx="902970" cy="182880"/>
          </a:xfrm>
          <a:prstGeom prst="rect">
            <a:avLst/>
          </a:prstGeom>
          <a:solidFill>
            <a:srgbClr val="A8D1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frequency</a:t>
            </a:r>
            <a:endParaRPr lang="zh-CN" altLang="en-US" sz="8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987345" y="1951732"/>
            <a:ext cx="2054553" cy="344859"/>
          </a:xfrm>
          <a:prstGeom prst="rect">
            <a:avLst/>
          </a:prstGeom>
          <a:solidFill>
            <a:srgbClr val="C35A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CN" sz="1100" b="1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precentage</a:t>
            </a:r>
            <a:r>
              <a:rPr lang="en-US" altLang="zh-CN" sz="11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 Hard Mode</a:t>
            </a:r>
            <a:endParaRPr lang="zh-CN" altLang="en-US" sz="11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3981349" y="2442608"/>
            <a:ext cx="2054553" cy="344859"/>
          </a:xfrm>
          <a:prstGeom prst="rect">
            <a:avLst/>
          </a:prstGeom>
          <a:solidFill>
            <a:srgbClr val="C35A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percentage of (1,2,3,4,5,6,X)</a:t>
            </a:r>
            <a:endParaRPr lang="zh-CN" altLang="en-US" sz="11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" name="直接连接符 33"/>
          <p:cNvCxnSpPr/>
          <p:nvPr/>
        </p:nvCxnSpPr>
        <p:spPr>
          <a:xfrm flipV="1">
            <a:off x="3404274" y="2125980"/>
            <a:ext cx="564984" cy="23368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接连接符 34"/>
          <p:cNvCxnSpPr>
            <a:endCxn id="32" idx="1"/>
          </p:cNvCxnSpPr>
          <p:nvPr/>
        </p:nvCxnSpPr>
        <p:spPr>
          <a:xfrm>
            <a:off x="3386187" y="2359660"/>
            <a:ext cx="595162" cy="25537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7048367" y="929748"/>
            <a:ext cx="144031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History and new </a:t>
            </a:r>
            <a:endParaRPr lang="en-US" altLang="zh-CN" sz="11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attributes of a word</a:t>
            </a:r>
            <a:endParaRPr lang="zh-CN" altLang="en-US" sz="11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971230" y="1949114"/>
            <a:ext cx="15945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b="1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 Level:</a:t>
            </a:r>
            <a:endParaRPr lang="en-US" altLang="zh-CN" sz="1100" b="1" i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100" b="1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 medium difficult</a:t>
            </a:r>
            <a:endParaRPr lang="zh-CN" altLang="en-US" sz="1100" b="1" i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8709661" y="940418"/>
            <a:ext cx="918210" cy="344859"/>
          </a:xfrm>
          <a:prstGeom prst="rect">
            <a:avLst/>
          </a:prstGeom>
          <a:solidFill>
            <a:srgbClr val="A8D1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PCA</a:t>
            </a:r>
            <a:endParaRPr lang="zh-CN" altLang="en-US" sz="11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8709661" y="1732874"/>
            <a:ext cx="918210" cy="344859"/>
          </a:xfrm>
          <a:prstGeom prst="rect">
            <a:avLst/>
          </a:prstGeom>
          <a:solidFill>
            <a:srgbClr val="A8D1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GMM</a:t>
            </a:r>
            <a:endParaRPr lang="zh-CN" altLang="en-US" sz="11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" name="直接箭头连接符 42"/>
          <p:cNvCxnSpPr/>
          <p:nvPr/>
        </p:nvCxnSpPr>
        <p:spPr>
          <a:xfrm flipV="1">
            <a:off x="8441055" y="1112847"/>
            <a:ext cx="19431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>
            <a:off x="9168766" y="1325843"/>
            <a:ext cx="0" cy="35379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右中括号 47"/>
          <p:cNvSpPr/>
          <p:nvPr/>
        </p:nvSpPr>
        <p:spPr>
          <a:xfrm rot="10800000">
            <a:off x="9748532" y="840475"/>
            <a:ext cx="146304" cy="585216"/>
          </a:xfrm>
          <a:prstGeom prst="rightBracket">
            <a:avLst/>
          </a:prstGeom>
          <a:ln w="19050">
            <a:solidFill>
              <a:srgbClr val="8CA96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9944549" y="836436"/>
            <a:ext cx="630686" cy="276411"/>
          </a:xfrm>
          <a:prstGeom prst="rect">
            <a:avLst/>
          </a:prstGeom>
          <a:solidFill>
            <a:srgbClr val="C5E0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word</a:t>
            </a:r>
            <a:endParaRPr lang="zh-CN" altLang="en-US" sz="11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10649433" y="836435"/>
            <a:ext cx="960236" cy="276411"/>
          </a:xfrm>
          <a:prstGeom prst="rect">
            <a:avLst/>
          </a:prstGeom>
          <a:solidFill>
            <a:srgbClr val="C5E0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semantics</a:t>
            </a:r>
            <a:endParaRPr lang="zh-CN" altLang="en-US" sz="11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9949688" y="1173458"/>
            <a:ext cx="1659981" cy="276411"/>
          </a:xfrm>
          <a:prstGeom prst="rect">
            <a:avLst/>
          </a:prstGeom>
          <a:solidFill>
            <a:srgbClr val="C5E0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phonetic</a:t>
            </a:r>
            <a:endParaRPr lang="zh-CN" altLang="en-US" sz="11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2" name="直接箭头连接符 51"/>
          <p:cNvCxnSpPr/>
          <p:nvPr/>
        </p:nvCxnSpPr>
        <p:spPr>
          <a:xfrm>
            <a:off x="9821684" y="1876425"/>
            <a:ext cx="31863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/>
          <p:nvPr/>
        </p:nvCxnSpPr>
        <p:spPr>
          <a:xfrm>
            <a:off x="10965180" y="2082489"/>
            <a:ext cx="0" cy="32066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57"/>
          <p:cNvSpPr/>
          <p:nvPr/>
        </p:nvSpPr>
        <p:spPr>
          <a:xfrm>
            <a:off x="10317198" y="1703998"/>
            <a:ext cx="1352478" cy="344853"/>
          </a:xfrm>
          <a:prstGeom prst="rect">
            <a:avLst/>
          </a:prstGeom>
          <a:solidFill>
            <a:srgbClr val="C5E0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Words’ difficulty</a:t>
            </a:r>
            <a:endParaRPr lang="zh-CN" altLang="en-US" sz="11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0290559" y="2433710"/>
            <a:ext cx="1352478" cy="344853"/>
          </a:xfrm>
          <a:prstGeom prst="rect">
            <a:avLst/>
          </a:prstGeom>
          <a:solidFill>
            <a:srgbClr val="5382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Classify “EERIE”</a:t>
            </a:r>
            <a:endParaRPr lang="zh-CN" altLang="en-US" sz="11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8492527" y="2421405"/>
            <a:ext cx="1352478" cy="344853"/>
          </a:xfrm>
          <a:prstGeom prst="rect">
            <a:avLst/>
          </a:prstGeom>
          <a:solidFill>
            <a:srgbClr val="C5E0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attributes</a:t>
            </a:r>
            <a:endParaRPr lang="zh-CN" altLang="en-US" sz="11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3" name="直接箭头连接符 62"/>
          <p:cNvCxnSpPr/>
          <p:nvPr/>
        </p:nvCxnSpPr>
        <p:spPr>
          <a:xfrm flipH="1">
            <a:off x="8380061" y="1911499"/>
            <a:ext cx="255304" cy="199338"/>
          </a:xfrm>
          <a:prstGeom prst="straightConnector1">
            <a:avLst/>
          </a:prstGeom>
          <a:ln w="19050">
            <a:solidFill>
              <a:srgbClr val="538234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/>
          <p:nvPr/>
        </p:nvCxnSpPr>
        <p:spPr>
          <a:xfrm>
            <a:off x="8215323" y="2415799"/>
            <a:ext cx="273357" cy="169626"/>
          </a:xfrm>
          <a:prstGeom prst="straightConnector1">
            <a:avLst/>
          </a:prstGeom>
          <a:ln w="19050">
            <a:solidFill>
              <a:srgbClr val="538234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/>
          <p:cNvSpPr/>
          <p:nvPr/>
        </p:nvSpPr>
        <p:spPr>
          <a:xfrm>
            <a:off x="1545752" y="3523734"/>
            <a:ext cx="1361251" cy="384796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future word</a:t>
            </a:r>
            <a:endParaRPr lang="zh-CN" altLang="en-US" sz="11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1541365" y="4133380"/>
            <a:ext cx="1361251" cy="384796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future date</a:t>
            </a:r>
            <a:endParaRPr lang="zh-CN" altLang="en-US" sz="11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1523147" y="4655836"/>
            <a:ext cx="1253073" cy="384796"/>
          </a:xfrm>
          <a:prstGeom prst="rect">
            <a:avLst/>
          </a:prstGeom>
          <a:solidFill>
            <a:srgbClr val="C1D3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models</a:t>
            </a:r>
            <a:endParaRPr lang="zh-CN" altLang="en-US" sz="11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1523147" y="5124071"/>
            <a:ext cx="1253073" cy="384796"/>
          </a:xfrm>
          <a:prstGeom prst="rect">
            <a:avLst/>
          </a:prstGeom>
          <a:solidFill>
            <a:srgbClr val="C1D3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Tree models</a:t>
            </a:r>
            <a:endParaRPr lang="zh-CN" altLang="en-US" sz="11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右中括号 70"/>
          <p:cNvSpPr/>
          <p:nvPr/>
        </p:nvSpPr>
        <p:spPr>
          <a:xfrm>
            <a:off x="2811237" y="4803378"/>
            <a:ext cx="146304" cy="585216"/>
          </a:xfrm>
          <a:prstGeom prst="rightBracket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2" name="直接箭头连接符 71"/>
          <p:cNvCxnSpPr/>
          <p:nvPr/>
        </p:nvCxnSpPr>
        <p:spPr>
          <a:xfrm flipV="1">
            <a:off x="3056535" y="5104801"/>
            <a:ext cx="279339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/>
          <p:nvPr/>
        </p:nvCxnSpPr>
        <p:spPr>
          <a:xfrm flipV="1">
            <a:off x="4079181" y="4273296"/>
            <a:ext cx="0" cy="55845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>
            <a:stCxn id="67" idx="3"/>
          </p:cNvCxnSpPr>
          <p:nvPr/>
        </p:nvCxnSpPr>
        <p:spPr>
          <a:xfrm>
            <a:off x="2907003" y="3716132"/>
            <a:ext cx="479184" cy="27674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 flipV="1">
            <a:off x="2902616" y="3985157"/>
            <a:ext cx="483571" cy="33538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1" name="矩形 80"/>
          <p:cNvSpPr/>
          <p:nvPr/>
        </p:nvSpPr>
        <p:spPr>
          <a:xfrm>
            <a:off x="3375315" y="3753988"/>
            <a:ext cx="1361251" cy="454534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of the reported results</a:t>
            </a:r>
            <a:endParaRPr lang="zh-CN" altLang="en-US" sz="11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弧形 81"/>
          <p:cNvSpPr/>
          <p:nvPr/>
        </p:nvSpPr>
        <p:spPr>
          <a:xfrm rot="14086265">
            <a:off x="5097218" y="3282291"/>
            <a:ext cx="1515391" cy="1515391"/>
          </a:xfrm>
          <a:prstGeom prst="arc">
            <a:avLst>
              <a:gd name="adj1" fmla="val 16200000"/>
              <a:gd name="adj2" fmla="val 20796819"/>
            </a:avLst>
          </a:prstGeom>
          <a:ln w="28575">
            <a:solidFill>
              <a:srgbClr val="8AA3B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4" name="直接连接符 83"/>
          <p:cNvCxnSpPr>
            <a:stCxn id="81" idx="3"/>
          </p:cNvCxnSpPr>
          <p:nvPr/>
        </p:nvCxnSpPr>
        <p:spPr>
          <a:xfrm>
            <a:off x="4736566" y="3981255"/>
            <a:ext cx="353594" cy="0"/>
          </a:xfrm>
          <a:prstGeom prst="line">
            <a:avLst/>
          </a:prstGeom>
          <a:ln w="19050">
            <a:solidFill>
              <a:srgbClr val="97AD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文本框 85"/>
          <p:cNvSpPr txBox="1"/>
          <p:nvPr/>
        </p:nvSpPr>
        <p:spPr>
          <a:xfrm>
            <a:off x="5326046" y="3277984"/>
            <a:ext cx="4880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try</a:t>
            </a:r>
            <a:endParaRPr lang="zh-CN" altLang="en-US" sz="1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5320495" y="3577632"/>
            <a:ext cx="613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tries</a:t>
            </a:r>
            <a:endParaRPr lang="zh-CN" altLang="en-US" sz="1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5328477" y="4134838"/>
            <a:ext cx="613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tries </a:t>
            </a:r>
            <a:endParaRPr lang="zh-CN" altLang="en-US" sz="1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5318294" y="4497317"/>
            <a:ext cx="613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tries </a:t>
            </a:r>
            <a:endParaRPr lang="zh-CN" altLang="en-US" sz="1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文本框 89"/>
          <p:cNvSpPr txBox="1"/>
          <p:nvPr/>
        </p:nvSpPr>
        <p:spPr>
          <a:xfrm rot="5400000">
            <a:off x="5426070" y="3802216"/>
            <a:ext cx="287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91" name="矩形 90"/>
          <p:cNvSpPr/>
          <p:nvPr/>
        </p:nvSpPr>
        <p:spPr>
          <a:xfrm>
            <a:off x="4770271" y="5253676"/>
            <a:ext cx="1361251" cy="298713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 “EERIE”</a:t>
            </a:r>
            <a:endParaRPr lang="zh-CN" altLang="en-US" sz="11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7137451" y="3496609"/>
            <a:ext cx="3071941" cy="323227"/>
          </a:xfrm>
          <a:prstGeom prst="rect">
            <a:avLst/>
          </a:prstGeom>
          <a:solidFill>
            <a:srgbClr val="FE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number of reported results varied over time</a:t>
            </a:r>
            <a:endParaRPr lang="zh-CN" altLang="en-US" sz="11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7137450" y="3974324"/>
            <a:ext cx="3071941" cy="323227"/>
          </a:xfrm>
          <a:prstGeom prst="rect">
            <a:avLst/>
          </a:prstGeom>
          <a:solidFill>
            <a:srgbClr val="FE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percent of Hard Mode over time</a:t>
            </a:r>
            <a:endParaRPr lang="zh-CN" altLang="en-US" sz="11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7137449" y="4452039"/>
            <a:ext cx="3071941" cy="323227"/>
          </a:xfrm>
          <a:prstGeom prst="rect">
            <a:avLst/>
          </a:prstGeom>
          <a:solidFill>
            <a:srgbClr val="FE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distribution of the results(1,2,3,4,5,6,X)</a:t>
            </a:r>
            <a:endParaRPr lang="zh-CN" altLang="en-US" sz="11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7137448" y="4929754"/>
            <a:ext cx="3071941" cy="323227"/>
          </a:xfrm>
          <a:prstGeom prst="rect">
            <a:avLst/>
          </a:prstGeom>
          <a:solidFill>
            <a:srgbClr val="FE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proportion of the position of the 26 letters in the word</a:t>
            </a:r>
            <a:endParaRPr lang="zh-CN" altLang="en-US" sz="11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弧形 95"/>
          <p:cNvSpPr/>
          <p:nvPr/>
        </p:nvSpPr>
        <p:spPr>
          <a:xfrm rot="3103803">
            <a:off x="9232441" y="3613544"/>
            <a:ext cx="1515391" cy="1515391"/>
          </a:xfrm>
          <a:prstGeom prst="arc">
            <a:avLst>
              <a:gd name="adj1" fmla="val 16200000"/>
              <a:gd name="adj2" fmla="val 20796819"/>
            </a:avLst>
          </a:prstGeom>
          <a:ln w="28575">
            <a:solidFill>
              <a:srgbClr val="FDA7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7" name="直接连接符 96"/>
          <p:cNvCxnSpPr/>
          <p:nvPr/>
        </p:nvCxnSpPr>
        <p:spPr>
          <a:xfrm flipH="1">
            <a:off x="10737795" y="4358946"/>
            <a:ext cx="351845" cy="2"/>
          </a:xfrm>
          <a:prstGeom prst="line">
            <a:avLst/>
          </a:prstGeom>
          <a:ln w="19050">
            <a:solidFill>
              <a:srgbClr val="FDA7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文本框 99"/>
          <p:cNvSpPr txBox="1"/>
          <p:nvPr/>
        </p:nvSpPr>
        <p:spPr>
          <a:xfrm>
            <a:off x="10985586" y="4077458"/>
            <a:ext cx="8965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i="1" dirty="0">
                <a:solidFill>
                  <a:srgbClr val="FD87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some</a:t>
            </a:r>
            <a:endParaRPr lang="en-US" altLang="zh-CN" sz="1200" b="1" i="1" dirty="0">
              <a:solidFill>
                <a:srgbClr val="FD877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200" b="1" i="1" dirty="0">
                <a:solidFill>
                  <a:srgbClr val="FD87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interesting </a:t>
            </a:r>
            <a:endParaRPr lang="en-US" altLang="zh-CN" sz="1200" b="1" i="1" dirty="0">
              <a:solidFill>
                <a:srgbClr val="FD877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200" b="1" i="1" dirty="0">
                <a:solidFill>
                  <a:srgbClr val="FD87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things</a:t>
            </a:r>
            <a:endParaRPr lang="zh-CN" altLang="en-US" sz="1200" b="1" i="1" dirty="0">
              <a:solidFill>
                <a:srgbClr val="FD877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2" name="直接箭头连接符 101"/>
          <p:cNvCxnSpPr/>
          <p:nvPr/>
        </p:nvCxnSpPr>
        <p:spPr>
          <a:xfrm flipV="1">
            <a:off x="6256020" y="2193939"/>
            <a:ext cx="632460" cy="5035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箭头连接符 102"/>
          <p:cNvCxnSpPr/>
          <p:nvPr/>
        </p:nvCxnSpPr>
        <p:spPr>
          <a:xfrm>
            <a:off x="6252173" y="2703486"/>
            <a:ext cx="564646" cy="71299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文本框 105"/>
          <p:cNvSpPr txBox="1"/>
          <p:nvPr/>
        </p:nvSpPr>
        <p:spPr>
          <a:xfrm>
            <a:off x="3042937" y="4922625"/>
            <a:ext cx="2145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i="1" dirty="0">
                <a:solidFill>
                  <a:srgbClr val="22308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Stacking model</a:t>
            </a:r>
            <a:endParaRPr lang="zh-CN" altLang="en-US" sz="1400" b="1" i="1" dirty="0">
              <a:solidFill>
                <a:srgbClr val="22308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147"/>
            <a:ext cx="2126891" cy="1381538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2627586" y="872358"/>
            <a:ext cx="3783724" cy="4845269"/>
          </a:xfrm>
          <a:prstGeom prst="rect">
            <a:avLst/>
          </a:prstGeom>
          <a:noFill/>
          <a:ln w="28575">
            <a:solidFill>
              <a:srgbClr val="2E75B6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521668" y="872359"/>
            <a:ext cx="4223897" cy="1401870"/>
          </a:xfrm>
          <a:prstGeom prst="rect">
            <a:avLst/>
          </a:prstGeom>
          <a:noFill/>
          <a:ln w="28575">
            <a:solidFill>
              <a:srgbClr val="C5590F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6521668" y="2415556"/>
            <a:ext cx="4223897" cy="3302071"/>
          </a:xfrm>
          <a:prstGeom prst="rect">
            <a:avLst/>
          </a:prstGeom>
          <a:noFill/>
          <a:ln w="28575">
            <a:solidFill>
              <a:srgbClr val="4C7C2C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/>
          <p:cNvSpPr/>
          <p:nvPr/>
        </p:nvSpPr>
        <p:spPr>
          <a:xfrm>
            <a:off x="2878608" y="1074157"/>
            <a:ext cx="3322320" cy="426720"/>
          </a:xfrm>
          <a:prstGeom prst="roundRect">
            <a:avLst/>
          </a:prstGeom>
          <a:solidFill>
            <a:srgbClr val="FFE699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Data Preparation &amp; Processing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2878608" y="1728180"/>
            <a:ext cx="3322320" cy="426720"/>
          </a:xfrm>
          <a:prstGeom prst="roundRect">
            <a:avLst/>
          </a:prstGeom>
          <a:solidFill>
            <a:srgbClr val="2E75B6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Model Constructing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2878608" y="2469174"/>
            <a:ext cx="1434662" cy="426720"/>
          </a:xfrm>
          <a:prstGeom prst="roundRect">
            <a:avLst/>
          </a:prstGeom>
          <a:solidFill>
            <a:srgbClr val="9DC3E6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Network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2878608" y="3136697"/>
            <a:ext cx="1434662" cy="426720"/>
          </a:xfrm>
          <a:prstGeom prst="roundRect">
            <a:avLst/>
          </a:prstGeom>
          <a:solidFill>
            <a:srgbClr val="9DC3E6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Single G-T-I-D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2878608" y="3804220"/>
            <a:ext cx="1434662" cy="426720"/>
          </a:xfrm>
          <a:prstGeom prst="roundRect">
            <a:avLst/>
          </a:prstGeom>
          <a:solidFill>
            <a:srgbClr val="9DC3E6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correlation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矩形: 圆角 15"/>
          <p:cNvSpPr/>
          <p:nvPr/>
        </p:nvSpPr>
        <p:spPr>
          <a:xfrm>
            <a:off x="2878608" y="4471743"/>
            <a:ext cx="1434662" cy="426720"/>
          </a:xfrm>
          <a:prstGeom prst="roundRect">
            <a:avLst/>
          </a:prstGeom>
          <a:solidFill>
            <a:srgbClr val="9DC3E6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Adjacency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matrix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矩形: 圆角 16"/>
          <p:cNvSpPr/>
          <p:nvPr/>
        </p:nvSpPr>
        <p:spPr>
          <a:xfrm>
            <a:off x="2878608" y="5139267"/>
            <a:ext cx="1434662" cy="426720"/>
          </a:xfrm>
          <a:prstGeom prst="roundRect">
            <a:avLst/>
          </a:prstGeom>
          <a:solidFill>
            <a:srgbClr val="9DC3E6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矩形: 圆角 17"/>
          <p:cNvSpPr/>
          <p:nvPr/>
        </p:nvSpPr>
        <p:spPr>
          <a:xfrm>
            <a:off x="4766266" y="2469174"/>
            <a:ext cx="1434662" cy="426720"/>
          </a:xfrm>
          <a:prstGeom prst="roundRect">
            <a:avLst/>
          </a:prstGeom>
          <a:solidFill>
            <a:srgbClr val="8FAAD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Priority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Selection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4766266" y="3136697"/>
            <a:ext cx="1434662" cy="426720"/>
          </a:xfrm>
          <a:prstGeom prst="roundRect">
            <a:avLst/>
          </a:prstGeom>
          <a:solidFill>
            <a:srgbClr val="8FAAD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Dynamics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矩形: 圆角 19"/>
          <p:cNvSpPr/>
          <p:nvPr/>
        </p:nvSpPr>
        <p:spPr>
          <a:xfrm>
            <a:off x="4818012" y="3804220"/>
            <a:ext cx="1434662" cy="426720"/>
          </a:xfrm>
          <a:prstGeom prst="roundRect">
            <a:avLst/>
          </a:prstGeom>
          <a:solidFill>
            <a:srgbClr val="8FAAD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Row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Parameter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矩形: 圆角 20"/>
          <p:cNvSpPr/>
          <p:nvPr/>
        </p:nvSpPr>
        <p:spPr>
          <a:xfrm>
            <a:off x="4856473" y="4471743"/>
            <a:ext cx="1434662" cy="426720"/>
          </a:xfrm>
          <a:prstGeom prst="roundRect">
            <a:avLst/>
          </a:prstGeom>
          <a:solidFill>
            <a:srgbClr val="8FAAD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score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矩形: 圆角 21"/>
          <p:cNvSpPr/>
          <p:nvPr/>
        </p:nvSpPr>
        <p:spPr>
          <a:xfrm>
            <a:off x="4820990" y="5139267"/>
            <a:ext cx="1434662" cy="426720"/>
          </a:xfrm>
          <a:prstGeom prst="roundRect">
            <a:avLst/>
          </a:prstGeom>
          <a:solidFill>
            <a:srgbClr val="8FAAD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Method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矩形: 圆角 22"/>
          <p:cNvSpPr/>
          <p:nvPr/>
        </p:nvSpPr>
        <p:spPr>
          <a:xfrm>
            <a:off x="6580595" y="1065294"/>
            <a:ext cx="4095882" cy="426720"/>
          </a:xfrm>
          <a:prstGeom prst="roundRect">
            <a:avLst/>
          </a:prstGeom>
          <a:solidFill>
            <a:srgbClr val="F4B18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Application of the model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6580595" y="1704813"/>
            <a:ext cx="1781435" cy="426720"/>
          </a:xfrm>
          <a:prstGeom prst="roundRect">
            <a:avLst/>
          </a:prstGeom>
          <a:solidFill>
            <a:srgbClr val="F8CBAD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Network in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Different regions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矩形: 圆角 24"/>
          <p:cNvSpPr/>
          <p:nvPr/>
        </p:nvSpPr>
        <p:spPr>
          <a:xfrm>
            <a:off x="8895042" y="1740549"/>
            <a:ext cx="1781435" cy="426720"/>
          </a:xfrm>
          <a:prstGeom prst="roundRect">
            <a:avLst/>
          </a:prstGeom>
          <a:solidFill>
            <a:srgbClr val="F8CBAD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Priority election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For regions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矩形: 圆角 25"/>
          <p:cNvSpPr/>
          <p:nvPr/>
        </p:nvSpPr>
        <p:spPr>
          <a:xfrm>
            <a:off x="6580595" y="2522764"/>
            <a:ext cx="4095882" cy="426720"/>
          </a:xfrm>
          <a:prstGeom prst="roundRect">
            <a:avLst/>
          </a:prstGeom>
          <a:solidFill>
            <a:srgbClr val="548235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Correction of the model in different cases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矩形: 圆角 26"/>
          <p:cNvSpPr/>
          <p:nvPr/>
        </p:nvSpPr>
        <p:spPr>
          <a:xfrm>
            <a:off x="6621517" y="3102899"/>
            <a:ext cx="1813873" cy="426720"/>
          </a:xfrm>
          <a:prstGeom prst="roundRect">
            <a:avLst/>
          </a:prstGeom>
          <a:solidFill>
            <a:srgbClr val="A9D18E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SDG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implementation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矩形: 圆角 27"/>
          <p:cNvSpPr/>
          <p:nvPr/>
        </p:nvSpPr>
        <p:spPr>
          <a:xfrm>
            <a:off x="8628536" y="3124620"/>
            <a:ext cx="2069697" cy="426720"/>
          </a:xfrm>
          <a:prstGeom prst="roundRect">
            <a:avLst/>
          </a:prstGeom>
          <a:solidFill>
            <a:srgbClr val="A9D18E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International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Opportunities/crises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矩形: 圆角 28"/>
          <p:cNvSpPr/>
          <p:nvPr/>
        </p:nvSpPr>
        <p:spPr>
          <a:xfrm>
            <a:off x="6667726" y="3745830"/>
            <a:ext cx="882834" cy="744201"/>
          </a:xfrm>
          <a:prstGeom prst="roundRect">
            <a:avLst/>
          </a:prstGeom>
          <a:solidFill>
            <a:srgbClr val="C5E0B4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Network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矩形: 圆角 29"/>
          <p:cNvSpPr/>
          <p:nvPr/>
        </p:nvSpPr>
        <p:spPr>
          <a:xfrm>
            <a:off x="7667222" y="3745830"/>
            <a:ext cx="882834" cy="744201"/>
          </a:xfrm>
          <a:prstGeom prst="roundRect">
            <a:avLst/>
          </a:prstGeom>
          <a:solidFill>
            <a:srgbClr val="C5E0B4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Priority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Selection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矩形: 圆角 30"/>
          <p:cNvSpPr/>
          <p:nvPr/>
        </p:nvSpPr>
        <p:spPr>
          <a:xfrm>
            <a:off x="8715734" y="3773169"/>
            <a:ext cx="882834" cy="744201"/>
          </a:xfrm>
          <a:prstGeom prst="roundRect">
            <a:avLst/>
          </a:prstGeom>
          <a:solidFill>
            <a:srgbClr val="C5E0B4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Network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矩形: 圆角 31"/>
          <p:cNvSpPr/>
          <p:nvPr/>
        </p:nvSpPr>
        <p:spPr>
          <a:xfrm>
            <a:off x="9815399" y="3745830"/>
            <a:ext cx="882834" cy="744201"/>
          </a:xfrm>
          <a:prstGeom prst="roundRect">
            <a:avLst/>
          </a:prstGeom>
          <a:solidFill>
            <a:srgbClr val="C5E0B4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Priority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Selection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矩形: 圆角 32"/>
          <p:cNvSpPr/>
          <p:nvPr/>
        </p:nvSpPr>
        <p:spPr>
          <a:xfrm>
            <a:off x="6667726" y="4671952"/>
            <a:ext cx="882834" cy="894035"/>
          </a:xfrm>
          <a:prstGeom prst="roundRect">
            <a:avLst/>
          </a:prstGeom>
          <a:solidFill>
            <a:srgbClr val="E2F0D9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rgbClr val="7975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One-way</a:t>
            </a:r>
            <a:endParaRPr lang="en-US" altLang="zh-CN" sz="1400" b="1" dirty="0">
              <a:solidFill>
                <a:srgbClr val="7975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1400" b="1" dirty="0">
                <a:solidFill>
                  <a:srgbClr val="7975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</a:t>
            </a:r>
            <a:endParaRPr lang="zh-CN" altLang="en-US" sz="1400" b="1" dirty="0">
              <a:solidFill>
                <a:srgbClr val="7975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矩形: 圆角 33"/>
          <p:cNvSpPr/>
          <p:nvPr/>
        </p:nvSpPr>
        <p:spPr>
          <a:xfrm>
            <a:off x="7716950" y="4671951"/>
            <a:ext cx="882834" cy="894035"/>
          </a:xfrm>
          <a:prstGeom prst="roundRect">
            <a:avLst/>
          </a:prstGeom>
          <a:solidFill>
            <a:srgbClr val="E2F0D9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rgbClr val="7975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be achieved</a:t>
            </a:r>
            <a:endParaRPr lang="zh-CN" altLang="en-US" sz="1400" b="1" dirty="0">
              <a:solidFill>
                <a:srgbClr val="7975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矩形: 圆角 34"/>
          <p:cNvSpPr/>
          <p:nvPr/>
        </p:nvSpPr>
        <p:spPr>
          <a:xfrm>
            <a:off x="8766174" y="4671951"/>
            <a:ext cx="882834" cy="894035"/>
          </a:xfrm>
          <a:prstGeom prst="roundRect">
            <a:avLst/>
          </a:prstGeom>
          <a:solidFill>
            <a:srgbClr val="E2F0D9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rgbClr val="7975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G’=</a:t>
            </a:r>
            <a:r>
              <a:rPr lang="en-US" altLang="zh-CN" sz="1400" b="1" dirty="0" err="1">
                <a:solidFill>
                  <a:srgbClr val="7975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G+c</a:t>
            </a:r>
            <a:r>
              <a:rPr lang="zh-CN" altLang="en-US" sz="1400" b="1" dirty="0">
                <a:solidFill>
                  <a:srgbClr val="7975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▲</a:t>
            </a:r>
            <a:endParaRPr lang="zh-CN" altLang="en-US" sz="1400" b="1" dirty="0">
              <a:solidFill>
                <a:srgbClr val="7975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矩形: 圆角 35"/>
          <p:cNvSpPr/>
          <p:nvPr/>
        </p:nvSpPr>
        <p:spPr>
          <a:xfrm>
            <a:off x="9815399" y="4656811"/>
            <a:ext cx="882834" cy="894035"/>
          </a:xfrm>
          <a:prstGeom prst="roundRect">
            <a:avLst/>
          </a:prstGeom>
          <a:solidFill>
            <a:srgbClr val="E2F0D9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rgbClr val="7975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 </a:t>
            </a:r>
            <a:endParaRPr lang="en-US" altLang="zh-CN" sz="1400" b="1" dirty="0">
              <a:solidFill>
                <a:srgbClr val="7975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1400" b="1" dirty="0">
                <a:solidFill>
                  <a:srgbClr val="7975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lang="zh-CN" altLang="en-US" sz="1400" b="1" dirty="0">
                <a:solidFill>
                  <a:srgbClr val="7975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b="1" dirty="0">
                <a:solidFill>
                  <a:srgbClr val="7975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</a:t>
            </a:r>
            <a:endParaRPr lang="zh-CN" altLang="en-US" sz="1400" b="1" dirty="0">
              <a:solidFill>
                <a:srgbClr val="7975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矩形: 圆角 36"/>
          <p:cNvSpPr/>
          <p:nvPr/>
        </p:nvSpPr>
        <p:spPr>
          <a:xfrm>
            <a:off x="2652110" y="5834317"/>
            <a:ext cx="8093455" cy="426720"/>
          </a:xfrm>
          <a:prstGeom prst="roundRect">
            <a:avLst/>
          </a:prstGeom>
          <a:solidFill>
            <a:srgbClr val="A6A6A6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Promote to other organizations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1" y="84394"/>
            <a:ext cx="1894139" cy="124594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102868" y="411100"/>
            <a:ext cx="4698124" cy="5050221"/>
          </a:xfrm>
          <a:prstGeom prst="rect">
            <a:avLst/>
          </a:prstGeom>
          <a:noFill/>
          <a:ln w="38100">
            <a:solidFill>
              <a:srgbClr val="2E75B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034320" y="411099"/>
            <a:ext cx="4517137" cy="5050221"/>
          </a:xfrm>
          <a:prstGeom prst="rect">
            <a:avLst/>
          </a:prstGeom>
          <a:noFill/>
          <a:ln w="38100">
            <a:solidFill>
              <a:srgbClr val="EA742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102868" y="5684140"/>
            <a:ext cx="9448589" cy="809258"/>
          </a:xfrm>
          <a:prstGeom prst="rect">
            <a:avLst/>
          </a:prstGeom>
          <a:noFill/>
          <a:ln w="38100">
            <a:solidFill>
              <a:srgbClr val="6A9C47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317695" y="578604"/>
            <a:ext cx="4278630" cy="647700"/>
          </a:xfrm>
          <a:prstGeom prst="rect">
            <a:avLst/>
          </a:prstGeom>
          <a:noFill/>
          <a:ln w="25400">
            <a:solidFill>
              <a:srgbClr val="2F75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2317695" y="1346521"/>
            <a:ext cx="4278630" cy="847344"/>
          </a:xfrm>
          <a:prstGeom prst="roundRect">
            <a:avLst/>
          </a:prstGeom>
          <a:noFill/>
          <a:ln w="25400">
            <a:solidFill>
              <a:srgbClr val="2F75B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2317695" y="2399071"/>
            <a:ext cx="4278630" cy="1044473"/>
          </a:xfrm>
          <a:prstGeom prst="roundRect">
            <a:avLst/>
          </a:prstGeom>
          <a:noFill/>
          <a:ln w="25400">
            <a:solidFill>
              <a:srgbClr val="2F75B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2317695" y="3593853"/>
            <a:ext cx="4278630" cy="1638868"/>
          </a:xfrm>
          <a:prstGeom prst="roundRect">
            <a:avLst/>
          </a:prstGeom>
          <a:noFill/>
          <a:ln w="25400">
            <a:solidFill>
              <a:srgbClr val="2F75B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490030" y="547749"/>
            <a:ext cx="39237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Plant Community Succession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Model Based on Ecological Niche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302836" y="1541796"/>
            <a:ext cx="2095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Initial Conditions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767371" y="1436944"/>
            <a:ext cx="1557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Species Niche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Characteristics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431841" y="1519299"/>
            <a:ext cx="1843050" cy="414325"/>
          </a:xfrm>
          <a:prstGeom prst="rect">
            <a:avLst/>
          </a:prstGeom>
          <a:noFill/>
          <a:ln w="19050">
            <a:solidFill>
              <a:srgbClr val="2A72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570779" y="1460841"/>
            <a:ext cx="1894636" cy="605770"/>
          </a:xfrm>
          <a:prstGeom prst="rect">
            <a:avLst/>
          </a:prstGeom>
          <a:noFill/>
          <a:ln w="19050">
            <a:solidFill>
              <a:srgbClr val="2A72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555131" y="2794238"/>
            <a:ext cx="1565302" cy="414325"/>
          </a:xfrm>
          <a:prstGeom prst="rect">
            <a:avLst/>
          </a:prstGeom>
          <a:noFill/>
          <a:ln w="19050">
            <a:solidFill>
              <a:srgbClr val="2A72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767371" y="2812018"/>
            <a:ext cx="1565302" cy="414325"/>
          </a:xfrm>
          <a:prstGeom prst="rect">
            <a:avLst/>
          </a:prstGeom>
          <a:noFill/>
          <a:ln w="19050">
            <a:solidFill>
              <a:srgbClr val="2A72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272089" y="2822887"/>
            <a:ext cx="2095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Reproduction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535079" y="2822887"/>
            <a:ext cx="2095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Mortality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500246" y="2403000"/>
            <a:ext cx="2095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Internal Effects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487406" y="3601156"/>
            <a:ext cx="2095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External Effects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2748075" y="3991342"/>
            <a:ext cx="3402326" cy="414325"/>
          </a:xfrm>
          <a:prstGeom prst="rect">
            <a:avLst/>
          </a:prstGeom>
          <a:noFill/>
          <a:ln w="19050">
            <a:solidFill>
              <a:srgbClr val="2A72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666271" y="3982903"/>
            <a:ext cx="3402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Irregular Weather Cycles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740455" y="4506490"/>
            <a:ext cx="1523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Degree of Drought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633202" y="4487237"/>
            <a:ext cx="1523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Duration of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Drought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672813" y="4534122"/>
            <a:ext cx="1483965" cy="599446"/>
          </a:xfrm>
          <a:prstGeom prst="rect">
            <a:avLst/>
          </a:prstGeom>
          <a:noFill/>
          <a:ln w="19050">
            <a:solidFill>
              <a:srgbClr val="2A72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2758263" y="4519470"/>
            <a:ext cx="1483965" cy="614097"/>
          </a:xfrm>
          <a:prstGeom prst="rect">
            <a:avLst/>
          </a:prstGeom>
          <a:noFill/>
          <a:ln w="19050">
            <a:solidFill>
              <a:srgbClr val="2A72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7341026" y="576745"/>
            <a:ext cx="3922241" cy="525936"/>
          </a:xfrm>
          <a:prstGeom prst="rect">
            <a:avLst/>
          </a:prstGeom>
          <a:noFill/>
          <a:ln w="25400">
            <a:solidFill>
              <a:srgbClr val="EA74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793427" y="639658"/>
            <a:ext cx="29989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EA742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Application of the Model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EA742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7510074" y="1346520"/>
            <a:ext cx="3639047" cy="587103"/>
          </a:xfrm>
          <a:prstGeom prst="rect">
            <a:avLst/>
          </a:prstGeom>
          <a:noFill/>
          <a:ln w="25400">
            <a:solidFill>
              <a:srgbClr val="EA74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7510074" y="2235784"/>
            <a:ext cx="3639047" cy="587103"/>
          </a:xfrm>
          <a:prstGeom prst="rect">
            <a:avLst/>
          </a:prstGeom>
          <a:noFill/>
          <a:ln w="25400">
            <a:solidFill>
              <a:srgbClr val="EA74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7510074" y="3027802"/>
            <a:ext cx="3639047" cy="587103"/>
          </a:xfrm>
          <a:prstGeom prst="rect">
            <a:avLst/>
          </a:prstGeom>
          <a:noFill/>
          <a:ln w="25400">
            <a:solidFill>
              <a:srgbClr val="EA74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7766036" y="3874017"/>
            <a:ext cx="3026313" cy="587103"/>
          </a:xfrm>
          <a:prstGeom prst="rect">
            <a:avLst/>
          </a:prstGeom>
          <a:noFill/>
          <a:ln w="25400">
            <a:solidFill>
              <a:srgbClr val="EA74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7510074" y="4731746"/>
            <a:ext cx="3639047" cy="587103"/>
          </a:xfrm>
          <a:prstGeom prst="rect">
            <a:avLst/>
          </a:prstGeom>
          <a:noFill/>
          <a:ln w="25400">
            <a:solidFill>
              <a:srgbClr val="EA74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7483665" y="1330341"/>
            <a:ext cx="3534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EA742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Effect of the Number of Species 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EA742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EA742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on the Community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EA742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7597245" y="2185115"/>
            <a:ext cx="3534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EA742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Impact of the Types of Species 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EA742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EA742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on Community Evolution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EA742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7578271" y="3027802"/>
            <a:ext cx="3534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EA742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The Effects of the Severity of 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EA742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EA742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Drought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EA742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7940223" y="3890809"/>
            <a:ext cx="28216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EA742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The impact of Pollution and 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EA742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EA742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Habitat Reduction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EA742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7649215" y="4713176"/>
            <a:ext cx="3534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EA742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Measures that Allow a Plant Community to Live Longer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EA742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387516" y="5832554"/>
            <a:ext cx="2407285" cy="522152"/>
          </a:xfrm>
          <a:prstGeom prst="rect">
            <a:avLst/>
          </a:prstGeom>
          <a:noFill/>
          <a:ln w="25400">
            <a:solidFill>
              <a:srgbClr val="6A9C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3413653" y="5888714"/>
            <a:ext cx="2381148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A9C47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Sensitivity Analysis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6A9C47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6793488" y="5886330"/>
            <a:ext cx="377960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A9C47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Strengths and Weaknesses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6A9C47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6743747" y="5825309"/>
            <a:ext cx="3899406" cy="522152"/>
          </a:xfrm>
          <a:prstGeom prst="rect">
            <a:avLst/>
          </a:prstGeom>
          <a:noFill/>
          <a:ln w="25400">
            <a:solidFill>
              <a:srgbClr val="6A9C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7" name="箭头: 下 46"/>
          <p:cNvSpPr/>
          <p:nvPr/>
        </p:nvSpPr>
        <p:spPr>
          <a:xfrm>
            <a:off x="4292115" y="2084953"/>
            <a:ext cx="269650" cy="388299"/>
          </a:xfrm>
          <a:prstGeom prst="downArrow">
            <a:avLst/>
          </a:prstGeom>
          <a:solidFill>
            <a:srgbClr val="DAE3F3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8" name="箭头: 下 47"/>
          <p:cNvSpPr/>
          <p:nvPr/>
        </p:nvSpPr>
        <p:spPr>
          <a:xfrm>
            <a:off x="4292115" y="3318741"/>
            <a:ext cx="269650" cy="388299"/>
          </a:xfrm>
          <a:prstGeom prst="downArrow">
            <a:avLst/>
          </a:prstGeom>
          <a:solidFill>
            <a:srgbClr val="DAE3F3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9" name="箭头: 下 48"/>
          <p:cNvSpPr/>
          <p:nvPr/>
        </p:nvSpPr>
        <p:spPr>
          <a:xfrm rot="1435775">
            <a:off x="3640737" y="4287914"/>
            <a:ext cx="218537" cy="314696"/>
          </a:xfrm>
          <a:prstGeom prst="downArrow">
            <a:avLst/>
          </a:prstGeom>
          <a:solidFill>
            <a:srgbClr val="DAE3F3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0" name="箭头: 下 49"/>
          <p:cNvSpPr/>
          <p:nvPr/>
        </p:nvSpPr>
        <p:spPr>
          <a:xfrm rot="20240136">
            <a:off x="5151345" y="4288590"/>
            <a:ext cx="218537" cy="314696"/>
          </a:xfrm>
          <a:prstGeom prst="downArrow">
            <a:avLst/>
          </a:prstGeom>
          <a:solidFill>
            <a:srgbClr val="DAE3F3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1" name="箭头: 下 50"/>
          <p:cNvSpPr/>
          <p:nvPr/>
        </p:nvSpPr>
        <p:spPr>
          <a:xfrm>
            <a:off x="9192877" y="1895754"/>
            <a:ext cx="218537" cy="314696"/>
          </a:xfrm>
          <a:prstGeom prst="downArrow">
            <a:avLst/>
          </a:prstGeom>
          <a:solidFill>
            <a:srgbClr val="FBE5D6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2" name="箭头: 下 51"/>
          <p:cNvSpPr/>
          <p:nvPr/>
        </p:nvSpPr>
        <p:spPr>
          <a:xfrm>
            <a:off x="9204877" y="2762116"/>
            <a:ext cx="218537" cy="314696"/>
          </a:xfrm>
          <a:prstGeom prst="downArrow">
            <a:avLst/>
          </a:prstGeom>
          <a:solidFill>
            <a:srgbClr val="FBE5D6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3" name="箭头: 下 52"/>
          <p:cNvSpPr/>
          <p:nvPr/>
        </p:nvSpPr>
        <p:spPr>
          <a:xfrm>
            <a:off x="9206687" y="3568967"/>
            <a:ext cx="218537" cy="314696"/>
          </a:xfrm>
          <a:prstGeom prst="downArrow">
            <a:avLst/>
          </a:prstGeom>
          <a:solidFill>
            <a:srgbClr val="FBE5D6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4" name="箭头: 下 53"/>
          <p:cNvSpPr/>
          <p:nvPr/>
        </p:nvSpPr>
        <p:spPr>
          <a:xfrm>
            <a:off x="9220328" y="4443532"/>
            <a:ext cx="218537" cy="314696"/>
          </a:xfrm>
          <a:prstGeom prst="downArrow">
            <a:avLst/>
          </a:prstGeom>
          <a:solidFill>
            <a:srgbClr val="FBE5D6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5" name="箭头: 下 54"/>
          <p:cNvSpPr/>
          <p:nvPr/>
        </p:nvSpPr>
        <p:spPr>
          <a:xfrm rot="16200000">
            <a:off x="6139685" y="5929036"/>
            <a:ext cx="218537" cy="314696"/>
          </a:xfrm>
          <a:prstGeom prst="downArrow">
            <a:avLst/>
          </a:prstGeom>
          <a:solidFill>
            <a:srgbClr val="B3D59B"/>
          </a:solidFill>
          <a:ln>
            <a:solidFill>
              <a:srgbClr val="6A9C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630795" y="3325121"/>
            <a:ext cx="4987684" cy="250608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399397" y="3203836"/>
            <a:ext cx="4878202" cy="25060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399397" y="685791"/>
            <a:ext cx="4878203" cy="21945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30795" y="721360"/>
            <a:ext cx="4987685" cy="21945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85230" y="1969837"/>
            <a:ext cx="2015490" cy="8420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375914" y="995238"/>
            <a:ext cx="2066544" cy="47600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27024" y="1295437"/>
            <a:ext cx="1591056" cy="329184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27024" y="863601"/>
            <a:ext cx="1591056" cy="329184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76515" y="249376"/>
            <a:ext cx="588579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Problem1:</a:t>
            </a:r>
            <a:endParaRPr kumimoji="0" lang="zh-CN" altLang="en-US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13605" y="5831106"/>
            <a:ext cx="588579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Problem2:</a:t>
            </a:r>
            <a:endParaRPr kumimoji="0" lang="zh-CN" altLang="en-US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399399" y="249376"/>
            <a:ext cx="5025522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i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  <a:sym typeface="+mn-ea"/>
              </a:rPr>
              <a:t>Problem4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:</a:t>
            </a:r>
            <a:endParaRPr kumimoji="0" lang="zh-CN" altLang="en-US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399398" y="5831106"/>
            <a:ext cx="5025522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Problem3:</a:t>
            </a:r>
            <a:endParaRPr kumimoji="0" lang="zh-CN" altLang="en-US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92561" y="861801"/>
            <a:ext cx="12599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ARIMA model</a:t>
            </a:r>
            <a:endParaRPr kumimoji="0" lang="zh-CN" altLang="en-US" sz="14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047582" y="1311635"/>
            <a:ext cx="12599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LSTM model</a:t>
            </a:r>
            <a:endParaRPr kumimoji="0" lang="zh-CN" altLang="en-US" sz="14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19" name="右中括号 18"/>
          <p:cNvSpPr/>
          <p:nvPr/>
        </p:nvSpPr>
        <p:spPr>
          <a:xfrm>
            <a:off x="2550125" y="906624"/>
            <a:ext cx="146304" cy="585216"/>
          </a:xfrm>
          <a:prstGeom prst="rightBracket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21" name="直接箭头连接符 20"/>
          <p:cNvCxnSpPr/>
          <p:nvPr/>
        </p:nvCxnSpPr>
        <p:spPr>
          <a:xfrm>
            <a:off x="2736434" y="1199232"/>
            <a:ext cx="59947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3411705" y="1023455"/>
            <a:ext cx="2145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Predict interval for the number of the reported results</a:t>
            </a:r>
            <a:endParaRPr kumimoji="0" lang="zh-CN" altLang="en-US" sz="12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24154" y="1689797"/>
            <a:ext cx="2145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Attributes of the word</a:t>
            </a:r>
            <a:endParaRPr kumimoji="0" lang="zh-CN" altLang="en-US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992017" y="2035474"/>
            <a:ext cx="1165860" cy="18288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commonness rating</a:t>
            </a:r>
            <a:endParaRPr kumimoji="0" lang="zh-CN" altLang="en-US" sz="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2192386" y="2031709"/>
            <a:ext cx="630555" cy="18288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entropy</a:t>
            </a:r>
            <a:endParaRPr kumimoji="0" lang="zh-CN" altLang="en-US" sz="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919971" y="2317241"/>
            <a:ext cx="902970" cy="18288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number of letters</a:t>
            </a:r>
            <a:endParaRPr kumimoji="0" lang="zh-CN" altLang="en-US" sz="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992017" y="2575876"/>
            <a:ext cx="1842315" cy="18288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number of vowels</a:t>
            </a:r>
            <a:endParaRPr kumimoji="0" lang="zh-CN" altLang="en-US" sz="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992017" y="2317241"/>
            <a:ext cx="902970" cy="18288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frequency</a:t>
            </a:r>
            <a:endParaRPr kumimoji="0" lang="zh-CN" altLang="en-US" sz="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387905" y="1961892"/>
            <a:ext cx="2054553" cy="344859"/>
          </a:xfrm>
          <a:prstGeom prst="rect">
            <a:avLst/>
          </a:prstGeom>
          <a:solidFill>
            <a:srgbClr val="7671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The </a:t>
            </a:r>
            <a:r>
              <a:rPr kumimoji="0" lang="en-US" altLang="zh-CN" sz="11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precentage</a:t>
            </a: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of  Hard Mode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3381909" y="2452768"/>
            <a:ext cx="2054553" cy="344859"/>
          </a:xfrm>
          <a:prstGeom prst="rect">
            <a:avLst/>
          </a:prstGeom>
          <a:solidFill>
            <a:srgbClr val="7671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The percentage of (1,2,3,4,5,6,X)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cxnSp>
        <p:nvCxnSpPr>
          <p:cNvPr id="34" name="直接连接符 33"/>
          <p:cNvCxnSpPr/>
          <p:nvPr/>
        </p:nvCxnSpPr>
        <p:spPr>
          <a:xfrm flipV="1">
            <a:off x="2804834" y="2136140"/>
            <a:ext cx="564984" cy="23368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接连接符 34"/>
          <p:cNvCxnSpPr>
            <a:endCxn id="32" idx="1"/>
          </p:cNvCxnSpPr>
          <p:nvPr/>
        </p:nvCxnSpPr>
        <p:spPr>
          <a:xfrm>
            <a:off x="2786747" y="2369820"/>
            <a:ext cx="595162" cy="25537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6448927" y="939908"/>
            <a:ext cx="144031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History and new </a:t>
            </a:r>
            <a:endParaRPr kumimoji="0" lang="en-US" altLang="zh-CN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attributes of a word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371790" y="1959274"/>
            <a:ext cx="15945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Three Level:</a:t>
            </a:r>
            <a:endParaRPr kumimoji="0" lang="en-US" altLang="zh-CN" sz="1100" b="1" i="1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Easy medium difficult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8110221" y="950578"/>
            <a:ext cx="918210" cy="34485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PCA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8110221" y="1743034"/>
            <a:ext cx="918210" cy="34485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GMM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cxnSp>
        <p:nvCxnSpPr>
          <p:cNvPr id="43" name="直接箭头连接符 42"/>
          <p:cNvCxnSpPr/>
          <p:nvPr/>
        </p:nvCxnSpPr>
        <p:spPr>
          <a:xfrm flipV="1">
            <a:off x="7841615" y="1123007"/>
            <a:ext cx="19431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>
            <a:off x="8569326" y="1336003"/>
            <a:ext cx="0" cy="35379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右中括号 47"/>
          <p:cNvSpPr/>
          <p:nvPr/>
        </p:nvSpPr>
        <p:spPr>
          <a:xfrm rot="10800000">
            <a:off x="9149092" y="850635"/>
            <a:ext cx="146304" cy="585216"/>
          </a:xfrm>
          <a:prstGeom prst="rightBracket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9345109" y="846596"/>
            <a:ext cx="630686" cy="276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word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10049993" y="846595"/>
            <a:ext cx="960236" cy="276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semantics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9350248" y="1183618"/>
            <a:ext cx="1659981" cy="276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phonetic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cxnSp>
        <p:nvCxnSpPr>
          <p:cNvPr id="52" name="直接箭头连接符 51"/>
          <p:cNvCxnSpPr/>
          <p:nvPr/>
        </p:nvCxnSpPr>
        <p:spPr>
          <a:xfrm>
            <a:off x="9222244" y="1886585"/>
            <a:ext cx="31863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/>
          <p:nvPr/>
        </p:nvCxnSpPr>
        <p:spPr>
          <a:xfrm>
            <a:off x="10365740" y="2092649"/>
            <a:ext cx="0" cy="32066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57"/>
          <p:cNvSpPr/>
          <p:nvPr/>
        </p:nvSpPr>
        <p:spPr>
          <a:xfrm>
            <a:off x="9717758" y="1714158"/>
            <a:ext cx="1352478" cy="34485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Words’ difficulty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9691119" y="2443870"/>
            <a:ext cx="1352478" cy="34485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Classify “EERIE”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7893087" y="2431565"/>
            <a:ext cx="1352478" cy="34485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Identify attributes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cxnSp>
        <p:nvCxnSpPr>
          <p:cNvPr id="63" name="直接箭头连接符 62"/>
          <p:cNvCxnSpPr/>
          <p:nvPr/>
        </p:nvCxnSpPr>
        <p:spPr>
          <a:xfrm flipH="1">
            <a:off x="7780621" y="1921659"/>
            <a:ext cx="255304" cy="199338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/>
          <p:nvPr/>
        </p:nvCxnSpPr>
        <p:spPr>
          <a:xfrm>
            <a:off x="7615883" y="2425959"/>
            <a:ext cx="273357" cy="169626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/>
          <p:cNvSpPr/>
          <p:nvPr/>
        </p:nvSpPr>
        <p:spPr>
          <a:xfrm>
            <a:off x="946312" y="3533894"/>
            <a:ext cx="1361251" cy="38479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A future word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941925" y="4143540"/>
            <a:ext cx="1361251" cy="38479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A future date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923707" y="4665996"/>
            <a:ext cx="1253073" cy="38479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Linear models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923707" y="5134231"/>
            <a:ext cx="1253073" cy="38479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Tree models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71" name="右中括号 70"/>
          <p:cNvSpPr/>
          <p:nvPr/>
        </p:nvSpPr>
        <p:spPr>
          <a:xfrm>
            <a:off x="2211797" y="4813538"/>
            <a:ext cx="146304" cy="585216"/>
          </a:xfrm>
          <a:prstGeom prst="rightBracket">
            <a:avLst/>
          </a:prstGeom>
          <a:ln w="19050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72" name="直接箭头连接符 71"/>
          <p:cNvCxnSpPr/>
          <p:nvPr/>
        </p:nvCxnSpPr>
        <p:spPr>
          <a:xfrm flipV="1">
            <a:off x="2457095" y="5114961"/>
            <a:ext cx="279339" cy="1"/>
          </a:xfrm>
          <a:prstGeom prst="straightConnector1">
            <a:avLst/>
          </a:prstGeom>
          <a:ln w="127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/>
          <p:nvPr/>
        </p:nvCxnSpPr>
        <p:spPr>
          <a:xfrm flipV="1">
            <a:off x="3479741" y="4283456"/>
            <a:ext cx="0" cy="558458"/>
          </a:xfrm>
          <a:prstGeom prst="straightConnector1">
            <a:avLst/>
          </a:prstGeom>
          <a:ln w="127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>
            <a:stCxn id="67" idx="3"/>
          </p:cNvCxnSpPr>
          <p:nvPr/>
        </p:nvCxnSpPr>
        <p:spPr>
          <a:xfrm>
            <a:off x="2307563" y="3726292"/>
            <a:ext cx="479184" cy="276748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 flipV="1">
            <a:off x="2303176" y="3995317"/>
            <a:ext cx="483571" cy="335383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1" name="矩形 80"/>
          <p:cNvSpPr/>
          <p:nvPr/>
        </p:nvSpPr>
        <p:spPr>
          <a:xfrm>
            <a:off x="2775875" y="3764148"/>
            <a:ext cx="1361251" cy="45453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Distribution of the reported results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82" name="弧形 81"/>
          <p:cNvSpPr/>
          <p:nvPr/>
        </p:nvSpPr>
        <p:spPr>
          <a:xfrm rot="14086265">
            <a:off x="4497778" y="3292451"/>
            <a:ext cx="1515391" cy="1515391"/>
          </a:xfrm>
          <a:prstGeom prst="arc">
            <a:avLst>
              <a:gd name="adj1" fmla="val 16200000"/>
              <a:gd name="adj2" fmla="val 20796819"/>
            </a:avLst>
          </a:prstGeom>
          <a:ln w="28575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84" name="直接连接符 83"/>
          <p:cNvCxnSpPr>
            <a:stCxn id="81" idx="3"/>
          </p:cNvCxnSpPr>
          <p:nvPr/>
        </p:nvCxnSpPr>
        <p:spPr>
          <a:xfrm>
            <a:off x="4137126" y="3991415"/>
            <a:ext cx="353594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文本框 85"/>
          <p:cNvSpPr txBox="1"/>
          <p:nvPr/>
        </p:nvSpPr>
        <p:spPr>
          <a:xfrm>
            <a:off x="4726606" y="3288144"/>
            <a:ext cx="4880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1 try</a:t>
            </a:r>
            <a:endParaRPr kumimoji="0" lang="zh-CN" altLang="en-US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4721055" y="3587792"/>
            <a:ext cx="613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2 tries</a:t>
            </a:r>
            <a:endParaRPr kumimoji="0" lang="zh-CN" altLang="en-US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4729037" y="4144998"/>
            <a:ext cx="613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6 tries </a:t>
            </a:r>
            <a:endParaRPr kumimoji="0" lang="zh-CN" altLang="en-US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4718854" y="4507477"/>
            <a:ext cx="613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X tries </a:t>
            </a:r>
            <a:endParaRPr kumimoji="0" lang="zh-CN" altLang="en-US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90" name="文本框 89"/>
          <p:cNvSpPr txBox="1"/>
          <p:nvPr/>
        </p:nvSpPr>
        <p:spPr>
          <a:xfrm rot="5400000">
            <a:off x="4826630" y="3812376"/>
            <a:ext cx="287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…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4170831" y="5263836"/>
            <a:ext cx="1361251" cy="298713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Predict “EERIE”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6538011" y="3506769"/>
            <a:ext cx="3071941" cy="32322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The number of reported results varied over time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6538010" y="3984484"/>
            <a:ext cx="3071941" cy="32322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The percent of Hard Mode over time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6538009" y="4462199"/>
            <a:ext cx="3071941" cy="32322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The distribution of the results(1,2,3,4,5,6,X)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6538008" y="4939914"/>
            <a:ext cx="3071941" cy="32322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The proportion of the position of the 26 letters in the word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96" name="弧形 95"/>
          <p:cNvSpPr/>
          <p:nvPr/>
        </p:nvSpPr>
        <p:spPr>
          <a:xfrm rot="3103803">
            <a:off x="8633001" y="3623704"/>
            <a:ext cx="1515391" cy="1515391"/>
          </a:xfrm>
          <a:prstGeom prst="arc">
            <a:avLst>
              <a:gd name="adj1" fmla="val 16200000"/>
              <a:gd name="adj2" fmla="val 20796819"/>
            </a:avLst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97" name="直接连接符 96"/>
          <p:cNvCxnSpPr/>
          <p:nvPr/>
        </p:nvCxnSpPr>
        <p:spPr>
          <a:xfrm flipH="1">
            <a:off x="10138355" y="4369106"/>
            <a:ext cx="351845" cy="2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文本框 99"/>
          <p:cNvSpPr txBox="1"/>
          <p:nvPr/>
        </p:nvSpPr>
        <p:spPr>
          <a:xfrm>
            <a:off x="10386146" y="4087618"/>
            <a:ext cx="8965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Find some</a:t>
            </a:r>
            <a:endParaRPr kumimoji="0" lang="en-US" altLang="zh-CN" sz="1200" b="1" i="1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interesting </a:t>
            </a:r>
            <a:endParaRPr kumimoji="0" lang="en-US" altLang="zh-CN" sz="1200" b="1" i="1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things</a:t>
            </a:r>
            <a:endParaRPr kumimoji="0" lang="zh-CN" altLang="en-US" sz="1200" b="1" i="1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cxnSp>
        <p:nvCxnSpPr>
          <p:cNvPr id="102" name="直接箭头连接符 101"/>
          <p:cNvCxnSpPr>
            <a:stCxn id="11" idx="2"/>
            <a:endCxn id="14" idx="0"/>
          </p:cNvCxnSpPr>
          <p:nvPr/>
        </p:nvCxnSpPr>
        <p:spPr>
          <a:xfrm>
            <a:off x="3124835" y="2915920"/>
            <a:ext cx="0" cy="408940"/>
          </a:xfrm>
          <a:prstGeom prst="straightConnector1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3" name="直接箭头连接符 102"/>
          <p:cNvCxnSpPr/>
          <p:nvPr/>
        </p:nvCxnSpPr>
        <p:spPr>
          <a:xfrm flipV="1">
            <a:off x="5618443" y="4552606"/>
            <a:ext cx="766445" cy="5080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6" name="文本框 105"/>
          <p:cNvSpPr txBox="1"/>
          <p:nvPr/>
        </p:nvSpPr>
        <p:spPr>
          <a:xfrm>
            <a:off x="2696429" y="4926199"/>
            <a:ext cx="17193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Stacking model</a:t>
            </a:r>
            <a:endParaRPr kumimoji="0" lang="zh-CN" altLang="en-US" sz="1400" b="1" i="1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cxnSp>
        <p:nvCxnSpPr>
          <p:cNvPr id="2" name="直接箭头连接符 1"/>
          <p:cNvCxnSpPr/>
          <p:nvPr>
            <p:custDataLst>
              <p:tags r:id="rId1"/>
            </p:custDataLst>
          </p:nvPr>
        </p:nvCxnSpPr>
        <p:spPr>
          <a:xfrm flipV="1">
            <a:off x="8909685" y="2895600"/>
            <a:ext cx="635" cy="3092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" name="组合 3"/>
          <p:cNvGrpSpPr/>
          <p:nvPr/>
        </p:nvGrpSpPr>
        <p:grpSpPr>
          <a:xfrm>
            <a:off x="1481273" y="734370"/>
            <a:ext cx="3044397" cy="4916777"/>
            <a:chOff x="1894755" y="1386621"/>
            <a:chExt cx="3044397" cy="4916777"/>
          </a:xfrm>
        </p:grpSpPr>
        <p:grpSp>
          <p:nvGrpSpPr>
            <p:cNvPr id="5" name="Group 16"/>
            <p:cNvGrpSpPr/>
            <p:nvPr/>
          </p:nvGrpSpPr>
          <p:grpSpPr>
            <a:xfrm>
              <a:off x="1894755" y="2063661"/>
              <a:ext cx="3044397" cy="4239737"/>
              <a:chOff x="4202792" y="1832525"/>
              <a:chExt cx="3502464" cy="4877658"/>
            </a:xfrm>
          </p:grpSpPr>
          <p:sp>
            <p:nvSpPr>
              <p:cNvPr id="6" name="Freeform: Shape 4"/>
              <p:cNvSpPr/>
              <p:nvPr/>
            </p:nvSpPr>
            <p:spPr>
              <a:xfrm>
                <a:off x="4202792" y="1832525"/>
                <a:ext cx="3502463" cy="4877658"/>
              </a:xfrm>
              <a:custGeom>
                <a:avLst/>
                <a:gdLst>
                  <a:gd name="connsiteX0" fmla="*/ 2472863 w 3502463"/>
                  <a:gd name="connsiteY0" fmla="*/ 0 h 4877658"/>
                  <a:gd name="connsiteX1" fmla="*/ 3499190 w 3502463"/>
                  <a:gd name="connsiteY1" fmla="*/ 596298 h 4877658"/>
                  <a:gd name="connsiteX2" fmla="*/ 3118309 w 3502463"/>
                  <a:gd name="connsiteY2" fmla="*/ 816380 h 4877658"/>
                  <a:gd name="connsiteX3" fmla="*/ 3118358 w 3502463"/>
                  <a:gd name="connsiteY3" fmla="*/ 816415 h 4877658"/>
                  <a:gd name="connsiteX4" fmla="*/ 3500515 w 3502463"/>
                  <a:gd name="connsiteY4" fmla="*/ 595634 h 4877658"/>
                  <a:gd name="connsiteX5" fmla="*/ 3502463 w 3502463"/>
                  <a:gd name="connsiteY5" fmla="*/ 1165691 h 4877658"/>
                  <a:gd name="connsiteX6" fmla="*/ 1525120 w 3502463"/>
                  <a:gd name="connsiteY6" fmla="*/ 4590390 h 4877658"/>
                  <a:gd name="connsiteX7" fmla="*/ 1028894 w 3502463"/>
                  <a:gd name="connsiteY7" fmla="*/ 4877004 h 4877658"/>
                  <a:gd name="connsiteX8" fmla="*/ 1028317 w 3502463"/>
                  <a:gd name="connsiteY8" fmla="*/ 4615809 h 4877658"/>
                  <a:gd name="connsiteX9" fmla="*/ 1027698 w 3502463"/>
                  <a:gd name="connsiteY9" fmla="*/ 4615773 h 4877658"/>
                  <a:gd name="connsiteX10" fmla="*/ 1028288 w 3502463"/>
                  <a:gd name="connsiteY10" fmla="*/ 4877658 h 4877658"/>
                  <a:gd name="connsiteX11" fmla="*/ 1952 w 3502463"/>
                  <a:gd name="connsiteY11" fmla="*/ 4280690 h 4877658"/>
                  <a:gd name="connsiteX12" fmla="*/ 0 w 3502463"/>
                  <a:gd name="connsiteY12" fmla="*/ 3711261 h 4877658"/>
                  <a:gd name="connsiteX13" fmla="*/ 343359 w 3502463"/>
                  <a:gd name="connsiteY13" fmla="*/ 3910612 h 4877658"/>
                  <a:gd name="connsiteX14" fmla="*/ 344013 w 3502463"/>
                  <a:gd name="connsiteY14" fmla="*/ 3909693 h 4877658"/>
                  <a:gd name="connsiteX15" fmla="*/ 0 w 3502463"/>
                  <a:gd name="connsiteY15" fmla="*/ 3709945 h 4877658"/>
                  <a:gd name="connsiteX16" fmla="*/ 496141 w 3502463"/>
                  <a:gd name="connsiteY16" fmla="*/ 3423262 h 4877658"/>
                  <a:gd name="connsiteX17" fmla="*/ 633345 w 3502463"/>
                  <a:gd name="connsiteY17" fmla="*/ 3503065 h 4877658"/>
                  <a:gd name="connsiteX18" fmla="*/ 634128 w 3502463"/>
                  <a:gd name="connsiteY18" fmla="*/ 3501964 h 4877658"/>
                  <a:gd name="connsiteX19" fmla="*/ 498785 w 3502463"/>
                  <a:gd name="connsiteY19" fmla="*/ 3423239 h 4877658"/>
                  <a:gd name="connsiteX20" fmla="*/ 497453 w 3502463"/>
                  <a:gd name="connsiteY20" fmla="*/ 2853810 h 4877658"/>
                  <a:gd name="connsiteX21" fmla="*/ 920450 w 3502463"/>
                  <a:gd name="connsiteY21" fmla="*/ 3099566 h 4877658"/>
                  <a:gd name="connsiteX22" fmla="*/ 921108 w 3502463"/>
                  <a:gd name="connsiteY22" fmla="*/ 3098641 h 4877658"/>
                  <a:gd name="connsiteX23" fmla="*/ 497453 w 3502463"/>
                  <a:gd name="connsiteY23" fmla="*/ 2852493 h 4877658"/>
                  <a:gd name="connsiteX24" fmla="*/ 991341 w 3502463"/>
                  <a:gd name="connsiteY24" fmla="*/ 2566746 h 4877658"/>
                  <a:gd name="connsiteX25" fmla="*/ 989692 w 3502463"/>
                  <a:gd name="connsiteY25" fmla="*/ 2565787 h 4877658"/>
                  <a:gd name="connsiteX26" fmla="*/ 988360 w 3502463"/>
                  <a:gd name="connsiteY26" fmla="*/ 1996358 h 4877658"/>
                  <a:gd name="connsiteX27" fmla="*/ 1406987 w 3502463"/>
                  <a:gd name="connsiteY27" fmla="*/ 2239574 h 4877658"/>
                  <a:gd name="connsiteX28" fmla="*/ 1407499 w 3502463"/>
                  <a:gd name="connsiteY28" fmla="*/ 2238560 h 4877658"/>
                  <a:gd name="connsiteX29" fmla="*/ 988360 w 3502463"/>
                  <a:gd name="connsiteY29" fmla="*/ 1995040 h 4877658"/>
                  <a:gd name="connsiteX30" fmla="*/ 1483867 w 3502463"/>
                  <a:gd name="connsiteY30" fmla="*/ 1708358 h 4877658"/>
                  <a:gd name="connsiteX31" fmla="*/ 1652876 w 3502463"/>
                  <a:gd name="connsiteY31" fmla="*/ 1806492 h 4877658"/>
                  <a:gd name="connsiteX32" fmla="*/ 1653431 w 3502463"/>
                  <a:gd name="connsiteY32" fmla="*/ 1805584 h 4877658"/>
                  <a:gd name="connsiteX33" fmla="*/ 1487147 w 3502463"/>
                  <a:gd name="connsiteY33" fmla="*/ 1709037 h 4877658"/>
                  <a:gd name="connsiteX34" fmla="*/ 1485825 w 3502463"/>
                  <a:gd name="connsiteY34" fmla="*/ 1143487 h 4877658"/>
                  <a:gd name="connsiteX35" fmla="*/ 1485814 w 3502463"/>
                  <a:gd name="connsiteY35" fmla="*/ 1143480 h 4877658"/>
                  <a:gd name="connsiteX36" fmla="*/ 1485824 w 3502463"/>
                  <a:gd name="connsiteY36" fmla="*/ 1143474 h 4877658"/>
                  <a:gd name="connsiteX37" fmla="*/ 1485814 w 3502463"/>
                  <a:gd name="connsiteY37" fmla="*/ 1138906 h 4877658"/>
                  <a:gd name="connsiteX38" fmla="*/ 1489763 w 3502463"/>
                  <a:gd name="connsiteY38" fmla="*/ 1141203 h 4877658"/>
                  <a:gd name="connsiteX39" fmla="*/ 1979723 w 3502463"/>
                  <a:gd name="connsiteY39" fmla="*/ 858739 h 4877658"/>
                  <a:gd name="connsiteX40" fmla="*/ 1978674 w 3502463"/>
                  <a:gd name="connsiteY40" fmla="*/ 858130 h 4877658"/>
                  <a:gd name="connsiteX41" fmla="*/ 1976722 w 3502463"/>
                  <a:gd name="connsiteY41" fmla="*/ 287999 h 4877658"/>
                  <a:gd name="connsiteX42" fmla="*/ 2315637 w 3502463"/>
                  <a:gd name="connsiteY42" fmla="*/ 485129 h 4877658"/>
                  <a:gd name="connsiteX43" fmla="*/ 2315608 w 3502463"/>
                  <a:gd name="connsiteY43" fmla="*/ 483138 h 4877658"/>
                  <a:gd name="connsiteX44" fmla="*/ 1976721 w 3502463"/>
                  <a:gd name="connsiteY44" fmla="*/ 286028 h 4877658"/>
                  <a:gd name="connsiteX0-1" fmla="*/ 2472863 w 3502463"/>
                  <a:gd name="connsiteY0-2" fmla="*/ 0 h 4877658"/>
                  <a:gd name="connsiteX1-3" fmla="*/ 3499190 w 3502463"/>
                  <a:gd name="connsiteY1-4" fmla="*/ 596298 h 4877658"/>
                  <a:gd name="connsiteX2-5" fmla="*/ 3118309 w 3502463"/>
                  <a:gd name="connsiteY2-6" fmla="*/ 816380 h 4877658"/>
                  <a:gd name="connsiteX3-7" fmla="*/ 3118358 w 3502463"/>
                  <a:gd name="connsiteY3-8" fmla="*/ 816415 h 4877658"/>
                  <a:gd name="connsiteX4-9" fmla="*/ 3500515 w 3502463"/>
                  <a:gd name="connsiteY4-10" fmla="*/ 595634 h 4877658"/>
                  <a:gd name="connsiteX5-11" fmla="*/ 3502463 w 3502463"/>
                  <a:gd name="connsiteY5-12" fmla="*/ 1165691 h 4877658"/>
                  <a:gd name="connsiteX6-13" fmla="*/ 1525120 w 3502463"/>
                  <a:gd name="connsiteY6-14" fmla="*/ 4590390 h 4877658"/>
                  <a:gd name="connsiteX7-15" fmla="*/ 1028894 w 3502463"/>
                  <a:gd name="connsiteY7-16" fmla="*/ 4877004 h 4877658"/>
                  <a:gd name="connsiteX8-17" fmla="*/ 1028317 w 3502463"/>
                  <a:gd name="connsiteY8-18" fmla="*/ 4615809 h 4877658"/>
                  <a:gd name="connsiteX9-19" fmla="*/ 1027698 w 3502463"/>
                  <a:gd name="connsiteY9-20" fmla="*/ 4615773 h 4877658"/>
                  <a:gd name="connsiteX10-21" fmla="*/ 1028288 w 3502463"/>
                  <a:gd name="connsiteY10-22" fmla="*/ 4877658 h 4877658"/>
                  <a:gd name="connsiteX11-23" fmla="*/ 1952 w 3502463"/>
                  <a:gd name="connsiteY11-24" fmla="*/ 4280690 h 4877658"/>
                  <a:gd name="connsiteX12-25" fmla="*/ 0 w 3502463"/>
                  <a:gd name="connsiteY12-26" fmla="*/ 3711261 h 4877658"/>
                  <a:gd name="connsiteX13-27" fmla="*/ 343359 w 3502463"/>
                  <a:gd name="connsiteY13-28" fmla="*/ 3910612 h 4877658"/>
                  <a:gd name="connsiteX14-29" fmla="*/ 344013 w 3502463"/>
                  <a:gd name="connsiteY14-30" fmla="*/ 3909693 h 4877658"/>
                  <a:gd name="connsiteX15-31" fmla="*/ 0 w 3502463"/>
                  <a:gd name="connsiteY15-32" fmla="*/ 3709945 h 4877658"/>
                  <a:gd name="connsiteX16-33" fmla="*/ 496141 w 3502463"/>
                  <a:gd name="connsiteY16-34" fmla="*/ 3423262 h 4877658"/>
                  <a:gd name="connsiteX17-35" fmla="*/ 633345 w 3502463"/>
                  <a:gd name="connsiteY17-36" fmla="*/ 3503065 h 4877658"/>
                  <a:gd name="connsiteX18-37" fmla="*/ 634128 w 3502463"/>
                  <a:gd name="connsiteY18-38" fmla="*/ 3501964 h 4877658"/>
                  <a:gd name="connsiteX19-39" fmla="*/ 498785 w 3502463"/>
                  <a:gd name="connsiteY19-40" fmla="*/ 3423239 h 4877658"/>
                  <a:gd name="connsiteX20-41" fmla="*/ 497453 w 3502463"/>
                  <a:gd name="connsiteY20-42" fmla="*/ 2853810 h 4877658"/>
                  <a:gd name="connsiteX21-43" fmla="*/ 920450 w 3502463"/>
                  <a:gd name="connsiteY21-44" fmla="*/ 3099566 h 4877658"/>
                  <a:gd name="connsiteX22-45" fmla="*/ 921108 w 3502463"/>
                  <a:gd name="connsiteY22-46" fmla="*/ 3098641 h 4877658"/>
                  <a:gd name="connsiteX23-47" fmla="*/ 497453 w 3502463"/>
                  <a:gd name="connsiteY23-48" fmla="*/ 2852493 h 4877658"/>
                  <a:gd name="connsiteX24-49" fmla="*/ 991341 w 3502463"/>
                  <a:gd name="connsiteY24-50" fmla="*/ 2566746 h 4877658"/>
                  <a:gd name="connsiteX25-51" fmla="*/ 989692 w 3502463"/>
                  <a:gd name="connsiteY25-52" fmla="*/ 2565787 h 4877658"/>
                  <a:gd name="connsiteX26-53" fmla="*/ 988360 w 3502463"/>
                  <a:gd name="connsiteY26-54" fmla="*/ 1996358 h 4877658"/>
                  <a:gd name="connsiteX27-55" fmla="*/ 1406987 w 3502463"/>
                  <a:gd name="connsiteY27-56" fmla="*/ 2239574 h 4877658"/>
                  <a:gd name="connsiteX28-57" fmla="*/ 1407499 w 3502463"/>
                  <a:gd name="connsiteY28-58" fmla="*/ 2238560 h 4877658"/>
                  <a:gd name="connsiteX29-59" fmla="*/ 988360 w 3502463"/>
                  <a:gd name="connsiteY29-60" fmla="*/ 1995040 h 4877658"/>
                  <a:gd name="connsiteX30-61" fmla="*/ 1483867 w 3502463"/>
                  <a:gd name="connsiteY30-62" fmla="*/ 1708358 h 4877658"/>
                  <a:gd name="connsiteX31-63" fmla="*/ 1652876 w 3502463"/>
                  <a:gd name="connsiteY31-64" fmla="*/ 1806492 h 4877658"/>
                  <a:gd name="connsiteX32-65" fmla="*/ 1653431 w 3502463"/>
                  <a:gd name="connsiteY32-66" fmla="*/ 1805584 h 4877658"/>
                  <a:gd name="connsiteX33-67" fmla="*/ 1487147 w 3502463"/>
                  <a:gd name="connsiteY33-68" fmla="*/ 1709037 h 4877658"/>
                  <a:gd name="connsiteX34-69" fmla="*/ 1485825 w 3502463"/>
                  <a:gd name="connsiteY34-70" fmla="*/ 1143487 h 4877658"/>
                  <a:gd name="connsiteX35-71" fmla="*/ 1485814 w 3502463"/>
                  <a:gd name="connsiteY35-72" fmla="*/ 1143480 h 4877658"/>
                  <a:gd name="connsiteX36-73" fmla="*/ 1485824 w 3502463"/>
                  <a:gd name="connsiteY36-74" fmla="*/ 1143474 h 4877658"/>
                  <a:gd name="connsiteX37-75" fmla="*/ 1485814 w 3502463"/>
                  <a:gd name="connsiteY37-76" fmla="*/ 1138906 h 4877658"/>
                  <a:gd name="connsiteX38-77" fmla="*/ 1489763 w 3502463"/>
                  <a:gd name="connsiteY38-78" fmla="*/ 1141203 h 4877658"/>
                  <a:gd name="connsiteX39-79" fmla="*/ 1979723 w 3502463"/>
                  <a:gd name="connsiteY39-80" fmla="*/ 858739 h 4877658"/>
                  <a:gd name="connsiteX40-81" fmla="*/ 1978674 w 3502463"/>
                  <a:gd name="connsiteY40-82" fmla="*/ 858130 h 4877658"/>
                  <a:gd name="connsiteX41-83" fmla="*/ 1976722 w 3502463"/>
                  <a:gd name="connsiteY41-84" fmla="*/ 287999 h 4877658"/>
                  <a:gd name="connsiteX42-85" fmla="*/ 2315637 w 3502463"/>
                  <a:gd name="connsiteY42-86" fmla="*/ 485129 h 4877658"/>
                  <a:gd name="connsiteX43-87" fmla="*/ 1976721 w 3502463"/>
                  <a:gd name="connsiteY43-88" fmla="*/ 286028 h 4877658"/>
                  <a:gd name="connsiteX44-89" fmla="*/ 2472863 w 3502463"/>
                  <a:gd name="connsiteY44-90" fmla="*/ 0 h 4877658"/>
                  <a:gd name="connsiteX0-91" fmla="*/ 2472863 w 3502463"/>
                  <a:gd name="connsiteY0-92" fmla="*/ 0 h 4877658"/>
                  <a:gd name="connsiteX1-93" fmla="*/ 3499190 w 3502463"/>
                  <a:gd name="connsiteY1-94" fmla="*/ 596298 h 4877658"/>
                  <a:gd name="connsiteX2-95" fmla="*/ 3118309 w 3502463"/>
                  <a:gd name="connsiteY2-96" fmla="*/ 816380 h 4877658"/>
                  <a:gd name="connsiteX3-97" fmla="*/ 3118358 w 3502463"/>
                  <a:gd name="connsiteY3-98" fmla="*/ 816415 h 4877658"/>
                  <a:gd name="connsiteX4-99" fmla="*/ 3500515 w 3502463"/>
                  <a:gd name="connsiteY4-100" fmla="*/ 595634 h 4877658"/>
                  <a:gd name="connsiteX5-101" fmla="*/ 3502463 w 3502463"/>
                  <a:gd name="connsiteY5-102" fmla="*/ 1165691 h 4877658"/>
                  <a:gd name="connsiteX6-103" fmla="*/ 1525120 w 3502463"/>
                  <a:gd name="connsiteY6-104" fmla="*/ 4590390 h 4877658"/>
                  <a:gd name="connsiteX7-105" fmla="*/ 1028894 w 3502463"/>
                  <a:gd name="connsiteY7-106" fmla="*/ 4877004 h 4877658"/>
                  <a:gd name="connsiteX8-107" fmla="*/ 1028317 w 3502463"/>
                  <a:gd name="connsiteY8-108" fmla="*/ 4615809 h 4877658"/>
                  <a:gd name="connsiteX9-109" fmla="*/ 1027698 w 3502463"/>
                  <a:gd name="connsiteY9-110" fmla="*/ 4615773 h 4877658"/>
                  <a:gd name="connsiteX10-111" fmla="*/ 1028288 w 3502463"/>
                  <a:gd name="connsiteY10-112" fmla="*/ 4877658 h 4877658"/>
                  <a:gd name="connsiteX11-113" fmla="*/ 1952 w 3502463"/>
                  <a:gd name="connsiteY11-114" fmla="*/ 4280690 h 4877658"/>
                  <a:gd name="connsiteX12-115" fmla="*/ 0 w 3502463"/>
                  <a:gd name="connsiteY12-116" fmla="*/ 3711261 h 4877658"/>
                  <a:gd name="connsiteX13-117" fmla="*/ 343359 w 3502463"/>
                  <a:gd name="connsiteY13-118" fmla="*/ 3910612 h 4877658"/>
                  <a:gd name="connsiteX14-119" fmla="*/ 344013 w 3502463"/>
                  <a:gd name="connsiteY14-120" fmla="*/ 3909693 h 4877658"/>
                  <a:gd name="connsiteX15-121" fmla="*/ 0 w 3502463"/>
                  <a:gd name="connsiteY15-122" fmla="*/ 3709945 h 4877658"/>
                  <a:gd name="connsiteX16-123" fmla="*/ 496141 w 3502463"/>
                  <a:gd name="connsiteY16-124" fmla="*/ 3423262 h 4877658"/>
                  <a:gd name="connsiteX17-125" fmla="*/ 633345 w 3502463"/>
                  <a:gd name="connsiteY17-126" fmla="*/ 3503065 h 4877658"/>
                  <a:gd name="connsiteX18-127" fmla="*/ 634128 w 3502463"/>
                  <a:gd name="connsiteY18-128" fmla="*/ 3501964 h 4877658"/>
                  <a:gd name="connsiteX19-129" fmla="*/ 498785 w 3502463"/>
                  <a:gd name="connsiteY19-130" fmla="*/ 3423239 h 4877658"/>
                  <a:gd name="connsiteX20-131" fmla="*/ 497453 w 3502463"/>
                  <a:gd name="connsiteY20-132" fmla="*/ 2853810 h 4877658"/>
                  <a:gd name="connsiteX21-133" fmla="*/ 920450 w 3502463"/>
                  <a:gd name="connsiteY21-134" fmla="*/ 3099566 h 4877658"/>
                  <a:gd name="connsiteX22-135" fmla="*/ 921108 w 3502463"/>
                  <a:gd name="connsiteY22-136" fmla="*/ 3098641 h 4877658"/>
                  <a:gd name="connsiteX23-137" fmla="*/ 497453 w 3502463"/>
                  <a:gd name="connsiteY23-138" fmla="*/ 2852493 h 4877658"/>
                  <a:gd name="connsiteX24-139" fmla="*/ 991341 w 3502463"/>
                  <a:gd name="connsiteY24-140" fmla="*/ 2566746 h 4877658"/>
                  <a:gd name="connsiteX25-141" fmla="*/ 989692 w 3502463"/>
                  <a:gd name="connsiteY25-142" fmla="*/ 2565787 h 4877658"/>
                  <a:gd name="connsiteX26-143" fmla="*/ 988360 w 3502463"/>
                  <a:gd name="connsiteY26-144" fmla="*/ 1996358 h 4877658"/>
                  <a:gd name="connsiteX27-145" fmla="*/ 1406987 w 3502463"/>
                  <a:gd name="connsiteY27-146" fmla="*/ 2239574 h 4877658"/>
                  <a:gd name="connsiteX28-147" fmla="*/ 1407499 w 3502463"/>
                  <a:gd name="connsiteY28-148" fmla="*/ 2238560 h 4877658"/>
                  <a:gd name="connsiteX29-149" fmla="*/ 988360 w 3502463"/>
                  <a:gd name="connsiteY29-150" fmla="*/ 1995040 h 4877658"/>
                  <a:gd name="connsiteX30-151" fmla="*/ 1483867 w 3502463"/>
                  <a:gd name="connsiteY30-152" fmla="*/ 1708358 h 4877658"/>
                  <a:gd name="connsiteX31-153" fmla="*/ 1652876 w 3502463"/>
                  <a:gd name="connsiteY31-154" fmla="*/ 1806492 h 4877658"/>
                  <a:gd name="connsiteX32-155" fmla="*/ 1653431 w 3502463"/>
                  <a:gd name="connsiteY32-156" fmla="*/ 1805584 h 4877658"/>
                  <a:gd name="connsiteX33-157" fmla="*/ 1487147 w 3502463"/>
                  <a:gd name="connsiteY33-158" fmla="*/ 1709037 h 4877658"/>
                  <a:gd name="connsiteX34-159" fmla="*/ 1485825 w 3502463"/>
                  <a:gd name="connsiteY34-160" fmla="*/ 1143487 h 4877658"/>
                  <a:gd name="connsiteX35-161" fmla="*/ 1485814 w 3502463"/>
                  <a:gd name="connsiteY35-162" fmla="*/ 1143480 h 4877658"/>
                  <a:gd name="connsiteX36-163" fmla="*/ 1485824 w 3502463"/>
                  <a:gd name="connsiteY36-164" fmla="*/ 1143474 h 4877658"/>
                  <a:gd name="connsiteX37-165" fmla="*/ 1485814 w 3502463"/>
                  <a:gd name="connsiteY37-166" fmla="*/ 1138906 h 4877658"/>
                  <a:gd name="connsiteX38-167" fmla="*/ 1489763 w 3502463"/>
                  <a:gd name="connsiteY38-168" fmla="*/ 1141203 h 4877658"/>
                  <a:gd name="connsiteX39-169" fmla="*/ 1979723 w 3502463"/>
                  <a:gd name="connsiteY39-170" fmla="*/ 858739 h 4877658"/>
                  <a:gd name="connsiteX40-171" fmla="*/ 1978674 w 3502463"/>
                  <a:gd name="connsiteY40-172" fmla="*/ 858130 h 4877658"/>
                  <a:gd name="connsiteX41-173" fmla="*/ 1976722 w 3502463"/>
                  <a:gd name="connsiteY41-174" fmla="*/ 287999 h 4877658"/>
                  <a:gd name="connsiteX42-175" fmla="*/ 1976721 w 3502463"/>
                  <a:gd name="connsiteY42-176" fmla="*/ 286028 h 4877658"/>
                  <a:gd name="connsiteX43-177" fmla="*/ 2472863 w 3502463"/>
                  <a:gd name="connsiteY43-178" fmla="*/ 0 h 4877658"/>
                  <a:gd name="connsiteX0-179" fmla="*/ 2472863 w 3502463"/>
                  <a:gd name="connsiteY0-180" fmla="*/ 0 h 4877658"/>
                  <a:gd name="connsiteX1-181" fmla="*/ 3499190 w 3502463"/>
                  <a:gd name="connsiteY1-182" fmla="*/ 596298 h 4877658"/>
                  <a:gd name="connsiteX2-183" fmla="*/ 3118309 w 3502463"/>
                  <a:gd name="connsiteY2-184" fmla="*/ 816380 h 4877658"/>
                  <a:gd name="connsiteX3-185" fmla="*/ 3500515 w 3502463"/>
                  <a:gd name="connsiteY3-186" fmla="*/ 595634 h 4877658"/>
                  <a:gd name="connsiteX4-187" fmla="*/ 3502463 w 3502463"/>
                  <a:gd name="connsiteY4-188" fmla="*/ 1165691 h 4877658"/>
                  <a:gd name="connsiteX5-189" fmla="*/ 1525120 w 3502463"/>
                  <a:gd name="connsiteY5-190" fmla="*/ 4590390 h 4877658"/>
                  <a:gd name="connsiteX6-191" fmla="*/ 1028894 w 3502463"/>
                  <a:gd name="connsiteY6-192" fmla="*/ 4877004 h 4877658"/>
                  <a:gd name="connsiteX7-193" fmla="*/ 1028317 w 3502463"/>
                  <a:gd name="connsiteY7-194" fmla="*/ 4615809 h 4877658"/>
                  <a:gd name="connsiteX8-195" fmla="*/ 1027698 w 3502463"/>
                  <a:gd name="connsiteY8-196" fmla="*/ 4615773 h 4877658"/>
                  <a:gd name="connsiteX9-197" fmla="*/ 1028288 w 3502463"/>
                  <a:gd name="connsiteY9-198" fmla="*/ 4877658 h 4877658"/>
                  <a:gd name="connsiteX10-199" fmla="*/ 1952 w 3502463"/>
                  <a:gd name="connsiteY10-200" fmla="*/ 4280690 h 4877658"/>
                  <a:gd name="connsiteX11-201" fmla="*/ 0 w 3502463"/>
                  <a:gd name="connsiteY11-202" fmla="*/ 3711261 h 4877658"/>
                  <a:gd name="connsiteX12-203" fmla="*/ 343359 w 3502463"/>
                  <a:gd name="connsiteY12-204" fmla="*/ 3910612 h 4877658"/>
                  <a:gd name="connsiteX13-205" fmla="*/ 344013 w 3502463"/>
                  <a:gd name="connsiteY13-206" fmla="*/ 3909693 h 4877658"/>
                  <a:gd name="connsiteX14-207" fmla="*/ 0 w 3502463"/>
                  <a:gd name="connsiteY14-208" fmla="*/ 3709945 h 4877658"/>
                  <a:gd name="connsiteX15-209" fmla="*/ 496141 w 3502463"/>
                  <a:gd name="connsiteY15-210" fmla="*/ 3423262 h 4877658"/>
                  <a:gd name="connsiteX16-211" fmla="*/ 633345 w 3502463"/>
                  <a:gd name="connsiteY16-212" fmla="*/ 3503065 h 4877658"/>
                  <a:gd name="connsiteX17-213" fmla="*/ 634128 w 3502463"/>
                  <a:gd name="connsiteY17-214" fmla="*/ 3501964 h 4877658"/>
                  <a:gd name="connsiteX18-215" fmla="*/ 498785 w 3502463"/>
                  <a:gd name="connsiteY18-216" fmla="*/ 3423239 h 4877658"/>
                  <a:gd name="connsiteX19-217" fmla="*/ 497453 w 3502463"/>
                  <a:gd name="connsiteY19-218" fmla="*/ 2853810 h 4877658"/>
                  <a:gd name="connsiteX20-219" fmla="*/ 920450 w 3502463"/>
                  <a:gd name="connsiteY20-220" fmla="*/ 3099566 h 4877658"/>
                  <a:gd name="connsiteX21-221" fmla="*/ 921108 w 3502463"/>
                  <a:gd name="connsiteY21-222" fmla="*/ 3098641 h 4877658"/>
                  <a:gd name="connsiteX22-223" fmla="*/ 497453 w 3502463"/>
                  <a:gd name="connsiteY22-224" fmla="*/ 2852493 h 4877658"/>
                  <a:gd name="connsiteX23-225" fmla="*/ 991341 w 3502463"/>
                  <a:gd name="connsiteY23-226" fmla="*/ 2566746 h 4877658"/>
                  <a:gd name="connsiteX24-227" fmla="*/ 989692 w 3502463"/>
                  <a:gd name="connsiteY24-228" fmla="*/ 2565787 h 4877658"/>
                  <a:gd name="connsiteX25-229" fmla="*/ 988360 w 3502463"/>
                  <a:gd name="connsiteY25-230" fmla="*/ 1996358 h 4877658"/>
                  <a:gd name="connsiteX26-231" fmla="*/ 1406987 w 3502463"/>
                  <a:gd name="connsiteY26-232" fmla="*/ 2239574 h 4877658"/>
                  <a:gd name="connsiteX27-233" fmla="*/ 1407499 w 3502463"/>
                  <a:gd name="connsiteY27-234" fmla="*/ 2238560 h 4877658"/>
                  <a:gd name="connsiteX28-235" fmla="*/ 988360 w 3502463"/>
                  <a:gd name="connsiteY28-236" fmla="*/ 1995040 h 4877658"/>
                  <a:gd name="connsiteX29-237" fmla="*/ 1483867 w 3502463"/>
                  <a:gd name="connsiteY29-238" fmla="*/ 1708358 h 4877658"/>
                  <a:gd name="connsiteX30-239" fmla="*/ 1652876 w 3502463"/>
                  <a:gd name="connsiteY30-240" fmla="*/ 1806492 h 4877658"/>
                  <a:gd name="connsiteX31-241" fmla="*/ 1653431 w 3502463"/>
                  <a:gd name="connsiteY31-242" fmla="*/ 1805584 h 4877658"/>
                  <a:gd name="connsiteX32-243" fmla="*/ 1487147 w 3502463"/>
                  <a:gd name="connsiteY32-244" fmla="*/ 1709037 h 4877658"/>
                  <a:gd name="connsiteX33-245" fmla="*/ 1485825 w 3502463"/>
                  <a:gd name="connsiteY33-246" fmla="*/ 1143487 h 4877658"/>
                  <a:gd name="connsiteX34-247" fmla="*/ 1485814 w 3502463"/>
                  <a:gd name="connsiteY34-248" fmla="*/ 1143480 h 4877658"/>
                  <a:gd name="connsiteX35-249" fmla="*/ 1485824 w 3502463"/>
                  <a:gd name="connsiteY35-250" fmla="*/ 1143474 h 4877658"/>
                  <a:gd name="connsiteX36-251" fmla="*/ 1485814 w 3502463"/>
                  <a:gd name="connsiteY36-252" fmla="*/ 1138906 h 4877658"/>
                  <a:gd name="connsiteX37-253" fmla="*/ 1489763 w 3502463"/>
                  <a:gd name="connsiteY37-254" fmla="*/ 1141203 h 4877658"/>
                  <a:gd name="connsiteX38-255" fmla="*/ 1979723 w 3502463"/>
                  <a:gd name="connsiteY38-256" fmla="*/ 858739 h 4877658"/>
                  <a:gd name="connsiteX39-257" fmla="*/ 1978674 w 3502463"/>
                  <a:gd name="connsiteY39-258" fmla="*/ 858130 h 4877658"/>
                  <a:gd name="connsiteX40-259" fmla="*/ 1976722 w 3502463"/>
                  <a:gd name="connsiteY40-260" fmla="*/ 287999 h 4877658"/>
                  <a:gd name="connsiteX41-261" fmla="*/ 1976721 w 3502463"/>
                  <a:gd name="connsiteY41-262" fmla="*/ 286028 h 4877658"/>
                  <a:gd name="connsiteX42-263" fmla="*/ 2472863 w 3502463"/>
                  <a:gd name="connsiteY42-264" fmla="*/ 0 h 4877658"/>
                  <a:gd name="connsiteX0-265" fmla="*/ 2472863 w 3502463"/>
                  <a:gd name="connsiteY0-266" fmla="*/ 0 h 4877658"/>
                  <a:gd name="connsiteX1-267" fmla="*/ 3499190 w 3502463"/>
                  <a:gd name="connsiteY1-268" fmla="*/ 596298 h 4877658"/>
                  <a:gd name="connsiteX2-269" fmla="*/ 3500515 w 3502463"/>
                  <a:gd name="connsiteY2-270" fmla="*/ 595634 h 4877658"/>
                  <a:gd name="connsiteX3-271" fmla="*/ 3502463 w 3502463"/>
                  <a:gd name="connsiteY3-272" fmla="*/ 1165691 h 4877658"/>
                  <a:gd name="connsiteX4-273" fmla="*/ 1525120 w 3502463"/>
                  <a:gd name="connsiteY4-274" fmla="*/ 4590390 h 4877658"/>
                  <a:gd name="connsiteX5-275" fmla="*/ 1028894 w 3502463"/>
                  <a:gd name="connsiteY5-276" fmla="*/ 4877004 h 4877658"/>
                  <a:gd name="connsiteX6-277" fmla="*/ 1028317 w 3502463"/>
                  <a:gd name="connsiteY6-278" fmla="*/ 4615809 h 4877658"/>
                  <a:gd name="connsiteX7-279" fmla="*/ 1027698 w 3502463"/>
                  <a:gd name="connsiteY7-280" fmla="*/ 4615773 h 4877658"/>
                  <a:gd name="connsiteX8-281" fmla="*/ 1028288 w 3502463"/>
                  <a:gd name="connsiteY8-282" fmla="*/ 4877658 h 4877658"/>
                  <a:gd name="connsiteX9-283" fmla="*/ 1952 w 3502463"/>
                  <a:gd name="connsiteY9-284" fmla="*/ 4280690 h 4877658"/>
                  <a:gd name="connsiteX10-285" fmla="*/ 0 w 3502463"/>
                  <a:gd name="connsiteY10-286" fmla="*/ 3711261 h 4877658"/>
                  <a:gd name="connsiteX11-287" fmla="*/ 343359 w 3502463"/>
                  <a:gd name="connsiteY11-288" fmla="*/ 3910612 h 4877658"/>
                  <a:gd name="connsiteX12-289" fmla="*/ 344013 w 3502463"/>
                  <a:gd name="connsiteY12-290" fmla="*/ 3909693 h 4877658"/>
                  <a:gd name="connsiteX13-291" fmla="*/ 0 w 3502463"/>
                  <a:gd name="connsiteY13-292" fmla="*/ 3709945 h 4877658"/>
                  <a:gd name="connsiteX14-293" fmla="*/ 496141 w 3502463"/>
                  <a:gd name="connsiteY14-294" fmla="*/ 3423262 h 4877658"/>
                  <a:gd name="connsiteX15-295" fmla="*/ 633345 w 3502463"/>
                  <a:gd name="connsiteY15-296" fmla="*/ 3503065 h 4877658"/>
                  <a:gd name="connsiteX16-297" fmla="*/ 634128 w 3502463"/>
                  <a:gd name="connsiteY16-298" fmla="*/ 3501964 h 4877658"/>
                  <a:gd name="connsiteX17-299" fmla="*/ 498785 w 3502463"/>
                  <a:gd name="connsiteY17-300" fmla="*/ 3423239 h 4877658"/>
                  <a:gd name="connsiteX18-301" fmla="*/ 497453 w 3502463"/>
                  <a:gd name="connsiteY18-302" fmla="*/ 2853810 h 4877658"/>
                  <a:gd name="connsiteX19-303" fmla="*/ 920450 w 3502463"/>
                  <a:gd name="connsiteY19-304" fmla="*/ 3099566 h 4877658"/>
                  <a:gd name="connsiteX20-305" fmla="*/ 921108 w 3502463"/>
                  <a:gd name="connsiteY20-306" fmla="*/ 3098641 h 4877658"/>
                  <a:gd name="connsiteX21-307" fmla="*/ 497453 w 3502463"/>
                  <a:gd name="connsiteY21-308" fmla="*/ 2852493 h 4877658"/>
                  <a:gd name="connsiteX22-309" fmla="*/ 991341 w 3502463"/>
                  <a:gd name="connsiteY22-310" fmla="*/ 2566746 h 4877658"/>
                  <a:gd name="connsiteX23-311" fmla="*/ 989692 w 3502463"/>
                  <a:gd name="connsiteY23-312" fmla="*/ 2565787 h 4877658"/>
                  <a:gd name="connsiteX24-313" fmla="*/ 988360 w 3502463"/>
                  <a:gd name="connsiteY24-314" fmla="*/ 1996358 h 4877658"/>
                  <a:gd name="connsiteX25-315" fmla="*/ 1406987 w 3502463"/>
                  <a:gd name="connsiteY25-316" fmla="*/ 2239574 h 4877658"/>
                  <a:gd name="connsiteX26-317" fmla="*/ 1407499 w 3502463"/>
                  <a:gd name="connsiteY26-318" fmla="*/ 2238560 h 4877658"/>
                  <a:gd name="connsiteX27-319" fmla="*/ 988360 w 3502463"/>
                  <a:gd name="connsiteY27-320" fmla="*/ 1995040 h 4877658"/>
                  <a:gd name="connsiteX28-321" fmla="*/ 1483867 w 3502463"/>
                  <a:gd name="connsiteY28-322" fmla="*/ 1708358 h 4877658"/>
                  <a:gd name="connsiteX29-323" fmla="*/ 1652876 w 3502463"/>
                  <a:gd name="connsiteY29-324" fmla="*/ 1806492 h 4877658"/>
                  <a:gd name="connsiteX30-325" fmla="*/ 1653431 w 3502463"/>
                  <a:gd name="connsiteY30-326" fmla="*/ 1805584 h 4877658"/>
                  <a:gd name="connsiteX31-327" fmla="*/ 1487147 w 3502463"/>
                  <a:gd name="connsiteY31-328" fmla="*/ 1709037 h 4877658"/>
                  <a:gd name="connsiteX32-329" fmla="*/ 1485825 w 3502463"/>
                  <a:gd name="connsiteY32-330" fmla="*/ 1143487 h 4877658"/>
                  <a:gd name="connsiteX33-331" fmla="*/ 1485814 w 3502463"/>
                  <a:gd name="connsiteY33-332" fmla="*/ 1143480 h 4877658"/>
                  <a:gd name="connsiteX34-333" fmla="*/ 1485824 w 3502463"/>
                  <a:gd name="connsiteY34-334" fmla="*/ 1143474 h 4877658"/>
                  <a:gd name="connsiteX35-335" fmla="*/ 1485814 w 3502463"/>
                  <a:gd name="connsiteY35-336" fmla="*/ 1138906 h 4877658"/>
                  <a:gd name="connsiteX36-337" fmla="*/ 1489763 w 3502463"/>
                  <a:gd name="connsiteY36-338" fmla="*/ 1141203 h 4877658"/>
                  <a:gd name="connsiteX37-339" fmla="*/ 1979723 w 3502463"/>
                  <a:gd name="connsiteY37-340" fmla="*/ 858739 h 4877658"/>
                  <a:gd name="connsiteX38-341" fmla="*/ 1978674 w 3502463"/>
                  <a:gd name="connsiteY38-342" fmla="*/ 858130 h 4877658"/>
                  <a:gd name="connsiteX39-343" fmla="*/ 1976722 w 3502463"/>
                  <a:gd name="connsiteY39-344" fmla="*/ 287999 h 4877658"/>
                  <a:gd name="connsiteX40-345" fmla="*/ 1976721 w 3502463"/>
                  <a:gd name="connsiteY40-346" fmla="*/ 286028 h 4877658"/>
                  <a:gd name="connsiteX41-347" fmla="*/ 2472863 w 3502463"/>
                  <a:gd name="connsiteY41-348" fmla="*/ 0 h 4877658"/>
                  <a:gd name="connsiteX0-349" fmla="*/ 2472863 w 3502463"/>
                  <a:gd name="connsiteY0-350" fmla="*/ 0 h 4877658"/>
                  <a:gd name="connsiteX1-351" fmla="*/ 3499190 w 3502463"/>
                  <a:gd name="connsiteY1-352" fmla="*/ 596298 h 4877658"/>
                  <a:gd name="connsiteX2-353" fmla="*/ 3500515 w 3502463"/>
                  <a:gd name="connsiteY2-354" fmla="*/ 595634 h 4877658"/>
                  <a:gd name="connsiteX3-355" fmla="*/ 3502463 w 3502463"/>
                  <a:gd name="connsiteY3-356" fmla="*/ 1165691 h 4877658"/>
                  <a:gd name="connsiteX4-357" fmla="*/ 1525120 w 3502463"/>
                  <a:gd name="connsiteY4-358" fmla="*/ 4590390 h 4877658"/>
                  <a:gd name="connsiteX5-359" fmla="*/ 1028894 w 3502463"/>
                  <a:gd name="connsiteY5-360" fmla="*/ 4877004 h 4877658"/>
                  <a:gd name="connsiteX6-361" fmla="*/ 1028317 w 3502463"/>
                  <a:gd name="connsiteY6-362" fmla="*/ 4615809 h 4877658"/>
                  <a:gd name="connsiteX7-363" fmla="*/ 1027698 w 3502463"/>
                  <a:gd name="connsiteY7-364" fmla="*/ 4615773 h 4877658"/>
                  <a:gd name="connsiteX8-365" fmla="*/ 1028288 w 3502463"/>
                  <a:gd name="connsiteY8-366" fmla="*/ 4877658 h 4877658"/>
                  <a:gd name="connsiteX9-367" fmla="*/ 1952 w 3502463"/>
                  <a:gd name="connsiteY9-368" fmla="*/ 4280690 h 4877658"/>
                  <a:gd name="connsiteX10-369" fmla="*/ 0 w 3502463"/>
                  <a:gd name="connsiteY10-370" fmla="*/ 3711261 h 4877658"/>
                  <a:gd name="connsiteX11-371" fmla="*/ 343359 w 3502463"/>
                  <a:gd name="connsiteY11-372" fmla="*/ 3910612 h 4877658"/>
                  <a:gd name="connsiteX12-373" fmla="*/ 344013 w 3502463"/>
                  <a:gd name="connsiteY12-374" fmla="*/ 3909693 h 4877658"/>
                  <a:gd name="connsiteX13-375" fmla="*/ 0 w 3502463"/>
                  <a:gd name="connsiteY13-376" fmla="*/ 3709945 h 4877658"/>
                  <a:gd name="connsiteX14-377" fmla="*/ 496141 w 3502463"/>
                  <a:gd name="connsiteY14-378" fmla="*/ 3423262 h 4877658"/>
                  <a:gd name="connsiteX15-379" fmla="*/ 633345 w 3502463"/>
                  <a:gd name="connsiteY15-380" fmla="*/ 3503065 h 4877658"/>
                  <a:gd name="connsiteX16-381" fmla="*/ 634128 w 3502463"/>
                  <a:gd name="connsiteY16-382" fmla="*/ 3501964 h 4877658"/>
                  <a:gd name="connsiteX17-383" fmla="*/ 498785 w 3502463"/>
                  <a:gd name="connsiteY17-384" fmla="*/ 3423239 h 4877658"/>
                  <a:gd name="connsiteX18-385" fmla="*/ 497453 w 3502463"/>
                  <a:gd name="connsiteY18-386" fmla="*/ 2853810 h 4877658"/>
                  <a:gd name="connsiteX19-387" fmla="*/ 920450 w 3502463"/>
                  <a:gd name="connsiteY19-388" fmla="*/ 3099566 h 4877658"/>
                  <a:gd name="connsiteX20-389" fmla="*/ 921108 w 3502463"/>
                  <a:gd name="connsiteY20-390" fmla="*/ 3098641 h 4877658"/>
                  <a:gd name="connsiteX21-391" fmla="*/ 497453 w 3502463"/>
                  <a:gd name="connsiteY21-392" fmla="*/ 2852493 h 4877658"/>
                  <a:gd name="connsiteX22-393" fmla="*/ 991341 w 3502463"/>
                  <a:gd name="connsiteY22-394" fmla="*/ 2566746 h 4877658"/>
                  <a:gd name="connsiteX23-395" fmla="*/ 989692 w 3502463"/>
                  <a:gd name="connsiteY23-396" fmla="*/ 2565787 h 4877658"/>
                  <a:gd name="connsiteX24-397" fmla="*/ 988360 w 3502463"/>
                  <a:gd name="connsiteY24-398" fmla="*/ 1996358 h 4877658"/>
                  <a:gd name="connsiteX25-399" fmla="*/ 1406987 w 3502463"/>
                  <a:gd name="connsiteY25-400" fmla="*/ 2239574 h 4877658"/>
                  <a:gd name="connsiteX26-401" fmla="*/ 1407499 w 3502463"/>
                  <a:gd name="connsiteY26-402" fmla="*/ 2238560 h 4877658"/>
                  <a:gd name="connsiteX27-403" fmla="*/ 988360 w 3502463"/>
                  <a:gd name="connsiteY27-404" fmla="*/ 1995040 h 4877658"/>
                  <a:gd name="connsiteX28-405" fmla="*/ 1483867 w 3502463"/>
                  <a:gd name="connsiteY28-406" fmla="*/ 1708358 h 4877658"/>
                  <a:gd name="connsiteX29-407" fmla="*/ 1652876 w 3502463"/>
                  <a:gd name="connsiteY29-408" fmla="*/ 1806492 h 4877658"/>
                  <a:gd name="connsiteX30-409" fmla="*/ 1487147 w 3502463"/>
                  <a:gd name="connsiteY30-410" fmla="*/ 1709037 h 4877658"/>
                  <a:gd name="connsiteX31-411" fmla="*/ 1485825 w 3502463"/>
                  <a:gd name="connsiteY31-412" fmla="*/ 1143487 h 4877658"/>
                  <a:gd name="connsiteX32-413" fmla="*/ 1485814 w 3502463"/>
                  <a:gd name="connsiteY32-414" fmla="*/ 1143480 h 4877658"/>
                  <a:gd name="connsiteX33-415" fmla="*/ 1485824 w 3502463"/>
                  <a:gd name="connsiteY33-416" fmla="*/ 1143474 h 4877658"/>
                  <a:gd name="connsiteX34-417" fmla="*/ 1485814 w 3502463"/>
                  <a:gd name="connsiteY34-418" fmla="*/ 1138906 h 4877658"/>
                  <a:gd name="connsiteX35-419" fmla="*/ 1489763 w 3502463"/>
                  <a:gd name="connsiteY35-420" fmla="*/ 1141203 h 4877658"/>
                  <a:gd name="connsiteX36-421" fmla="*/ 1979723 w 3502463"/>
                  <a:gd name="connsiteY36-422" fmla="*/ 858739 h 4877658"/>
                  <a:gd name="connsiteX37-423" fmla="*/ 1978674 w 3502463"/>
                  <a:gd name="connsiteY37-424" fmla="*/ 858130 h 4877658"/>
                  <a:gd name="connsiteX38-425" fmla="*/ 1976722 w 3502463"/>
                  <a:gd name="connsiteY38-426" fmla="*/ 287999 h 4877658"/>
                  <a:gd name="connsiteX39-427" fmla="*/ 1976721 w 3502463"/>
                  <a:gd name="connsiteY39-428" fmla="*/ 286028 h 4877658"/>
                  <a:gd name="connsiteX40-429" fmla="*/ 2472863 w 3502463"/>
                  <a:gd name="connsiteY40-430" fmla="*/ 0 h 4877658"/>
                  <a:gd name="connsiteX0-431" fmla="*/ 2472863 w 3502463"/>
                  <a:gd name="connsiteY0-432" fmla="*/ 0 h 4877658"/>
                  <a:gd name="connsiteX1-433" fmla="*/ 3499190 w 3502463"/>
                  <a:gd name="connsiteY1-434" fmla="*/ 596298 h 4877658"/>
                  <a:gd name="connsiteX2-435" fmla="*/ 3500515 w 3502463"/>
                  <a:gd name="connsiteY2-436" fmla="*/ 595634 h 4877658"/>
                  <a:gd name="connsiteX3-437" fmla="*/ 3502463 w 3502463"/>
                  <a:gd name="connsiteY3-438" fmla="*/ 1165691 h 4877658"/>
                  <a:gd name="connsiteX4-439" fmla="*/ 1525120 w 3502463"/>
                  <a:gd name="connsiteY4-440" fmla="*/ 4590390 h 4877658"/>
                  <a:gd name="connsiteX5-441" fmla="*/ 1028894 w 3502463"/>
                  <a:gd name="connsiteY5-442" fmla="*/ 4877004 h 4877658"/>
                  <a:gd name="connsiteX6-443" fmla="*/ 1028317 w 3502463"/>
                  <a:gd name="connsiteY6-444" fmla="*/ 4615809 h 4877658"/>
                  <a:gd name="connsiteX7-445" fmla="*/ 1027698 w 3502463"/>
                  <a:gd name="connsiteY7-446" fmla="*/ 4615773 h 4877658"/>
                  <a:gd name="connsiteX8-447" fmla="*/ 1028288 w 3502463"/>
                  <a:gd name="connsiteY8-448" fmla="*/ 4877658 h 4877658"/>
                  <a:gd name="connsiteX9-449" fmla="*/ 1952 w 3502463"/>
                  <a:gd name="connsiteY9-450" fmla="*/ 4280690 h 4877658"/>
                  <a:gd name="connsiteX10-451" fmla="*/ 0 w 3502463"/>
                  <a:gd name="connsiteY10-452" fmla="*/ 3711261 h 4877658"/>
                  <a:gd name="connsiteX11-453" fmla="*/ 343359 w 3502463"/>
                  <a:gd name="connsiteY11-454" fmla="*/ 3910612 h 4877658"/>
                  <a:gd name="connsiteX12-455" fmla="*/ 344013 w 3502463"/>
                  <a:gd name="connsiteY12-456" fmla="*/ 3909693 h 4877658"/>
                  <a:gd name="connsiteX13-457" fmla="*/ 0 w 3502463"/>
                  <a:gd name="connsiteY13-458" fmla="*/ 3709945 h 4877658"/>
                  <a:gd name="connsiteX14-459" fmla="*/ 496141 w 3502463"/>
                  <a:gd name="connsiteY14-460" fmla="*/ 3423262 h 4877658"/>
                  <a:gd name="connsiteX15-461" fmla="*/ 633345 w 3502463"/>
                  <a:gd name="connsiteY15-462" fmla="*/ 3503065 h 4877658"/>
                  <a:gd name="connsiteX16-463" fmla="*/ 634128 w 3502463"/>
                  <a:gd name="connsiteY16-464" fmla="*/ 3501964 h 4877658"/>
                  <a:gd name="connsiteX17-465" fmla="*/ 498785 w 3502463"/>
                  <a:gd name="connsiteY17-466" fmla="*/ 3423239 h 4877658"/>
                  <a:gd name="connsiteX18-467" fmla="*/ 497453 w 3502463"/>
                  <a:gd name="connsiteY18-468" fmla="*/ 2853810 h 4877658"/>
                  <a:gd name="connsiteX19-469" fmla="*/ 920450 w 3502463"/>
                  <a:gd name="connsiteY19-470" fmla="*/ 3099566 h 4877658"/>
                  <a:gd name="connsiteX20-471" fmla="*/ 921108 w 3502463"/>
                  <a:gd name="connsiteY20-472" fmla="*/ 3098641 h 4877658"/>
                  <a:gd name="connsiteX21-473" fmla="*/ 497453 w 3502463"/>
                  <a:gd name="connsiteY21-474" fmla="*/ 2852493 h 4877658"/>
                  <a:gd name="connsiteX22-475" fmla="*/ 991341 w 3502463"/>
                  <a:gd name="connsiteY22-476" fmla="*/ 2566746 h 4877658"/>
                  <a:gd name="connsiteX23-477" fmla="*/ 989692 w 3502463"/>
                  <a:gd name="connsiteY23-478" fmla="*/ 2565787 h 4877658"/>
                  <a:gd name="connsiteX24-479" fmla="*/ 988360 w 3502463"/>
                  <a:gd name="connsiteY24-480" fmla="*/ 1996358 h 4877658"/>
                  <a:gd name="connsiteX25-481" fmla="*/ 1406987 w 3502463"/>
                  <a:gd name="connsiteY25-482" fmla="*/ 2239574 h 4877658"/>
                  <a:gd name="connsiteX26-483" fmla="*/ 1407499 w 3502463"/>
                  <a:gd name="connsiteY26-484" fmla="*/ 2238560 h 4877658"/>
                  <a:gd name="connsiteX27-485" fmla="*/ 988360 w 3502463"/>
                  <a:gd name="connsiteY27-486" fmla="*/ 1995040 h 4877658"/>
                  <a:gd name="connsiteX28-487" fmla="*/ 1483867 w 3502463"/>
                  <a:gd name="connsiteY28-488" fmla="*/ 1708358 h 4877658"/>
                  <a:gd name="connsiteX29-489" fmla="*/ 1487147 w 3502463"/>
                  <a:gd name="connsiteY29-490" fmla="*/ 1709037 h 4877658"/>
                  <a:gd name="connsiteX30-491" fmla="*/ 1485825 w 3502463"/>
                  <a:gd name="connsiteY30-492" fmla="*/ 1143487 h 4877658"/>
                  <a:gd name="connsiteX31-493" fmla="*/ 1485814 w 3502463"/>
                  <a:gd name="connsiteY31-494" fmla="*/ 1143480 h 4877658"/>
                  <a:gd name="connsiteX32-495" fmla="*/ 1485824 w 3502463"/>
                  <a:gd name="connsiteY32-496" fmla="*/ 1143474 h 4877658"/>
                  <a:gd name="connsiteX33-497" fmla="*/ 1485814 w 3502463"/>
                  <a:gd name="connsiteY33-498" fmla="*/ 1138906 h 4877658"/>
                  <a:gd name="connsiteX34-499" fmla="*/ 1489763 w 3502463"/>
                  <a:gd name="connsiteY34-500" fmla="*/ 1141203 h 4877658"/>
                  <a:gd name="connsiteX35-501" fmla="*/ 1979723 w 3502463"/>
                  <a:gd name="connsiteY35-502" fmla="*/ 858739 h 4877658"/>
                  <a:gd name="connsiteX36-503" fmla="*/ 1978674 w 3502463"/>
                  <a:gd name="connsiteY36-504" fmla="*/ 858130 h 4877658"/>
                  <a:gd name="connsiteX37-505" fmla="*/ 1976722 w 3502463"/>
                  <a:gd name="connsiteY37-506" fmla="*/ 287999 h 4877658"/>
                  <a:gd name="connsiteX38-507" fmla="*/ 1976721 w 3502463"/>
                  <a:gd name="connsiteY38-508" fmla="*/ 286028 h 4877658"/>
                  <a:gd name="connsiteX39-509" fmla="*/ 2472863 w 3502463"/>
                  <a:gd name="connsiteY39-510" fmla="*/ 0 h 4877658"/>
                  <a:gd name="connsiteX0-511" fmla="*/ 2472863 w 3502463"/>
                  <a:gd name="connsiteY0-512" fmla="*/ 0 h 4877658"/>
                  <a:gd name="connsiteX1-513" fmla="*/ 3499190 w 3502463"/>
                  <a:gd name="connsiteY1-514" fmla="*/ 596298 h 4877658"/>
                  <a:gd name="connsiteX2-515" fmla="*/ 3500515 w 3502463"/>
                  <a:gd name="connsiteY2-516" fmla="*/ 595634 h 4877658"/>
                  <a:gd name="connsiteX3-517" fmla="*/ 3502463 w 3502463"/>
                  <a:gd name="connsiteY3-518" fmla="*/ 1165691 h 4877658"/>
                  <a:gd name="connsiteX4-519" fmla="*/ 1525120 w 3502463"/>
                  <a:gd name="connsiteY4-520" fmla="*/ 4590390 h 4877658"/>
                  <a:gd name="connsiteX5-521" fmla="*/ 1028894 w 3502463"/>
                  <a:gd name="connsiteY5-522" fmla="*/ 4877004 h 4877658"/>
                  <a:gd name="connsiteX6-523" fmla="*/ 1028317 w 3502463"/>
                  <a:gd name="connsiteY6-524" fmla="*/ 4615809 h 4877658"/>
                  <a:gd name="connsiteX7-525" fmla="*/ 1027698 w 3502463"/>
                  <a:gd name="connsiteY7-526" fmla="*/ 4615773 h 4877658"/>
                  <a:gd name="connsiteX8-527" fmla="*/ 1028288 w 3502463"/>
                  <a:gd name="connsiteY8-528" fmla="*/ 4877658 h 4877658"/>
                  <a:gd name="connsiteX9-529" fmla="*/ 1952 w 3502463"/>
                  <a:gd name="connsiteY9-530" fmla="*/ 4280690 h 4877658"/>
                  <a:gd name="connsiteX10-531" fmla="*/ 0 w 3502463"/>
                  <a:gd name="connsiteY10-532" fmla="*/ 3711261 h 4877658"/>
                  <a:gd name="connsiteX11-533" fmla="*/ 343359 w 3502463"/>
                  <a:gd name="connsiteY11-534" fmla="*/ 3910612 h 4877658"/>
                  <a:gd name="connsiteX12-535" fmla="*/ 344013 w 3502463"/>
                  <a:gd name="connsiteY12-536" fmla="*/ 3909693 h 4877658"/>
                  <a:gd name="connsiteX13-537" fmla="*/ 0 w 3502463"/>
                  <a:gd name="connsiteY13-538" fmla="*/ 3709945 h 4877658"/>
                  <a:gd name="connsiteX14-539" fmla="*/ 496141 w 3502463"/>
                  <a:gd name="connsiteY14-540" fmla="*/ 3423262 h 4877658"/>
                  <a:gd name="connsiteX15-541" fmla="*/ 633345 w 3502463"/>
                  <a:gd name="connsiteY15-542" fmla="*/ 3503065 h 4877658"/>
                  <a:gd name="connsiteX16-543" fmla="*/ 634128 w 3502463"/>
                  <a:gd name="connsiteY16-544" fmla="*/ 3501964 h 4877658"/>
                  <a:gd name="connsiteX17-545" fmla="*/ 498785 w 3502463"/>
                  <a:gd name="connsiteY17-546" fmla="*/ 3423239 h 4877658"/>
                  <a:gd name="connsiteX18-547" fmla="*/ 497453 w 3502463"/>
                  <a:gd name="connsiteY18-548" fmla="*/ 2853810 h 4877658"/>
                  <a:gd name="connsiteX19-549" fmla="*/ 920450 w 3502463"/>
                  <a:gd name="connsiteY19-550" fmla="*/ 3099566 h 4877658"/>
                  <a:gd name="connsiteX20-551" fmla="*/ 921108 w 3502463"/>
                  <a:gd name="connsiteY20-552" fmla="*/ 3098641 h 4877658"/>
                  <a:gd name="connsiteX21-553" fmla="*/ 497453 w 3502463"/>
                  <a:gd name="connsiteY21-554" fmla="*/ 2852493 h 4877658"/>
                  <a:gd name="connsiteX22-555" fmla="*/ 991341 w 3502463"/>
                  <a:gd name="connsiteY22-556" fmla="*/ 2566746 h 4877658"/>
                  <a:gd name="connsiteX23-557" fmla="*/ 989692 w 3502463"/>
                  <a:gd name="connsiteY23-558" fmla="*/ 2565787 h 4877658"/>
                  <a:gd name="connsiteX24-559" fmla="*/ 988360 w 3502463"/>
                  <a:gd name="connsiteY24-560" fmla="*/ 1996358 h 4877658"/>
                  <a:gd name="connsiteX25-561" fmla="*/ 1406987 w 3502463"/>
                  <a:gd name="connsiteY25-562" fmla="*/ 2239574 h 4877658"/>
                  <a:gd name="connsiteX26-563" fmla="*/ 1384639 w 3502463"/>
                  <a:gd name="connsiteY26-564" fmla="*/ 2246180 h 4877658"/>
                  <a:gd name="connsiteX27-565" fmla="*/ 988360 w 3502463"/>
                  <a:gd name="connsiteY27-566" fmla="*/ 1995040 h 4877658"/>
                  <a:gd name="connsiteX28-567" fmla="*/ 1483867 w 3502463"/>
                  <a:gd name="connsiteY28-568" fmla="*/ 1708358 h 4877658"/>
                  <a:gd name="connsiteX29-569" fmla="*/ 1487147 w 3502463"/>
                  <a:gd name="connsiteY29-570" fmla="*/ 1709037 h 4877658"/>
                  <a:gd name="connsiteX30-571" fmla="*/ 1485825 w 3502463"/>
                  <a:gd name="connsiteY30-572" fmla="*/ 1143487 h 4877658"/>
                  <a:gd name="connsiteX31-573" fmla="*/ 1485814 w 3502463"/>
                  <a:gd name="connsiteY31-574" fmla="*/ 1143480 h 4877658"/>
                  <a:gd name="connsiteX32-575" fmla="*/ 1485824 w 3502463"/>
                  <a:gd name="connsiteY32-576" fmla="*/ 1143474 h 4877658"/>
                  <a:gd name="connsiteX33-577" fmla="*/ 1485814 w 3502463"/>
                  <a:gd name="connsiteY33-578" fmla="*/ 1138906 h 4877658"/>
                  <a:gd name="connsiteX34-579" fmla="*/ 1489763 w 3502463"/>
                  <a:gd name="connsiteY34-580" fmla="*/ 1141203 h 4877658"/>
                  <a:gd name="connsiteX35-581" fmla="*/ 1979723 w 3502463"/>
                  <a:gd name="connsiteY35-582" fmla="*/ 858739 h 4877658"/>
                  <a:gd name="connsiteX36-583" fmla="*/ 1978674 w 3502463"/>
                  <a:gd name="connsiteY36-584" fmla="*/ 858130 h 4877658"/>
                  <a:gd name="connsiteX37-585" fmla="*/ 1976722 w 3502463"/>
                  <a:gd name="connsiteY37-586" fmla="*/ 287999 h 4877658"/>
                  <a:gd name="connsiteX38-587" fmla="*/ 1976721 w 3502463"/>
                  <a:gd name="connsiteY38-588" fmla="*/ 286028 h 4877658"/>
                  <a:gd name="connsiteX39-589" fmla="*/ 2472863 w 3502463"/>
                  <a:gd name="connsiteY39-590" fmla="*/ 0 h 4877658"/>
                  <a:gd name="connsiteX0-591" fmla="*/ 2472863 w 3502463"/>
                  <a:gd name="connsiteY0-592" fmla="*/ 0 h 4877658"/>
                  <a:gd name="connsiteX1-593" fmla="*/ 3499190 w 3502463"/>
                  <a:gd name="connsiteY1-594" fmla="*/ 596298 h 4877658"/>
                  <a:gd name="connsiteX2-595" fmla="*/ 3500515 w 3502463"/>
                  <a:gd name="connsiteY2-596" fmla="*/ 595634 h 4877658"/>
                  <a:gd name="connsiteX3-597" fmla="*/ 3502463 w 3502463"/>
                  <a:gd name="connsiteY3-598" fmla="*/ 1165691 h 4877658"/>
                  <a:gd name="connsiteX4-599" fmla="*/ 1525120 w 3502463"/>
                  <a:gd name="connsiteY4-600" fmla="*/ 4590390 h 4877658"/>
                  <a:gd name="connsiteX5-601" fmla="*/ 1028894 w 3502463"/>
                  <a:gd name="connsiteY5-602" fmla="*/ 4877004 h 4877658"/>
                  <a:gd name="connsiteX6-603" fmla="*/ 1028317 w 3502463"/>
                  <a:gd name="connsiteY6-604" fmla="*/ 4615809 h 4877658"/>
                  <a:gd name="connsiteX7-605" fmla="*/ 1027698 w 3502463"/>
                  <a:gd name="connsiteY7-606" fmla="*/ 4615773 h 4877658"/>
                  <a:gd name="connsiteX8-607" fmla="*/ 1028288 w 3502463"/>
                  <a:gd name="connsiteY8-608" fmla="*/ 4877658 h 4877658"/>
                  <a:gd name="connsiteX9-609" fmla="*/ 1952 w 3502463"/>
                  <a:gd name="connsiteY9-610" fmla="*/ 4280690 h 4877658"/>
                  <a:gd name="connsiteX10-611" fmla="*/ 0 w 3502463"/>
                  <a:gd name="connsiteY10-612" fmla="*/ 3711261 h 4877658"/>
                  <a:gd name="connsiteX11-613" fmla="*/ 343359 w 3502463"/>
                  <a:gd name="connsiteY11-614" fmla="*/ 3910612 h 4877658"/>
                  <a:gd name="connsiteX12-615" fmla="*/ 344013 w 3502463"/>
                  <a:gd name="connsiteY12-616" fmla="*/ 3909693 h 4877658"/>
                  <a:gd name="connsiteX13-617" fmla="*/ 0 w 3502463"/>
                  <a:gd name="connsiteY13-618" fmla="*/ 3709945 h 4877658"/>
                  <a:gd name="connsiteX14-619" fmla="*/ 496141 w 3502463"/>
                  <a:gd name="connsiteY14-620" fmla="*/ 3423262 h 4877658"/>
                  <a:gd name="connsiteX15-621" fmla="*/ 633345 w 3502463"/>
                  <a:gd name="connsiteY15-622" fmla="*/ 3503065 h 4877658"/>
                  <a:gd name="connsiteX16-623" fmla="*/ 634128 w 3502463"/>
                  <a:gd name="connsiteY16-624" fmla="*/ 3501964 h 4877658"/>
                  <a:gd name="connsiteX17-625" fmla="*/ 498785 w 3502463"/>
                  <a:gd name="connsiteY17-626" fmla="*/ 3423239 h 4877658"/>
                  <a:gd name="connsiteX18-627" fmla="*/ 497453 w 3502463"/>
                  <a:gd name="connsiteY18-628" fmla="*/ 2853810 h 4877658"/>
                  <a:gd name="connsiteX19-629" fmla="*/ 920450 w 3502463"/>
                  <a:gd name="connsiteY19-630" fmla="*/ 3099566 h 4877658"/>
                  <a:gd name="connsiteX20-631" fmla="*/ 921108 w 3502463"/>
                  <a:gd name="connsiteY20-632" fmla="*/ 3098641 h 4877658"/>
                  <a:gd name="connsiteX21-633" fmla="*/ 497453 w 3502463"/>
                  <a:gd name="connsiteY21-634" fmla="*/ 2852493 h 4877658"/>
                  <a:gd name="connsiteX22-635" fmla="*/ 991341 w 3502463"/>
                  <a:gd name="connsiteY22-636" fmla="*/ 2566746 h 4877658"/>
                  <a:gd name="connsiteX23-637" fmla="*/ 989692 w 3502463"/>
                  <a:gd name="connsiteY23-638" fmla="*/ 2565787 h 4877658"/>
                  <a:gd name="connsiteX24-639" fmla="*/ 988360 w 3502463"/>
                  <a:gd name="connsiteY24-640" fmla="*/ 1996358 h 4877658"/>
                  <a:gd name="connsiteX25-641" fmla="*/ 1406987 w 3502463"/>
                  <a:gd name="connsiteY25-642" fmla="*/ 2239574 h 4877658"/>
                  <a:gd name="connsiteX26-643" fmla="*/ 988360 w 3502463"/>
                  <a:gd name="connsiteY26-644" fmla="*/ 1995040 h 4877658"/>
                  <a:gd name="connsiteX27-645" fmla="*/ 1483867 w 3502463"/>
                  <a:gd name="connsiteY27-646" fmla="*/ 1708358 h 4877658"/>
                  <a:gd name="connsiteX28-647" fmla="*/ 1487147 w 3502463"/>
                  <a:gd name="connsiteY28-648" fmla="*/ 1709037 h 4877658"/>
                  <a:gd name="connsiteX29-649" fmla="*/ 1485825 w 3502463"/>
                  <a:gd name="connsiteY29-650" fmla="*/ 1143487 h 4877658"/>
                  <a:gd name="connsiteX30-651" fmla="*/ 1485814 w 3502463"/>
                  <a:gd name="connsiteY30-652" fmla="*/ 1143480 h 4877658"/>
                  <a:gd name="connsiteX31-653" fmla="*/ 1485824 w 3502463"/>
                  <a:gd name="connsiteY31-654" fmla="*/ 1143474 h 4877658"/>
                  <a:gd name="connsiteX32-655" fmla="*/ 1485814 w 3502463"/>
                  <a:gd name="connsiteY32-656" fmla="*/ 1138906 h 4877658"/>
                  <a:gd name="connsiteX33-657" fmla="*/ 1489763 w 3502463"/>
                  <a:gd name="connsiteY33-658" fmla="*/ 1141203 h 4877658"/>
                  <a:gd name="connsiteX34-659" fmla="*/ 1979723 w 3502463"/>
                  <a:gd name="connsiteY34-660" fmla="*/ 858739 h 4877658"/>
                  <a:gd name="connsiteX35-661" fmla="*/ 1978674 w 3502463"/>
                  <a:gd name="connsiteY35-662" fmla="*/ 858130 h 4877658"/>
                  <a:gd name="connsiteX36-663" fmla="*/ 1976722 w 3502463"/>
                  <a:gd name="connsiteY36-664" fmla="*/ 287999 h 4877658"/>
                  <a:gd name="connsiteX37-665" fmla="*/ 1976721 w 3502463"/>
                  <a:gd name="connsiteY37-666" fmla="*/ 286028 h 4877658"/>
                  <a:gd name="connsiteX38-667" fmla="*/ 2472863 w 3502463"/>
                  <a:gd name="connsiteY38-668" fmla="*/ 0 h 4877658"/>
                  <a:gd name="connsiteX0-669" fmla="*/ 2472863 w 3502463"/>
                  <a:gd name="connsiteY0-670" fmla="*/ 0 h 4877658"/>
                  <a:gd name="connsiteX1-671" fmla="*/ 3499190 w 3502463"/>
                  <a:gd name="connsiteY1-672" fmla="*/ 596298 h 4877658"/>
                  <a:gd name="connsiteX2-673" fmla="*/ 3500515 w 3502463"/>
                  <a:gd name="connsiteY2-674" fmla="*/ 595634 h 4877658"/>
                  <a:gd name="connsiteX3-675" fmla="*/ 3502463 w 3502463"/>
                  <a:gd name="connsiteY3-676" fmla="*/ 1165691 h 4877658"/>
                  <a:gd name="connsiteX4-677" fmla="*/ 1525120 w 3502463"/>
                  <a:gd name="connsiteY4-678" fmla="*/ 4590390 h 4877658"/>
                  <a:gd name="connsiteX5-679" fmla="*/ 1028894 w 3502463"/>
                  <a:gd name="connsiteY5-680" fmla="*/ 4877004 h 4877658"/>
                  <a:gd name="connsiteX6-681" fmla="*/ 1028317 w 3502463"/>
                  <a:gd name="connsiteY6-682" fmla="*/ 4615809 h 4877658"/>
                  <a:gd name="connsiteX7-683" fmla="*/ 1027698 w 3502463"/>
                  <a:gd name="connsiteY7-684" fmla="*/ 4615773 h 4877658"/>
                  <a:gd name="connsiteX8-685" fmla="*/ 1028288 w 3502463"/>
                  <a:gd name="connsiteY8-686" fmla="*/ 4877658 h 4877658"/>
                  <a:gd name="connsiteX9-687" fmla="*/ 1952 w 3502463"/>
                  <a:gd name="connsiteY9-688" fmla="*/ 4280690 h 4877658"/>
                  <a:gd name="connsiteX10-689" fmla="*/ 0 w 3502463"/>
                  <a:gd name="connsiteY10-690" fmla="*/ 3711261 h 4877658"/>
                  <a:gd name="connsiteX11-691" fmla="*/ 343359 w 3502463"/>
                  <a:gd name="connsiteY11-692" fmla="*/ 3910612 h 4877658"/>
                  <a:gd name="connsiteX12-693" fmla="*/ 344013 w 3502463"/>
                  <a:gd name="connsiteY12-694" fmla="*/ 3909693 h 4877658"/>
                  <a:gd name="connsiteX13-695" fmla="*/ 0 w 3502463"/>
                  <a:gd name="connsiteY13-696" fmla="*/ 3709945 h 4877658"/>
                  <a:gd name="connsiteX14-697" fmla="*/ 496141 w 3502463"/>
                  <a:gd name="connsiteY14-698" fmla="*/ 3423262 h 4877658"/>
                  <a:gd name="connsiteX15-699" fmla="*/ 633345 w 3502463"/>
                  <a:gd name="connsiteY15-700" fmla="*/ 3503065 h 4877658"/>
                  <a:gd name="connsiteX16-701" fmla="*/ 634128 w 3502463"/>
                  <a:gd name="connsiteY16-702" fmla="*/ 3501964 h 4877658"/>
                  <a:gd name="connsiteX17-703" fmla="*/ 498785 w 3502463"/>
                  <a:gd name="connsiteY17-704" fmla="*/ 3423239 h 4877658"/>
                  <a:gd name="connsiteX18-705" fmla="*/ 497453 w 3502463"/>
                  <a:gd name="connsiteY18-706" fmla="*/ 2853810 h 4877658"/>
                  <a:gd name="connsiteX19-707" fmla="*/ 920450 w 3502463"/>
                  <a:gd name="connsiteY19-708" fmla="*/ 3099566 h 4877658"/>
                  <a:gd name="connsiteX20-709" fmla="*/ 921108 w 3502463"/>
                  <a:gd name="connsiteY20-710" fmla="*/ 3098641 h 4877658"/>
                  <a:gd name="connsiteX21-711" fmla="*/ 497453 w 3502463"/>
                  <a:gd name="connsiteY21-712" fmla="*/ 2852493 h 4877658"/>
                  <a:gd name="connsiteX22-713" fmla="*/ 991341 w 3502463"/>
                  <a:gd name="connsiteY22-714" fmla="*/ 2566746 h 4877658"/>
                  <a:gd name="connsiteX23-715" fmla="*/ 989692 w 3502463"/>
                  <a:gd name="connsiteY23-716" fmla="*/ 2565787 h 4877658"/>
                  <a:gd name="connsiteX24-717" fmla="*/ 988360 w 3502463"/>
                  <a:gd name="connsiteY24-718" fmla="*/ 1996358 h 4877658"/>
                  <a:gd name="connsiteX25-719" fmla="*/ 988360 w 3502463"/>
                  <a:gd name="connsiteY25-720" fmla="*/ 1995040 h 4877658"/>
                  <a:gd name="connsiteX26-721" fmla="*/ 1483867 w 3502463"/>
                  <a:gd name="connsiteY26-722" fmla="*/ 1708358 h 4877658"/>
                  <a:gd name="connsiteX27-723" fmla="*/ 1487147 w 3502463"/>
                  <a:gd name="connsiteY27-724" fmla="*/ 1709037 h 4877658"/>
                  <a:gd name="connsiteX28-725" fmla="*/ 1485825 w 3502463"/>
                  <a:gd name="connsiteY28-726" fmla="*/ 1143487 h 4877658"/>
                  <a:gd name="connsiteX29-727" fmla="*/ 1485814 w 3502463"/>
                  <a:gd name="connsiteY29-728" fmla="*/ 1143480 h 4877658"/>
                  <a:gd name="connsiteX30-729" fmla="*/ 1485824 w 3502463"/>
                  <a:gd name="connsiteY30-730" fmla="*/ 1143474 h 4877658"/>
                  <a:gd name="connsiteX31-731" fmla="*/ 1485814 w 3502463"/>
                  <a:gd name="connsiteY31-732" fmla="*/ 1138906 h 4877658"/>
                  <a:gd name="connsiteX32-733" fmla="*/ 1489763 w 3502463"/>
                  <a:gd name="connsiteY32-734" fmla="*/ 1141203 h 4877658"/>
                  <a:gd name="connsiteX33-735" fmla="*/ 1979723 w 3502463"/>
                  <a:gd name="connsiteY33-736" fmla="*/ 858739 h 4877658"/>
                  <a:gd name="connsiteX34-737" fmla="*/ 1978674 w 3502463"/>
                  <a:gd name="connsiteY34-738" fmla="*/ 858130 h 4877658"/>
                  <a:gd name="connsiteX35-739" fmla="*/ 1976722 w 3502463"/>
                  <a:gd name="connsiteY35-740" fmla="*/ 287999 h 4877658"/>
                  <a:gd name="connsiteX36-741" fmla="*/ 1976721 w 3502463"/>
                  <a:gd name="connsiteY36-742" fmla="*/ 286028 h 4877658"/>
                  <a:gd name="connsiteX37-743" fmla="*/ 2472863 w 3502463"/>
                  <a:gd name="connsiteY37-744" fmla="*/ 0 h 4877658"/>
                  <a:gd name="connsiteX0-745" fmla="*/ 2472863 w 3502463"/>
                  <a:gd name="connsiteY0-746" fmla="*/ 0 h 4877658"/>
                  <a:gd name="connsiteX1-747" fmla="*/ 3499190 w 3502463"/>
                  <a:gd name="connsiteY1-748" fmla="*/ 596298 h 4877658"/>
                  <a:gd name="connsiteX2-749" fmla="*/ 3500515 w 3502463"/>
                  <a:gd name="connsiteY2-750" fmla="*/ 595634 h 4877658"/>
                  <a:gd name="connsiteX3-751" fmla="*/ 3502463 w 3502463"/>
                  <a:gd name="connsiteY3-752" fmla="*/ 1165691 h 4877658"/>
                  <a:gd name="connsiteX4-753" fmla="*/ 1525120 w 3502463"/>
                  <a:gd name="connsiteY4-754" fmla="*/ 4590390 h 4877658"/>
                  <a:gd name="connsiteX5-755" fmla="*/ 1028894 w 3502463"/>
                  <a:gd name="connsiteY5-756" fmla="*/ 4877004 h 4877658"/>
                  <a:gd name="connsiteX6-757" fmla="*/ 1028317 w 3502463"/>
                  <a:gd name="connsiteY6-758" fmla="*/ 4615809 h 4877658"/>
                  <a:gd name="connsiteX7-759" fmla="*/ 1027698 w 3502463"/>
                  <a:gd name="connsiteY7-760" fmla="*/ 4615773 h 4877658"/>
                  <a:gd name="connsiteX8-761" fmla="*/ 1028288 w 3502463"/>
                  <a:gd name="connsiteY8-762" fmla="*/ 4877658 h 4877658"/>
                  <a:gd name="connsiteX9-763" fmla="*/ 1952 w 3502463"/>
                  <a:gd name="connsiteY9-764" fmla="*/ 4280690 h 4877658"/>
                  <a:gd name="connsiteX10-765" fmla="*/ 0 w 3502463"/>
                  <a:gd name="connsiteY10-766" fmla="*/ 3711261 h 4877658"/>
                  <a:gd name="connsiteX11-767" fmla="*/ 343359 w 3502463"/>
                  <a:gd name="connsiteY11-768" fmla="*/ 3910612 h 4877658"/>
                  <a:gd name="connsiteX12-769" fmla="*/ 344013 w 3502463"/>
                  <a:gd name="connsiteY12-770" fmla="*/ 3909693 h 4877658"/>
                  <a:gd name="connsiteX13-771" fmla="*/ 0 w 3502463"/>
                  <a:gd name="connsiteY13-772" fmla="*/ 3709945 h 4877658"/>
                  <a:gd name="connsiteX14-773" fmla="*/ 496141 w 3502463"/>
                  <a:gd name="connsiteY14-774" fmla="*/ 3423262 h 4877658"/>
                  <a:gd name="connsiteX15-775" fmla="*/ 633345 w 3502463"/>
                  <a:gd name="connsiteY15-776" fmla="*/ 3503065 h 4877658"/>
                  <a:gd name="connsiteX16-777" fmla="*/ 634128 w 3502463"/>
                  <a:gd name="connsiteY16-778" fmla="*/ 3501964 h 4877658"/>
                  <a:gd name="connsiteX17-779" fmla="*/ 498785 w 3502463"/>
                  <a:gd name="connsiteY17-780" fmla="*/ 3423239 h 4877658"/>
                  <a:gd name="connsiteX18-781" fmla="*/ 497453 w 3502463"/>
                  <a:gd name="connsiteY18-782" fmla="*/ 2853810 h 4877658"/>
                  <a:gd name="connsiteX19-783" fmla="*/ 920450 w 3502463"/>
                  <a:gd name="connsiteY19-784" fmla="*/ 3099566 h 4877658"/>
                  <a:gd name="connsiteX20-785" fmla="*/ 497453 w 3502463"/>
                  <a:gd name="connsiteY20-786" fmla="*/ 2852493 h 4877658"/>
                  <a:gd name="connsiteX21-787" fmla="*/ 991341 w 3502463"/>
                  <a:gd name="connsiteY21-788" fmla="*/ 2566746 h 4877658"/>
                  <a:gd name="connsiteX22-789" fmla="*/ 989692 w 3502463"/>
                  <a:gd name="connsiteY22-790" fmla="*/ 2565787 h 4877658"/>
                  <a:gd name="connsiteX23-791" fmla="*/ 988360 w 3502463"/>
                  <a:gd name="connsiteY23-792" fmla="*/ 1996358 h 4877658"/>
                  <a:gd name="connsiteX24-793" fmla="*/ 988360 w 3502463"/>
                  <a:gd name="connsiteY24-794" fmla="*/ 1995040 h 4877658"/>
                  <a:gd name="connsiteX25-795" fmla="*/ 1483867 w 3502463"/>
                  <a:gd name="connsiteY25-796" fmla="*/ 1708358 h 4877658"/>
                  <a:gd name="connsiteX26-797" fmla="*/ 1487147 w 3502463"/>
                  <a:gd name="connsiteY26-798" fmla="*/ 1709037 h 4877658"/>
                  <a:gd name="connsiteX27-799" fmla="*/ 1485825 w 3502463"/>
                  <a:gd name="connsiteY27-800" fmla="*/ 1143487 h 4877658"/>
                  <a:gd name="connsiteX28-801" fmla="*/ 1485814 w 3502463"/>
                  <a:gd name="connsiteY28-802" fmla="*/ 1143480 h 4877658"/>
                  <a:gd name="connsiteX29-803" fmla="*/ 1485824 w 3502463"/>
                  <a:gd name="connsiteY29-804" fmla="*/ 1143474 h 4877658"/>
                  <a:gd name="connsiteX30-805" fmla="*/ 1485814 w 3502463"/>
                  <a:gd name="connsiteY30-806" fmla="*/ 1138906 h 4877658"/>
                  <a:gd name="connsiteX31-807" fmla="*/ 1489763 w 3502463"/>
                  <a:gd name="connsiteY31-808" fmla="*/ 1141203 h 4877658"/>
                  <a:gd name="connsiteX32-809" fmla="*/ 1979723 w 3502463"/>
                  <a:gd name="connsiteY32-810" fmla="*/ 858739 h 4877658"/>
                  <a:gd name="connsiteX33-811" fmla="*/ 1978674 w 3502463"/>
                  <a:gd name="connsiteY33-812" fmla="*/ 858130 h 4877658"/>
                  <a:gd name="connsiteX34-813" fmla="*/ 1976722 w 3502463"/>
                  <a:gd name="connsiteY34-814" fmla="*/ 287999 h 4877658"/>
                  <a:gd name="connsiteX35-815" fmla="*/ 1976721 w 3502463"/>
                  <a:gd name="connsiteY35-816" fmla="*/ 286028 h 4877658"/>
                  <a:gd name="connsiteX36-817" fmla="*/ 2472863 w 3502463"/>
                  <a:gd name="connsiteY36-818" fmla="*/ 0 h 4877658"/>
                  <a:gd name="connsiteX0-819" fmla="*/ 2472863 w 3502463"/>
                  <a:gd name="connsiteY0-820" fmla="*/ 0 h 4877658"/>
                  <a:gd name="connsiteX1-821" fmla="*/ 3499190 w 3502463"/>
                  <a:gd name="connsiteY1-822" fmla="*/ 596298 h 4877658"/>
                  <a:gd name="connsiteX2-823" fmla="*/ 3500515 w 3502463"/>
                  <a:gd name="connsiteY2-824" fmla="*/ 595634 h 4877658"/>
                  <a:gd name="connsiteX3-825" fmla="*/ 3502463 w 3502463"/>
                  <a:gd name="connsiteY3-826" fmla="*/ 1165691 h 4877658"/>
                  <a:gd name="connsiteX4-827" fmla="*/ 1525120 w 3502463"/>
                  <a:gd name="connsiteY4-828" fmla="*/ 4590390 h 4877658"/>
                  <a:gd name="connsiteX5-829" fmla="*/ 1028894 w 3502463"/>
                  <a:gd name="connsiteY5-830" fmla="*/ 4877004 h 4877658"/>
                  <a:gd name="connsiteX6-831" fmla="*/ 1028317 w 3502463"/>
                  <a:gd name="connsiteY6-832" fmla="*/ 4615809 h 4877658"/>
                  <a:gd name="connsiteX7-833" fmla="*/ 1027698 w 3502463"/>
                  <a:gd name="connsiteY7-834" fmla="*/ 4615773 h 4877658"/>
                  <a:gd name="connsiteX8-835" fmla="*/ 1028288 w 3502463"/>
                  <a:gd name="connsiteY8-836" fmla="*/ 4877658 h 4877658"/>
                  <a:gd name="connsiteX9-837" fmla="*/ 1952 w 3502463"/>
                  <a:gd name="connsiteY9-838" fmla="*/ 4280690 h 4877658"/>
                  <a:gd name="connsiteX10-839" fmla="*/ 0 w 3502463"/>
                  <a:gd name="connsiteY10-840" fmla="*/ 3711261 h 4877658"/>
                  <a:gd name="connsiteX11-841" fmla="*/ 343359 w 3502463"/>
                  <a:gd name="connsiteY11-842" fmla="*/ 3910612 h 4877658"/>
                  <a:gd name="connsiteX12-843" fmla="*/ 344013 w 3502463"/>
                  <a:gd name="connsiteY12-844" fmla="*/ 3909693 h 4877658"/>
                  <a:gd name="connsiteX13-845" fmla="*/ 0 w 3502463"/>
                  <a:gd name="connsiteY13-846" fmla="*/ 3709945 h 4877658"/>
                  <a:gd name="connsiteX14-847" fmla="*/ 496141 w 3502463"/>
                  <a:gd name="connsiteY14-848" fmla="*/ 3423262 h 4877658"/>
                  <a:gd name="connsiteX15-849" fmla="*/ 633345 w 3502463"/>
                  <a:gd name="connsiteY15-850" fmla="*/ 3503065 h 4877658"/>
                  <a:gd name="connsiteX16-851" fmla="*/ 634128 w 3502463"/>
                  <a:gd name="connsiteY16-852" fmla="*/ 3501964 h 4877658"/>
                  <a:gd name="connsiteX17-853" fmla="*/ 498785 w 3502463"/>
                  <a:gd name="connsiteY17-854" fmla="*/ 3423239 h 4877658"/>
                  <a:gd name="connsiteX18-855" fmla="*/ 497453 w 3502463"/>
                  <a:gd name="connsiteY18-856" fmla="*/ 2853810 h 4877658"/>
                  <a:gd name="connsiteX19-857" fmla="*/ 497453 w 3502463"/>
                  <a:gd name="connsiteY19-858" fmla="*/ 2852493 h 4877658"/>
                  <a:gd name="connsiteX20-859" fmla="*/ 991341 w 3502463"/>
                  <a:gd name="connsiteY20-860" fmla="*/ 2566746 h 4877658"/>
                  <a:gd name="connsiteX21-861" fmla="*/ 989692 w 3502463"/>
                  <a:gd name="connsiteY21-862" fmla="*/ 2565787 h 4877658"/>
                  <a:gd name="connsiteX22-863" fmla="*/ 988360 w 3502463"/>
                  <a:gd name="connsiteY22-864" fmla="*/ 1996358 h 4877658"/>
                  <a:gd name="connsiteX23-865" fmla="*/ 988360 w 3502463"/>
                  <a:gd name="connsiteY23-866" fmla="*/ 1995040 h 4877658"/>
                  <a:gd name="connsiteX24-867" fmla="*/ 1483867 w 3502463"/>
                  <a:gd name="connsiteY24-868" fmla="*/ 1708358 h 4877658"/>
                  <a:gd name="connsiteX25-869" fmla="*/ 1487147 w 3502463"/>
                  <a:gd name="connsiteY25-870" fmla="*/ 1709037 h 4877658"/>
                  <a:gd name="connsiteX26-871" fmla="*/ 1485825 w 3502463"/>
                  <a:gd name="connsiteY26-872" fmla="*/ 1143487 h 4877658"/>
                  <a:gd name="connsiteX27-873" fmla="*/ 1485814 w 3502463"/>
                  <a:gd name="connsiteY27-874" fmla="*/ 1143480 h 4877658"/>
                  <a:gd name="connsiteX28-875" fmla="*/ 1485824 w 3502463"/>
                  <a:gd name="connsiteY28-876" fmla="*/ 1143474 h 4877658"/>
                  <a:gd name="connsiteX29-877" fmla="*/ 1485814 w 3502463"/>
                  <a:gd name="connsiteY29-878" fmla="*/ 1138906 h 4877658"/>
                  <a:gd name="connsiteX30-879" fmla="*/ 1489763 w 3502463"/>
                  <a:gd name="connsiteY30-880" fmla="*/ 1141203 h 4877658"/>
                  <a:gd name="connsiteX31-881" fmla="*/ 1979723 w 3502463"/>
                  <a:gd name="connsiteY31-882" fmla="*/ 858739 h 4877658"/>
                  <a:gd name="connsiteX32-883" fmla="*/ 1978674 w 3502463"/>
                  <a:gd name="connsiteY32-884" fmla="*/ 858130 h 4877658"/>
                  <a:gd name="connsiteX33-885" fmla="*/ 1976722 w 3502463"/>
                  <a:gd name="connsiteY33-886" fmla="*/ 287999 h 4877658"/>
                  <a:gd name="connsiteX34-887" fmla="*/ 1976721 w 3502463"/>
                  <a:gd name="connsiteY34-888" fmla="*/ 286028 h 4877658"/>
                  <a:gd name="connsiteX35-889" fmla="*/ 2472863 w 3502463"/>
                  <a:gd name="connsiteY35-890" fmla="*/ 0 h 4877658"/>
                  <a:gd name="connsiteX0-891" fmla="*/ 2472863 w 3502463"/>
                  <a:gd name="connsiteY0-892" fmla="*/ 0 h 4877658"/>
                  <a:gd name="connsiteX1-893" fmla="*/ 3499190 w 3502463"/>
                  <a:gd name="connsiteY1-894" fmla="*/ 596298 h 4877658"/>
                  <a:gd name="connsiteX2-895" fmla="*/ 3500515 w 3502463"/>
                  <a:gd name="connsiteY2-896" fmla="*/ 595634 h 4877658"/>
                  <a:gd name="connsiteX3-897" fmla="*/ 3502463 w 3502463"/>
                  <a:gd name="connsiteY3-898" fmla="*/ 1165691 h 4877658"/>
                  <a:gd name="connsiteX4-899" fmla="*/ 1525120 w 3502463"/>
                  <a:gd name="connsiteY4-900" fmla="*/ 4590390 h 4877658"/>
                  <a:gd name="connsiteX5-901" fmla="*/ 1028894 w 3502463"/>
                  <a:gd name="connsiteY5-902" fmla="*/ 4877004 h 4877658"/>
                  <a:gd name="connsiteX6-903" fmla="*/ 1028317 w 3502463"/>
                  <a:gd name="connsiteY6-904" fmla="*/ 4615809 h 4877658"/>
                  <a:gd name="connsiteX7-905" fmla="*/ 1027698 w 3502463"/>
                  <a:gd name="connsiteY7-906" fmla="*/ 4615773 h 4877658"/>
                  <a:gd name="connsiteX8-907" fmla="*/ 1028288 w 3502463"/>
                  <a:gd name="connsiteY8-908" fmla="*/ 4877658 h 4877658"/>
                  <a:gd name="connsiteX9-909" fmla="*/ 1952 w 3502463"/>
                  <a:gd name="connsiteY9-910" fmla="*/ 4280690 h 4877658"/>
                  <a:gd name="connsiteX10-911" fmla="*/ 0 w 3502463"/>
                  <a:gd name="connsiteY10-912" fmla="*/ 3711261 h 4877658"/>
                  <a:gd name="connsiteX11-913" fmla="*/ 343359 w 3502463"/>
                  <a:gd name="connsiteY11-914" fmla="*/ 3910612 h 4877658"/>
                  <a:gd name="connsiteX12-915" fmla="*/ 344013 w 3502463"/>
                  <a:gd name="connsiteY12-916" fmla="*/ 3909693 h 4877658"/>
                  <a:gd name="connsiteX13-917" fmla="*/ 0 w 3502463"/>
                  <a:gd name="connsiteY13-918" fmla="*/ 3709945 h 4877658"/>
                  <a:gd name="connsiteX14-919" fmla="*/ 496141 w 3502463"/>
                  <a:gd name="connsiteY14-920" fmla="*/ 3423262 h 4877658"/>
                  <a:gd name="connsiteX15-921" fmla="*/ 633345 w 3502463"/>
                  <a:gd name="connsiteY15-922" fmla="*/ 3503065 h 4877658"/>
                  <a:gd name="connsiteX16-923" fmla="*/ 498785 w 3502463"/>
                  <a:gd name="connsiteY16-924" fmla="*/ 3423239 h 4877658"/>
                  <a:gd name="connsiteX17-925" fmla="*/ 497453 w 3502463"/>
                  <a:gd name="connsiteY17-926" fmla="*/ 2853810 h 4877658"/>
                  <a:gd name="connsiteX18-927" fmla="*/ 497453 w 3502463"/>
                  <a:gd name="connsiteY18-928" fmla="*/ 2852493 h 4877658"/>
                  <a:gd name="connsiteX19-929" fmla="*/ 991341 w 3502463"/>
                  <a:gd name="connsiteY19-930" fmla="*/ 2566746 h 4877658"/>
                  <a:gd name="connsiteX20-931" fmla="*/ 989692 w 3502463"/>
                  <a:gd name="connsiteY20-932" fmla="*/ 2565787 h 4877658"/>
                  <a:gd name="connsiteX21-933" fmla="*/ 988360 w 3502463"/>
                  <a:gd name="connsiteY21-934" fmla="*/ 1996358 h 4877658"/>
                  <a:gd name="connsiteX22-935" fmla="*/ 988360 w 3502463"/>
                  <a:gd name="connsiteY22-936" fmla="*/ 1995040 h 4877658"/>
                  <a:gd name="connsiteX23-937" fmla="*/ 1483867 w 3502463"/>
                  <a:gd name="connsiteY23-938" fmla="*/ 1708358 h 4877658"/>
                  <a:gd name="connsiteX24-939" fmla="*/ 1487147 w 3502463"/>
                  <a:gd name="connsiteY24-940" fmla="*/ 1709037 h 4877658"/>
                  <a:gd name="connsiteX25-941" fmla="*/ 1485825 w 3502463"/>
                  <a:gd name="connsiteY25-942" fmla="*/ 1143487 h 4877658"/>
                  <a:gd name="connsiteX26-943" fmla="*/ 1485814 w 3502463"/>
                  <a:gd name="connsiteY26-944" fmla="*/ 1143480 h 4877658"/>
                  <a:gd name="connsiteX27-945" fmla="*/ 1485824 w 3502463"/>
                  <a:gd name="connsiteY27-946" fmla="*/ 1143474 h 4877658"/>
                  <a:gd name="connsiteX28-947" fmla="*/ 1485814 w 3502463"/>
                  <a:gd name="connsiteY28-948" fmla="*/ 1138906 h 4877658"/>
                  <a:gd name="connsiteX29-949" fmla="*/ 1489763 w 3502463"/>
                  <a:gd name="connsiteY29-950" fmla="*/ 1141203 h 4877658"/>
                  <a:gd name="connsiteX30-951" fmla="*/ 1979723 w 3502463"/>
                  <a:gd name="connsiteY30-952" fmla="*/ 858739 h 4877658"/>
                  <a:gd name="connsiteX31-953" fmla="*/ 1978674 w 3502463"/>
                  <a:gd name="connsiteY31-954" fmla="*/ 858130 h 4877658"/>
                  <a:gd name="connsiteX32-955" fmla="*/ 1976722 w 3502463"/>
                  <a:gd name="connsiteY32-956" fmla="*/ 287999 h 4877658"/>
                  <a:gd name="connsiteX33-957" fmla="*/ 1976721 w 3502463"/>
                  <a:gd name="connsiteY33-958" fmla="*/ 286028 h 4877658"/>
                  <a:gd name="connsiteX34-959" fmla="*/ 2472863 w 3502463"/>
                  <a:gd name="connsiteY34-960" fmla="*/ 0 h 4877658"/>
                  <a:gd name="connsiteX0-961" fmla="*/ 2472863 w 3502463"/>
                  <a:gd name="connsiteY0-962" fmla="*/ 0 h 4877658"/>
                  <a:gd name="connsiteX1-963" fmla="*/ 3499190 w 3502463"/>
                  <a:gd name="connsiteY1-964" fmla="*/ 596298 h 4877658"/>
                  <a:gd name="connsiteX2-965" fmla="*/ 3500515 w 3502463"/>
                  <a:gd name="connsiteY2-966" fmla="*/ 595634 h 4877658"/>
                  <a:gd name="connsiteX3-967" fmla="*/ 3502463 w 3502463"/>
                  <a:gd name="connsiteY3-968" fmla="*/ 1165691 h 4877658"/>
                  <a:gd name="connsiteX4-969" fmla="*/ 1525120 w 3502463"/>
                  <a:gd name="connsiteY4-970" fmla="*/ 4590390 h 4877658"/>
                  <a:gd name="connsiteX5-971" fmla="*/ 1028894 w 3502463"/>
                  <a:gd name="connsiteY5-972" fmla="*/ 4877004 h 4877658"/>
                  <a:gd name="connsiteX6-973" fmla="*/ 1028317 w 3502463"/>
                  <a:gd name="connsiteY6-974" fmla="*/ 4615809 h 4877658"/>
                  <a:gd name="connsiteX7-975" fmla="*/ 1027698 w 3502463"/>
                  <a:gd name="connsiteY7-976" fmla="*/ 4615773 h 4877658"/>
                  <a:gd name="connsiteX8-977" fmla="*/ 1028288 w 3502463"/>
                  <a:gd name="connsiteY8-978" fmla="*/ 4877658 h 4877658"/>
                  <a:gd name="connsiteX9-979" fmla="*/ 1952 w 3502463"/>
                  <a:gd name="connsiteY9-980" fmla="*/ 4280690 h 4877658"/>
                  <a:gd name="connsiteX10-981" fmla="*/ 0 w 3502463"/>
                  <a:gd name="connsiteY10-982" fmla="*/ 3711261 h 4877658"/>
                  <a:gd name="connsiteX11-983" fmla="*/ 343359 w 3502463"/>
                  <a:gd name="connsiteY11-984" fmla="*/ 3910612 h 4877658"/>
                  <a:gd name="connsiteX12-985" fmla="*/ 344013 w 3502463"/>
                  <a:gd name="connsiteY12-986" fmla="*/ 3909693 h 4877658"/>
                  <a:gd name="connsiteX13-987" fmla="*/ 0 w 3502463"/>
                  <a:gd name="connsiteY13-988" fmla="*/ 3709945 h 4877658"/>
                  <a:gd name="connsiteX14-989" fmla="*/ 496141 w 3502463"/>
                  <a:gd name="connsiteY14-990" fmla="*/ 3423262 h 4877658"/>
                  <a:gd name="connsiteX15-991" fmla="*/ 498785 w 3502463"/>
                  <a:gd name="connsiteY15-992" fmla="*/ 3423239 h 4877658"/>
                  <a:gd name="connsiteX16-993" fmla="*/ 497453 w 3502463"/>
                  <a:gd name="connsiteY16-994" fmla="*/ 2853810 h 4877658"/>
                  <a:gd name="connsiteX17-995" fmla="*/ 497453 w 3502463"/>
                  <a:gd name="connsiteY17-996" fmla="*/ 2852493 h 4877658"/>
                  <a:gd name="connsiteX18-997" fmla="*/ 991341 w 3502463"/>
                  <a:gd name="connsiteY18-998" fmla="*/ 2566746 h 4877658"/>
                  <a:gd name="connsiteX19-999" fmla="*/ 989692 w 3502463"/>
                  <a:gd name="connsiteY19-1000" fmla="*/ 2565787 h 4877658"/>
                  <a:gd name="connsiteX20-1001" fmla="*/ 988360 w 3502463"/>
                  <a:gd name="connsiteY20-1002" fmla="*/ 1996358 h 4877658"/>
                  <a:gd name="connsiteX21-1003" fmla="*/ 988360 w 3502463"/>
                  <a:gd name="connsiteY21-1004" fmla="*/ 1995040 h 4877658"/>
                  <a:gd name="connsiteX22-1005" fmla="*/ 1483867 w 3502463"/>
                  <a:gd name="connsiteY22-1006" fmla="*/ 1708358 h 4877658"/>
                  <a:gd name="connsiteX23-1007" fmla="*/ 1487147 w 3502463"/>
                  <a:gd name="connsiteY23-1008" fmla="*/ 1709037 h 4877658"/>
                  <a:gd name="connsiteX24-1009" fmla="*/ 1485825 w 3502463"/>
                  <a:gd name="connsiteY24-1010" fmla="*/ 1143487 h 4877658"/>
                  <a:gd name="connsiteX25-1011" fmla="*/ 1485814 w 3502463"/>
                  <a:gd name="connsiteY25-1012" fmla="*/ 1143480 h 4877658"/>
                  <a:gd name="connsiteX26-1013" fmla="*/ 1485824 w 3502463"/>
                  <a:gd name="connsiteY26-1014" fmla="*/ 1143474 h 4877658"/>
                  <a:gd name="connsiteX27-1015" fmla="*/ 1485814 w 3502463"/>
                  <a:gd name="connsiteY27-1016" fmla="*/ 1138906 h 4877658"/>
                  <a:gd name="connsiteX28-1017" fmla="*/ 1489763 w 3502463"/>
                  <a:gd name="connsiteY28-1018" fmla="*/ 1141203 h 4877658"/>
                  <a:gd name="connsiteX29-1019" fmla="*/ 1979723 w 3502463"/>
                  <a:gd name="connsiteY29-1020" fmla="*/ 858739 h 4877658"/>
                  <a:gd name="connsiteX30-1021" fmla="*/ 1978674 w 3502463"/>
                  <a:gd name="connsiteY30-1022" fmla="*/ 858130 h 4877658"/>
                  <a:gd name="connsiteX31-1023" fmla="*/ 1976722 w 3502463"/>
                  <a:gd name="connsiteY31-1024" fmla="*/ 287999 h 4877658"/>
                  <a:gd name="connsiteX32-1025" fmla="*/ 1976721 w 3502463"/>
                  <a:gd name="connsiteY32-1026" fmla="*/ 286028 h 4877658"/>
                  <a:gd name="connsiteX33-1027" fmla="*/ 2472863 w 3502463"/>
                  <a:gd name="connsiteY33-1028" fmla="*/ 0 h 4877658"/>
                  <a:gd name="connsiteX0-1029" fmla="*/ 2472863 w 3502463"/>
                  <a:gd name="connsiteY0-1030" fmla="*/ 0 h 4877658"/>
                  <a:gd name="connsiteX1-1031" fmla="*/ 3499190 w 3502463"/>
                  <a:gd name="connsiteY1-1032" fmla="*/ 596298 h 4877658"/>
                  <a:gd name="connsiteX2-1033" fmla="*/ 3500515 w 3502463"/>
                  <a:gd name="connsiteY2-1034" fmla="*/ 595634 h 4877658"/>
                  <a:gd name="connsiteX3-1035" fmla="*/ 3502463 w 3502463"/>
                  <a:gd name="connsiteY3-1036" fmla="*/ 1165691 h 4877658"/>
                  <a:gd name="connsiteX4-1037" fmla="*/ 1525120 w 3502463"/>
                  <a:gd name="connsiteY4-1038" fmla="*/ 4590390 h 4877658"/>
                  <a:gd name="connsiteX5-1039" fmla="*/ 1028894 w 3502463"/>
                  <a:gd name="connsiteY5-1040" fmla="*/ 4877004 h 4877658"/>
                  <a:gd name="connsiteX6-1041" fmla="*/ 1028317 w 3502463"/>
                  <a:gd name="connsiteY6-1042" fmla="*/ 4615809 h 4877658"/>
                  <a:gd name="connsiteX7-1043" fmla="*/ 1027698 w 3502463"/>
                  <a:gd name="connsiteY7-1044" fmla="*/ 4615773 h 4877658"/>
                  <a:gd name="connsiteX8-1045" fmla="*/ 1028288 w 3502463"/>
                  <a:gd name="connsiteY8-1046" fmla="*/ 4877658 h 4877658"/>
                  <a:gd name="connsiteX9-1047" fmla="*/ 1952 w 3502463"/>
                  <a:gd name="connsiteY9-1048" fmla="*/ 4280690 h 4877658"/>
                  <a:gd name="connsiteX10-1049" fmla="*/ 0 w 3502463"/>
                  <a:gd name="connsiteY10-1050" fmla="*/ 3711261 h 4877658"/>
                  <a:gd name="connsiteX11-1051" fmla="*/ 343359 w 3502463"/>
                  <a:gd name="connsiteY11-1052" fmla="*/ 3910612 h 4877658"/>
                  <a:gd name="connsiteX12-1053" fmla="*/ 252573 w 3502463"/>
                  <a:gd name="connsiteY12-1054" fmla="*/ 4001133 h 4877658"/>
                  <a:gd name="connsiteX13-1055" fmla="*/ 0 w 3502463"/>
                  <a:gd name="connsiteY13-1056" fmla="*/ 3709945 h 4877658"/>
                  <a:gd name="connsiteX14-1057" fmla="*/ 496141 w 3502463"/>
                  <a:gd name="connsiteY14-1058" fmla="*/ 3423262 h 4877658"/>
                  <a:gd name="connsiteX15-1059" fmla="*/ 498785 w 3502463"/>
                  <a:gd name="connsiteY15-1060" fmla="*/ 3423239 h 4877658"/>
                  <a:gd name="connsiteX16-1061" fmla="*/ 497453 w 3502463"/>
                  <a:gd name="connsiteY16-1062" fmla="*/ 2853810 h 4877658"/>
                  <a:gd name="connsiteX17-1063" fmla="*/ 497453 w 3502463"/>
                  <a:gd name="connsiteY17-1064" fmla="*/ 2852493 h 4877658"/>
                  <a:gd name="connsiteX18-1065" fmla="*/ 991341 w 3502463"/>
                  <a:gd name="connsiteY18-1066" fmla="*/ 2566746 h 4877658"/>
                  <a:gd name="connsiteX19-1067" fmla="*/ 989692 w 3502463"/>
                  <a:gd name="connsiteY19-1068" fmla="*/ 2565787 h 4877658"/>
                  <a:gd name="connsiteX20-1069" fmla="*/ 988360 w 3502463"/>
                  <a:gd name="connsiteY20-1070" fmla="*/ 1996358 h 4877658"/>
                  <a:gd name="connsiteX21-1071" fmla="*/ 988360 w 3502463"/>
                  <a:gd name="connsiteY21-1072" fmla="*/ 1995040 h 4877658"/>
                  <a:gd name="connsiteX22-1073" fmla="*/ 1483867 w 3502463"/>
                  <a:gd name="connsiteY22-1074" fmla="*/ 1708358 h 4877658"/>
                  <a:gd name="connsiteX23-1075" fmla="*/ 1487147 w 3502463"/>
                  <a:gd name="connsiteY23-1076" fmla="*/ 1709037 h 4877658"/>
                  <a:gd name="connsiteX24-1077" fmla="*/ 1485825 w 3502463"/>
                  <a:gd name="connsiteY24-1078" fmla="*/ 1143487 h 4877658"/>
                  <a:gd name="connsiteX25-1079" fmla="*/ 1485814 w 3502463"/>
                  <a:gd name="connsiteY25-1080" fmla="*/ 1143480 h 4877658"/>
                  <a:gd name="connsiteX26-1081" fmla="*/ 1485824 w 3502463"/>
                  <a:gd name="connsiteY26-1082" fmla="*/ 1143474 h 4877658"/>
                  <a:gd name="connsiteX27-1083" fmla="*/ 1485814 w 3502463"/>
                  <a:gd name="connsiteY27-1084" fmla="*/ 1138906 h 4877658"/>
                  <a:gd name="connsiteX28-1085" fmla="*/ 1489763 w 3502463"/>
                  <a:gd name="connsiteY28-1086" fmla="*/ 1141203 h 4877658"/>
                  <a:gd name="connsiteX29-1087" fmla="*/ 1979723 w 3502463"/>
                  <a:gd name="connsiteY29-1088" fmla="*/ 858739 h 4877658"/>
                  <a:gd name="connsiteX30-1089" fmla="*/ 1978674 w 3502463"/>
                  <a:gd name="connsiteY30-1090" fmla="*/ 858130 h 4877658"/>
                  <a:gd name="connsiteX31-1091" fmla="*/ 1976722 w 3502463"/>
                  <a:gd name="connsiteY31-1092" fmla="*/ 287999 h 4877658"/>
                  <a:gd name="connsiteX32-1093" fmla="*/ 1976721 w 3502463"/>
                  <a:gd name="connsiteY32-1094" fmla="*/ 286028 h 4877658"/>
                  <a:gd name="connsiteX33-1095" fmla="*/ 2472863 w 3502463"/>
                  <a:gd name="connsiteY33-1096" fmla="*/ 0 h 4877658"/>
                  <a:gd name="connsiteX0-1097" fmla="*/ 2472863 w 3502463"/>
                  <a:gd name="connsiteY0-1098" fmla="*/ 0 h 4877658"/>
                  <a:gd name="connsiteX1-1099" fmla="*/ 3499190 w 3502463"/>
                  <a:gd name="connsiteY1-1100" fmla="*/ 596298 h 4877658"/>
                  <a:gd name="connsiteX2-1101" fmla="*/ 3500515 w 3502463"/>
                  <a:gd name="connsiteY2-1102" fmla="*/ 595634 h 4877658"/>
                  <a:gd name="connsiteX3-1103" fmla="*/ 3502463 w 3502463"/>
                  <a:gd name="connsiteY3-1104" fmla="*/ 1165691 h 4877658"/>
                  <a:gd name="connsiteX4-1105" fmla="*/ 1525120 w 3502463"/>
                  <a:gd name="connsiteY4-1106" fmla="*/ 4590390 h 4877658"/>
                  <a:gd name="connsiteX5-1107" fmla="*/ 1028894 w 3502463"/>
                  <a:gd name="connsiteY5-1108" fmla="*/ 4877004 h 4877658"/>
                  <a:gd name="connsiteX6-1109" fmla="*/ 1028317 w 3502463"/>
                  <a:gd name="connsiteY6-1110" fmla="*/ 4615809 h 4877658"/>
                  <a:gd name="connsiteX7-1111" fmla="*/ 1027698 w 3502463"/>
                  <a:gd name="connsiteY7-1112" fmla="*/ 4615773 h 4877658"/>
                  <a:gd name="connsiteX8-1113" fmla="*/ 1028288 w 3502463"/>
                  <a:gd name="connsiteY8-1114" fmla="*/ 4877658 h 4877658"/>
                  <a:gd name="connsiteX9-1115" fmla="*/ 1952 w 3502463"/>
                  <a:gd name="connsiteY9-1116" fmla="*/ 4280690 h 4877658"/>
                  <a:gd name="connsiteX10-1117" fmla="*/ 0 w 3502463"/>
                  <a:gd name="connsiteY10-1118" fmla="*/ 3711261 h 4877658"/>
                  <a:gd name="connsiteX11-1119" fmla="*/ 343359 w 3502463"/>
                  <a:gd name="connsiteY11-1120" fmla="*/ 3910612 h 4877658"/>
                  <a:gd name="connsiteX12-1121" fmla="*/ 0 w 3502463"/>
                  <a:gd name="connsiteY12-1122" fmla="*/ 3709945 h 4877658"/>
                  <a:gd name="connsiteX13-1123" fmla="*/ 496141 w 3502463"/>
                  <a:gd name="connsiteY13-1124" fmla="*/ 3423262 h 4877658"/>
                  <a:gd name="connsiteX14-1125" fmla="*/ 498785 w 3502463"/>
                  <a:gd name="connsiteY14-1126" fmla="*/ 3423239 h 4877658"/>
                  <a:gd name="connsiteX15-1127" fmla="*/ 497453 w 3502463"/>
                  <a:gd name="connsiteY15-1128" fmla="*/ 2853810 h 4877658"/>
                  <a:gd name="connsiteX16-1129" fmla="*/ 497453 w 3502463"/>
                  <a:gd name="connsiteY16-1130" fmla="*/ 2852493 h 4877658"/>
                  <a:gd name="connsiteX17-1131" fmla="*/ 991341 w 3502463"/>
                  <a:gd name="connsiteY17-1132" fmla="*/ 2566746 h 4877658"/>
                  <a:gd name="connsiteX18-1133" fmla="*/ 989692 w 3502463"/>
                  <a:gd name="connsiteY18-1134" fmla="*/ 2565787 h 4877658"/>
                  <a:gd name="connsiteX19-1135" fmla="*/ 988360 w 3502463"/>
                  <a:gd name="connsiteY19-1136" fmla="*/ 1996358 h 4877658"/>
                  <a:gd name="connsiteX20-1137" fmla="*/ 988360 w 3502463"/>
                  <a:gd name="connsiteY20-1138" fmla="*/ 1995040 h 4877658"/>
                  <a:gd name="connsiteX21-1139" fmla="*/ 1483867 w 3502463"/>
                  <a:gd name="connsiteY21-1140" fmla="*/ 1708358 h 4877658"/>
                  <a:gd name="connsiteX22-1141" fmla="*/ 1487147 w 3502463"/>
                  <a:gd name="connsiteY22-1142" fmla="*/ 1709037 h 4877658"/>
                  <a:gd name="connsiteX23-1143" fmla="*/ 1485825 w 3502463"/>
                  <a:gd name="connsiteY23-1144" fmla="*/ 1143487 h 4877658"/>
                  <a:gd name="connsiteX24-1145" fmla="*/ 1485814 w 3502463"/>
                  <a:gd name="connsiteY24-1146" fmla="*/ 1143480 h 4877658"/>
                  <a:gd name="connsiteX25-1147" fmla="*/ 1485824 w 3502463"/>
                  <a:gd name="connsiteY25-1148" fmla="*/ 1143474 h 4877658"/>
                  <a:gd name="connsiteX26-1149" fmla="*/ 1485814 w 3502463"/>
                  <a:gd name="connsiteY26-1150" fmla="*/ 1138906 h 4877658"/>
                  <a:gd name="connsiteX27-1151" fmla="*/ 1489763 w 3502463"/>
                  <a:gd name="connsiteY27-1152" fmla="*/ 1141203 h 4877658"/>
                  <a:gd name="connsiteX28-1153" fmla="*/ 1979723 w 3502463"/>
                  <a:gd name="connsiteY28-1154" fmla="*/ 858739 h 4877658"/>
                  <a:gd name="connsiteX29-1155" fmla="*/ 1978674 w 3502463"/>
                  <a:gd name="connsiteY29-1156" fmla="*/ 858130 h 4877658"/>
                  <a:gd name="connsiteX30-1157" fmla="*/ 1976722 w 3502463"/>
                  <a:gd name="connsiteY30-1158" fmla="*/ 287999 h 4877658"/>
                  <a:gd name="connsiteX31-1159" fmla="*/ 1976721 w 3502463"/>
                  <a:gd name="connsiteY31-1160" fmla="*/ 286028 h 4877658"/>
                  <a:gd name="connsiteX32-1161" fmla="*/ 2472863 w 3502463"/>
                  <a:gd name="connsiteY32-1162" fmla="*/ 0 h 4877658"/>
                  <a:gd name="connsiteX0-1163" fmla="*/ 2472863 w 3502463"/>
                  <a:gd name="connsiteY0-1164" fmla="*/ 0 h 4877658"/>
                  <a:gd name="connsiteX1-1165" fmla="*/ 3499190 w 3502463"/>
                  <a:gd name="connsiteY1-1166" fmla="*/ 596298 h 4877658"/>
                  <a:gd name="connsiteX2-1167" fmla="*/ 3500515 w 3502463"/>
                  <a:gd name="connsiteY2-1168" fmla="*/ 595634 h 4877658"/>
                  <a:gd name="connsiteX3-1169" fmla="*/ 3502463 w 3502463"/>
                  <a:gd name="connsiteY3-1170" fmla="*/ 1165691 h 4877658"/>
                  <a:gd name="connsiteX4-1171" fmla="*/ 1525120 w 3502463"/>
                  <a:gd name="connsiteY4-1172" fmla="*/ 4590390 h 4877658"/>
                  <a:gd name="connsiteX5-1173" fmla="*/ 1028894 w 3502463"/>
                  <a:gd name="connsiteY5-1174" fmla="*/ 4877004 h 4877658"/>
                  <a:gd name="connsiteX6-1175" fmla="*/ 1028317 w 3502463"/>
                  <a:gd name="connsiteY6-1176" fmla="*/ 4615809 h 4877658"/>
                  <a:gd name="connsiteX7-1177" fmla="*/ 1027698 w 3502463"/>
                  <a:gd name="connsiteY7-1178" fmla="*/ 4615773 h 4877658"/>
                  <a:gd name="connsiteX8-1179" fmla="*/ 1028288 w 3502463"/>
                  <a:gd name="connsiteY8-1180" fmla="*/ 4877658 h 4877658"/>
                  <a:gd name="connsiteX9-1181" fmla="*/ 1952 w 3502463"/>
                  <a:gd name="connsiteY9-1182" fmla="*/ 4280690 h 4877658"/>
                  <a:gd name="connsiteX10-1183" fmla="*/ 0 w 3502463"/>
                  <a:gd name="connsiteY10-1184" fmla="*/ 3711261 h 4877658"/>
                  <a:gd name="connsiteX11-1185" fmla="*/ 0 w 3502463"/>
                  <a:gd name="connsiteY11-1186" fmla="*/ 3709945 h 4877658"/>
                  <a:gd name="connsiteX12-1187" fmla="*/ 496141 w 3502463"/>
                  <a:gd name="connsiteY12-1188" fmla="*/ 3423262 h 4877658"/>
                  <a:gd name="connsiteX13-1189" fmla="*/ 498785 w 3502463"/>
                  <a:gd name="connsiteY13-1190" fmla="*/ 3423239 h 4877658"/>
                  <a:gd name="connsiteX14-1191" fmla="*/ 497453 w 3502463"/>
                  <a:gd name="connsiteY14-1192" fmla="*/ 2853810 h 4877658"/>
                  <a:gd name="connsiteX15-1193" fmla="*/ 497453 w 3502463"/>
                  <a:gd name="connsiteY15-1194" fmla="*/ 2852493 h 4877658"/>
                  <a:gd name="connsiteX16-1195" fmla="*/ 991341 w 3502463"/>
                  <a:gd name="connsiteY16-1196" fmla="*/ 2566746 h 4877658"/>
                  <a:gd name="connsiteX17-1197" fmla="*/ 989692 w 3502463"/>
                  <a:gd name="connsiteY17-1198" fmla="*/ 2565787 h 4877658"/>
                  <a:gd name="connsiteX18-1199" fmla="*/ 988360 w 3502463"/>
                  <a:gd name="connsiteY18-1200" fmla="*/ 1996358 h 4877658"/>
                  <a:gd name="connsiteX19-1201" fmla="*/ 988360 w 3502463"/>
                  <a:gd name="connsiteY19-1202" fmla="*/ 1995040 h 4877658"/>
                  <a:gd name="connsiteX20-1203" fmla="*/ 1483867 w 3502463"/>
                  <a:gd name="connsiteY20-1204" fmla="*/ 1708358 h 4877658"/>
                  <a:gd name="connsiteX21-1205" fmla="*/ 1487147 w 3502463"/>
                  <a:gd name="connsiteY21-1206" fmla="*/ 1709037 h 4877658"/>
                  <a:gd name="connsiteX22-1207" fmla="*/ 1485825 w 3502463"/>
                  <a:gd name="connsiteY22-1208" fmla="*/ 1143487 h 4877658"/>
                  <a:gd name="connsiteX23-1209" fmla="*/ 1485814 w 3502463"/>
                  <a:gd name="connsiteY23-1210" fmla="*/ 1143480 h 4877658"/>
                  <a:gd name="connsiteX24-1211" fmla="*/ 1485824 w 3502463"/>
                  <a:gd name="connsiteY24-1212" fmla="*/ 1143474 h 4877658"/>
                  <a:gd name="connsiteX25-1213" fmla="*/ 1485814 w 3502463"/>
                  <a:gd name="connsiteY25-1214" fmla="*/ 1138906 h 4877658"/>
                  <a:gd name="connsiteX26-1215" fmla="*/ 1489763 w 3502463"/>
                  <a:gd name="connsiteY26-1216" fmla="*/ 1141203 h 4877658"/>
                  <a:gd name="connsiteX27-1217" fmla="*/ 1979723 w 3502463"/>
                  <a:gd name="connsiteY27-1218" fmla="*/ 858739 h 4877658"/>
                  <a:gd name="connsiteX28-1219" fmla="*/ 1978674 w 3502463"/>
                  <a:gd name="connsiteY28-1220" fmla="*/ 858130 h 4877658"/>
                  <a:gd name="connsiteX29-1221" fmla="*/ 1976722 w 3502463"/>
                  <a:gd name="connsiteY29-1222" fmla="*/ 287999 h 4877658"/>
                  <a:gd name="connsiteX30-1223" fmla="*/ 1976721 w 3502463"/>
                  <a:gd name="connsiteY30-1224" fmla="*/ 286028 h 4877658"/>
                  <a:gd name="connsiteX31-1225" fmla="*/ 2472863 w 3502463"/>
                  <a:gd name="connsiteY31-1226" fmla="*/ 0 h 4877658"/>
                  <a:gd name="connsiteX0-1227" fmla="*/ 2472863 w 3502463"/>
                  <a:gd name="connsiteY0-1228" fmla="*/ 0 h 4877658"/>
                  <a:gd name="connsiteX1-1229" fmla="*/ 3499190 w 3502463"/>
                  <a:gd name="connsiteY1-1230" fmla="*/ 596298 h 4877658"/>
                  <a:gd name="connsiteX2-1231" fmla="*/ 3500515 w 3502463"/>
                  <a:gd name="connsiteY2-1232" fmla="*/ 595634 h 4877658"/>
                  <a:gd name="connsiteX3-1233" fmla="*/ 3502463 w 3502463"/>
                  <a:gd name="connsiteY3-1234" fmla="*/ 1165691 h 4877658"/>
                  <a:gd name="connsiteX4-1235" fmla="*/ 1525120 w 3502463"/>
                  <a:gd name="connsiteY4-1236" fmla="*/ 4590390 h 4877658"/>
                  <a:gd name="connsiteX5-1237" fmla="*/ 1028894 w 3502463"/>
                  <a:gd name="connsiteY5-1238" fmla="*/ 4877004 h 4877658"/>
                  <a:gd name="connsiteX6-1239" fmla="*/ 1028317 w 3502463"/>
                  <a:gd name="connsiteY6-1240" fmla="*/ 4615809 h 4877658"/>
                  <a:gd name="connsiteX7-1241" fmla="*/ 1028288 w 3502463"/>
                  <a:gd name="connsiteY7-1242" fmla="*/ 4877658 h 4877658"/>
                  <a:gd name="connsiteX8-1243" fmla="*/ 1952 w 3502463"/>
                  <a:gd name="connsiteY8-1244" fmla="*/ 4280690 h 4877658"/>
                  <a:gd name="connsiteX9-1245" fmla="*/ 0 w 3502463"/>
                  <a:gd name="connsiteY9-1246" fmla="*/ 3711261 h 4877658"/>
                  <a:gd name="connsiteX10-1247" fmla="*/ 0 w 3502463"/>
                  <a:gd name="connsiteY10-1248" fmla="*/ 3709945 h 4877658"/>
                  <a:gd name="connsiteX11-1249" fmla="*/ 496141 w 3502463"/>
                  <a:gd name="connsiteY11-1250" fmla="*/ 3423262 h 4877658"/>
                  <a:gd name="connsiteX12-1251" fmla="*/ 498785 w 3502463"/>
                  <a:gd name="connsiteY12-1252" fmla="*/ 3423239 h 4877658"/>
                  <a:gd name="connsiteX13-1253" fmla="*/ 497453 w 3502463"/>
                  <a:gd name="connsiteY13-1254" fmla="*/ 2853810 h 4877658"/>
                  <a:gd name="connsiteX14-1255" fmla="*/ 497453 w 3502463"/>
                  <a:gd name="connsiteY14-1256" fmla="*/ 2852493 h 4877658"/>
                  <a:gd name="connsiteX15-1257" fmla="*/ 991341 w 3502463"/>
                  <a:gd name="connsiteY15-1258" fmla="*/ 2566746 h 4877658"/>
                  <a:gd name="connsiteX16-1259" fmla="*/ 989692 w 3502463"/>
                  <a:gd name="connsiteY16-1260" fmla="*/ 2565787 h 4877658"/>
                  <a:gd name="connsiteX17-1261" fmla="*/ 988360 w 3502463"/>
                  <a:gd name="connsiteY17-1262" fmla="*/ 1996358 h 4877658"/>
                  <a:gd name="connsiteX18-1263" fmla="*/ 988360 w 3502463"/>
                  <a:gd name="connsiteY18-1264" fmla="*/ 1995040 h 4877658"/>
                  <a:gd name="connsiteX19-1265" fmla="*/ 1483867 w 3502463"/>
                  <a:gd name="connsiteY19-1266" fmla="*/ 1708358 h 4877658"/>
                  <a:gd name="connsiteX20-1267" fmla="*/ 1487147 w 3502463"/>
                  <a:gd name="connsiteY20-1268" fmla="*/ 1709037 h 4877658"/>
                  <a:gd name="connsiteX21-1269" fmla="*/ 1485825 w 3502463"/>
                  <a:gd name="connsiteY21-1270" fmla="*/ 1143487 h 4877658"/>
                  <a:gd name="connsiteX22-1271" fmla="*/ 1485814 w 3502463"/>
                  <a:gd name="connsiteY22-1272" fmla="*/ 1143480 h 4877658"/>
                  <a:gd name="connsiteX23-1273" fmla="*/ 1485824 w 3502463"/>
                  <a:gd name="connsiteY23-1274" fmla="*/ 1143474 h 4877658"/>
                  <a:gd name="connsiteX24-1275" fmla="*/ 1485814 w 3502463"/>
                  <a:gd name="connsiteY24-1276" fmla="*/ 1138906 h 4877658"/>
                  <a:gd name="connsiteX25-1277" fmla="*/ 1489763 w 3502463"/>
                  <a:gd name="connsiteY25-1278" fmla="*/ 1141203 h 4877658"/>
                  <a:gd name="connsiteX26-1279" fmla="*/ 1979723 w 3502463"/>
                  <a:gd name="connsiteY26-1280" fmla="*/ 858739 h 4877658"/>
                  <a:gd name="connsiteX27-1281" fmla="*/ 1978674 w 3502463"/>
                  <a:gd name="connsiteY27-1282" fmla="*/ 858130 h 4877658"/>
                  <a:gd name="connsiteX28-1283" fmla="*/ 1976722 w 3502463"/>
                  <a:gd name="connsiteY28-1284" fmla="*/ 287999 h 4877658"/>
                  <a:gd name="connsiteX29-1285" fmla="*/ 1976721 w 3502463"/>
                  <a:gd name="connsiteY29-1286" fmla="*/ 286028 h 4877658"/>
                  <a:gd name="connsiteX30-1287" fmla="*/ 2472863 w 3502463"/>
                  <a:gd name="connsiteY30-1288" fmla="*/ 0 h 487765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1" y="connsiteY10-22"/>
                  </a:cxn>
                  <a:cxn ang="0">
                    <a:pos x="connsiteX11-23" y="connsiteY11-24"/>
                  </a:cxn>
                  <a:cxn ang="0">
                    <a:pos x="connsiteX12-25" y="connsiteY12-26"/>
                  </a:cxn>
                  <a:cxn ang="0">
                    <a:pos x="connsiteX13-27" y="connsiteY13-28"/>
                  </a:cxn>
                  <a:cxn ang="0">
                    <a:pos x="connsiteX14-29" y="connsiteY14-30"/>
                  </a:cxn>
                  <a:cxn ang="0">
                    <a:pos x="connsiteX15-31" y="connsiteY15-32"/>
                  </a:cxn>
                  <a:cxn ang="0">
                    <a:pos x="connsiteX16-33" y="connsiteY16-34"/>
                  </a:cxn>
                  <a:cxn ang="0">
                    <a:pos x="connsiteX17-35" y="connsiteY17-36"/>
                  </a:cxn>
                  <a:cxn ang="0">
                    <a:pos x="connsiteX18-37" y="connsiteY18-38"/>
                  </a:cxn>
                  <a:cxn ang="0">
                    <a:pos x="connsiteX19-39" y="connsiteY19-40"/>
                  </a:cxn>
                  <a:cxn ang="0">
                    <a:pos x="connsiteX20-41" y="connsiteY20-42"/>
                  </a:cxn>
                  <a:cxn ang="0">
                    <a:pos x="connsiteX21-43" y="connsiteY21-44"/>
                  </a:cxn>
                  <a:cxn ang="0">
                    <a:pos x="connsiteX22-45" y="connsiteY22-46"/>
                  </a:cxn>
                  <a:cxn ang="0">
                    <a:pos x="connsiteX23-47" y="connsiteY23-48"/>
                  </a:cxn>
                  <a:cxn ang="0">
                    <a:pos x="connsiteX24-49" y="connsiteY24-50"/>
                  </a:cxn>
                  <a:cxn ang="0">
                    <a:pos x="connsiteX25-51" y="connsiteY25-52"/>
                  </a:cxn>
                  <a:cxn ang="0">
                    <a:pos x="connsiteX26-53" y="connsiteY26-54"/>
                  </a:cxn>
                  <a:cxn ang="0">
                    <a:pos x="connsiteX27-55" y="connsiteY27-56"/>
                  </a:cxn>
                  <a:cxn ang="0">
                    <a:pos x="connsiteX28-57" y="connsiteY28-58"/>
                  </a:cxn>
                  <a:cxn ang="0">
                    <a:pos x="connsiteX29-59" y="connsiteY29-60"/>
                  </a:cxn>
                  <a:cxn ang="0">
                    <a:pos x="connsiteX30-61" y="connsiteY30-62"/>
                  </a:cxn>
                </a:cxnLst>
                <a:rect l="l" t="t" r="r" b="b"/>
                <a:pathLst>
                  <a:path w="3502463" h="4877658">
                    <a:moveTo>
                      <a:pt x="2472863" y="0"/>
                    </a:moveTo>
                    <a:lnTo>
                      <a:pt x="3499190" y="596298"/>
                    </a:lnTo>
                    <a:lnTo>
                      <a:pt x="3500515" y="595634"/>
                    </a:lnTo>
                    <a:cubicBezTo>
                      <a:pt x="3501164" y="785653"/>
                      <a:pt x="3501814" y="975672"/>
                      <a:pt x="3502463" y="1165691"/>
                    </a:cubicBezTo>
                    <a:lnTo>
                      <a:pt x="1525120" y="4590390"/>
                    </a:lnTo>
                    <a:lnTo>
                      <a:pt x="1028894" y="4877004"/>
                    </a:lnTo>
                    <a:cubicBezTo>
                      <a:pt x="1028702" y="4789939"/>
                      <a:pt x="1028509" y="4702874"/>
                      <a:pt x="1028317" y="4615809"/>
                    </a:cubicBezTo>
                    <a:cubicBezTo>
                      <a:pt x="1028307" y="4703092"/>
                      <a:pt x="1028298" y="4790375"/>
                      <a:pt x="1028288" y="4877658"/>
                    </a:cubicBezTo>
                    <a:lnTo>
                      <a:pt x="1952" y="4280690"/>
                    </a:lnTo>
                    <a:cubicBezTo>
                      <a:pt x="1301" y="4090880"/>
                      <a:pt x="651" y="3901071"/>
                      <a:pt x="0" y="3711261"/>
                    </a:cubicBezTo>
                    <a:lnTo>
                      <a:pt x="0" y="3709945"/>
                    </a:lnTo>
                    <a:lnTo>
                      <a:pt x="496141" y="3423262"/>
                    </a:lnTo>
                    <a:lnTo>
                      <a:pt x="498785" y="3423239"/>
                    </a:lnTo>
                    <a:lnTo>
                      <a:pt x="497453" y="2853810"/>
                    </a:lnTo>
                    <a:lnTo>
                      <a:pt x="497453" y="2852493"/>
                    </a:lnTo>
                    <a:lnTo>
                      <a:pt x="991341" y="2566746"/>
                    </a:lnTo>
                    <a:lnTo>
                      <a:pt x="989692" y="2565787"/>
                    </a:lnTo>
                    <a:lnTo>
                      <a:pt x="988360" y="1996358"/>
                    </a:lnTo>
                    <a:lnTo>
                      <a:pt x="988360" y="1995040"/>
                    </a:lnTo>
                    <a:lnTo>
                      <a:pt x="1483867" y="1708358"/>
                    </a:lnTo>
                    <a:lnTo>
                      <a:pt x="1487147" y="1709037"/>
                    </a:lnTo>
                    <a:cubicBezTo>
                      <a:pt x="1486706" y="1520520"/>
                      <a:pt x="1486266" y="1332004"/>
                      <a:pt x="1485825" y="1143487"/>
                    </a:cubicBezTo>
                    <a:cubicBezTo>
                      <a:pt x="1485821" y="1143485"/>
                      <a:pt x="1485818" y="1143482"/>
                      <a:pt x="1485814" y="1143480"/>
                    </a:cubicBezTo>
                    <a:cubicBezTo>
                      <a:pt x="1485817" y="1143478"/>
                      <a:pt x="1485821" y="1143476"/>
                      <a:pt x="1485824" y="1143474"/>
                    </a:cubicBezTo>
                    <a:cubicBezTo>
                      <a:pt x="1485821" y="1141951"/>
                      <a:pt x="1485817" y="1140429"/>
                      <a:pt x="1485814" y="1138906"/>
                    </a:cubicBezTo>
                    <a:lnTo>
                      <a:pt x="1489763" y="1141203"/>
                    </a:lnTo>
                    <a:lnTo>
                      <a:pt x="1979723" y="858739"/>
                    </a:lnTo>
                    <a:lnTo>
                      <a:pt x="1978674" y="858130"/>
                    </a:lnTo>
                    <a:cubicBezTo>
                      <a:pt x="1978023" y="668086"/>
                      <a:pt x="1977373" y="478043"/>
                      <a:pt x="1976722" y="287999"/>
                    </a:cubicBezTo>
                    <a:cubicBezTo>
                      <a:pt x="1976722" y="287342"/>
                      <a:pt x="1976721" y="286685"/>
                      <a:pt x="1976721" y="286028"/>
                    </a:cubicBezTo>
                    <a:lnTo>
                      <a:pt x="2472863" y="0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12700">
                <a:miter lim="400000"/>
              </a:ln>
            </p:spPr>
            <p:txBody>
              <a:bodyPr wrap="square" lIns="38100" tIns="38100" rIns="38100" bIns="38100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dirty="0">
                  <a:latin typeface="思源黑体" panose="020B0500000000000000" pitchFamily="34" charset="-122"/>
                  <a:ea typeface="思源黑体" panose="020B0500000000000000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7" name="Figure"/>
              <p:cNvSpPr/>
              <p:nvPr/>
            </p:nvSpPr>
            <p:spPr>
              <a:xfrm>
                <a:off x="4202793" y="5543785"/>
                <a:ext cx="1028288" cy="11663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41" y="10545"/>
                    </a:lnTo>
                    <a:lnTo>
                      <a:pt x="0" y="0"/>
                    </a:lnTo>
                    <a:lnTo>
                      <a:pt x="21573" y="11042"/>
                    </a:lnTo>
                    <a:close/>
                  </a:path>
                </a:pathLst>
              </a:custGeom>
              <a:solidFill>
                <a:schemeClr val="accent3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dirty="0">
                  <a:latin typeface="思源黑体" panose="020B0500000000000000" pitchFamily="34" charset="-122"/>
                  <a:ea typeface="思源黑体" panose="020B0500000000000000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8" name="Figure"/>
              <p:cNvSpPr/>
              <p:nvPr/>
            </p:nvSpPr>
            <p:spPr>
              <a:xfrm>
                <a:off x="4700246" y="4686334"/>
                <a:ext cx="1027634" cy="11663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28" y="10545"/>
                    </a:lnTo>
                    <a:lnTo>
                      <a:pt x="0" y="0"/>
                    </a:lnTo>
                    <a:lnTo>
                      <a:pt x="21572" y="11042"/>
                    </a:lnTo>
                    <a:close/>
                  </a:path>
                </a:pathLst>
              </a:custGeom>
              <a:solidFill>
                <a:schemeClr val="accent3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dirty="0">
                  <a:latin typeface="思源黑体" panose="020B0500000000000000" pitchFamily="34" charset="-122"/>
                  <a:ea typeface="思源黑体" panose="020B0500000000000000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9" name="Figure"/>
              <p:cNvSpPr/>
              <p:nvPr/>
            </p:nvSpPr>
            <p:spPr>
              <a:xfrm>
                <a:off x="5191153" y="3828882"/>
                <a:ext cx="1027634" cy="11663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28" y="10545"/>
                    </a:lnTo>
                    <a:lnTo>
                      <a:pt x="0" y="0"/>
                    </a:lnTo>
                    <a:lnTo>
                      <a:pt x="21572" y="11042"/>
                    </a:lnTo>
                    <a:close/>
                  </a:path>
                </a:pathLst>
              </a:custGeom>
              <a:solidFill>
                <a:schemeClr val="accent3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dirty="0">
                  <a:latin typeface="思源黑体" panose="020B0500000000000000" pitchFamily="34" charset="-122"/>
                  <a:ea typeface="思源黑体" panose="020B0500000000000000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10" name="Figure"/>
              <p:cNvSpPr/>
              <p:nvPr/>
            </p:nvSpPr>
            <p:spPr>
              <a:xfrm>
                <a:off x="5688607" y="2971430"/>
                <a:ext cx="1028288" cy="11663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28" y="10558"/>
                    </a:lnTo>
                    <a:lnTo>
                      <a:pt x="0" y="0"/>
                    </a:lnTo>
                    <a:lnTo>
                      <a:pt x="21559" y="11055"/>
                    </a:lnTo>
                    <a:close/>
                  </a:path>
                </a:pathLst>
              </a:custGeom>
              <a:solidFill>
                <a:schemeClr val="accent3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dirty="0">
                  <a:latin typeface="思源黑体" panose="020B0500000000000000" pitchFamily="34" charset="-122"/>
                  <a:ea typeface="思源黑体" panose="020B0500000000000000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11" name="Figure"/>
              <p:cNvSpPr/>
              <p:nvPr/>
            </p:nvSpPr>
            <p:spPr>
              <a:xfrm>
                <a:off x="5230427" y="2428158"/>
                <a:ext cx="2474829" cy="42813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583" y="0"/>
                    </a:moveTo>
                    <a:lnTo>
                      <a:pt x="21600" y="2876"/>
                    </a:lnTo>
                    <a:lnTo>
                      <a:pt x="4342" y="20154"/>
                    </a:lnTo>
                    <a:lnTo>
                      <a:pt x="11" y="21600"/>
                    </a:lnTo>
                    <a:lnTo>
                      <a:pt x="0" y="18724"/>
                    </a:lnTo>
                    <a:lnTo>
                      <a:pt x="4325" y="17281"/>
                    </a:lnTo>
                    <a:lnTo>
                      <a:pt x="4313" y="14404"/>
                    </a:lnTo>
                    <a:lnTo>
                      <a:pt x="8638" y="12961"/>
                    </a:lnTo>
                    <a:lnTo>
                      <a:pt x="8626" y="10085"/>
                    </a:lnTo>
                    <a:lnTo>
                      <a:pt x="12957" y="8639"/>
                    </a:lnTo>
                    <a:lnTo>
                      <a:pt x="12939" y="5766"/>
                    </a:lnTo>
                    <a:lnTo>
                      <a:pt x="17270" y="4319"/>
                    </a:lnTo>
                    <a:lnTo>
                      <a:pt x="17253" y="1446"/>
                    </a:ln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dirty="0">
                  <a:latin typeface="思源黑体" panose="020B0500000000000000" pitchFamily="34" charset="-122"/>
                  <a:ea typeface="思源黑体" panose="020B0500000000000000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12" name="Figure"/>
              <p:cNvSpPr/>
              <p:nvPr/>
            </p:nvSpPr>
            <p:spPr>
              <a:xfrm>
                <a:off x="6179515" y="2120523"/>
                <a:ext cx="1028288" cy="11663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41" y="10558"/>
                    </a:lnTo>
                    <a:lnTo>
                      <a:pt x="0" y="0"/>
                    </a:lnTo>
                    <a:lnTo>
                      <a:pt x="21559" y="11055"/>
                    </a:lnTo>
                    <a:close/>
                  </a:path>
                </a:pathLst>
              </a:custGeom>
              <a:solidFill>
                <a:schemeClr val="accent3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dirty="0">
                  <a:latin typeface="思源黑体" panose="020B0500000000000000" pitchFamily="34" charset="-122"/>
                  <a:ea typeface="思源黑体" panose="020B0500000000000000" pitchFamily="34" charset="-122"/>
                  <a:sym typeface="思源黑体" panose="020B0500000000000000" pitchFamily="34" charset="-122"/>
                </a:endParaRPr>
              </a:p>
            </p:txBody>
          </p:sp>
        </p:grpSp>
        <p:grpSp>
          <p:nvGrpSpPr>
            <p:cNvPr id="13" name="Group 6"/>
            <p:cNvGrpSpPr/>
            <p:nvPr/>
          </p:nvGrpSpPr>
          <p:grpSpPr>
            <a:xfrm>
              <a:off x="2167847" y="1386621"/>
              <a:ext cx="2551694" cy="4764301"/>
              <a:chOff x="4020998" y="1053618"/>
              <a:chExt cx="2814919" cy="5255773"/>
            </a:xfrm>
          </p:grpSpPr>
          <p:sp>
            <p:nvSpPr>
              <p:cNvPr id="14" name="Figure"/>
              <p:cNvSpPr/>
              <p:nvPr/>
            </p:nvSpPr>
            <p:spPr>
              <a:xfrm>
                <a:off x="4152800" y="1574552"/>
                <a:ext cx="2504242" cy="473483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584" y="0"/>
                    </a:moveTo>
                    <a:lnTo>
                      <a:pt x="21600" y="2525"/>
                    </a:lnTo>
                    <a:lnTo>
                      <a:pt x="17518" y="3785"/>
                    </a:lnTo>
                    <a:lnTo>
                      <a:pt x="17518" y="6273"/>
                    </a:lnTo>
                    <a:lnTo>
                      <a:pt x="13431" y="7530"/>
                    </a:lnTo>
                    <a:lnTo>
                      <a:pt x="13431" y="10018"/>
                    </a:lnTo>
                    <a:lnTo>
                      <a:pt x="9344" y="11275"/>
                    </a:lnTo>
                    <a:lnTo>
                      <a:pt x="9344" y="13763"/>
                    </a:lnTo>
                    <a:lnTo>
                      <a:pt x="5257" y="15020"/>
                    </a:lnTo>
                    <a:lnTo>
                      <a:pt x="5257" y="17508"/>
                    </a:lnTo>
                    <a:lnTo>
                      <a:pt x="1169" y="18765"/>
                    </a:lnTo>
                    <a:lnTo>
                      <a:pt x="1169" y="21256"/>
                    </a:lnTo>
                    <a:lnTo>
                      <a:pt x="16" y="21600"/>
                    </a:lnTo>
                    <a:lnTo>
                      <a:pt x="0" y="18428"/>
                    </a:lnTo>
                    <a:lnTo>
                      <a:pt x="4103" y="17176"/>
                    </a:lnTo>
                    <a:lnTo>
                      <a:pt x="4087" y="14683"/>
                    </a:lnTo>
                    <a:lnTo>
                      <a:pt x="8191" y="13431"/>
                    </a:lnTo>
                    <a:lnTo>
                      <a:pt x="8180" y="10937"/>
                    </a:lnTo>
                    <a:lnTo>
                      <a:pt x="12278" y="9683"/>
                    </a:lnTo>
                    <a:lnTo>
                      <a:pt x="12267" y="7192"/>
                    </a:lnTo>
                    <a:lnTo>
                      <a:pt x="16371" y="5938"/>
                    </a:lnTo>
                    <a:lnTo>
                      <a:pt x="16354" y="3447"/>
                    </a:lnTo>
                    <a:lnTo>
                      <a:pt x="20458" y="2193"/>
                    </a:lnTo>
                    <a:lnTo>
                      <a:pt x="20447" y="346"/>
                    </a:lnTo>
                    <a:close/>
                  </a:path>
                </a:pathLst>
              </a:custGeom>
              <a:solidFill>
                <a:schemeClr val="accent4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dirty="0">
                  <a:latin typeface="思源黑体" panose="020B0500000000000000" pitchFamily="34" charset="-122"/>
                  <a:ea typeface="思源黑体" panose="020B0500000000000000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15" name="Figure"/>
              <p:cNvSpPr/>
              <p:nvPr/>
            </p:nvSpPr>
            <p:spPr>
              <a:xfrm>
                <a:off x="4020998" y="5265014"/>
                <a:ext cx="606918" cy="3508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668" y="21600"/>
                    </a:moveTo>
                    <a:lnTo>
                      <a:pt x="0" y="16925"/>
                    </a:lnTo>
                    <a:lnTo>
                      <a:pt x="16932" y="0"/>
                    </a:lnTo>
                    <a:lnTo>
                      <a:pt x="21600" y="4714"/>
                    </a:ln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</a:schemeClr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dirty="0">
                  <a:latin typeface="思源黑体" panose="020B0500000000000000" pitchFamily="34" charset="-122"/>
                  <a:ea typeface="思源黑体" panose="020B0500000000000000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16" name="Figure"/>
              <p:cNvSpPr/>
              <p:nvPr/>
            </p:nvSpPr>
            <p:spPr>
              <a:xfrm>
                <a:off x="4020998" y="5534895"/>
                <a:ext cx="133057" cy="77135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306" y="19456"/>
                    </a:lnTo>
                    <a:lnTo>
                      <a:pt x="0" y="0"/>
                    </a:lnTo>
                    <a:lnTo>
                      <a:pt x="21294" y="2127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dirty="0">
                  <a:latin typeface="思源黑体" panose="020B0500000000000000" pitchFamily="34" charset="-122"/>
                  <a:ea typeface="思源黑体" panose="020B0500000000000000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17" name="Figure"/>
              <p:cNvSpPr/>
              <p:nvPr/>
            </p:nvSpPr>
            <p:spPr>
              <a:xfrm>
                <a:off x="4497996" y="4442819"/>
                <a:ext cx="606918" cy="3508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668" y="21600"/>
                    </a:moveTo>
                    <a:lnTo>
                      <a:pt x="0" y="16925"/>
                    </a:lnTo>
                    <a:lnTo>
                      <a:pt x="16932" y="0"/>
                    </a:lnTo>
                    <a:lnTo>
                      <a:pt x="21600" y="4714"/>
                    </a:ln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</a:schemeClr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dirty="0">
                  <a:latin typeface="思源黑体" panose="020B0500000000000000" pitchFamily="34" charset="-122"/>
                  <a:ea typeface="思源黑体" panose="020B0500000000000000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18" name="Figure"/>
              <p:cNvSpPr/>
              <p:nvPr/>
            </p:nvSpPr>
            <p:spPr>
              <a:xfrm>
                <a:off x="4497996" y="4718976"/>
                <a:ext cx="133057" cy="6226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306" y="18944"/>
                    </a:lnTo>
                    <a:lnTo>
                      <a:pt x="0" y="0"/>
                    </a:lnTo>
                    <a:lnTo>
                      <a:pt x="21294" y="2635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dirty="0">
                  <a:latin typeface="思源黑体" panose="020B0500000000000000" pitchFamily="34" charset="-122"/>
                  <a:ea typeface="思源黑体" panose="020B0500000000000000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19" name="Figure"/>
              <p:cNvSpPr/>
              <p:nvPr/>
            </p:nvSpPr>
            <p:spPr>
              <a:xfrm>
                <a:off x="4968719" y="3620624"/>
                <a:ext cx="606290" cy="3508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673" y="21600"/>
                    </a:moveTo>
                    <a:lnTo>
                      <a:pt x="0" y="16886"/>
                    </a:lnTo>
                    <a:lnTo>
                      <a:pt x="16927" y="0"/>
                    </a:lnTo>
                    <a:lnTo>
                      <a:pt x="21600" y="4675"/>
                    </a:ln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</a:schemeClr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dirty="0">
                  <a:latin typeface="思源黑体" panose="020B0500000000000000" pitchFamily="34" charset="-122"/>
                  <a:ea typeface="思源黑体" panose="020B0500000000000000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23" name="Figure"/>
              <p:cNvSpPr/>
              <p:nvPr/>
            </p:nvSpPr>
            <p:spPr>
              <a:xfrm>
                <a:off x="4968718" y="3896781"/>
                <a:ext cx="132431" cy="62323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205" y="18946"/>
                    </a:lnTo>
                    <a:lnTo>
                      <a:pt x="0" y="0"/>
                    </a:lnTo>
                    <a:lnTo>
                      <a:pt x="21395" y="2654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dirty="0">
                  <a:latin typeface="思源黑体" panose="020B0500000000000000" pitchFamily="34" charset="-122"/>
                  <a:ea typeface="思源黑体" panose="020B0500000000000000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24" name="Figure"/>
              <p:cNvSpPr/>
              <p:nvPr/>
            </p:nvSpPr>
            <p:spPr>
              <a:xfrm>
                <a:off x="5445716" y="3074586"/>
                <a:ext cx="132431" cy="6226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205" y="18965"/>
                    </a:lnTo>
                    <a:lnTo>
                      <a:pt x="0" y="0"/>
                    </a:lnTo>
                    <a:lnTo>
                      <a:pt x="21395" y="2656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dirty="0">
                  <a:latin typeface="思源黑体" panose="020B0500000000000000" pitchFamily="34" charset="-122"/>
                  <a:ea typeface="思源黑体" panose="020B0500000000000000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25" name="Figure"/>
              <p:cNvSpPr/>
              <p:nvPr/>
            </p:nvSpPr>
            <p:spPr>
              <a:xfrm>
                <a:off x="5445717" y="2798429"/>
                <a:ext cx="606918" cy="3508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668" y="21600"/>
                    </a:moveTo>
                    <a:lnTo>
                      <a:pt x="0" y="16886"/>
                    </a:lnTo>
                    <a:lnTo>
                      <a:pt x="16909" y="0"/>
                    </a:lnTo>
                    <a:lnTo>
                      <a:pt x="21600" y="4675"/>
                    </a:ln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</a:schemeClr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dirty="0">
                  <a:latin typeface="思源黑体" panose="020B0500000000000000" pitchFamily="34" charset="-122"/>
                  <a:ea typeface="思源黑体" panose="020B0500000000000000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26" name="Figure"/>
              <p:cNvSpPr/>
              <p:nvPr/>
            </p:nvSpPr>
            <p:spPr>
              <a:xfrm>
                <a:off x="5916440" y="1976234"/>
                <a:ext cx="606918" cy="3508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668" y="21600"/>
                    </a:moveTo>
                    <a:lnTo>
                      <a:pt x="0" y="16886"/>
                    </a:lnTo>
                    <a:lnTo>
                      <a:pt x="16932" y="0"/>
                    </a:lnTo>
                    <a:lnTo>
                      <a:pt x="21600" y="4675"/>
                    </a:ln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</a:schemeClr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dirty="0">
                  <a:latin typeface="思源黑体" panose="020B0500000000000000" pitchFamily="34" charset="-122"/>
                  <a:ea typeface="思源黑体" panose="020B0500000000000000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27" name="Figure"/>
              <p:cNvSpPr/>
              <p:nvPr/>
            </p:nvSpPr>
            <p:spPr>
              <a:xfrm>
                <a:off x="5916440" y="2252391"/>
                <a:ext cx="133057" cy="6226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204" y="18965"/>
                    </a:lnTo>
                    <a:lnTo>
                      <a:pt x="0" y="0"/>
                    </a:lnTo>
                    <a:lnTo>
                      <a:pt x="21294" y="2656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dirty="0">
                  <a:latin typeface="思源黑体" panose="020B0500000000000000" pitchFamily="34" charset="-122"/>
                  <a:ea typeface="思源黑体" panose="020B0500000000000000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28" name="Figure"/>
              <p:cNvSpPr/>
              <p:nvPr/>
            </p:nvSpPr>
            <p:spPr>
              <a:xfrm>
                <a:off x="6462478" y="1053618"/>
                <a:ext cx="373439" cy="70231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355"/>
                    </a:moveTo>
                    <a:lnTo>
                      <a:pt x="7587" y="0"/>
                    </a:lnTo>
                    <a:lnTo>
                      <a:pt x="21600" y="19245"/>
                    </a:lnTo>
                    <a:lnTo>
                      <a:pt x="14013" y="21600"/>
                    </a:ln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</a:schemeClr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dirty="0">
                  <a:latin typeface="思源黑体" panose="020B0500000000000000" pitchFamily="34" charset="-122"/>
                  <a:ea typeface="思源黑体" panose="020B0500000000000000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29" name="Figure"/>
              <p:cNvSpPr/>
              <p:nvPr/>
            </p:nvSpPr>
            <p:spPr>
              <a:xfrm>
                <a:off x="6217701" y="1128933"/>
                <a:ext cx="487042" cy="9245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4620"/>
                    </a:moveTo>
                    <a:lnTo>
                      <a:pt x="10856" y="0"/>
                    </a:lnTo>
                    <a:lnTo>
                      <a:pt x="0" y="8036"/>
                    </a:lnTo>
                    <a:lnTo>
                      <a:pt x="7877" y="10441"/>
                    </a:lnTo>
                    <a:lnTo>
                      <a:pt x="7933" y="19826"/>
                    </a:lnTo>
                    <a:lnTo>
                      <a:pt x="13751" y="21600"/>
                    </a:lnTo>
                    <a:lnTo>
                      <a:pt x="13695" y="1220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dirty="0">
                  <a:latin typeface="思源黑体" panose="020B0500000000000000" pitchFamily="34" charset="-122"/>
                  <a:ea typeface="思源黑体" panose="020B0500000000000000" pitchFamily="34" charset="-122"/>
                  <a:sym typeface="思源黑体" panose="020B0500000000000000" pitchFamily="34" charset="-122"/>
                </a:endParaRPr>
              </a:p>
            </p:txBody>
          </p:sp>
        </p:grpSp>
        <p:grpSp>
          <p:nvGrpSpPr>
            <p:cNvPr id="30" name="Group 32"/>
            <p:cNvGrpSpPr/>
            <p:nvPr/>
          </p:nvGrpSpPr>
          <p:grpSpPr>
            <a:xfrm>
              <a:off x="2989251" y="2888410"/>
              <a:ext cx="1787141" cy="3140970"/>
              <a:chOff x="4686300" y="3898900"/>
              <a:chExt cx="4085590" cy="7180581"/>
            </a:xfrm>
          </p:grpSpPr>
          <p:sp>
            <p:nvSpPr>
              <p:cNvPr id="31" name="Figure"/>
              <p:cNvSpPr/>
              <p:nvPr/>
            </p:nvSpPr>
            <p:spPr>
              <a:xfrm>
                <a:off x="4686300" y="10553700"/>
                <a:ext cx="205741" cy="5257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467" y="0"/>
                    </a:moveTo>
                    <a:lnTo>
                      <a:pt x="21600" y="19513"/>
                    </a:lnTo>
                    <a:lnTo>
                      <a:pt x="12400" y="21600"/>
                    </a:lnTo>
                    <a:lnTo>
                      <a:pt x="12267" y="10330"/>
                    </a:lnTo>
                    <a:lnTo>
                      <a:pt x="12400" y="8452"/>
                    </a:lnTo>
                    <a:lnTo>
                      <a:pt x="12533" y="6417"/>
                    </a:lnTo>
                    <a:cubicBezTo>
                      <a:pt x="11067" y="7461"/>
                      <a:pt x="10000" y="8139"/>
                      <a:pt x="9333" y="8504"/>
                    </a:cubicBezTo>
                    <a:lnTo>
                      <a:pt x="4400" y="11426"/>
                    </a:lnTo>
                    <a:lnTo>
                      <a:pt x="0" y="9965"/>
                    </a:lnTo>
                    <a:lnTo>
                      <a:pt x="13867" y="1826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dirty="0">
                  <a:latin typeface="思源黑体" panose="020B0500000000000000" pitchFamily="34" charset="-122"/>
                  <a:ea typeface="思源黑体" panose="020B0500000000000000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32" name="Figure"/>
              <p:cNvSpPr/>
              <p:nvPr/>
            </p:nvSpPr>
            <p:spPr>
              <a:xfrm>
                <a:off x="5651499" y="8889999"/>
                <a:ext cx="292101" cy="5892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988" y="838"/>
                    </a:moveTo>
                    <a:cubicBezTo>
                      <a:pt x="12866" y="279"/>
                      <a:pt x="14556" y="0"/>
                      <a:pt x="16059" y="0"/>
                    </a:cubicBezTo>
                    <a:cubicBezTo>
                      <a:pt x="17562" y="0"/>
                      <a:pt x="18689" y="186"/>
                      <a:pt x="19440" y="698"/>
                    </a:cubicBezTo>
                    <a:cubicBezTo>
                      <a:pt x="20285" y="1164"/>
                      <a:pt x="20661" y="1862"/>
                      <a:pt x="20661" y="2793"/>
                    </a:cubicBezTo>
                    <a:cubicBezTo>
                      <a:pt x="20661" y="3584"/>
                      <a:pt x="20379" y="4422"/>
                      <a:pt x="19910" y="5260"/>
                    </a:cubicBezTo>
                    <a:cubicBezTo>
                      <a:pt x="19440" y="6098"/>
                      <a:pt x="18689" y="7029"/>
                      <a:pt x="17656" y="8053"/>
                    </a:cubicBezTo>
                    <a:cubicBezTo>
                      <a:pt x="16623" y="9078"/>
                      <a:pt x="14838" y="10660"/>
                      <a:pt x="12209" y="12755"/>
                    </a:cubicBezTo>
                    <a:lnTo>
                      <a:pt x="8264" y="15967"/>
                    </a:lnTo>
                    <a:lnTo>
                      <a:pt x="8264" y="16153"/>
                    </a:lnTo>
                    <a:lnTo>
                      <a:pt x="21600" y="12336"/>
                    </a:lnTo>
                    <a:lnTo>
                      <a:pt x="21600" y="15409"/>
                    </a:lnTo>
                    <a:lnTo>
                      <a:pt x="282" y="21600"/>
                    </a:lnTo>
                    <a:lnTo>
                      <a:pt x="282" y="19040"/>
                    </a:lnTo>
                    <a:lnTo>
                      <a:pt x="7889" y="12429"/>
                    </a:lnTo>
                    <a:cubicBezTo>
                      <a:pt x="10143" y="10474"/>
                      <a:pt x="11645" y="9124"/>
                      <a:pt x="12303" y="8379"/>
                    </a:cubicBezTo>
                    <a:cubicBezTo>
                      <a:pt x="12960" y="7681"/>
                      <a:pt x="13523" y="7029"/>
                      <a:pt x="13805" y="6517"/>
                    </a:cubicBezTo>
                    <a:cubicBezTo>
                      <a:pt x="14087" y="6005"/>
                      <a:pt x="14275" y="5493"/>
                      <a:pt x="14275" y="5028"/>
                    </a:cubicBezTo>
                    <a:cubicBezTo>
                      <a:pt x="14275" y="4329"/>
                      <a:pt x="13899" y="3910"/>
                      <a:pt x="13242" y="3771"/>
                    </a:cubicBezTo>
                    <a:cubicBezTo>
                      <a:pt x="12584" y="3631"/>
                      <a:pt x="11645" y="3724"/>
                      <a:pt x="10518" y="4050"/>
                    </a:cubicBezTo>
                    <a:cubicBezTo>
                      <a:pt x="9297" y="4376"/>
                      <a:pt x="8170" y="4888"/>
                      <a:pt x="7043" y="5493"/>
                    </a:cubicBezTo>
                    <a:cubicBezTo>
                      <a:pt x="5917" y="6145"/>
                      <a:pt x="4790" y="6890"/>
                      <a:pt x="3569" y="7821"/>
                    </a:cubicBezTo>
                    <a:lnTo>
                      <a:pt x="0" y="6471"/>
                    </a:lnTo>
                    <a:cubicBezTo>
                      <a:pt x="1503" y="5307"/>
                      <a:pt x="2723" y="4422"/>
                      <a:pt x="3757" y="3864"/>
                    </a:cubicBezTo>
                    <a:cubicBezTo>
                      <a:pt x="4696" y="3259"/>
                      <a:pt x="5823" y="2746"/>
                      <a:pt x="6950" y="2234"/>
                    </a:cubicBezTo>
                    <a:cubicBezTo>
                      <a:pt x="8264" y="1722"/>
                      <a:pt x="9579" y="1257"/>
                      <a:pt x="10988" y="838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dirty="0">
                  <a:latin typeface="思源黑体" panose="020B0500000000000000" pitchFamily="34" charset="-122"/>
                  <a:ea typeface="思源黑体" panose="020B0500000000000000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33" name="Figure"/>
              <p:cNvSpPr/>
              <p:nvPr/>
            </p:nvSpPr>
            <p:spPr>
              <a:xfrm>
                <a:off x="6629400" y="7239000"/>
                <a:ext cx="288292" cy="5716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461" extrusionOk="0">
                    <a:moveTo>
                      <a:pt x="10277" y="1148"/>
                    </a:moveTo>
                    <a:cubicBezTo>
                      <a:pt x="13512" y="195"/>
                      <a:pt x="15986" y="-139"/>
                      <a:pt x="17889" y="52"/>
                    </a:cubicBezTo>
                    <a:cubicBezTo>
                      <a:pt x="19792" y="242"/>
                      <a:pt x="20648" y="1053"/>
                      <a:pt x="20648" y="2388"/>
                    </a:cubicBezTo>
                    <a:cubicBezTo>
                      <a:pt x="20648" y="3485"/>
                      <a:pt x="20078" y="4629"/>
                      <a:pt x="18936" y="5726"/>
                    </a:cubicBezTo>
                    <a:cubicBezTo>
                      <a:pt x="17794" y="6870"/>
                      <a:pt x="16176" y="7872"/>
                      <a:pt x="13988" y="8778"/>
                    </a:cubicBezTo>
                    <a:lnTo>
                      <a:pt x="13988" y="8873"/>
                    </a:lnTo>
                    <a:cubicBezTo>
                      <a:pt x="16462" y="8348"/>
                      <a:pt x="18365" y="8205"/>
                      <a:pt x="19697" y="8539"/>
                    </a:cubicBezTo>
                    <a:cubicBezTo>
                      <a:pt x="21029" y="8873"/>
                      <a:pt x="21600" y="9588"/>
                      <a:pt x="21600" y="10780"/>
                    </a:cubicBezTo>
                    <a:cubicBezTo>
                      <a:pt x="21600" y="12497"/>
                      <a:pt x="20553" y="14118"/>
                      <a:pt x="18365" y="15739"/>
                    </a:cubicBezTo>
                    <a:cubicBezTo>
                      <a:pt x="16176" y="17313"/>
                      <a:pt x="13131" y="18695"/>
                      <a:pt x="9135" y="19840"/>
                    </a:cubicBezTo>
                    <a:cubicBezTo>
                      <a:pt x="5804" y="20793"/>
                      <a:pt x="2759" y="21366"/>
                      <a:pt x="190" y="21461"/>
                    </a:cubicBezTo>
                    <a:lnTo>
                      <a:pt x="190" y="18266"/>
                    </a:lnTo>
                    <a:cubicBezTo>
                      <a:pt x="1427" y="18266"/>
                      <a:pt x="2759" y="18171"/>
                      <a:pt x="4187" y="17980"/>
                    </a:cubicBezTo>
                    <a:cubicBezTo>
                      <a:pt x="5614" y="17789"/>
                      <a:pt x="7041" y="17456"/>
                      <a:pt x="8469" y="17074"/>
                    </a:cubicBezTo>
                    <a:cubicBezTo>
                      <a:pt x="10657" y="16454"/>
                      <a:pt x="12180" y="15787"/>
                      <a:pt x="13226" y="15072"/>
                    </a:cubicBezTo>
                    <a:cubicBezTo>
                      <a:pt x="14273" y="14356"/>
                      <a:pt x="14749" y="13546"/>
                      <a:pt x="14749" y="12592"/>
                    </a:cubicBezTo>
                    <a:cubicBezTo>
                      <a:pt x="14749" y="11734"/>
                      <a:pt x="14178" y="11352"/>
                      <a:pt x="12941" y="11305"/>
                    </a:cubicBezTo>
                    <a:cubicBezTo>
                      <a:pt x="11799" y="11305"/>
                      <a:pt x="9896" y="11686"/>
                      <a:pt x="7232" y="12401"/>
                    </a:cubicBezTo>
                    <a:lnTo>
                      <a:pt x="4853" y="13069"/>
                    </a:lnTo>
                    <a:lnTo>
                      <a:pt x="4853" y="10160"/>
                    </a:lnTo>
                    <a:lnTo>
                      <a:pt x="7232" y="9445"/>
                    </a:lnTo>
                    <a:cubicBezTo>
                      <a:pt x="9611" y="8730"/>
                      <a:pt x="11418" y="8062"/>
                      <a:pt x="12465" y="7395"/>
                    </a:cubicBezTo>
                    <a:cubicBezTo>
                      <a:pt x="13607" y="6727"/>
                      <a:pt x="14083" y="5917"/>
                      <a:pt x="14083" y="5058"/>
                    </a:cubicBezTo>
                    <a:cubicBezTo>
                      <a:pt x="14083" y="3723"/>
                      <a:pt x="12560" y="3437"/>
                      <a:pt x="9706" y="4295"/>
                    </a:cubicBezTo>
                    <a:cubicBezTo>
                      <a:pt x="8659" y="4582"/>
                      <a:pt x="7612" y="4963"/>
                      <a:pt x="6566" y="5488"/>
                    </a:cubicBezTo>
                    <a:cubicBezTo>
                      <a:pt x="5519" y="6012"/>
                      <a:pt x="4377" y="6680"/>
                      <a:pt x="3045" y="7490"/>
                    </a:cubicBezTo>
                    <a:lnTo>
                      <a:pt x="0" y="5774"/>
                    </a:lnTo>
                    <a:cubicBezTo>
                      <a:pt x="3045" y="3866"/>
                      <a:pt x="6375" y="2293"/>
                      <a:pt x="10277" y="1148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dirty="0">
                  <a:latin typeface="思源黑体" panose="020B0500000000000000" pitchFamily="34" charset="-122"/>
                  <a:ea typeface="思源黑体" panose="020B0500000000000000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34" name="Figure"/>
              <p:cNvSpPr/>
              <p:nvPr/>
            </p:nvSpPr>
            <p:spPr>
              <a:xfrm>
                <a:off x="7518399" y="5537200"/>
                <a:ext cx="311153" cy="52832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8162" y="12254"/>
                    </a:moveTo>
                    <a:lnTo>
                      <a:pt x="21600" y="11060"/>
                    </a:lnTo>
                    <a:lnTo>
                      <a:pt x="21600" y="14227"/>
                    </a:lnTo>
                    <a:lnTo>
                      <a:pt x="18162" y="15421"/>
                    </a:lnTo>
                    <a:lnTo>
                      <a:pt x="18162" y="19471"/>
                    </a:lnTo>
                    <a:lnTo>
                      <a:pt x="12255" y="21496"/>
                    </a:lnTo>
                    <a:lnTo>
                      <a:pt x="12255" y="17446"/>
                    </a:lnTo>
                    <a:lnTo>
                      <a:pt x="0" y="21600"/>
                    </a:lnTo>
                    <a:lnTo>
                      <a:pt x="0" y="18744"/>
                    </a:lnTo>
                    <a:lnTo>
                      <a:pt x="12519" y="1921"/>
                    </a:lnTo>
                    <a:lnTo>
                      <a:pt x="18073" y="0"/>
                    </a:lnTo>
                    <a:lnTo>
                      <a:pt x="18162" y="12254"/>
                    </a:lnTo>
                    <a:close/>
                    <a:moveTo>
                      <a:pt x="12255" y="8567"/>
                    </a:moveTo>
                    <a:cubicBezTo>
                      <a:pt x="12343" y="7477"/>
                      <a:pt x="12343" y="6854"/>
                      <a:pt x="12431" y="6698"/>
                    </a:cubicBezTo>
                    <a:lnTo>
                      <a:pt x="12255" y="6750"/>
                    </a:lnTo>
                    <a:cubicBezTo>
                      <a:pt x="11814" y="7633"/>
                      <a:pt x="11197" y="8567"/>
                      <a:pt x="10491" y="9450"/>
                    </a:cubicBezTo>
                    <a:lnTo>
                      <a:pt x="5290" y="16615"/>
                    </a:lnTo>
                    <a:lnTo>
                      <a:pt x="12166" y="14279"/>
                    </a:lnTo>
                    <a:lnTo>
                      <a:pt x="12166" y="11008"/>
                    </a:lnTo>
                    <a:cubicBezTo>
                      <a:pt x="12167" y="10437"/>
                      <a:pt x="12255" y="9606"/>
                      <a:pt x="12255" y="8567"/>
                    </a:cubicBezTo>
                    <a:lnTo>
                      <a:pt x="12255" y="8567"/>
                    </a:lnTo>
                    <a:close/>
                  </a:path>
                </a:pathLst>
              </a:custGeom>
              <a:solidFill>
                <a:srgbClr val="FFFFFF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dirty="0">
                  <a:latin typeface="思源黑体" panose="020B0500000000000000" pitchFamily="34" charset="-122"/>
                  <a:ea typeface="思源黑体" panose="020B0500000000000000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35" name="Figure"/>
              <p:cNvSpPr/>
              <p:nvPr/>
            </p:nvSpPr>
            <p:spPr>
              <a:xfrm>
                <a:off x="8496299" y="3898900"/>
                <a:ext cx="275591" cy="598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57" extrusionOk="0">
                    <a:moveTo>
                      <a:pt x="19311" y="0"/>
                    </a:moveTo>
                    <a:lnTo>
                      <a:pt x="19311" y="3066"/>
                    </a:lnTo>
                    <a:lnTo>
                      <a:pt x="7764" y="6132"/>
                    </a:lnTo>
                    <a:lnTo>
                      <a:pt x="7167" y="9656"/>
                    </a:lnTo>
                    <a:lnTo>
                      <a:pt x="7963" y="9381"/>
                    </a:lnTo>
                    <a:cubicBezTo>
                      <a:pt x="8859" y="9015"/>
                      <a:pt x="9954" y="8695"/>
                      <a:pt x="11347" y="8329"/>
                    </a:cubicBezTo>
                    <a:cubicBezTo>
                      <a:pt x="14433" y="7505"/>
                      <a:pt x="17021" y="7322"/>
                      <a:pt x="18813" y="7734"/>
                    </a:cubicBezTo>
                    <a:cubicBezTo>
                      <a:pt x="20704" y="8192"/>
                      <a:pt x="21600" y="9198"/>
                      <a:pt x="21600" y="10800"/>
                    </a:cubicBezTo>
                    <a:cubicBezTo>
                      <a:pt x="21600" y="12722"/>
                      <a:pt x="20505" y="14461"/>
                      <a:pt x="18315" y="16108"/>
                    </a:cubicBezTo>
                    <a:cubicBezTo>
                      <a:pt x="16125" y="17710"/>
                      <a:pt x="12940" y="19083"/>
                      <a:pt x="8759" y="20181"/>
                    </a:cubicBezTo>
                    <a:cubicBezTo>
                      <a:pt x="5176" y="21142"/>
                      <a:pt x="2289" y="21600"/>
                      <a:pt x="0" y="21554"/>
                    </a:cubicBezTo>
                    <a:lnTo>
                      <a:pt x="0" y="18442"/>
                    </a:lnTo>
                    <a:cubicBezTo>
                      <a:pt x="1194" y="18442"/>
                      <a:pt x="2488" y="18351"/>
                      <a:pt x="4081" y="18168"/>
                    </a:cubicBezTo>
                    <a:cubicBezTo>
                      <a:pt x="5674" y="17939"/>
                      <a:pt x="7067" y="17664"/>
                      <a:pt x="8461" y="17298"/>
                    </a:cubicBezTo>
                    <a:cubicBezTo>
                      <a:pt x="12642" y="16200"/>
                      <a:pt x="14732" y="14736"/>
                      <a:pt x="14732" y="12905"/>
                    </a:cubicBezTo>
                    <a:cubicBezTo>
                      <a:pt x="14732" y="11166"/>
                      <a:pt x="12542" y="10892"/>
                      <a:pt x="8262" y="12036"/>
                    </a:cubicBezTo>
                    <a:cubicBezTo>
                      <a:pt x="7465" y="12264"/>
                      <a:pt x="6669" y="12493"/>
                      <a:pt x="5674" y="12859"/>
                    </a:cubicBezTo>
                    <a:cubicBezTo>
                      <a:pt x="4778" y="13180"/>
                      <a:pt x="3982" y="13500"/>
                      <a:pt x="3384" y="13729"/>
                    </a:cubicBezTo>
                    <a:lnTo>
                      <a:pt x="697" y="13683"/>
                    </a:lnTo>
                    <a:lnTo>
                      <a:pt x="1891" y="4622"/>
                    </a:lnTo>
                    <a:lnTo>
                      <a:pt x="19311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dirty="0">
                  <a:latin typeface="思源黑体" panose="020B0500000000000000" pitchFamily="34" charset="-122"/>
                  <a:ea typeface="思源黑体" panose="020B0500000000000000" pitchFamily="34" charset="-122"/>
                  <a:sym typeface="思源黑体" panose="020B0500000000000000" pitchFamily="34" charset="-122"/>
                </a:endParaRPr>
              </a:p>
            </p:txBody>
          </p:sp>
        </p:grpSp>
      </p:grpSp>
      <p:grpSp>
        <p:nvGrpSpPr>
          <p:cNvPr id="20" name="组合 19"/>
          <p:cNvGrpSpPr/>
          <p:nvPr/>
        </p:nvGrpSpPr>
        <p:grpSpPr>
          <a:xfrm>
            <a:off x="5537000" y="932172"/>
            <a:ext cx="3971104" cy="4542850"/>
            <a:chOff x="3977361" y="1538597"/>
            <a:chExt cx="3971104" cy="4542850"/>
          </a:xfrm>
        </p:grpSpPr>
        <p:sp>
          <p:nvSpPr>
            <p:cNvPr id="21" name="íśļïḍé"/>
            <p:cNvSpPr/>
            <p:nvPr>
              <p:custDataLst>
                <p:tags r:id="rId1"/>
              </p:custDataLst>
            </p:nvPr>
          </p:nvSpPr>
          <p:spPr bwMode="auto">
            <a:xfrm>
              <a:off x="4910056" y="5647465"/>
              <a:ext cx="1839545" cy="433982"/>
            </a:xfrm>
            <a:custGeom>
              <a:avLst/>
              <a:gdLst>
                <a:gd name="T0" fmla="*/ 1446 w 1446"/>
                <a:gd name="T1" fmla="*/ 0 h 475"/>
                <a:gd name="T2" fmla="*/ 1446 w 1446"/>
                <a:gd name="T3" fmla="*/ 273 h 475"/>
                <a:gd name="T4" fmla="*/ 723 w 1446"/>
                <a:gd name="T5" fmla="*/ 475 h 475"/>
                <a:gd name="T6" fmla="*/ 0 w 1446"/>
                <a:gd name="T7" fmla="*/ 273 h 475"/>
                <a:gd name="T8" fmla="*/ 0 w 1446"/>
                <a:gd name="T9" fmla="*/ 0 h 475"/>
                <a:gd name="T10" fmla="*/ 723 w 1446"/>
                <a:gd name="T11" fmla="*/ 84 h 475"/>
                <a:gd name="T12" fmla="*/ 1446 w 1446"/>
                <a:gd name="T13" fmla="*/ 0 h 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46" h="475">
                  <a:moveTo>
                    <a:pt x="1446" y="0"/>
                  </a:moveTo>
                  <a:cubicBezTo>
                    <a:pt x="1446" y="273"/>
                    <a:pt x="1446" y="273"/>
                    <a:pt x="1446" y="273"/>
                  </a:cubicBezTo>
                  <a:cubicBezTo>
                    <a:pt x="1446" y="384"/>
                    <a:pt x="1122" y="475"/>
                    <a:pt x="723" y="475"/>
                  </a:cubicBezTo>
                  <a:cubicBezTo>
                    <a:pt x="324" y="475"/>
                    <a:pt x="0" y="384"/>
                    <a:pt x="0" y="27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440" y="84"/>
                    <a:pt x="723" y="84"/>
                  </a:cubicBezTo>
                  <a:cubicBezTo>
                    <a:pt x="967" y="84"/>
                    <a:pt x="1446" y="0"/>
                    <a:pt x="1446" y="0"/>
                  </a:cubicBezTo>
                </a:path>
              </a:pathLst>
            </a:custGeom>
            <a:solidFill>
              <a:srgbClr val="C1C1C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b" anchorCtr="0" compatLnSpc="1">
              <a:normAutofit/>
            </a:bodyPr>
            <a:lstStyle/>
            <a:p>
              <a:pPr algn="ctr">
                <a:spcBef>
                  <a:spcPct val="0"/>
                </a:spcBef>
              </a:pPr>
              <a:endParaRPr lang="en-US" altLang="zh-CN" sz="1400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22" name="îşľîḋe"/>
            <p:cNvSpPr/>
            <p:nvPr>
              <p:custDataLst>
                <p:tags r:id="rId2"/>
              </p:custDataLst>
            </p:nvPr>
          </p:nvSpPr>
          <p:spPr bwMode="auto">
            <a:xfrm>
              <a:off x="4910056" y="5456163"/>
              <a:ext cx="1839545" cy="369788"/>
            </a:xfrm>
            <a:prstGeom prst="ellipse">
              <a:avLst/>
            </a:prstGeom>
            <a:ln>
              <a:noFill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normAutofit fontScale="70000" lnSpcReduction="20000"/>
            </a:bodyPr>
            <a:lstStyle/>
            <a:p>
              <a:endParaRPr lang="id-ID" b="1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36" name="íśḻîḋê"/>
            <p:cNvSpPr/>
            <p:nvPr>
              <p:custDataLst>
                <p:tags r:id="rId3"/>
              </p:custDataLst>
            </p:nvPr>
          </p:nvSpPr>
          <p:spPr bwMode="auto">
            <a:xfrm>
              <a:off x="5341326" y="5570712"/>
              <a:ext cx="977006" cy="1406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25000" lnSpcReduction="20000"/>
            </a:bodyPr>
            <a:lstStyle/>
            <a:p>
              <a:endParaRPr lang="id-ID" b="1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37" name="íSļiḍé"/>
            <p:cNvSpPr/>
            <p:nvPr>
              <p:custDataLst>
                <p:tags r:id="rId4"/>
              </p:custDataLst>
            </p:nvPr>
          </p:nvSpPr>
          <p:spPr>
            <a:xfrm>
              <a:off x="4584466" y="5624649"/>
              <a:ext cx="451210" cy="451213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92500" lnSpcReduction="20000"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r>
                <a:rPr lang="en-US" altLang="zh-CN" dirty="0">
                  <a:latin typeface="思源黑体" panose="020B0500000000000000" pitchFamily="34" charset="-122"/>
                  <a:ea typeface="思源黑体" panose="020B0500000000000000" pitchFamily="34" charset="-122"/>
                  <a:sym typeface="思源黑体" panose="020B0500000000000000" pitchFamily="34" charset="-122"/>
                </a:rPr>
                <a:t>6</a:t>
              </a:r>
              <a:endParaRPr lang="zh-CN" altLang="en-US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38" name="íṩļiḍe"/>
            <p:cNvSpPr/>
            <p:nvPr>
              <p:custDataLst>
                <p:tags r:id="rId5"/>
              </p:custDataLst>
            </p:nvPr>
          </p:nvSpPr>
          <p:spPr bwMode="auto">
            <a:xfrm>
              <a:off x="4802562" y="5079260"/>
              <a:ext cx="2054538" cy="484701"/>
            </a:xfrm>
            <a:custGeom>
              <a:avLst/>
              <a:gdLst>
                <a:gd name="T0" fmla="*/ 1446 w 1446"/>
                <a:gd name="T1" fmla="*/ 0 h 475"/>
                <a:gd name="T2" fmla="*/ 1446 w 1446"/>
                <a:gd name="T3" fmla="*/ 273 h 475"/>
                <a:gd name="T4" fmla="*/ 723 w 1446"/>
                <a:gd name="T5" fmla="*/ 475 h 475"/>
                <a:gd name="T6" fmla="*/ 0 w 1446"/>
                <a:gd name="T7" fmla="*/ 273 h 475"/>
                <a:gd name="T8" fmla="*/ 0 w 1446"/>
                <a:gd name="T9" fmla="*/ 0 h 475"/>
                <a:gd name="T10" fmla="*/ 723 w 1446"/>
                <a:gd name="T11" fmla="*/ 84 h 475"/>
                <a:gd name="T12" fmla="*/ 1446 w 1446"/>
                <a:gd name="T13" fmla="*/ 0 h 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46" h="475">
                  <a:moveTo>
                    <a:pt x="1446" y="0"/>
                  </a:moveTo>
                  <a:cubicBezTo>
                    <a:pt x="1446" y="273"/>
                    <a:pt x="1446" y="273"/>
                    <a:pt x="1446" y="273"/>
                  </a:cubicBezTo>
                  <a:cubicBezTo>
                    <a:pt x="1446" y="384"/>
                    <a:pt x="1122" y="475"/>
                    <a:pt x="723" y="475"/>
                  </a:cubicBezTo>
                  <a:cubicBezTo>
                    <a:pt x="324" y="475"/>
                    <a:pt x="0" y="384"/>
                    <a:pt x="0" y="27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440" y="84"/>
                    <a:pt x="723" y="84"/>
                  </a:cubicBezTo>
                  <a:cubicBezTo>
                    <a:pt x="967" y="84"/>
                    <a:pt x="1446" y="0"/>
                    <a:pt x="1446" y="0"/>
                  </a:cubicBezTo>
                </a:path>
              </a:pathLst>
            </a:custGeom>
            <a:solidFill>
              <a:srgbClr val="5BD438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b" anchorCtr="0" compatLnSpc="1">
              <a:normAutofit/>
            </a:bodyPr>
            <a:lstStyle/>
            <a:p>
              <a:pPr algn="ctr">
                <a:spcBef>
                  <a:spcPct val="0"/>
                </a:spcBef>
              </a:pPr>
              <a:endParaRPr lang="en-US" altLang="zh-CN" sz="1600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39" name="ïś1ïḍê"/>
            <p:cNvSpPr/>
            <p:nvPr>
              <p:custDataLst>
                <p:tags r:id="rId6"/>
              </p:custDataLst>
            </p:nvPr>
          </p:nvSpPr>
          <p:spPr bwMode="auto">
            <a:xfrm>
              <a:off x="4802562" y="4865601"/>
              <a:ext cx="2054538" cy="413004"/>
            </a:xfrm>
            <a:prstGeom prst="ellipse">
              <a:avLst/>
            </a:prstGeom>
            <a:ln>
              <a:noFill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normAutofit fontScale="85000" lnSpcReduction="20000"/>
            </a:bodyPr>
            <a:lstStyle/>
            <a:p>
              <a:endParaRPr lang="id-ID" b="1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40" name="iṣ1ídè"/>
            <p:cNvSpPr/>
            <p:nvPr>
              <p:custDataLst>
                <p:tags r:id="rId7"/>
              </p:custDataLst>
            </p:nvPr>
          </p:nvSpPr>
          <p:spPr bwMode="auto">
            <a:xfrm>
              <a:off x="5284235" y="4993537"/>
              <a:ext cx="1091191" cy="157131"/>
            </a:xfrm>
            <a:prstGeom prst="ellipse">
              <a:avLst/>
            </a:prstGeom>
            <a:solidFill>
              <a:srgbClr val="F6F8F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25000" lnSpcReduction="20000"/>
            </a:bodyPr>
            <a:lstStyle/>
            <a:p>
              <a:endParaRPr lang="id-ID" b="1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41" name="ïṧḷîḍè"/>
            <p:cNvSpPr/>
            <p:nvPr>
              <p:custDataLst>
                <p:tags r:id="rId8"/>
              </p:custDataLst>
            </p:nvPr>
          </p:nvSpPr>
          <p:spPr>
            <a:xfrm>
              <a:off x="6623985" y="5010868"/>
              <a:ext cx="451209" cy="451212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92500" lnSpcReduction="20000"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r>
                <a:rPr lang="en-US" altLang="zh-CN" dirty="0">
                  <a:latin typeface="思源黑体" panose="020B0500000000000000" pitchFamily="34" charset="-122"/>
                  <a:ea typeface="思源黑体" panose="020B0500000000000000" pitchFamily="34" charset="-122"/>
                  <a:sym typeface="思源黑体" panose="020B0500000000000000" pitchFamily="34" charset="-122"/>
                </a:rPr>
                <a:t>5</a:t>
              </a:r>
              <a:endParaRPr lang="zh-CN" altLang="en-US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42" name="îSļiḋê"/>
            <p:cNvSpPr/>
            <p:nvPr>
              <p:custDataLst>
                <p:tags r:id="rId9"/>
              </p:custDataLst>
            </p:nvPr>
          </p:nvSpPr>
          <p:spPr bwMode="auto">
            <a:xfrm>
              <a:off x="4652885" y="4538317"/>
              <a:ext cx="2353889" cy="555324"/>
            </a:xfrm>
            <a:custGeom>
              <a:avLst/>
              <a:gdLst>
                <a:gd name="T0" fmla="*/ 1446 w 1446"/>
                <a:gd name="T1" fmla="*/ 0 h 475"/>
                <a:gd name="T2" fmla="*/ 1446 w 1446"/>
                <a:gd name="T3" fmla="*/ 273 h 475"/>
                <a:gd name="T4" fmla="*/ 723 w 1446"/>
                <a:gd name="T5" fmla="*/ 475 h 475"/>
                <a:gd name="T6" fmla="*/ 0 w 1446"/>
                <a:gd name="T7" fmla="*/ 273 h 475"/>
                <a:gd name="T8" fmla="*/ 0 w 1446"/>
                <a:gd name="T9" fmla="*/ 0 h 475"/>
                <a:gd name="T10" fmla="*/ 723 w 1446"/>
                <a:gd name="T11" fmla="*/ 84 h 475"/>
                <a:gd name="T12" fmla="*/ 1446 w 1446"/>
                <a:gd name="T13" fmla="*/ 0 h 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46" h="475">
                  <a:moveTo>
                    <a:pt x="1446" y="0"/>
                  </a:moveTo>
                  <a:cubicBezTo>
                    <a:pt x="1446" y="273"/>
                    <a:pt x="1446" y="273"/>
                    <a:pt x="1446" y="273"/>
                  </a:cubicBezTo>
                  <a:cubicBezTo>
                    <a:pt x="1446" y="384"/>
                    <a:pt x="1122" y="475"/>
                    <a:pt x="723" y="475"/>
                  </a:cubicBezTo>
                  <a:cubicBezTo>
                    <a:pt x="324" y="475"/>
                    <a:pt x="0" y="384"/>
                    <a:pt x="0" y="27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440" y="84"/>
                    <a:pt x="723" y="84"/>
                  </a:cubicBezTo>
                  <a:cubicBezTo>
                    <a:pt x="967" y="84"/>
                    <a:pt x="1446" y="0"/>
                    <a:pt x="1446" y="0"/>
                  </a:cubicBezTo>
                </a:path>
              </a:pathLst>
            </a:custGeom>
            <a:solidFill>
              <a:srgbClr val="02BB9A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b" anchorCtr="0" compatLnSpc="1">
              <a:normAutofit/>
            </a:bodyPr>
            <a:lstStyle/>
            <a:p>
              <a:pPr algn="ctr">
                <a:spcBef>
                  <a:spcPct val="0"/>
                </a:spcBef>
              </a:pPr>
              <a:endParaRPr lang="en-US" altLang="zh-CN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43" name="í$ḻîďê"/>
            <p:cNvSpPr/>
            <p:nvPr>
              <p:custDataLst>
                <p:tags r:id="rId10"/>
              </p:custDataLst>
            </p:nvPr>
          </p:nvSpPr>
          <p:spPr bwMode="auto">
            <a:xfrm>
              <a:off x="4652885" y="4239992"/>
              <a:ext cx="2353889" cy="473180"/>
            </a:xfrm>
            <a:prstGeom prst="ellipse">
              <a:avLst/>
            </a:prstGeom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normAutofit fontScale="92500" lnSpcReduction="10000"/>
            </a:bodyPr>
            <a:lstStyle/>
            <a:p>
              <a:endParaRPr lang="id-ID" b="1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44" name="ïṡḷïďé"/>
            <p:cNvSpPr/>
            <p:nvPr>
              <p:custDataLst>
                <p:tags r:id="rId11"/>
              </p:custDataLst>
            </p:nvPr>
          </p:nvSpPr>
          <p:spPr bwMode="auto">
            <a:xfrm>
              <a:off x="5204739" y="4386569"/>
              <a:ext cx="1250181" cy="180025"/>
            </a:xfrm>
            <a:prstGeom prst="ellipse">
              <a:avLst/>
            </a:prstGeom>
            <a:solidFill>
              <a:srgbClr val="F6F8F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25000" lnSpcReduction="20000"/>
            </a:bodyPr>
            <a:lstStyle/>
            <a:p>
              <a:endParaRPr lang="id-ID" b="1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45" name="íṣ1îḓé"/>
            <p:cNvSpPr/>
            <p:nvPr>
              <p:custDataLst>
                <p:tags r:id="rId12"/>
              </p:custDataLst>
            </p:nvPr>
          </p:nvSpPr>
          <p:spPr>
            <a:xfrm>
              <a:off x="4327295" y="4490359"/>
              <a:ext cx="451210" cy="451213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92500" lnSpcReduction="20000"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r>
                <a:rPr lang="en-US" altLang="zh-CN" dirty="0">
                  <a:latin typeface="思源黑体" panose="020B0500000000000000" pitchFamily="34" charset="-122"/>
                  <a:ea typeface="思源黑体" panose="020B0500000000000000" pitchFamily="34" charset="-122"/>
                  <a:sym typeface="思源黑体" panose="020B0500000000000000" pitchFamily="34" charset="-122"/>
                </a:rPr>
                <a:t>4</a:t>
              </a:r>
              <a:endParaRPr lang="zh-CN" altLang="en-US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46" name="íṧľïḋè"/>
            <p:cNvSpPr/>
            <p:nvPr>
              <p:custDataLst>
                <p:tags r:id="rId13"/>
              </p:custDataLst>
            </p:nvPr>
          </p:nvSpPr>
          <p:spPr bwMode="auto">
            <a:xfrm>
              <a:off x="4478985" y="3743767"/>
              <a:ext cx="2701688" cy="637376"/>
            </a:xfrm>
            <a:custGeom>
              <a:avLst/>
              <a:gdLst>
                <a:gd name="T0" fmla="*/ 1446 w 1446"/>
                <a:gd name="T1" fmla="*/ 0 h 475"/>
                <a:gd name="T2" fmla="*/ 1446 w 1446"/>
                <a:gd name="T3" fmla="*/ 273 h 475"/>
                <a:gd name="T4" fmla="*/ 723 w 1446"/>
                <a:gd name="T5" fmla="*/ 475 h 475"/>
                <a:gd name="T6" fmla="*/ 0 w 1446"/>
                <a:gd name="T7" fmla="*/ 273 h 475"/>
                <a:gd name="T8" fmla="*/ 0 w 1446"/>
                <a:gd name="T9" fmla="*/ 0 h 475"/>
                <a:gd name="T10" fmla="*/ 723 w 1446"/>
                <a:gd name="T11" fmla="*/ 84 h 475"/>
                <a:gd name="T12" fmla="*/ 1446 w 1446"/>
                <a:gd name="T13" fmla="*/ 0 h 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46" h="475">
                  <a:moveTo>
                    <a:pt x="1446" y="0"/>
                  </a:moveTo>
                  <a:cubicBezTo>
                    <a:pt x="1446" y="273"/>
                    <a:pt x="1446" y="273"/>
                    <a:pt x="1446" y="273"/>
                  </a:cubicBezTo>
                  <a:cubicBezTo>
                    <a:pt x="1446" y="384"/>
                    <a:pt x="1122" y="475"/>
                    <a:pt x="723" y="475"/>
                  </a:cubicBezTo>
                  <a:cubicBezTo>
                    <a:pt x="324" y="475"/>
                    <a:pt x="0" y="384"/>
                    <a:pt x="0" y="27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440" y="84"/>
                    <a:pt x="723" y="84"/>
                  </a:cubicBezTo>
                  <a:cubicBezTo>
                    <a:pt x="967" y="84"/>
                    <a:pt x="1446" y="0"/>
                    <a:pt x="1446" y="0"/>
                  </a:cubicBezTo>
                </a:path>
              </a:pathLst>
            </a:custGeom>
            <a:solidFill>
              <a:srgbClr val="1FABF4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b" anchorCtr="0" compatLnSpc="1">
              <a:normAutofit/>
            </a:bodyPr>
            <a:lstStyle/>
            <a:p>
              <a:pPr algn="ctr">
                <a:spcBef>
                  <a:spcPct val="0"/>
                </a:spcBef>
              </a:pPr>
              <a:endParaRPr lang="en-US" altLang="zh-CN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47" name="išlíďê"/>
            <p:cNvSpPr/>
            <p:nvPr>
              <p:custDataLst>
                <p:tags r:id="rId14"/>
              </p:custDataLst>
            </p:nvPr>
          </p:nvSpPr>
          <p:spPr bwMode="auto">
            <a:xfrm>
              <a:off x="4478984" y="3462807"/>
              <a:ext cx="2701687" cy="543094"/>
            </a:xfrm>
            <a:prstGeom prst="ellipse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id-ID" b="1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48" name="í$ḻïḓê"/>
            <p:cNvSpPr/>
            <p:nvPr>
              <p:custDataLst>
                <p:tags r:id="rId15"/>
              </p:custDataLst>
            </p:nvPr>
          </p:nvSpPr>
          <p:spPr bwMode="auto">
            <a:xfrm>
              <a:off x="5112379" y="3631043"/>
              <a:ext cx="1434902" cy="206625"/>
            </a:xfrm>
            <a:prstGeom prst="ellipse">
              <a:avLst/>
            </a:prstGeom>
            <a:solidFill>
              <a:srgbClr val="F6F8F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25000" lnSpcReduction="20000"/>
            </a:bodyPr>
            <a:lstStyle/>
            <a:p>
              <a:endParaRPr lang="id-ID" b="1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49" name="îṩľiḑe"/>
            <p:cNvSpPr/>
            <p:nvPr>
              <p:custDataLst>
                <p:tags r:id="rId16"/>
              </p:custDataLst>
            </p:nvPr>
          </p:nvSpPr>
          <p:spPr>
            <a:xfrm>
              <a:off x="6947558" y="3726482"/>
              <a:ext cx="451210" cy="451213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92500" lnSpcReduction="20000"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r>
                <a:rPr lang="en-US" altLang="zh-CN" dirty="0">
                  <a:latin typeface="思源黑体" panose="020B0500000000000000" pitchFamily="34" charset="-122"/>
                  <a:ea typeface="思源黑体" panose="020B0500000000000000" pitchFamily="34" charset="-122"/>
                  <a:sym typeface="思源黑体" panose="020B0500000000000000" pitchFamily="34" charset="-122"/>
                </a:rPr>
                <a:t>3</a:t>
              </a:r>
              <a:endParaRPr lang="zh-CN" altLang="en-US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50" name="îsľïḋe"/>
            <p:cNvSpPr/>
            <p:nvPr>
              <p:custDataLst>
                <p:tags r:id="rId17"/>
              </p:custDataLst>
            </p:nvPr>
          </p:nvSpPr>
          <p:spPr bwMode="auto">
            <a:xfrm>
              <a:off x="4347028" y="2904319"/>
              <a:ext cx="2965606" cy="699639"/>
            </a:xfrm>
            <a:custGeom>
              <a:avLst/>
              <a:gdLst>
                <a:gd name="T0" fmla="*/ 1446 w 1446"/>
                <a:gd name="T1" fmla="*/ 0 h 475"/>
                <a:gd name="T2" fmla="*/ 1446 w 1446"/>
                <a:gd name="T3" fmla="*/ 273 h 475"/>
                <a:gd name="T4" fmla="*/ 723 w 1446"/>
                <a:gd name="T5" fmla="*/ 475 h 475"/>
                <a:gd name="T6" fmla="*/ 0 w 1446"/>
                <a:gd name="T7" fmla="*/ 273 h 475"/>
                <a:gd name="T8" fmla="*/ 0 w 1446"/>
                <a:gd name="T9" fmla="*/ 0 h 475"/>
                <a:gd name="T10" fmla="*/ 723 w 1446"/>
                <a:gd name="T11" fmla="*/ 84 h 475"/>
                <a:gd name="T12" fmla="*/ 1446 w 1446"/>
                <a:gd name="T13" fmla="*/ 0 h 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46" h="475">
                  <a:moveTo>
                    <a:pt x="1446" y="0"/>
                  </a:moveTo>
                  <a:cubicBezTo>
                    <a:pt x="1446" y="273"/>
                    <a:pt x="1446" y="273"/>
                    <a:pt x="1446" y="273"/>
                  </a:cubicBezTo>
                  <a:cubicBezTo>
                    <a:pt x="1446" y="384"/>
                    <a:pt x="1122" y="475"/>
                    <a:pt x="723" y="475"/>
                  </a:cubicBezTo>
                  <a:cubicBezTo>
                    <a:pt x="324" y="475"/>
                    <a:pt x="0" y="384"/>
                    <a:pt x="0" y="27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440" y="84"/>
                    <a:pt x="723" y="84"/>
                  </a:cubicBezTo>
                  <a:cubicBezTo>
                    <a:pt x="967" y="84"/>
                    <a:pt x="1446" y="0"/>
                    <a:pt x="1446" y="0"/>
                  </a:cubicBezTo>
                </a:path>
              </a:pathLst>
            </a:custGeom>
            <a:solidFill>
              <a:srgbClr val="0076DB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b" anchorCtr="0" compatLnSpc="1">
              <a:normAutofit/>
            </a:bodyPr>
            <a:lstStyle/>
            <a:p>
              <a:pPr algn="ctr">
                <a:spcBef>
                  <a:spcPct val="0"/>
                </a:spcBef>
              </a:pPr>
              <a:endParaRPr lang="en-US" altLang="zh-CN" sz="2000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51" name="îşlíḓe"/>
            <p:cNvSpPr/>
            <p:nvPr>
              <p:custDataLst>
                <p:tags r:id="rId18"/>
              </p:custDataLst>
            </p:nvPr>
          </p:nvSpPr>
          <p:spPr bwMode="auto">
            <a:xfrm>
              <a:off x="4347027" y="2595913"/>
              <a:ext cx="2965605" cy="596147"/>
            </a:xfrm>
            <a:prstGeom prst="ellipse">
              <a:avLst/>
            </a:prstGeom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id-ID" b="1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52" name="ísḷiḋé"/>
            <p:cNvSpPr/>
            <p:nvPr>
              <p:custDataLst>
                <p:tags r:id="rId19"/>
              </p:custDataLst>
            </p:nvPr>
          </p:nvSpPr>
          <p:spPr bwMode="auto">
            <a:xfrm>
              <a:off x="5042296" y="2780583"/>
              <a:ext cx="1575072" cy="226809"/>
            </a:xfrm>
            <a:prstGeom prst="ellipse">
              <a:avLst/>
            </a:prstGeom>
            <a:solidFill>
              <a:srgbClr val="F6F8F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25000" lnSpcReduction="20000"/>
            </a:bodyPr>
            <a:lstStyle/>
            <a:p>
              <a:endParaRPr lang="id-ID" b="1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53" name="îṥḻiḓè"/>
            <p:cNvSpPr/>
            <p:nvPr>
              <p:custDataLst>
                <p:tags r:id="rId20"/>
              </p:custDataLst>
            </p:nvPr>
          </p:nvSpPr>
          <p:spPr>
            <a:xfrm>
              <a:off x="3977361" y="2885344"/>
              <a:ext cx="495286" cy="495291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lnSpcReduction="10000"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r>
                <a:rPr lang="en-US" altLang="zh-CN" dirty="0">
                  <a:latin typeface="思源黑体" panose="020B0500000000000000" pitchFamily="34" charset="-122"/>
                  <a:ea typeface="思源黑体" panose="020B0500000000000000" pitchFamily="34" charset="-122"/>
                  <a:sym typeface="思源黑体" panose="020B0500000000000000" pitchFamily="34" charset="-122"/>
                </a:rPr>
                <a:t>2</a:t>
              </a:r>
              <a:endParaRPr lang="zh-CN" altLang="en-US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54" name="i$1ïḑê"/>
            <p:cNvSpPr/>
            <p:nvPr>
              <p:custDataLst>
                <p:tags r:id="rId21"/>
              </p:custDataLst>
            </p:nvPr>
          </p:nvSpPr>
          <p:spPr bwMode="auto">
            <a:xfrm>
              <a:off x="4066920" y="1905262"/>
              <a:ext cx="3525815" cy="831801"/>
            </a:xfrm>
            <a:custGeom>
              <a:avLst/>
              <a:gdLst>
                <a:gd name="T0" fmla="*/ 1446 w 1446"/>
                <a:gd name="T1" fmla="*/ 0 h 475"/>
                <a:gd name="T2" fmla="*/ 1446 w 1446"/>
                <a:gd name="T3" fmla="*/ 273 h 475"/>
                <a:gd name="T4" fmla="*/ 723 w 1446"/>
                <a:gd name="T5" fmla="*/ 475 h 475"/>
                <a:gd name="T6" fmla="*/ 0 w 1446"/>
                <a:gd name="T7" fmla="*/ 273 h 475"/>
                <a:gd name="T8" fmla="*/ 0 w 1446"/>
                <a:gd name="T9" fmla="*/ 0 h 475"/>
                <a:gd name="T10" fmla="*/ 723 w 1446"/>
                <a:gd name="T11" fmla="*/ 84 h 475"/>
                <a:gd name="T12" fmla="*/ 1446 w 1446"/>
                <a:gd name="T13" fmla="*/ 0 h 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46" h="475">
                  <a:moveTo>
                    <a:pt x="1446" y="0"/>
                  </a:moveTo>
                  <a:cubicBezTo>
                    <a:pt x="1446" y="273"/>
                    <a:pt x="1446" y="273"/>
                    <a:pt x="1446" y="273"/>
                  </a:cubicBezTo>
                  <a:cubicBezTo>
                    <a:pt x="1446" y="384"/>
                    <a:pt x="1122" y="475"/>
                    <a:pt x="723" y="475"/>
                  </a:cubicBezTo>
                  <a:cubicBezTo>
                    <a:pt x="324" y="475"/>
                    <a:pt x="0" y="384"/>
                    <a:pt x="0" y="27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440" y="84"/>
                    <a:pt x="723" y="84"/>
                  </a:cubicBezTo>
                  <a:cubicBezTo>
                    <a:pt x="967" y="84"/>
                    <a:pt x="1446" y="0"/>
                    <a:pt x="1446" y="0"/>
                  </a:cubicBezTo>
                </a:path>
              </a:pathLst>
            </a:custGeom>
            <a:solidFill>
              <a:srgbClr val="015EBE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b" anchorCtr="0" compatLnSpc="1">
              <a:normAutofit/>
            </a:bodyPr>
            <a:lstStyle/>
            <a:p>
              <a:pPr algn="ctr">
                <a:spcBef>
                  <a:spcPct val="0"/>
                </a:spcBef>
              </a:pPr>
              <a:endParaRPr lang="en-US" altLang="zh-CN" sz="2400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55" name="íṡḻïḋê"/>
            <p:cNvSpPr/>
            <p:nvPr>
              <p:custDataLst>
                <p:tags r:id="rId22"/>
              </p:custDataLst>
            </p:nvPr>
          </p:nvSpPr>
          <p:spPr bwMode="auto">
            <a:xfrm>
              <a:off x="4066919" y="1538597"/>
              <a:ext cx="3525814" cy="708760"/>
            </a:xfrm>
            <a:prstGeom prst="ellips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id-ID" b="1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56" name="î$ḷíḓè"/>
            <p:cNvSpPr/>
            <p:nvPr>
              <p:custDataLst>
                <p:tags r:id="rId23"/>
              </p:custDataLst>
            </p:nvPr>
          </p:nvSpPr>
          <p:spPr bwMode="auto">
            <a:xfrm>
              <a:off x="4893525" y="1758152"/>
              <a:ext cx="1872606" cy="269655"/>
            </a:xfrm>
            <a:prstGeom prst="ellipse">
              <a:avLst/>
            </a:prstGeom>
            <a:solidFill>
              <a:srgbClr val="F6F8F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40000" lnSpcReduction="20000"/>
            </a:bodyPr>
            <a:lstStyle/>
            <a:p>
              <a:endParaRPr lang="id-ID" b="1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" panose="020B0500000000000000" pitchFamily="34" charset="-122"/>
              </a:endParaRPr>
            </a:p>
          </p:txBody>
        </p:sp>
        <p:sp>
          <p:nvSpPr>
            <p:cNvPr id="57" name="îşḻîḋè"/>
            <p:cNvSpPr/>
            <p:nvPr>
              <p:custDataLst>
                <p:tags r:id="rId24"/>
              </p:custDataLst>
            </p:nvPr>
          </p:nvSpPr>
          <p:spPr>
            <a:xfrm>
              <a:off x="7359618" y="1882703"/>
              <a:ext cx="588847" cy="588852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r>
                <a:rPr lang="en-US" altLang="zh-CN" dirty="0">
                  <a:latin typeface="思源黑体" panose="020B0500000000000000" pitchFamily="34" charset="-122"/>
                  <a:ea typeface="思源黑体" panose="020B0500000000000000" pitchFamily="34" charset="-122"/>
                  <a:sym typeface="思源黑体" panose="020B0500000000000000" pitchFamily="34" charset="-122"/>
                </a:rPr>
                <a:t>1</a:t>
              </a:r>
              <a:endParaRPr lang="zh-CN" altLang="en-US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" panose="020B0500000000000000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41"/>
          <p:cNvSpPr>
            <a:spLocks noGrp="1"/>
          </p:cNvSpPr>
          <p:nvPr>
            <p:ph type="title" idx="4294967295"/>
          </p:nvPr>
        </p:nvSpPr>
        <p:spPr>
          <a:xfrm>
            <a:off x="845761" y="623789"/>
            <a:ext cx="10515600" cy="911682"/>
          </a:xfrm>
        </p:spPr>
        <p:txBody>
          <a:bodyPr/>
          <a:lstStyle/>
          <a:p>
            <a:r>
              <a:rPr lang="id-ID" dirty="0"/>
              <a:t>Fishbone Diagram</a:t>
            </a:r>
            <a:endParaRPr lang="id-ID" dirty="0"/>
          </a:p>
        </p:txBody>
      </p:sp>
      <p:sp>
        <p:nvSpPr>
          <p:cNvPr id="43" name="Text Placeholder 42"/>
          <p:cNvSpPr>
            <a:spLocks noGrp="1"/>
          </p:cNvSpPr>
          <p:nvPr>
            <p:ph type="body" sz="quarter" idx="4294967295"/>
          </p:nvPr>
        </p:nvSpPr>
        <p:spPr>
          <a:xfrm>
            <a:off x="845761" y="1341975"/>
            <a:ext cx="10515600" cy="366712"/>
          </a:xfrm>
        </p:spPr>
        <p:txBody>
          <a:bodyPr>
            <a:normAutofit fontScale="77500" lnSpcReduction="20000"/>
          </a:bodyPr>
          <a:lstStyle/>
          <a:p>
            <a:r>
              <a:rPr lang="id-ID" dirty="0"/>
              <a:t>Fishbone Sample</a:t>
            </a:r>
            <a:endParaRPr lang="id-ID" dirty="0"/>
          </a:p>
        </p:txBody>
      </p:sp>
      <p:sp>
        <p:nvSpPr>
          <p:cNvPr id="4" name="Freeform 3"/>
          <p:cNvSpPr/>
          <p:nvPr/>
        </p:nvSpPr>
        <p:spPr bwMode="auto">
          <a:xfrm>
            <a:off x="1020763" y="3392940"/>
            <a:ext cx="9480550" cy="811212"/>
          </a:xfrm>
          <a:custGeom>
            <a:avLst/>
            <a:gdLst>
              <a:gd name="T0" fmla="*/ 3232 w 3232"/>
              <a:gd name="T1" fmla="*/ 137 h 274"/>
              <a:gd name="T2" fmla="*/ 3055 w 3232"/>
              <a:gd name="T3" fmla="*/ 0 h 274"/>
              <a:gd name="T4" fmla="*/ 3055 w 3232"/>
              <a:gd name="T5" fmla="*/ 117 h 274"/>
              <a:gd name="T6" fmla="*/ 232 w 3232"/>
              <a:gd name="T7" fmla="*/ 117 h 274"/>
              <a:gd name="T8" fmla="*/ 211 w 3232"/>
              <a:gd name="T9" fmla="*/ 95 h 274"/>
              <a:gd name="T10" fmla="*/ 185 w 3232"/>
              <a:gd name="T11" fmla="*/ 55 h 274"/>
              <a:gd name="T12" fmla="*/ 0 w 3232"/>
              <a:gd name="T13" fmla="*/ 55 h 274"/>
              <a:gd name="T14" fmla="*/ 80 w 3232"/>
              <a:gd name="T15" fmla="*/ 137 h 274"/>
              <a:gd name="T16" fmla="*/ 0 w 3232"/>
              <a:gd name="T17" fmla="*/ 219 h 274"/>
              <a:gd name="T18" fmla="*/ 185 w 3232"/>
              <a:gd name="T19" fmla="*/ 219 h 274"/>
              <a:gd name="T20" fmla="*/ 232 w 3232"/>
              <a:gd name="T21" fmla="*/ 157 h 274"/>
              <a:gd name="T22" fmla="*/ 3055 w 3232"/>
              <a:gd name="T23" fmla="*/ 157 h 274"/>
              <a:gd name="T24" fmla="*/ 3055 w 3232"/>
              <a:gd name="T25" fmla="*/ 274 h 274"/>
              <a:gd name="T26" fmla="*/ 3232 w 3232"/>
              <a:gd name="T27" fmla="*/ 137 h 2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232" h="274">
                <a:moveTo>
                  <a:pt x="3232" y="137"/>
                </a:moveTo>
                <a:cubicBezTo>
                  <a:pt x="3055" y="0"/>
                  <a:pt x="3055" y="0"/>
                  <a:pt x="3055" y="0"/>
                </a:cubicBezTo>
                <a:cubicBezTo>
                  <a:pt x="3055" y="117"/>
                  <a:pt x="3055" y="117"/>
                  <a:pt x="3055" y="117"/>
                </a:cubicBezTo>
                <a:cubicBezTo>
                  <a:pt x="232" y="117"/>
                  <a:pt x="232" y="117"/>
                  <a:pt x="232" y="117"/>
                </a:cubicBezTo>
                <a:cubicBezTo>
                  <a:pt x="228" y="113"/>
                  <a:pt x="220" y="104"/>
                  <a:pt x="211" y="95"/>
                </a:cubicBezTo>
                <a:cubicBezTo>
                  <a:pt x="199" y="82"/>
                  <a:pt x="187" y="66"/>
                  <a:pt x="185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4" y="90"/>
                  <a:pt x="33" y="124"/>
                  <a:pt x="80" y="137"/>
                </a:cubicBezTo>
                <a:cubicBezTo>
                  <a:pt x="33" y="151"/>
                  <a:pt x="6" y="182"/>
                  <a:pt x="0" y="219"/>
                </a:cubicBezTo>
                <a:cubicBezTo>
                  <a:pt x="185" y="219"/>
                  <a:pt x="185" y="219"/>
                  <a:pt x="185" y="219"/>
                </a:cubicBezTo>
                <a:cubicBezTo>
                  <a:pt x="188" y="201"/>
                  <a:pt x="221" y="167"/>
                  <a:pt x="232" y="157"/>
                </a:cubicBezTo>
                <a:cubicBezTo>
                  <a:pt x="3055" y="157"/>
                  <a:pt x="3055" y="157"/>
                  <a:pt x="3055" y="157"/>
                </a:cubicBezTo>
                <a:cubicBezTo>
                  <a:pt x="3055" y="274"/>
                  <a:pt x="3055" y="274"/>
                  <a:pt x="3055" y="274"/>
                </a:cubicBezTo>
                <a:lnTo>
                  <a:pt x="3232" y="137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" name="Oval 4"/>
          <p:cNvSpPr>
            <a:spLocks noChangeArrowheads="1"/>
          </p:cNvSpPr>
          <p:nvPr/>
        </p:nvSpPr>
        <p:spPr bwMode="auto">
          <a:xfrm>
            <a:off x="3252788" y="3424690"/>
            <a:ext cx="742950" cy="747712"/>
          </a:xfrm>
          <a:prstGeom prst="ellipse">
            <a:avLst/>
          </a:prstGeom>
          <a:solidFill>
            <a:schemeClr val="accent1"/>
          </a:solidFill>
          <a:ln w="88900">
            <a:solidFill>
              <a:schemeClr val="tx2"/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" name="Oval 5"/>
          <p:cNvSpPr>
            <a:spLocks noChangeArrowheads="1"/>
          </p:cNvSpPr>
          <p:nvPr/>
        </p:nvSpPr>
        <p:spPr bwMode="auto">
          <a:xfrm>
            <a:off x="5629276" y="3424690"/>
            <a:ext cx="742950" cy="747712"/>
          </a:xfrm>
          <a:prstGeom prst="ellipse">
            <a:avLst/>
          </a:prstGeom>
          <a:solidFill>
            <a:schemeClr val="accent2"/>
          </a:solidFill>
          <a:ln w="88900">
            <a:solidFill>
              <a:schemeClr val="tx2"/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7" name="Oval 6"/>
          <p:cNvSpPr>
            <a:spLocks noChangeArrowheads="1"/>
          </p:cNvSpPr>
          <p:nvPr/>
        </p:nvSpPr>
        <p:spPr bwMode="auto">
          <a:xfrm>
            <a:off x="8008938" y="3424690"/>
            <a:ext cx="741363" cy="747712"/>
          </a:xfrm>
          <a:prstGeom prst="ellipse">
            <a:avLst/>
          </a:prstGeom>
          <a:solidFill>
            <a:schemeClr val="accent3"/>
          </a:solidFill>
          <a:ln w="88900">
            <a:solidFill>
              <a:schemeClr val="tx2"/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2717800" y="4175775"/>
            <a:ext cx="901700" cy="901700"/>
          </a:xfrm>
          <a:prstGeom prst="line">
            <a:avLst/>
          </a:prstGeom>
          <a:ln w="889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 flipV="1">
            <a:off x="2717800" y="2507313"/>
            <a:ext cx="901700" cy="901700"/>
          </a:xfrm>
          <a:prstGeom prst="line">
            <a:avLst/>
          </a:prstGeom>
          <a:ln w="889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5099051" y="4175775"/>
            <a:ext cx="901700" cy="901700"/>
          </a:xfrm>
          <a:prstGeom prst="line">
            <a:avLst/>
          </a:prstGeom>
          <a:ln w="889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 flipV="1">
            <a:off x="5099051" y="2507313"/>
            <a:ext cx="901700" cy="901700"/>
          </a:xfrm>
          <a:prstGeom prst="line">
            <a:avLst/>
          </a:prstGeom>
          <a:ln w="889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7493002" y="4175775"/>
            <a:ext cx="901700" cy="901700"/>
          </a:xfrm>
          <a:prstGeom prst="line">
            <a:avLst/>
          </a:prstGeom>
          <a:ln w="889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 flipV="1">
            <a:off x="7493002" y="2507313"/>
            <a:ext cx="901700" cy="901700"/>
          </a:xfrm>
          <a:prstGeom prst="line">
            <a:avLst/>
          </a:prstGeom>
          <a:ln w="889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>
            <a:spLocks noChangeAspect="1"/>
          </p:cNvSpPr>
          <p:nvPr/>
        </p:nvSpPr>
        <p:spPr>
          <a:xfrm>
            <a:off x="3410264" y="3538863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4</a:t>
            </a:r>
            <a:endParaRPr kumimoji="0" lang="ru-RU" sz="40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5" name="TextBox 14"/>
          <p:cNvSpPr txBox="1">
            <a:spLocks noChangeAspect="1"/>
          </p:cNvSpPr>
          <p:nvPr/>
        </p:nvSpPr>
        <p:spPr>
          <a:xfrm>
            <a:off x="5797863" y="3535261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(</a:t>
            </a: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6" name="TextBox 15"/>
          <p:cNvSpPr txBox="1">
            <a:spLocks noChangeAspect="1"/>
          </p:cNvSpPr>
          <p:nvPr/>
        </p:nvSpPr>
        <p:spPr>
          <a:xfrm>
            <a:off x="8163239" y="3529239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B</a:t>
            </a:r>
            <a:endParaRPr kumimoji="0" lang="ru-RU" sz="40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1333500" y="2507313"/>
            <a:ext cx="1409700" cy="0"/>
          </a:xfrm>
          <a:prstGeom prst="line">
            <a:avLst/>
          </a:prstGeom>
          <a:ln w="63500">
            <a:solidFill>
              <a:schemeClr val="tx2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348717" y="2156059"/>
            <a:ext cx="10454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Content 1</a:t>
            </a:r>
            <a:endParaRPr kumimoji="0" lang="id-ID" sz="16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860451" y="2744645"/>
            <a:ext cx="10647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Content 2</a:t>
            </a:r>
            <a:endParaRPr kumimoji="0" lang="id-ID" sz="16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885851" y="4140941"/>
            <a:ext cx="10647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Content 3</a:t>
            </a:r>
            <a:endParaRPr kumimoji="0" lang="id-ID" sz="16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346919" y="5089779"/>
            <a:ext cx="10647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Content 4</a:t>
            </a:r>
            <a:endParaRPr kumimoji="0" lang="id-ID" sz="16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cxnSp>
        <p:nvCxnSpPr>
          <p:cNvPr id="22" name="Straight Connector 21"/>
          <p:cNvCxnSpPr/>
          <p:nvPr/>
        </p:nvCxnSpPr>
        <p:spPr>
          <a:xfrm>
            <a:off x="1333500" y="5079261"/>
            <a:ext cx="1409700" cy="0"/>
          </a:xfrm>
          <a:prstGeom prst="line">
            <a:avLst/>
          </a:prstGeom>
          <a:ln w="63500">
            <a:solidFill>
              <a:schemeClr val="tx2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1859733" y="3116913"/>
            <a:ext cx="1476000" cy="0"/>
          </a:xfrm>
          <a:prstGeom prst="line">
            <a:avLst/>
          </a:prstGeom>
          <a:ln w="63500">
            <a:solidFill>
              <a:schemeClr val="tx2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1885133" y="4507761"/>
            <a:ext cx="1409700" cy="0"/>
          </a:xfrm>
          <a:prstGeom prst="line">
            <a:avLst/>
          </a:prstGeom>
          <a:ln w="63500">
            <a:solidFill>
              <a:schemeClr val="tx2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3720258" y="2507313"/>
            <a:ext cx="1409700" cy="0"/>
          </a:xfrm>
          <a:prstGeom prst="line">
            <a:avLst/>
          </a:prstGeom>
          <a:ln w="63500">
            <a:solidFill>
              <a:schemeClr val="tx2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720258" y="2156059"/>
            <a:ext cx="10454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Content 1</a:t>
            </a:r>
            <a:endParaRPr kumimoji="0" lang="id-ID" sz="16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252890" y="2744645"/>
            <a:ext cx="10647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Content 2</a:t>
            </a:r>
            <a:endParaRPr kumimoji="0" lang="id-ID" sz="16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252890" y="4140941"/>
            <a:ext cx="10647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Content 3</a:t>
            </a:r>
            <a:endParaRPr kumimoji="0" lang="id-ID" sz="16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739358" y="5089779"/>
            <a:ext cx="10647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Content 4</a:t>
            </a:r>
            <a:endParaRPr kumimoji="0" lang="id-ID" sz="16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cxnSp>
        <p:nvCxnSpPr>
          <p:cNvPr id="30" name="Straight Connector 29"/>
          <p:cNvCxnSpPr/>
          <p:nvPr/>
        </p:nvCxnSpPr>
        <p:spPr>
          <a:xfrm>
            <a:off x="3720258" y="5079261"/>
            <a:ext cx="1409700" cy="0"/>
          </a:xfrm>
          <a:prstGeom prst="line">
            <a:avLst/>
          </a:prstGeom>
          <a:ln w="63500">
            <a:solidFill>
              <a:schemeClr val="tx2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4246491" y="3116913"/>
            <a:ext cx="1476000" cy="0"/>
          </a:xfrm>
          <a:prstGeom prst="line">
            <a:avLst/>
          </a:prstGeom>
          <a:ln w="63500">
            <a:solidFill>
              <a:schemeClr val="tx2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4271891" y="4507761"/>
            <a:ext cx="1409700" cy="0"/>
          </a:xfrm>
          <a:prstGeom prst="line">
            <a:avLst/>
          </a:prstGeom>
          <a:ln w="63500">
            <a:solidFill>
              <a:schemeClr val="tx2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6117431" y="2507313"/>
            <a:ext cx="1409700" cy="0"/>
          </a:xfrm>
          <a:prstGeom prst="line">
            <a:avLst/>
          </a:prstGeom>
          <a:ln w="63500">
            <a:solidFill>
              <a:schemeClr val="tx2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117431" y="2156059"/>
            <a:ext cx="10454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Content 1</a:t>
            </a:r>
            <a:endParaRPr kumimoji="0" lang="id-ID" sz="16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650063" y="2744645"/>
            <a:ext cx="10647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Content 2</a:t>
            </a:r>
            <a:endParaRPr kumimoji="0" lang="id-ID" sz="16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650063" y="4140941"/>
            <a:ext cx="10647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Content 3</a:t>
            </a:r>
            <a:endParaRPr kumimoji="0" lang="id-ID" sz="16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136531" y="5089779"/>
            <a:ext cx="10647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Content 4</a:t>
            </a:r>
            <a:endParaRPr kumimoji="0" lang="id-ID" sz="16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cxnSp>
        <p:nvCxnSpPr>
          <p:cNvPr id="38" name="Straight Connector 37"/>
          <p:cNvCxnSpPr/>
          <p:nvPr/>
        </p:nvCxnSpPr>
        <p:spPr>
          <a:xfrm>
            <a:off x="6117431" y="5079261"/>
            <a:ext cx="1409700" cy="0"/>
          </a:xfrm>
          <a:prstGeom prst="line">
            <a:avLst/>
          </a:prstGeom>
          <a:ln w="63500">
            <a:solidFill>
              <a:schemeClr val="tx2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6643664" y="3116913"/>
            <a:ext cx="1476000" cy="0"/>
          </a:xfrm>
          <a:prstGeom prst="line">
            <a:avLst/>
          </a:prstGeom>
          <a:ln w="63500">
            <a:solidFill>
              <a:schemeClr val="tx2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6669064" y="4507761"/>
            <a:ext cx="1409700" cy="0"/>
          </a:xfrm>
          <a:prstGeom prst="line">
            <a:avLst/>
          </a:prstGeom>
          <a:ln w="63500">
            <a:solidFill>
              <a:schemeClr val="tx2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0613571" y="3567713"/>
            <a:ext cx="9800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2400" b="1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Result</a:t>
            </a:r>
            <a:endParaRPr kumimoji="0" lang="id-ID" sz="2400" b="1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500"/>
                            </p:stCondLst>
                            <p:childTnLst>
                              <p:par>
                                <p:cTn id="5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000"/>
                            </p:stCondLst>
                            <p:childTnLst>
                              <p:par>
                                <p:cTn id="6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4500"/>
                            </p:stCondLst>
                            <p:childTnLst>
                              <p:par>
                                <p:cTn id="7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500"/>
                            </p:stCondLst>
                            <p:childTnLst>
                              <p:par>
                                <p:cTn id="9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6000"/>
                            </p:stCondLst>
                            <p:childTnLst>
                              <p:par>
                                <p:cTn id="1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6500"/>
                            </p:stCondLst>
                            <p:childTnLst>
                              <p:par>
                                <p:cTn id="10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7000"/>
                            </p:stCondLst>
                            <p:childTnLst>
                              <p:par>
                                <p:cTn id="11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7500"/>
                            </p:stCondLst>
                            <p:childTnLst>
                              <p:par>
                                <p:cTn id="1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8000"/>
                            </p:stCondLst>
                            <p:childTnLst>
                              <p:par>
                                <p:cTn id="1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  <p:bldP spid="6" grpId="0" bldLvl="0" animBg="1"/>
      <p:bldP spid="7" grpId="0" bldLvl="0" animBg="1"/>
      <p:bldP spid="14" grpId="0"/>
      <p:bldP spid="16" grpId="0"/>
      <p:bldP spid="18" grpId="0"/>
      <p:bldP spid="19" grpId="0"/>
      <p:bldP spid="20" grpId="0"/>
      <p:bldP spid="21" grpId="0"/>
      <p:bldP spid="26" grpId="0"/>
      <p:bldP spid="27" grpId="0"/>
      <p:bldP spid="28" grpId="0"/>
      <p:bldP spid="29" grpId="0"/>
      <p:bldP spid="34" grpId="0"/>
      <p:bldP spid="35" grpId="0"/>
      <p:bldP spid="36" grpId="0"/>
      <p:bldP spid="37" grpId="0"/>
      <p:bldP spid="4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62"/>
          <p:cNvSpPr>
            <a:spLocks noGrp="1"/>
          </p:cNvSpPr>
          <p:nvPr>
            <p:ph type="title" idx="4294967295"/>
          </p:nvPr>
        </p:nvSpPr>
        <p:spPr>
          <a:xfrm>
            <a:off x="477461" y="560289"/>
            <a:ext cx="10515600" cy="911682"/>
          </a:xfrm>
        </p:spPr>
        <p:txBody>
          <a:bodyPr/>
          <a:lstStyle/>
          <a:p>
            <a:r>
              <a:rPr lang="id-ID" dirty="0"/>
              <a:t>Mindmap</a:t>
            </a:r>
            <a:endParaRPr lang="id-ID" dirty="0"/>
          </a:p>
        </p:txBody>
      </p:sp>
      <p:sp>
        <p:nvSpPr>
          <p:cNvPr id="64" name="Text Placeholder 63"/>
          <p:cNvSpPr>
            <a:spLocks noGrp="1"/>
          </p:cNvSpPr>
          <p:nvPr>
            <p:ph type="body" sz="quarter" idx="4294967295"/>
          </p:nvPr>
        </p:nvSpPr>
        <p:spPr>
          <a:xfrm>
            <a:off x="477461" y="1278475"/>
            <a:ext cx="10515600" cy="366712"/>
          </a:xfrm>
        </p:spPr>
        <p:txBody>
          <a:bodyPr>
            <a:normAutofit fontScale="77500" lnSpcReduction="20000"/>
          </a:bodyPr>
          <a:lstStyle/>
          <a:p>
            <a:r>
              <a:rPr lang="id-ID" dirty="0"/>
              <a:t>Our Process</a:t>
            </a:r>
            <a:endParaRPr lang="id-ID" dirty="0"/>
          </a:p>
        </p:txBody>
      </p:sp>
      <p:sp>
        <p:nvSpPr>
          <p:cNvPr id="4" name="TextBox 3"/>
          <p:cNvSpPr txBox="1"/>
          <p:nvPr/>
        </p:nvSpPr>
        <p:spPr>
          <a:xfrm rot="2441370">
            <a:off x="4626564" y="2800443"/>
            <a:ext cx="9957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Solutions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 rot="476715">
            <a:off x="2730108" y="2390734"/>
            <a:ext cx="5277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Plan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 rot="1359357">
            <a:off x="2672214" y="1816565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Follow Up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69405" y="2089190"/>
            <a:ext cx="5774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View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 rot="20712158">
            <a:off x="2409846" y="3286507"/>
            <a:ext cx="12522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Requirements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9" name="Freeform 5"/>
          <p:cNvSpPr/>
          <p:nvPr/>
        </p:nvSpPr>
        <p:spPr bwMode="auto">
          <a:xfrm>
            <a:off x="1809586" y="2457934"/>
            <a:ext cx="3955580" cy="1354573"/>
          </a:xfrm>
          <a:custGeom>
            <a:avLst/>
            <a:gdLst>
              <a:gd name="T0" fmla="*/ 1136 w 1174"/>
              <a:gd name="T1" fmla="*/ 391 h 401"/>
              <a:gd name="T2" fmla="*/ 1094 w 1174"/>
              <a:gd name="T3" fmla="*/ 370 h 401"/>
              <a:gd name="T4" fmla="*/ 1055 w 1174"/>
              <a:gd name="T5" fmla="*/ 346 h 401"/>
              <a:gd name="T6" fmla="*/ 1016 w 1174"/>
              <a:gd name="T7" fmla="*/ 321 h 401"/>
              <a:gd name="T8" fmla="*/ 980 w 1174"/>
              <a:gd name="T9" fmla="*/ 294 h 401"/>
              <a:gd name="T10" fmla="*/ 944 w 1174"/>
              <a:gd name="T11" fmla="*/ 265 h 401"/>
              <a:gd name="T12" fmla="*/ 910 w 1174"/>
              <a:gd name="T13" fmla="*/ 235 h 401"/>
              <a:gd name="T14" fmla="*/ 876 w 1174"/>
              <a:gd name="T15" fmla="*/ 204 h 401"/>
              <a:gd name="T16" fmla="*/ 858 w 1174"/>
              <a:gd name="T17" fmla="*/ 186 h 401"/>
              <a:gd name="T18" fmla="*/ 858 w 1174"/>
              <a:gd name="T19" fmla="*/ 185 h 401"/>
              <a:gd name="T20" fmla="*/ 853 w 1174"/>
              <a:gd name="T21" fmla="*/ 181 h 401"/>
              <a:gd name="T22" fmla="*/ 837 w 1174"/>
              <a:gd name="T23" fmla="*/ 168 h 401"/>
              <a:gd name="T24" fmla="*/ 819 w 1174"/>
              <a:gd name="T25" fmla="*/ 157 h 401"/>
              <a:gd name="T26" fmla="*/ 810 w 1174"/>
              <a:gd name="T27" fmla="*/ 152 h 401"/>
              <a:gd name="T28" fmla="*/ 771 w 1174"/>
              <a:gd name="T29" fmla="*/ 134 h 401"/>
              <a:gd name="T30" fmla="*/ 756 w 1174"/>
              <a:gd name="T31" fmla="*/ 129 h 401"/>
              <a:gd name="T32" fmla="*/ 730 w 1174"/>
              <a:gd name="T33" fmla="*/ 121 h 401"/>
              <a:gd name="T34" fmla="*/ 698 w 1174"/>
              <a:gd name="T35" fmla="*/ 112 h 401"/>
              <a:gd name="T36" fmla="*/ 666 w 1174"/>
              <a:gd name="T37" fmla="*/ 106 h 401"/>
              <a:gd name="T38" fmla="*/ 622 w 1174"/>
              <a:gd name="T39" fmla="*/ 99 h 401"/>
              <a:gd name="T40" fmla="*/ 578 w 1174"/>
              <a:gd name="T41" fmla="*/ 94 h 401"/>
              <a:gd name="T42" fmla="*/ 535 w 1174"/>
              <a:gd name="T43" fmla="*/ 90 h 401"/>
              <a:gd name="T44" fmla="*/ 466 w 1174"/>
              <a:gd name="T45" fmla="*/ 89 h 401"/>
              <a:gd name="T46" fmla="*/ 432 w 1174"/>
              <a:gd name="T47" fmla="*/ 86 h 401"/>
              <a:gd name="T48" fmla="*/ 364 w 1174"/>
              <a:gd name="T49" fmla="*/ 79 h 401"/>
              <a:gd name="T50" fmla="*/ 297 w 1174"/>
              <a:gd name="T51" fmla="*/ 70 h 401"/>
              <a:gd name="T52" fmla="*/ 230 w 1174"/>
              <a:gd name="T53" fmla="*/ 58 h 401"/>
              <a:gd name="T54" fmla="*/ 164 w 1174"/>
              <a:gd name="T55" fmla="*/ 44 h 401"/>
              <a:gd name="T56" fmla="*/ 114 w 1174"/>
              <a:gd name="T57" fmla="*/ 32 h 401"/>
              <a:gd name="T58" fmla="*/ 65 w 1174"/>
              <a:gd name="T59" fmla="*/ 19 h 401"/>
              <a:gd name="T60" fmla="*/ 0 w 1174"/>
              <a:gd name="T61" fmla="*/ 0 h 401"/>
              <a:gd name="T62" fmla="*/ 66 w 1174"/>
              <a:gd name="T63" fmla="*/ 16 h 401"/>
              <a:gd name="T64" fmla="*/ 115 w 1174"/>
              <a:gd name="T65" fmla="*/ 28 h 401"/>
              <a:gd name="T66" fmla="*/ 165 w 1174"/>
              <a:gd name="T67" fmla="*/ 38 h 401"/>
              <a:gd name="T68" fmla="*/ 232 w 1174"/>
              <a:gd name="T69" fmla="*/ 49 h 401"/>
              <a:gd name="T70" fmla="*/ 299 w 1174"/>
              <a:gd name="T71" fmla="*/ 58 h 401"/>
              <a:gd name="T72" fmla="*/ 366 w 1174"/>
              <a:gd name="T73" fmla="*/ 65 h 401"/>
              <a:gd name="T74" fmla="*/ 433 w 1174"/>
              <a:gd name="T75" fmla="*/ 70 h 401"/>
              <a:gd name="T76" fmla="*/ 467 w 1174"/>
              <a:gd name="T77" fmla="*/ 71 h 401"/>
              <a:gd name="T78" fmla="*/ 533 w 1174"/>
              <a:gd name="T79" fmla="*/ 70 h 401"/>
              <a:gd name="T80" fmla="*/ 534 w 1174"/>
              <a:gd name="T81" fmla="*/ 70 h 401"/>
              <a:gd name="T82" fmla="*/ 602 w 1174"/>
              <a:gd name="T83" fmla="*/ 73 h 401"/>
              <a:gd name="T84" fmla="*/ 647 w 1174"/>
              <a:gd name="T85" fmla="*/ 77 h 401"/>
              <a:gd name="T86" fmla="*/ 692 w 1174"/>
              <a:gd name="T87" fmla="*/ 84 h 401"/>
              <a:gd name="T88" fmla="*/ 715 w 1174"/>
              <a:gd name="T89" fmla="*/ 88 h 401"/>
              <a:gd name="T90" fmla="*/ 759 w 1174"/>
              <a:gd name="T91" fmla="*/ 99 h 401"/>
              <a:gd name="T92" fmla="*/ 770 w 1174"/>
              <a:gd name="T93" fmla="*/ 102 h 401"/>
              <a:gd name="T94" fmla="*/ 803 w 1174"/>
              <a:gd name="T95" fmla="*/ 114 h 401"/>
              <a:gd name="T96" fmla="*/ 830 w 1174"/>
              <a:gd name="T97" fmla="*/ 126 h 401"/>
              <a:gd name="T98" fmla="*/ 845 w 1174"/>
              <a:gd name="T99" fmla="*/ 134 h 401"/>
              <a:gd name="T100" fmla="*/ 866 w 1174"/>
              <a:gd name="T101" fmla="*/ 148 h 401"/>
              <a:gd name="T102" fmla="*/ 880 w 1174"/>
              <a:gd name="T103" fmla="*/ 160 h 401"/>
              <a:gd name="T104" fmla="*/ 884 w 1174"/>
              <a:gd name="T105" fmla="*/ 164 h 401"/>
              <a:gd name="T106" fmla="*/ 884 w 1174"/>
              <a:gd name="T107" fmla="*/ 164 h 401"/>
              <a:gd name="T108" fmla="*/ 917 w 1174"/>
              <a:gd name="T109" fmla="*/ 193 h 401"/>
              <a:gd name="T110" fmla="*/ 951 w 1174"/>
              <a:gd name="T111" fmla="*/ 221 h 401"/>
              <a:gd name="T112" fmla="*/ 986 w 1174"/>
              <a:gd name="T113" fmla="*/ 248 h 401"/>
              <a:gd name="T114" fmla="*/ 1022 w 1174"/>
              <a:gd name="T115" fmla="*/ 274 h 401"/>
              <a:gd name="T116" fmla="*/ 1059 w 1174"/>
              <a:gd name="T117" fmla="*/ 298 h 401"/>
              <a:gd name="T118" fmla="*/ 1096 w 1174"/>
              <a:gd name="T119" fmla="*/ 320 h 401"/>
              <a:gd name="T120" fmla="*/ 1135 w 1174"/>
              <a:gd name="T121" fmla="*/ 339 h 401"/>
              <a:gd name="T122" fmla="*/ 1174 w 1174"/>
              <a:gd name="T123" fmla="*/ 355 h 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174" h="401">
                <a:moveTo>
                  <a:pt x="1158" y="401"/>
                </a:moveTo>
                <a:cubicBezTo>
                  <a:pt x="1150" y="398"/>
                  <a:pt x="1143" y="394"/>
                  <a:pt x="1136" y="391"/>
                </a:cubicBezTo>
                <a:cubicBezTo>
                  <a:pt x="1129" y="388"/>
                  <a:pt x="1122" y="385"/>
                  <a:pt x="1115" y="381"/>
                </a:cubicBezTo>
                <a:cubicBezTo>
                  <a:pt x="1108" y="377"/>
                  <a:pt x="1101" y="374"/>
                  <a:pt x="1094" y="370"/>
                </a:cubicBezTo>
                <a:cubicBezTo>
                  <a:pt x="1087" y="366"/>
                  <a:pt x="1081" y="362"/>
                  <a:pt x="1074" y="358"/>
                </a:cubicBezTo>
                <a:cubicBezTo>
                  <a:pt x="1068" y="355"/>
                  <a:pt x="1061" y="350"/>
                  <a:pt x="1055" y="346"/>
                </a:cubicBezTo>
                <a:cubicBezTo>
                  <a:pt x="1048" y="342"/>
                  <a:pt x="1042" y="338"/>
                  <a:pt x="1035" y="334"/>
                </a:cubicBezTo>
                <a:cubicBezTo>
                  <a:pt x="1029" y="330"/>
                  <a:pt x="1023" y="325"/>
                  <a:pt x="1016" y="321"/>
                </a:cubicBezTo>
                <a:cubicBezTo>
                  <a:pt x="1010" y="316"/>
                  <a:pt x="1004" y="312"/>
                  <a:pt x="998" y="307"/>
                </a:cubicBezTo>
                <a:cubicBezTo>
                  <a:pt x="980" y="294"/>
                  <a:pt x="980" y="294"/>
                  <a:pt x="980" y="294"/>
                </a:cubicBezTo>
                <a:cubicBezTo>
                  <a:pt x="974" y="289"/>
                  <a:pt x="968" y="284"/>
                  <a:pt x="962" y="279"/>
                </a:cubicBezTo>
                <a:cubicBezTo>
                  <a:pt x="956" y="275"/>
                  <a:pt x="950" y="270"/>
                  <a:pt x="944" y="265"/>
                </a:cubicBezTo>
                <a:cubicBezTo>
                  <a:pt x="927" y="250"/>
                  <a:pt x="927" y="250"/>
                  <a:pt x="927" y="250"/>
                </a:cubicBezTo>
                <a:cubicBezTo>
                  <a:pt x="921" y="245"/>
                  <a:pt x="915" y="240"/>
                  <a:pt x="910" y="235"/>
                </a:cubicBezTo>
                <a:cubicBezTo>
                  <a:pt x="893" y="220"/>
                  <a:pt x="893" y="220"/>
                  <a:pt x="893" y="220"/>
                </a:cubicBezTo>
                <a:cubicBezTo>
                  <a:pt x="887" y="215"/>
                  <a:pt x="882" y="209"/>
                  <a:pt x="876" y="204"/>
                </a:cubicBezTo>
                <a:cubicBezTo>
                  <a:pt x="860" y="188"/>
                  <a:pt x="860" y="188"/>
                  <a:pt x="860" y="188"/>
                </a:cubicBezTo>
                <a:cubicBezTo>
                  <a:pt x="858" y="186"/>
                  <a:pt x="858" y="186"/>
                  <a:pt x="858" y="186"/>
                </a:cubicBezTo>
                <a:cubicBezTo>
                  <a:pt x="858" y="186"/>
                  <a:pt x="858" y="186"/>
                  <a:pt x="858" y="186"/>
                </a:cubicBezTo>
                <a:cubicBezTo>
                  <a:pt x="858" y="185"/>
                  <a:pt x="858" y="185"/>
                  <a:pt x="858" y="185"/>
                </a:cubicBezTo>
                <a:cubicBezTo>
                  <a:pt x="857" y="185"/>
                  <a:pt x="857" y="184"/>
                  <a:pt x="856" y="184"/>
                </a:cubicBezTo>
                <a:cubicBezTo>
                  <a:pt x="853" y="181"/>
                  <a:pt x="853" y="181"/>
                  <a:pt x="853" y="181"/>
                </a:cubicBezTo>
                <a:cubicBezTo>
                  <a:pt x="850" y="179"/>
                  <a:pt x="848" y="176"/>
                  <a:pt x="845" y="174"/>
                </a:cubicBezTo>
                <a:cubicBezTo>
                  <a:pt x="843" y="172"/>
                  <a:pt x="840" y="170"/>
                  <a:pt x="837" y="168"/>
                </a:cubicBezTo>
                <a:cubicBezTo>
                  <a:pt x="829" y="162"/>
                  <a:pt x="829" y="162"/>
                  <a:pt x="829" y="162"/>
                </a:cubicBezTo>
                <a:cubicBezTo>
                  <a:pt x="819" y="157"/>
                  <a:pt x="819" y="157"/>
                  <a:pt x="819" y="157"/>
                </a:cubicBezTo>
                <a:cubicBezTo>
                  <a:pt x="815" y="154"/>
                  <a:pt x="815" y="154"/>
                  <a:pt x="815" y="154"/>
                </a:cubicBezTo>
                <a:cubicBezTo>
                  <a:pt x="810" y="152"/>
                  <a:pt x="810" y="152"/>
                  <a:pt x="810" y="152"/>
                </a:cubicBezTo>
                <a:cubicBezTo>
                  <a:pt x="804" y="149"/>
                  <a:pt x="798" y="145"/>
                  <a:pt x="791" y="143"/>
                </a:cubicBezTo>
                <a:cubicBezTo>
                  <a:pt x="784" y="140"/>
                  <a:pt x="778" y="137"/>
                  <a:pt x="771" y="134"/>
                </a:cubicBezTo>
                <a:cubicBezTo>
                  <a:pt x="761" y="131"/>
                  <a:pt x="761" y="131"/>
                  <a:pt x="761" y="131"/>
                </a:cubicBezTo>
                <a:cubicBezTo>
                  <a:pt x="756" y="129"/>
                  <a:pt x="756" y="129"/>
                  <a:pt x="756" y="129"/>
                </a:cubicBezTo>
                <a:cubicBezTo>
                  <a:pt x="751" y="127"/>
                  <a:pt x="751" y="127"/>
                  <a:pt x="751" y="127"/>
                </a:cubicBezTo>
                <a:cubicBezTo>
                  <a:pt x="730" y="121"/>
                  <a:pt x="730" y="121"/>
                  <a:pt x="730" y="121"/>
                </a:cubicBezTo>
                <a:cubicBezTo>
                  <a:pt x="709" y="115"/>
                  <a:pt x="709" y="115"/>
                  <a:pt x="709" y="115"/>
                </a:cubicBezTo>
                <a:cubicBezTo>
                  <a:pt x="705" y="114"/>
                  <a:pt x="701" y="113"/>
                  <a:pt x="698" y="112"/>
                </a:cubicBezTo>
                <a:cubicBezTo>
                  <a:pt x="687" y="110"/>
                  <a:pt x="687" y="110"/>
                  <a:pt x="687" y="110"/>
                </a:cubicBezTo>
                <a:cubicBezTo>
                  <a:pt x="666" y="106"/>
                  <a:pt x="666" y="106"/>
                  <a:pt x="666" y="106"/>
                </a:cubicBezTo>
                <a:cubicBezTo>
                  <a:pt x="658" y="104"/>
                  <a:pt x="651" y="103"/>
                  <a:pt x="644" y="102"/>
                </a:cubicBezTo>
                <a:cubicBezTo>
                  <a:pt x="636" y="101"/>
                  <a:pt x="629" y="100"/>
                  <a:pt x="622" y="99"/>
                </a:cubicBezTo>
                <a:cubicBezTo>
                  <a:pt x="600" y="96"/>
                  <a:pt x="600" y="96"/>
                  <a:pt x="600" y="96"/>
                </a:cubicBezTo>
                <a:cubicBezTo>
                  <a:pt x="593" y="95"/>
                  <a:pt x="585" y="94"/>
                  <a:pt x="578" y="94"/>
                </a:cubicBezTo>
                <a:cubicBezTo>
                  <a:pt x="534" y="90"/>
                  <a:pt x="534" y="90"/>
                  <a:pt x="534" y="90"/>
                </a:cubicBezTo>
                <a:cubicBezTo>
                  <a:pt x="535" y="90"/>
                  <a:pt x="535" y="90"/>
                  <a:pt x="535" y="90"/>
                </a:cubicBezTo>
                <a:cubicBezTo>
                  <a:pt x="523" y="91"/>
                  <a:pt x="512" y="90"/>
                  <a:pt x="500" y="90"/>
                </a:cubicBezTo>
                <a:cubicBezTo>
                  <a:pt x="489" y="90"/>
                  <a:pt x="477" y="89"/>
                  <a:pt x="466" y="89"/>
                </a:cubicBezTo>
                <a:cubicBezTo>
                  <a:pt x="449" y="88"/>
                  <a:pt x="449" y="88"/>
                  <a:pt x="449" y="88"/>
                </a:cubicBezTo>
                <a:cubicBezTo>
                  <a:pt x="432" y="86"/>
                  <a:pt x="432" y="86"/>
                  <a:pt x="432" y="86"/>
                </a:cubicBezTo>
                <a:cubicBezTo>
                  <a:pt x="421" y="85"/>
                  <a:pt x="409" y="84"/>
                  <a:pt x="398" y="83"/>
                </a:cubicBezTo>
                <a:cubicBezTo>
                  <a:pt x="387" y="82"/>
                  <a:pt x="375" y="81"/>
                  <a:pt x="364" y="79"/>
                </a:cubicBezTo>
                <a:cubicBezTo>
                  <a:pt x="353" y="78"/>
                  <a:pt x="342" y="76"/>
                  <a:pt x="331" y="75"/>
                </a:cubicBezTo>
                <a:cubicBezTo>
                  <a:pt x="319" y="73"/>
                  <a:pt x="308" y="72"/>
                  <a:pt x="297" y="70"/>
                </a:cubicBezTo>
                <a:cubicBezTo>
                  <a:pt x="263" y="64"/>
                  <a:pt x="263" y="64"/>
                  <a:pt x="263" y="64"/>
                </a:cubicBezTo>
                <a:cubicBezTo>
                  <a:pt x="230" y="58"/>
                  <a:pt x="230" y="58"/>
                  <a:pt x="230" y="58"/>
                </a:cubicBezTo>
                <a:cubicBezTo>
                  <a:pt x="219" y="56"/>
                  <a:pt x="208" y="53"/>
                  <a:pt x="197" y="51"/>
                </a:cubicBezTo>
                <a:cubicBezTo>
                  <a:pt x="186" y="49"/>
                  <a:pt x="175" y="46"/>
                  <a:pt x="164" y="44"/>
                </a:cubicBezTo>
                <a:cubicBezTo>
                  <a:pt x="131" y="36"/>
                  <a:pt x="131" y="36"/>
                  <a:pt x="131" y="36"/>
                </a:cubicBezTo>
                <a:cubicBezTo>
                  <a:pt x="114" y="32"/>
                  <a:pt x="114" y="32"/>
                  <a:pt x="114" y="32"/>
                </a:cubicBezTo>
                <a:cubicBezTo>
                  <a:pt x="98" y="28"/>
                  <a:pt x="98" y="28"/>
                  <a:pt x="98" y="28"/>
                </a:cubicBezTo>
                <a:cubicBezTo>
                  <a:pt x="65" y="19"/>
                  <a:pt x="65" y="19"/>
                  <a:pt x="65" y="19"/>
                </a:cubicBezTo>
                <a:cubicBezTo>
                  <a:pt x="54" y="16"/>
                  <a:pt x="43" y="13"/>
                  <a:pt x="32" y="10"/>
                </a:cubicBezTo>
                <a:cubicBezTo>
                  <a:pt x="0" y="0"/>
                  <a:pt x="0" y="0"/>
                  <a:pt x="0" y="0"/>
                </a:cubicBezTo>
                <a:cubicBezTo>
                  <a:pt x="33" y="8"/>
                  <a:pt x="33" y="8"/>
                  <a:pt x="33" y="8"/>
                </a:cubicBezTo>
                <a:cubicBezTo>
                  <a:pt x="44" y="11"/>
                  <a:pt x="55" y="14"/>
                  <a:pt x="66" y="16"/>
                </a:cubicBezTo>
                <a:cubicBezTo>
                  <a:pt x="99" y="24"/>
                  <a:pt x="99" y="24"/>
                  <a:pt x="99" y="24"/>
                </a:cubicBezTo>
                <a:cubicBezTo>
                  <a:pt x="115" y="28"/>
                  <a:pt x="115" y="28"/>
                  <a:pt x="115" y="28"/>
                </a:cubicBezTo>
                <a:cubicBezTo>
                  <a:pt x="132" y="31"/>
                  <a:pt x="132" y="31"/>
                  <a:pt x="132" y="31"/>
                </a:cubicBezTo>
                <a:cubicBezTo>
                  <a:pt x="165" y="38"/>
                  <a:pt x="165" y="38"/>
                  <a:pt x="165" y="38"/>
                </a:cubicBezTo>
                <a:cubicBezTo>
                  <a:pt x="176" y="40"/>
                  <a:pt x="187" y="41"/>
                  <a:pt x="198" y="43"/>
                </a:cubicBezTo>
                <a:cubicBezTo>
                  <a:pt x="209" y="45"/>
                  <a:pt x="220" y="47"/>
                  <a:pt x="232" y="49"/>
                </a:cubicBezTo>
                <a:cubicBezTo>
                  <a:pt x="265" y="54"/>
                  <a:pt x="265" y="54"/>
                  <a:pt x="265" y="54"/>
                </a:cubicBezTo>
                <a:cubicBezTo>
                  <a:pt x="299" y="58"/>
                  <a:pt x="299" y="58"/>
                  <a:pt x="299" y="58"/>
                </a:cubicBezTo>
                <a:cubicBezTo>
                  <a:pt x="310" y="60"/>
                  <a:pt x="321" y="61"/>
                  <a:pt x="332" y="62"/>
                </a:cubicBezTo>
                <a:cubicBezTo>
                  <a:pt x="343" y="63"/>
                  <a:pt x="354" y="64"/>
                  <a:pt x="366" y="65"/>
                </a:cubicBezTo>
                <a:cubicBezTo>
                  <a:pt x="377" y="66"/>
                  <a:pt x="388" y="67"/>
                  <a:pt x="399" y="68"/>
                </a:cubicBezTo>
                <a:cubicBezTo>
                  <a:pt x="411" y="68"/>
                  <a:pt x="422" y="69"/>
                  <a:pt x="433" y="70"/>
                </a:cubicBezTo>
                <a:cubicBezTo>
                  <a:pt x="450" y="70"/>
                  <a:pt x="450" y="70"/>
                  <a:pt x="450" y="70"/>
                </a:cubicBezTo>
                <a:cubicBezTo>
                  <a:pt x="467" y="71"/>
                  <a:pt x="467" y="71"/>
                  <a:pt x="467" y="71"/>
                </a:cubicBezTo>
                <a:cubicBezTo>
                  <a:pt x="478" y="71"/>
                  <a:pt x="489" y="71"/>
                  <a:pt x="500" y="71"/>
                </a:cubicBezTo>
                <a:cubicBezTo>
                  <a:pt x="511" y="71"/>
                  <a:pt x="523" y="70"/>
                  <a:pt x="533" y="70"/>
                </a:cubicBezTo>
                <a:cubicBezTo>
                  <a:pt x="534" y="70"/>
                  <a:pt x="534" y="70"/>
                  <a:pt x="534" y="70"/>
                </a:cubicBezTo>
                <a:cubicBezTo>
                  <a:pt x="534" y="70"/>
                  <a:pt x="534" y="70"/>
                  <a:pt x="534" y="70"/>
                </a:cubicBezTo>
                <a:cubicBezTo>
                  <a:pt x="580" y="71"/>
                  <a:pt x="580" y="71"/>
                  <a:pt x="580" y="71"/>
                </a:cubicBezTo>
                <a:cubicBezTo>
                  <a:pt x="587" y="72"/>
                  <a:pt x="595" y="72"/>
                  <a:pt x="602" y="73"/>
                </a:cubicBezTo>
                <a:cubicBezTo>
                  <a:pt x="625" y="75"/>
                  <a:pt x="625" y="75"/>
                  <a:pt x="625" y="75"/>
                </a:cubicBezTo>
                <a:cubicBezTo>
                  <a:pt x="632" y="75"/>
                  <a:pt x="640" y="76"/>
                  <a:pt x="647" y="77"/>
                </a:cubicBezTo>
                <a:cubicBezTo>
                  <a:pt x="655" y="78"/>
                  <a:pt x="662" y="79"/>
                  <a:pt x="670" y="80"/>
                </a:cubicBezTo>
                <a:cubicBezTo>
                  <a:pt x="692" y="84"/>
                  <a:pt x="692" y="84"/>
                  <a:pt x="692" y="84"/>
                </a:cubicBezTo>
                <a:cubicBezTo>
                  <a:pt x="703" y="86"/>
                  <a:pt x="703" y="86"/>
                  <a:pt x="703" y="86"/>
                </a:cubicBezTo>
                <a:cubicBezTo>
                  <a:pt x="707" y="87"/>
                  <a:pt x="711" y="87"/>
                  <a:pt x="715" y="88"/>
                </a:cubicBezTo>
                <a:cubicBezTo>
                  <a:pt x="737" y="93"/>
                  <a:pt x="737" y="93"/>
                  <a:pt x="737" y="93"/>
                </a:cubicBezTo>
                <a:cubicBezTo>
                  <a:pt x="759" y="99"/>
                  <a:pt x="759" y="99"/>
                  <a:pt x="759" y="99"/>
                </a:cubicBezTo>
                <a:cubicBezTo>
                  <a:pt x="765" y="101"/>
                  <a:pt x="765" y="101"/>
                  <a:pt x="765" y="101"/>
                </a:cubicBezTo>
                <a:cubicBezTo>
                  <a:pt x="770" y="102"/>
                  <a:pt x="770" y="102"/>
                  <a:pt x="770" y="102"/>
                </a:cubicBezTo>
                <a:cubicBezTo>
                  <a:pt x="781" y="106"/>
                  <a:pt x="781" y="106"/>
                  <a:pt x="781" y="106"/>
                </a:cubicBezTo>
                <a:cubicBezTo>
                  <a:pt x="789" y="108"/>
                  <a:pt x="796" y="111"/>
                  <a:pt x="803" y="114"/>
                </a:cubicBezTo>
                <a:cubicBezTo>
                  <a:pt x="810" y="117"/>
                  <a:pt x="817" y="120"/>
                  <a:pt x="824" y="124"/>
                </a:cubicBezTo>
                <a:cubicBezTo>
                  <a:pt x="830" y="126"/>
                  <a:pt x="830" y="126"/>
                  <a:pt x="830" y="126"/>
                </a:cubicBezTo>
                <a:cubicBezTo>
                  <a:pt x="835" y="129"/>
                  <a:pt x="835" y="129"/>
                  <a:pt x="835" y="129"/>
                </a:cubicBezTo>
                <a:cubicBezTo>
                  <a:pt x="845" y="134"/>
                  <a:pt x="845" y="134"/>
                  <a:pt x="845" y="134"/>
                </a:cubicBezTo>
                <a:cubicBezTo>
                  <a:pt x="856" y="141"/>
                  <a:pt x="856" y="141"/>
                  <a:pt x="856" y="141"/>
                </a:cubicBezTo>
                <a:cubicBezTo>
                  <a:pt x="859" y="143"/>
                  <a:pt x="862" y="145"/>
                  <a:pt x="866" y="148"/>
                </a:cubicBezTo>
                <a:cubicBezTo>
                  <a:pt x="869" y="150"/>
                  <a:pt x="872" y="153"/>
                  <a:pt x="875" y="155"/>
                </a:cubicBezTo>
                <a:cubicBezTo>
                  <a:pt x="880" y="160"/>
                  <a:pt x="880" y="160"/>
                  <a:pt x="880" y="160"/>
                </a:cubicBezTo>
                <a:cubicBezTo>
                  <a:pt x="881" y="161"/>
                  <a:pt x="882" y="162"/>
                  <a:pt x="883" y="162"/>
                </a:cubicBezTo>
                <a:cubicBezTo>
                  <a:pt x="884" y="164"/>
                  <a:pt x="884" y="164"/>
                  <a:pt x="884" y="164"/>
                </a:cubicBezTo>
                <a:cubicBezTo>
                  <a:pt x="886" y="166"/>
                  <a:pt x="886" y="166"/>
                  <a:pt x="886" y="166"/>
                </a:cubicBezTo>
                <a:cubicBezTo>
                  <a:pt x="884" y="164"/>
                  <a:pt x="884" y="164"/>
                  <a:pt x="884" y="164"/>
                </a:cubicBezTo>
                <a:cubicBezTo>
                  <a:pt x="900" y="178"/>
                  <a:pt x="900" y="178"/>
                  <a:pt x="900" y="178"/>
                </a:cubicBezTo>
                <a:cubicBezTo>
                  <a:pt x="906" y="183"/>
                  <a:pt x="911" y="188"/>
                  <a:pt x="917" y="193"/>
                </a:cubicBezTo>
                <a:cubicBezTo>
                  <a:pt x="934" y="207"/>
                  <a:pt x="934" y="207"/>
                  <a:pt x="934" y="207"/>
                </a:cubicBezTo>
                <a:cubicBezTo>
                  <a:pt x="940" y="212"/>
                  <a:pt x="945" y="217"/>
                  <a:pt x="951" y="221"/>
                </a:cubicBezTo>
                <a:cubicBezTo>
                  <a:pt x="968" y="235"/>
                  <a:pt x="968" y="235"/>
                  <a:pt x="968" y="235"/>
                </a:cubicBezTo>
                <a:cubicBezTo>
                  <a:pt x="974" y="240"/>
                  <a:pt x="980" y="244"/>
                  <a:pt x="986" y="248"/>
                </a:cubicBezTo>
                <a:cubicBezTo>
                  <a:pt x="992" y="253"/>
                  <a:pt x="998" y="257"/>
                  <a:pt x="1004" y="261"/>
                </a:cubicBezTo>
                <a:cubicBezTo>
                  <a:pt x="1022" y="274"/>
                  <a:pt x="1022" y="274"/>
                  <a:pt x="1022" y="274"/>
                </a:cubicBezTo>
                <a:cubicBezTo>
                  <a:pt x="1028" y="278"/>
                  <a:pt x="1034" y="282"/>
                  <a:pt x="1040" y="286"/>
                </a:cubicBezTo>
                <a:cubicBezTo>
                  <a:pt x="1046" y="290"/>
                  <a:pt x="1052" y="294"/>
                  <a:pt x="1059" y="298"/>
                </a:cubicBezTo>
                <a:cubicBezTo>
                  <a:pt x="1065" y="302"/>
                  <a:pt x="1071" y="305"/>
                  <a:pt x="1077" y="309"/>
                </a:cubicBezTo>
                <a:cubicBezTo>
                  <a:pt x="1084" y="313"/>
                  <a:pt x="1090" y="316"/>
                  <a:pt x="1096" y="320"/>
                </a:cubicBezTo>
                <a:cubicBezTo>
                  <a:pt x="1103" y="323"/>
                  <a:pt x="1109" y="327"/>
                  <a:pt x="1115" y="330"/>
                </a:cubicBezTo>
                <a:cubicBezTo>
                  <a:pt x="1122" y="333"/>
                  <a:pt x="1128" y="336"/>
                  <a:pt x="1135" y="339"/>
                </a:cubicBezTo>
                <a:cubicBezTo>
                  <a:pt x="1141" y="342"/>
                  <a:pt x="1148" y="345"/>
                  <a:pt x="1155" y="348"/>
                </a:cubicBezTo>
                <a:cubicBezTo>
                  <a:pt x="1161" y="351"/>
                  <a:pt x="1168" y="353"/>
                  <a:pt x="1174" y="355"/>
                </a:cubicBezTo>
                <a:lnTo>
                  <a:pt x="1158" y="40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0" name="Freeform 6"/>
          <p:cNvSpPr/>
          <p:nvPr/>
        </p:nvSpPr>
        <p:spPr bwMode="auto">
          <a:xfrm>
            <a:off x="2205579" y="1890208"/>
            <a:ext cx="2729065" cy="828111"/>
          </a:xfrm>
          <a:custGeom>
            <a:avLst/>
            <a:gdLst>
              <a:gd name="T0" fmla="*/ 787 w 810"/>
              <a:gd name="T1" fmla="*/ 129 h 245"/>
              <a:gd name="T2" fmla="*/ 765 w 810"/>
              <a:gd name="T3" fmla="*/ 133 h 245"/>
              <a:gd name="T4" fmla="*/ 742 w 810"/>
              <a:gd name="T5" fmla="*/ 135 h 245"/>
              <a:gd name="T6" fmla="*/ 719 w 810"/>
              <a:gd name="T7" fmla="*/ 137 h 245"/>
              <a:gd name="T8" fmla="*/ 689 w 810"/>
              <a:gd name="T9" fmla="*/ 138 h 245"/>
              <a:gd name="T10" fmla="*/ 658 w 810"/>
              <a:gd name="T11" fmla="*/ 138 h 245"/>
              <a:gd name="T12" fmla="*/ 598 w 810"/>
              <a:gd name="T13" fmla="*/ 134 h 245"/>
              <a:gd name="T14" fmla="*/ 537 w 810"/>
              <a:gd name="T15" fmla="*/ 128 h 245"/>
              <a:gd name="T16" fmla="*/ 522 w 810"/>
              <a:gd name="T17" fmla="*/ 126 h 245"/>
              <a:gd name="T18" fmla="*/ 505 w 810"/>
              <a:gd name="T19" fmla="*/ 124 h 245"/>
              <a:gd name="T20" fmla="*/ 472 w 810"/>
              <a:gd name="T21" fmla="*/ 126 h 245"/>
              <a:gd name="T22" fmla="*/ 408 w 810"/>
              <a:gd name="T23" fmla="*/ 153 h 245"/>
              <a:gd name="T24" fmla="*/ 389 w 810"/>
              <a:gd name="T25" fmla="*/ 165 h 245"/>
              <a:gd name="T26" fmla="*/ 374 w 810"/>
              <a:gd name="T27" fmla="*/ 144 h 245"/>
              <a:gd name="T28" fmla="*/ 357 w 810"/>
              <a:gd name="T29" fmla="*/ 125 h 245"/>
              <a:gd name="T30" fmla="*/ 332 w 810"/>
              <a:gd name="T31" fmla="*/ 104 h 245"/>
              <a:gd name="T32" fmla="*/ 297 w 810"/>
              <a:gd name="T33" fmla="*/ 82 h 245"/>
              <a:gd name="T34" fmla="*/ 276 w 810"/>
              <a:gd name="T35" fmla="*/ 70 h 245"/>
              <a:gd name="T36" fmla="*/ 232 w 810"/>
              <a:gd name="T37" fmla="*/ 51 h 245"/>
              <a:gd name="T38" fmla="*/ 186 w 810"/>
              <a:gd name="T39" fmla="*/ 36 h 245"/>
              <a:gd name="T40" fmla="*/ 171 w 810"/>
              <a:gd name="T41" fmla="*/ 31 h 245"/>
              <a:gd name="T42" fmla="*/ 140 w 810"/>
              <a:gd name="T43" fmla="*/ 23 h 245"/>
              <a:gd name="T44" fmla="*/ 94 w 810"/>
              <a:gd name="T45" fmla="*/ 13 h 245"/>
              <a:gd name="T46" fmla="*/ 63 w 810"/>
              <a:gd name="T47" fmla="*/ 8 h 245"/>
              <a:gd name="T48" fmla="*/ 0 w 810"/>
              <a:gd name="T49" fmla="*/ 0 h 245"/>
              <a:gd name="T50" fmla="*/ 61 w 810"/>
              <a:gd name="T51" fmla="*/ 17 h 245"/>
              <a:gd name="T52" fmla="*/ 91 w 810"/>
              <a:gd name="T53" fmla="*/ 25 h 245"/>
              <a:gd name="T54" fmla="*/ 150 w 810"/>
              <a:gd name="T55" fmla="*/ 45 h 245"/>
              <a:gd name="T56" fmla="*/ 172 w 810"/>
              <a:gd name="T57" fmla="*/ 53 h 245"/>
              <a:gd name="T58" fmla="*/ 208 w 810"/>
              <a:gd name="T59" fmla="*/ 67 h 245"/>
              <a:gd name="T60" fmla="*/ 236 w 810"/>
              <a:gd name="T61" fmla="*/ 80 h 245"/>
              <a:gd name="T62" fmla="*/ 276 w 810"/>
              <a:gd name="T63" fmla="*/ 102 h 245"/>
              <a:gd name="T64" fmla="*/ 289 w 810"/>
              <a:gd name="T65" fmla="*/ 110 h 245"/>
              <a:gd name="T66" fmla="*/ 325 w 810"/>
              <a:gd name="T67" fmla="*/ 137 h 245"/>
              <a:gd name="T68" fmla="*/ 345 w 810"/>
              <a:gd name="T69" fmla="*/ 158 h 245"/>
              <a:gd name="T70" fmla="*/ 354 w 810"/>
              <a:gd name="T71" fmla="*/ 169 h 245"/>
              <a:gd name="T72" fmla="*/ 368 w 810"/>
              <a:gd name="T73" fmla="*/ 193 h 245"/>
              <a:gd name="T74" fmla="*/ 372 w 810"/>
              <a:gd name="T75" fmla="*/ 232 h 245"/>
              <a:gd name="T76" fmla="*/ 372 w 810"/>
              <a:gd name="T77" fmla="*/ 242 h 245"/>
              <a:gd name="T78" fmla="*/ 405 w 810"/>
              <a:gd name="T79" fmla="*/ 245 h 245"/>
              <a:gd name="T80" fmla="*/ 407 w 810"/>
              <a:gd name="T81" fmla="*/ 234 h 245"/>
              <a:gd name="T82" fmla="*/ 414 w 810"/>
              <a:gd name="T83" fmla="*/ 196 h 245"/>
              <a:gd name="T84" fmla="*/ 476 w 810"/>
              <a:gd name="T85" fmla="*/ 155 h 245"/>
              <a:gd name="T86" fmla="*/ 490 w 810"/>
              <a:gd name="T87" fmla="*/ 153 h 245"/>
              <a:gd name="T88" fmla="*/ 512 w 810"/>
              <a:gd name="T89" fmla="*/ 152 h 245"/>
              <a:gd name="T90" fmla="*/ 523 w 810"/>
              <a:gd name="T91" fmla="*/ 153 h 245"/>
              <a:gd name="T92" fmla="*/ 526 w 810"/>
              <a:gd name="T93" fmla="*/ 153 h 245"/>
              <a:gd name="T94" fmla="*/ 527 w 810"/>
              <a:gd name="T95" fmla="*/ 153 h 245"/>
              <a:gd name="T96" fmla="*/ 526 w 810"/>
              <a:gd name="T97" fmla="*/ 153 h 245"/>
              <a:gd name="T98" fmla="*/ 565 w 810"/>
              <a:gd name="T99" fmla="*/ 156 h 245"/>
              <a:gd name="T100" fmla="*/ 628 w 810"/>
              <a:gd name="T101" fmla="*/ 157 h 245"/>
              <a:gd name="T102" fmla="*/ 690 w 810"/>
              <a:gd name="T103" fmla="*/ 153 h 245"/>
              <a:gd name="T104" fmla="*/ 721 w 810"/>
              <a:gd name="T105" fmla="*/ 149 h 245"/>
              <a:gd name="T106" fmla="*/ 744 w 810"/>
              <a:gd name="T107" fmla="*/ 145 h 245"/>
              <a:gd name="T108" fmla="*/ 766 w 810"/>
              <a:gd name="T109" fmla="*/ 140 h 245"/>
              <a:gd name="T110" fmla="*/ 789 w 810"/>
              <a:gd name="T111" fmla="*/ 133 h 245"/>
              <a:gd name="T112" fmla="*/ 810 w 810"/>
              <a:gd name="T113" fmla="*/ 124 h 2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810" h="245">
                <a:moveTo>
                  <a:pt x="795" y="127"/>
                </a:moveTo>
                <a:cubicBezTo>
                  <a:pt x="787" y="129"/>
                  <a:pt x="787" y="129"/>
                  <a:pt x="787" y="129"/>
                </a:cubicBezTo>
                <a:cubicBezTo>
                  <a:pt x="780" y="130"/>
                  <a:pt x="780" y="130"/>
                  <a:pt x="780" y="130"/>
                </a:cubicBezTo>
                <a:cubicBezTo>
                  <a:pt x="765" y="133"/>
                  <a:pt x="765" y="133"/>
                  <a:pt x="765" y="133"/>
                </a:cubicBezTo>
                <a:cubicBezTo>
                  <a:pt x="750" y="135"/>
                  <a:pt x="750" y="135"/>
                  <a:pt x="750" y="135"/>
                </a:cubicBezTo>
                <a:cubicBezTo>
                  <a:pt x="742" y="135"/>
                  <a:pt x="742" y="135"/>
                  <a:pt x="742" y="135"/>
                </a:cubicBezTo>
                <a:cubicBezTo>
                  <a:pt x="734" y="136"/>
                  <a:pt x="734" y="136"/>
                  <a:pt x="734" y="136"/>
                </a:cubicBezTo>
                <a:cubicBezTo>
                  <a:pt x="719" y="137"/>
                  <a:pt x="719" y="137"/>
                  <a:pt x="719" y="137"/>
                </a:cubicBezTo>
                <a:cubicBezTo>
                  <a:pt x="714" y="137"/>
                  <a:pt x="709" y="138"/>
                  <a:pt x="704" y="138"/>
                </a:cubicBezTo>
                <a:cubicBezTo>
                  <a:pt x="699" y="138"/>
                  <a:pt x="694" y="138"/>
                  <a:pt x="689" y="138"/>
                </a:cubicBezTo>
                <a:cubicBezTo>
                  <a:pt x="674" y="138"/>
                  <a:pt x="674" y="138"/>
                  <a:pt x="674" y="138"/>
                </a:cubicBezTo>
                <a:cubicBezTo>
                  <a:pt x="668" y="138"/>
                  <a:pt x="663" y="138"/>
                  <a:pt x="658" y="138"/>
                </a:cubicBezTo>
                <a:cubicBezTo>
                  <a:pt x="648" y="138"/>
                  <a:pt x="638" y="137"/>
                  <a:pt x="628" y="137"/>
                </a:cubicBezTo>
                <a:cubicBezTo>
                  <a:pt x="618" y="136"/>
                  <a:pt x="608" y="135"/>
                  <a:pt x="598" y="134"/>
                </a:cubicBezTo>
                <a:cubicBezTo>
                  <a:pt x="587" y="134"/>
                  <a:pt x="577" y="133"/>
                  <a:pt x="567" y="132"/>
                </a:cubicBezTo>
                <a:cubicBezTo>
                  <a:pt x="557" y="130"/>
                  <a:pt x="547" y="129"/>
                  <a:pt x="537" y="128"/>
                </a:cubicBezTo>
                <a:cubicBezTo>
                  <a:pt x="530" y="127"/>
                  <a:pt x="530" y="127"/>
                  <a:pt x="530" y="127"/>
                </a:cubicBezTo>
                <a:cubicBezTo>
                  <a:pt x="522" y="126"/>
                  <a:pt x="522" y="126"/>
                  <a:pt x="522" y="126"/>
                </a:cubicBezTo>
                <a:cubicBezTo>
                  <a:pt x="519" y="125"/>
                  <a:pt x="517" y="125"/>
                  <a:pt x="514" y="125"/>
                </a:cubicBezTo>
                <a:cubicBezTo>
                  <a:pt x="505" y="124"/>
                  <a:pt x="505" y="124"/>
                  <a:pt x="505" y="124"/>
                </a:cubicBezTo>
                <a:cubicBezTo>
                  <a:pt x="500" y="124"/>
                  <a:pt x="494" y="124"/>
                  <a:pt x="489" y="124"/>
                </a:cubicBezTo>
                <a:cubicBezTo>
                  <a:pt x="483" y="125"/>
                  <a:pt x="478" y="125"/>
                  <a:pt x="472" y="126"/>
                </a:cubicBezTo>
                <a:cubicBezTo>
                  <a:pt x="461" y="127"/>
                  <a:pt x="450" y="130"/>
                  <a:pt x="439" y="134"/>
                </a:cubicBezTo>
                <a:cubicBezTo>
                  <a:pt x="428" y="139"/>
                  <a:pt x="417" y="145"/>
                  <a:pt x="408" y="153"/>
                </a:cubicBezTo>
                <a:cubicBezTo>
                  <a:pt x="402" y="159"/>
                  <a:pt x="397" y="165"/>
                  <a:pt x="392" y="172"/>
                </a:cubicBezTo>
                <a:cubicBezTo>
                  <a:pt x="391" y="170"/>
                  <a:pt x="390" y="167"/>
                  <a:pt x="389" y="165"/>
                </a:cubicBezTo>
                <a:cubicBezTo>
                  <a:pt x="386" y="160"/>
                  <a:pt x="383" y="155"/>
                  <a:pt x="379" y="151"/>
                </a:cubicBezTo>
                <a:cubicBezTo>
                  <a:pt x="378" y="149"/>
                  <a:pt x="376" y="146"/>
                  <a:pt x="374" y="144"/>
                </a:cubicBezTo>
                <a:cubicBezTo>
                  <a:pt x="369" y="137"/>
                  <a:pt x="369" y="137"/>
                  <a:pt x="369" y="137"/>
                </a:cubicBezTo>
                <a:cubicBezTo>
                  <a:pt x="365" y="133"/>
                  <a:pt x="361" y="129"/>
                  <a:pt x="357" y="125"/>
                </a:cubicBezTo>
                <a:cubicBezTo>
                  <a:pt x="353" y="121"/>
                  <a:pt x="349" y="118"/>
                  <a:pt x="345" y="114"/>
                </a:cubicBezTo>
                <a:cubicBezTo>
                  <a:pt x="340" y="110"/>
                  <a:pt x="336" y="107"/>
                  <a:pt x="332" y="104"/>
                </a:cubicBezTo>
                <a:cubicBezTo>
                  <a:pt x="323" y="97"/>
                  <a:pt x="314" y="91"/>
                  <a:pt x="304" y="86"/>
                </a:cubicBezTo>
                <a:cubicBezTo>
                  <a:pt x="297" y="82"/>
                  <a:pt x="297" y="82"/>
                  <a:pt x="297" y="82"/>
                </a:cubicBezTo>
                <a:cubicBezTo>
                  <a:pt x="295" y="80"/>
                  <a:pt x="293" y="79"/>
                  <a:pt x="290" y="78"/>
                </a:cubicBezTo>
                <a:cubicBezTo>
                  <a:pt x="285" y="75"/>
                  <a:pt x="281" y="73"/>
                  <a:pt x="276" y="70"/>
                </a:cubicBezTo>
                <a:cubicBezTo>
                  <a:pt x="266" y="66"/>
                  <a:pt x="256" y="61"/>
                  <a:pt x="246" y="57"/>
                </a:cubicBezTo>
                <a:cubicBezTo>
                  <a:pt x="241" y="55"/>
                  <a:pt x="237" y="53"/>
                  <a:pt x="232" y="51"/>
                </a:cubicBezTo>
                <a:cubicBezTo>
                  <a:pt x="217" y="45"/>
                  <a:pt x="217" y="45"/>
                  <a:pt x="217" y="45"/>
                </a:cubicBezTo>
                <a:cubicBezTo>
                  <a:pt x="207" y="42"/>
                  <a:pt x="196" y="39"/>
                  <a:pt x="186" y="36"/>
                </a:cubicBezTo>
                <a:cubicBezTo>
                  <a:pt x="179" y="33"/>
                  <a:pt x="179" y="33"/>
                  <a:pt x="179" y="33"/>
                </a:cubicBezTo>
                <a:cubicBezTo>
                  <a:pt x="171" y="31"/>
                  <a:pt x="171" y="31"/>
                  <a:pt x="171" y="31"/>
                </a:cubicBezTo>
                <a:cubicBezTo>
                  <a:pt x="156" y="27"/>
                  <a:pt x="156" y="27"/>
                  <a:pt x="156" y="27"/>
                </a:cubicBezTo>
                <a:cubicBezTo>
                  <a:pt x="150" y="26"/>
                  <a:pt x="145" y="24"/>
                  <a:pt x="140" y="23"/>
                </a:cubicBezTo>
                <a:cubicBezTo>
                  <a:pt x="125" y="20"/>
                  <a:pt x="125" y="20"/>
                  <a:pt x="125" y="20"/>
                </a:cubicBezTo>
                <a:cubicBezTo>
                  <a:pt x="114" y="17"/>
                  <a:pt x="104" y="15"/>
                  <a:pt x="94" y="13"/>
                </a:cubicBezTo>
                <a:cubicBezTo>
                  <a:pt x="78" y="10"/>
                  <a:pt x="78" y="10"/>
                  <a:pt x="78" y="10"/>
                </a:cubicBezTo>
                <a:cubicBezTo>
                  <a:pt x="63" y="8"/>
                  <a:pt x="63" y="8"/>
                  <a:pt x="63" y="8"/>
                </a:cubicBezTo>
                <a:cubicBezTo>
                  <a:pt x="52" y="6"/>
                  <a:pt x="42" y="5"/>
                  <a:pt x="31" y="3"/>
                </a:cubicBezTo>
                <a:cubicBezTo>
                  <a:pt x="21" y="2"/>
                  <a:pt x="10" y="1"/>
                  <a:pt x="0" y="0"/>
                </a:cubicBezTo>
                <a:cubicBezTo>
                  <a:pt x="10" y="3"/>
                  <a:pt x="20" y="6"/>
                  <a:pt x="30" y="8"/>
                </a:cubicBezTo>
                <a:cubicBezTo>
                  <a:pt x="41" y="11"/>
                  <a:pt x="51" y="14"/>
                  <a:pt x="61" y="17"/>
                </a:cubicBezTo>
                <a:cubicBezTo>
                  <a:pt x="76" y="21"/>
                  <a:pt x="76" y="21"/>
                  <a:pt x="76" y="21"/>
                </a:cubicBezTo>
                <a:cubicBezTo>
                  <a:pt x="91" y="25"/>
                  <a:pt x="91" y="25"/>
                  <a:pt x="91" y="25"/>
                </a:cubicBezTo>
                <a:cubicBezTo>
                  <a:pt x="101" y="29"/>
                  <a:pt x="111" y="31"/>
                  <a:pt x="121" y="35"/>
                </a:cubicBezTo>
                <a:cubicBezTo>
                  <a:pt x="130" y="38"/>
                  <a:pt x="140" y="41"/>
                  <a:pt x="150" y="45"/>
                </a:cubicBezTo>
                <a:cubicBezTo>
                  <a:pt x="165" y="50"/>
                  <a:pt x="165" y="50"/>
                  <a:pt x="165" y="50"/>
                </a:cubicBezTo>
                <a:cubicBezTo>
                  <a:pt x="172" y="53"/>
                  <a:pt x="172" y="53"/>
                  <a:pt x="172" y="53"/>
                </a:cubicBezTo>
                <a:cubicBezTo>
                  <a:pt x="179" y="56"/>
                  <a:pt x="179" y="56"/>
                  <a:pt x="179" y="56"/>
                </a:cubicBezTo>
                <a:cubicBezTo>
                  <a:pt x="189" y="59"/>
                  <a:pt x="199" y="63"/>
                  <a:pt x="208" y="67"/>
                </a:cubicBezTo>
                <a:cubicBezTo>
                  <a:pt x="222" y="73"/>
                  <a:pt x="222" y="73"/>
                  <a:pt x="222" y="73"/>
                </a:cubicBezTo>
                <a:cubicBezTo>
                  <a:pt x="236" y="80"/>
                  <a:pt x="236" y="80"/>
                  <a:pt x="236" y="80"/>
                </a:cubicBezTo>
                <a:cubicBezTo>
                  <a:pt x="245" y="84"/>
                  <a:pt x="254" y="89"/>
                  <a:pt x="263" y="94"/>
                </a:cubicBezTo>
                <a:cubicBezTo>
                  <a:pt x="268" y="96"/>
                  <a:pt x="272" y="99"/>
                  <a:pt x="276" y="102"/>
                </a:cubicBezTo>
                <a:cubicBezTo>
                  <a:pt x="279" y="103"/>
                  <a:pt x="281" y="104"/>
                  <a:pt x="283" y="106"/>
                </a:cubicBezTo>
                <a:cubicBezTo>
                  <a:pt x="289" y="110"/>
                  <a:pt x="289" y="110"/>
                  <a:pt x="289" y="110"/>
                </a:cubicBezTo>
                <a:cubicBezTo>
                  <a:pt x="298" y="115"/>
                  <a:pt x="306" y="121"/>
                  <a:pt x="314" y="127"/>
                </a:cubicBezTo>
                <a:cubicBezTo>
                  <a:pt x="317" y="130"/>
                  <a:pt x="321" y="133"/>
                  <a:pt x="325" y="137"/>
                </a:cubicBezTo>
                <a:cubicBezTo>
                  <a:pt x="329" y="140"/>
                  <a:pt x="332" y="143"/>
                  <a:pt x="336" y="147"/>
                </a:cubicBezTo>
                <a:cubicBezTo>
                  <a:pt x="339" y="151"/>
                  <a:pt x="343" y="154"/>
                  <a:pt x="345" y="158"/>
                </a:cubicBezTo>
                <a:cubicBezTo>
                  <a:pt x="350" y="163"/>
                  <a:pt x="350" y="163"/>
                  <a:pt x="350" y="163"/>
                </a:cubicBezTo>
                <a:cubicBezTo>
                  <a:pt x="351" y="165"/>
                  <a:pt x="353" y="167"/>
                  <a:pt x="354" y="169"/>
                </a:cubicBezTo>
                <a:cubicBezTo>
                  <a:pt x="357" y="173"/>
                  <a:pt x="359" y="177"/>
                  <a:pt x="362" y="181"/>
                </a:cubicBezTo>
                <a:cubicBezTo>
                  <a:pt x="364" y="185"/>
                  <a:pt x="366" y="189"/>
                  <a:pt x="368" y="193"/>
                </a:cubicBezTo>
                <a:cubicBezTo>
                  <a:pt x="371" y="201"/>
                  <a:pt x="373" y="209"/>
                  <a:pt x="374" y="217"/>
                </a:cubicBezTo>
                <a:cubicBezTo>
                  <a:pt x="373" y="222"/>
                  <a:pt x="373" y="227"/>
                  <a:pt x="372" y="232"/>
                </a:cubicBezTo>
                <a:cubicBezTo>
                  <a:pt x="372" y="235"/>
                  <a:pt x="372" y="238"/>
                  <a:pt x="372" y="241"/>
                </a:cubicBezTo>
                <a:cubicBezTo>
                  <a:pt x="372" y="241"/>
                  <a:pt x="372" y="241"/>
                  <a:pt x="372" y="242"/>
                </a:cubicBezTo>
                <a:cubicBezTo>
                  <a:pt x="376" y="241"/>
                  <a:pt x="380" y="240"/>
                  <a:pt x="385" y="240"/>
                </a:cubicBezTo>
                <a:cubicBezTo>
                  <a:pt x="392" y="240"/>
                  <a:pt x="399" y="242"/>
                  <a:pt x="405" y="245"/>
                </a:cubicBezTo>
                <a:cubicBezTo>
                  <a:pt x="405" y="244"/>
                  <a:pt x="406" y="244"/>
                  <a:pt x="406" y="244"/>
                </a:cubicBezTo>
                <a:cubicBezTo>
                  <a:pt x="406" y="240"/>
                  <a:pt x="406" y="237"/>
                  <a:pt x="407" y="234"/>
                </a:cubicBezTo>
                <a:cubicBezTo>
                  <a:pt x="407" y="229"/>
                  <a:pt x="407" y="224"/>
                  <a:pt x="406" y="218"/>
                </a:cubicBezTo>
                <a:cubicBezTo>
                  <a:pt x="408" y="211"/>
                  <a:pt x="411" y="203"/>
                  <a:pt x="414" y="196"/>
                </a:cubicBezTo>
                <a:cubicBezTo>
                  <a:pt x="422" y="181"/>
                  <a:pt x="435" y="169"/>
                  <a:pt x="451" y="162"/>
                </a:cubicBezTo>
                <a:cubicBezTo>
                  <a:pt x="459" y="159"/>
                  <a:pt x="467" y="156"/>
                  <a:pt x="476" y="155"/>
                </a:cubicBezTo>
                <a:cubicBezTo>
                  <a:pt x="479" y="154"/>
                  <a:pt x="481" y="154"/>
                  <a:pt x="483" y="154"/>
                </a:cubicBezTo>
                <a:cubicBezTo>
                  <a:pt x="490" y="153"/>
                  <a:pt x="490" y="153"/>
                  <a:pt x="490" y="153"/>
                </a:cubicBezTo>
                <a:cubicBezTo>
                  <a:pt x="495" y="153"/>
                  <a:pt x="500" y="152"/>
                  <a:pt x="505" y="152"/>
                </a:cubicBezTo>
                <a:cubicBezTo>
                  <a:pt x="512" y="152"/>
                  <a:pt x="512" y="152"/>
                  <a:pt x="512" y="152"/>
                </a:cubicBezTo>
                <a:cubicBezTo>
                  <a:pt x="514" y="152"/>
                  <a:pt x="517" y="153"/>
                  <a:pt x="519" y="153"/>
                </a:cubicBezTo>
                <a:cubicBezTo>
                  <a:pt x="523" y="153"/>
                  <a:pt x="523" y="153"/>
                  <a:pt x="523" y="153"/>
                </a:cubicBezTo>
                <a:cubicBezTo>
                  <a:pt x="525" y="153"/>
                  <a:pt x="525" y="153"/>
                  <a:pt x="525" y="153"/>
                </a:cubicBezTo>
                <a:cubicBezTo>
                  <a:pt x="526" y="153"/>
                  <a:pt x="526" y="153"/>
                  <a:pt x="526" y="153"/>
                </a:cubicBezTo>
                <a:cubicBezTo>
                  <a:pt x="526" y="153"/>
                  <a:pt x="526" y="153"/>
                  <a:pt x="526" y="153"/>
                </a:cubicBezTo>
                <a:cubicBezTo>
                  <a:pt x="527" y="153"/>
                  <a:pt x="527" y="153"/>
                  <a:pt x="527" y="153"/>
                </a:cubicBezTo>
                <a:cubicBezTo>
                  <a:pt x="527" y="153"/>
                  <a:pt x="527" y="153"/>
                  <a:pt x="527" y="153"/>
                </a:cubicBezTo>
                <a:cubicBezTo>
                  <a:pt x="526" y="153"/>
                  <a:pt x="527" y="154"/>
                  <a:pt x="526" y="153"/>
                </a:cubicBezTo>
                <a:cubicBezTo>
                  <a:pt x="534" y="154"/>
                  <a:pt x="534" y="154"/>
                  <a:pt x="534" y="154"/>
                </a:cubicBezTo>
                <a:cubicBezTo>
                  <a:pt x="544" y="155"/>
                  <a:pt x="555" y="156"/>
                  <a:pt x="565" y="156"/>
                </a:cubicBezTo>
                <a:cubicBezTo>
                  <a:pt x="576" y="157"/>
                  <a:pt x="586" y="157"/>
                  <a:pt x="596" y="157"/>
                </a:cubicBezTo>
                <a:cubicBezTo>
                  <a:pt x="607" y="158"/>
                  <a:pt x="617" y="158"/>
                  <a:pt x="628" y="157"/>
                </a:cubicBezTo>
                <a:cubicBezTo>
                  <a:pt x="638" y="157"/>
                  <a:pt x="648" y="157"/>
                  <a:pt x="659" y="156"/>
                </a:cubicBezTo>
                <a:cubicBezTo>
                  <a:pt x="669" y="155"/>
                  <a:pt x="679" y="155"/>
                  <a:pt x="690" y="153"/>
                </a:cubicBezTo>
                <a:cubicBezTo>
                  <a:pt x="695" y="153"/>
                  <a:pt x="700" y="152"/>
                  <a:pt x="705" y="152"/>
                </a:cubicBezTo>
                <a:cubicBezTo>
                  <a:pt x="710" y="151"/>
                  <a:pt x="715" y="150"/>
                  <a:pt x="721" y="149"/>
                </a:cubicBezTo>
                <a:cubicBezTo>
                  <a:pt x="736" y="147"/>
                  <a:pt x="736" y="147"/>
                  <a:pt x="736" y="147"/>
                </a:cubicBezTo>
                <a:cubicBezTo>
                  <a:pt x="738" y="146"/>
                  <a:pt x="741" y="146"/>
                  <a:pt x="744" y="145"/>
                </a:cubicBezTo>
                <a:cubicBezTo>
                  <a:pt x="751" y="143"/>
                  <a:pt x="751" y="143"/>
                  <a:pt x="751" y="143"/>
                </a:cubicBezTo>
                <a:cubicBezTo>
                  <a:pt x="766" y="140"/>
                  <a:pt x="766" y="140"/>
                  <a:pt x="766" y="140"/>
                </a:cubicBezTo>
                <a:cubicBezTo>
                  <a:pt x="781" y="135"/>
                  <a:pt x="781" y="135"/>
                  <a:pt x="781" y="135"/>
                </a:cubicBezTo>
                <a:cubicBezTo>
                  <a:pt x="789" y="133"/>
                  <a:pt x="789" y="133"/>
                  <a:pt x="789" y="133"/>
                </a:cubicBezTo>
                <a:cubicBezTo>
                  <a:pt x="796" y="130"/>
                  <a:pt x="796" y="130"/>
                  <a:pt x="796" y="130"/>
                </a:cubicBezTo>
                <a:cubicBezTo>
                  <a:pt x="810" y="124"/>
                  <a:pt x="810" y="124"/>
                  <a:pt x="810" y="124"/>
                </a:cubicBezTo>
                <a:lnTo>
                  <a:pt x="795" y="12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1" name="Freeform 7"/>
          <p:cNvSpPr/>
          <p:nvPr/>
        </p:nvSpPr>
        <p:spPr bwMode="auto">
          <a:xfrm rot="21177278">
            <a:off x="1178343" y="2853625"/>
            <a:ext cx="2442708" cy="565027"/>
          </a:xfrm>
          <a:custGeom>
            <a:avLst/>
            <a:gdLst>
              <a:gd name="T0" fmla="*/ 599 w 599"/>
              <a:gd name="T1" fmla="*/ 1 h 138"/>
              <a:gd name="T2" fmla="*/ 599 w 599"/>
              <a:gd name="T3" fmla="*/ 4 h 138"/>
              <a:gd name="T4" fmla="*/ 598 w 599"/>
              <a:gd name="T5" fmla="*/ 10 h 138"/>
              <a:gd name="T6" fmla="*/ 591 w 599"/>
              <a:gd name="T7" fmla="*/ 34 h 138"/>
              <a:gd name="T8" fmla="*/ 574 w 599"/>
              <a:gd name="T9" fmla="*/ 65 h 138"/>
              <a:gd name="T10" fmla="*/ 540 w 599"/>
              <a:gd name="T11" fmla="*/ 97 h 138"/>
              <a:gd name="T12" fmla="*/ 493 w 599"/>
              <a:gd name="T13" fmla="*/ 121 h 138"/>
              <a:gd name="T14" fmla="*/ 437 w 599"/>
              <a:gd name="T15" fmla="*/ 134 h 138"/>
              <a:gd name="T16" fmla="*/ 407 w 599"/>
              <a:gd name="T17" fmla="*/ 137 h 138"/>
              <a:gd name="T18" fmla="*/ 377 w 599"/>
              <a:gd name="T19" fmla="*/ 138 h 138"/>
              <a:gd name="T20" fmla="*/ 346 w 599"/>
              <a:gd name="T21" fmla="*/ 137 h 138"/>
              <a:gd name="T22" fmla="*/ 316 w 599"/>
              <a:gd name="T23" fmla="*/ 135 h 138"/>
              <a:gd name="T24" fmla="*/ 285 w 599"/>
              <a:gd name="T25" fmla="*/ 131 h 138"/>
              <a:gd name="T26" fmla="*/ 255 w 599"/>
              <a:gd name="T27" fmla="*/ 125 h 138"/>
              <a:gd name="T28" fmla="*/ 225 w 599"/>
              <a:gd name="T29" fmla="*/ 119 h 138"/>
              <a:gd name="T30" fmla="*/ 197 w 599"/>
              <a:gd name="T31" fmla="*/ 112 h 138"/>
              <a:gd name="T32" fmla="*/ 144 w 599"/>
              <a:gd name="T33" fmla="*/ 98 h 138"/>
              <a:gd name="T34" fmla="*/ 96 w 599"/>
              <a:gd name="T35" fmla="*/ 84 h 138"/>
              <a:gd name="T36" fmla="*/ 57 w 599"/>
              <a:gd name="T37" fmla="*/ 72 h 138"/>
              <a:gd name="T38" fmla="*/ 26 w 599"/>
              <a:gd name="T39" fmla="*/ 62 h 138"/>
              <a:gd name="T40" fmla="*/ 0 w 599"/>
              <a:gd name="T41" fmla="*/ 54 h 138"/>
              <a:gd name="T42" fmla="*/ 27 w 599"/>
              <a:gd name="T43" fmla="*/ 61 h 138"/>
              <a:gd name="T44" fmla="*/ 58 w 599"/>
              <a:gd name="T45" fmla="*/ 69 h 138"/>
              <a:gd name="T46" fmla="*/ 98 w 599"/>
              <a:gd name="T47" fmla="*/ 79 h 138"/>
              <a:gd name="T48" fmla="*/ 146 w 599"/>
              <a:gd name="T49" fmla="*/ 90 h 138"/>
              <a:gd name="T50" fmla="*/ 199 w 599"/>
              <a:gd name="T51" fmla="*/ 101 h 138"/>
              <a:gd name="T52" fmla="*/ 228 w 599"/>
              <a:gd name="T53" fmla="*/ 106 h 138"/>
              <a:gd name="T54" fmla="*/ 257 w 599"/>
              <a:gd name="T55" fmla="*/ 111 h 138"/>
              <a:gd name="T56" fmla="*/ 287 w 599"/>
              <a:gd name="T57" fmla="*/ 115 h 138"/>
              <a:gd name="T58" fmla="*/ 316 w 599"/>
              <a:gd name="T59" fmla="*/ 117 h 138"/>
              <a:gd name="T60" fmla="*/ 347 w 599"/>
              <a:gd name="T61" fmla="*/ 117 h 138"/>
              <a:gd name="T62" fmla="*/ 376 w 599"/>
              <a:gd name="T63" fmla="*/ 117 h 138"/>
              <a:gd name="T64" fmla="*/ 405 w 599"/>
              <a:gd name="T65" fmla="*/ 114 h 138"/>
              <a:gd name="T66" fmla="*/ 433 w 599"/>
              <a:gd name="T67" fmla="*/ 110 h 138"/>
              <a:gd name="T68" fmla="*/ 483 w 599"/>
              <a:gd name="T69" fmla="*/ 95 h 138"/>
              <a:gd name="T70" fmla="*/ 522 w 599"/>
              <a:gd name="T71" fmla="*/ 73 h 138"/>
              <a:gd name="T72" fmla="*/ 547 w 599"/>
              <a:gd name="T73" fmla="*/ 46 h 138"/>
              <a:gd name="T74" fmla="*/ 559 w 599"/>
              <a:gd name="T75" fmla="*/ 22 h 138"/>
              <a:gd name="T76" fmla="*/ 563 w 599"/>
              <a:gd name="T77" fmla="*/ 5 h 138"/>
              <a:gd name="T78" fmla="*/ 563 w 599"/>
              <a:gd name="T79" fmla="*/ 1 h 138"/>
              <a:gd name="T80" fmla="*/ 563 w 599"/>
              <a:gd name="T81" fmla="*/ 0 h 138"/>
              <a:gd name="T82" fmla="*/ 599 w 599"/>
              <a:gd name="T83" fmla="*/ 1 h 1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599" h="138">
                <a:moveTo>
                  <a:pt x="599" y="1"/>
                </a:moveTo>
                <a:cubicBezTo>
                  <a:pt x="599" y="1"/>
                  <a:pt x="599" y="2"/>
                  <a:pt x="599" y="4"/>
                </a:cubicBezTo>
                <a:cubicBezTo>
                  <a:pt x="599" y="5"/>
                  <a:pt x="598" y="7"/>
                  <a:pt x="598" y="10"/>
                </a:cubicBezTo>
                <a:cubicBezTo>
                  <a:pt x="597" y="16"/>
                  <a:pt x="595" y="24"/>
                  <a:pt x="591" y="34"/>
                </a:cubicBezTo>
                <a:cubicBezTo>
                  <a:pt x="588" y="43"/>
                  <a:pt x="582" y="54"/>
                  <a:pt x="574" y="65"/>
                </a:cubicBezTo>
                <a:cubicBezTo>
                  <a:pt x="565" y="77"/>
                  <a:pt x="554" y="88"/>
                  <a:pt x="540" y="97"/>
                </a:cubicBezTo>
                <a:cubicBezTo>
                  <a:pt x="526" y="107"/>
                  <a:pt x="510" y="115"/>
                  <a:pt x="493" y="121"/>
                </a:cubicBezTo>
                <a:cubicBezTo>
                  <a:pt x="475" y="127"/>
                  <a:pt x="456" y="132"/>
                  <a:pt x="437" y="134"/>
                </a:cubicBezTo>
                <a:cubicBezTo>
                  <a:pt x="427" y="136"/>
                  <a:pt x="417" y="136"/>
                  <a:pt x="407" y="137"/>
                </a:cubicBezTo>
                <a:cubicBezTo>
                  <a:pt x="397" y="138"/>
                  <a:pt x="387" y="138"/>
                  <a:pt x="377" y="138"/>
                </a:cubicBezTo>
                <a:cubicBezTo>
                  <a:pt x="366" y="138"/>
                  <a:pt x="356" y="137"/>
                  <a:pt x="346" y="137"/>
                </a:cubicBezTo>
                <a:cubicBezTo>
                  <a:pt x="336" y="136"/>
                  <a:pt x="326" y="136"/>
                  <a:pt x="316" y="135"/>
                </a:cubicBezTo>
                <a:cubicBezTo>
                  <a:pt x="305" y="134"/>
                  <a:pt x="295" y="132"/>
                  <a:pt x="285" y="131"/>
                </a:cubicBezTo>
                <a:cubicBezTo>
                  <a:pt x="274" y="129"/>
                  <a:pt x="264" y="127"/>
                  <a:pt x="255" y="125"/>
                </a:cubicBezTo>
                <a:cubicBezTo>
                  <a:pt x="245" y="123"/>
                  <a:pt x="235" y="121"/>
                  <a:pt x="225" y="119"/>
                </a:cubicBezTo>
                <a:cubicBezTo>
                  <a:pt x="216" y="117"/>
                  <a:pt x="206" y="115"/>
                  <a:pt x="197" y="112"/>
                </a:cubicBezTo>
                <a:cubicBezTo>
                  <a:pt x="179" y="107"/>
                  <a:pt x="161" y="103"/>
                  <a:pt x="144" y="98"/>
                </a:cubicBezTo>
                <a:cubicBezTo>
                  <a:pt x="127" y="93"/>
                  <a:pt x="111" y="89"/>
                  <a:pt x="96" y="84"/>
                </a:cubicBezTo>
                <a:cubicBezTo>
                  <a:pt x="82" y="80"/>
                  <a:pt x="69" y="76"/>
                  <a:pt x="57" y="72"/>
                </a:cubicBezTo>
                <a:cubicBezTo>
                  <a:pt x="45" y="68"/>
                  <a:pt x="35" y="65"/>
                  <a:pt x="26" y="62"/>
                </a:cubicBezTo>
                <a:cubicBezTo>
                  <a:pt x="9" y="57"/>
                  <a:pt x="0" y="54"/>
                  <a:pt x="0" y="54"/>
                </a:cubicBezTo>
                <a:cubicBezTo>
                  <a:pt x="0" y="54"/>
                  <a:pt x="9" y="57"/>
                  <a:pt x="27" y="61"/>
                </a:cubicBezTo>
                <a:cubicBezTo>
                  <a:pt x="35" y="63"/>
                  <a:pt x="46" y="66"/>
                  <a:pt x="58" y="69"/>
                </a:cubicBezTo>
                <a:cubicBezTo>
                  <a:pt x="70" y="72"/>
                  <a:pt x="83" y="76"/>
                  <a:pt x="98" y="79"/>
                </a:cubicBezTo>
                <a:cubicBezTo>
                  <a:pt x="113" y="82"/>
                  <a:pt x="129" y="86"/>
                  <a:pt x="146" y="90"/>
                </a:cubicBezTo>
                <a:cubicBezTo>
                  <a:pt x="163" y="94"/>
                  <a:pt x="181" y="97"/>
                  <a:pt x="199" y="101"/>
                </a:cubicBezTo>
                <a:cubicBezTo>
                  <a:pt x="209" y="103"/>
                  <a:pt x="218" y="104"/>
                  <a:pt x="228" y="106"/>
                </a:cubicBezTo>
                <a:cubicBezTo>
                  <a:pt x="237" y="108"/>
                  <a:pt x="247" y="110"/>
                  <a:pt x="257" y="111"/>
                </a:cubicBezTo>
                <a:cubicBezTo>
                  <a:pt x="267" y="112"/>
                  <a:pt x="277" y="113"/>
                  <a:pt x="287" y="115"/>
                </a:cubicBezTo>
                <a:cubicBezTo>
                  <a:pt x="297" y="115"/>
                  <a:pt x="307" y="116"/>
                  <a:pt x="316" y="117"/>
                </a:cubicBezTo>
                <a:cubicBezTo>
                  <a:pt x="326" y="117"/>
                  <a:pt x="336" y="117"/>
                  <a:pt x="347" y="117"/>
                </a:cubicBezTo>
                <a:cubicBezTo>
                  <a:pt x="356" y="117"/>
                  <a:pt x="366" y="117"/>
                  <a:pt x="376" y="117"/>
                </a:cubicBezTo>
                <a:cubicBezTo>
                  <a:pt x="386" y="116"/>
                  <a:pt x="396" y="115"/>
                  <a:pt x="405" y="114"/>
                </a:cubicBezTo>
                <a:cubicBezTo>
                  <a:pt x="414" y="113"/>
                  <a:pt x="424" y="112"/>
                  <a:pt x="433" y="110"/>
                </a:cubicBezTo>
                <a:cubicBezTo>
                  <a:pt x="451" y="107"/>
                  <a:pt x="468" y="102"/>
                  <a:pt x="483" y="95"/>
                </a:cubicBezTo>
                <a:cubicBezTo>
                  <a:pt x="498" y="89"/>
                  <a:pt x="511" y="81"/>
                  <a:pt x="522" y="73"/>
                </a:cubicBezTo>
                <a:cubicBezTo>
                  <a:pt x="533" y="64"/>
                  <a:pt x="541" y="55"/>
                  <a:pt x="547" y="46"/>
                </a:cubicBezTo>
                <a:cubicBezTo>
                  <a:pt x="553" y="37"/>
                  <a:pt x="557" y="29"/>
                  <a:pt x="559" y="22"/>
                </a:cubicBezTo>
                <a:cubicBezTo>
                  <a:pt x="561" y="15"/>
                  <a:pt x="562" y="9"/>
                  <a:pt x="563" y="5"/>
                </a:cubicBezTo>
                <a:cubicBezTo>
                  <a:pt x="563" y="3"/>
                  <a:pt x="563" y="2"/>
                  <a:pt x="563" y="1"/>
                </a:cubicBezTo>
                <a:cubicBezTo>
                  <a:pt x="563" y="1"/>
                  <a:pt x="563" y="0"/>
                  <a:pt x="563" y="0"/>
                </a:cubicBezTo>
                <a:lnTo>
                  <a:pt x="599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2" name="Freeform 27"/>
          <p:cNvSpPr/>
          <p:nvPr/>
        </p:nvSpPr>
        <p:spPr bwMode="auto">
          <a:xfrm flipH="1">
            <a:off x="693692" y="3319368"/>
            <a:ext cx="1569776" cy="625550"/>
          </a:xfrm>
          <a:custGeom>
            <a:avLst/>
            <a:gdLst>
              <a:gd name="T0" fmla="*/ 30 w 506"/>
              <a:gd name="T1" fmla="*/ 0 h 201"/>
              <a:gd name="T2" fmla="*/ 33 w 506"/>
              <a:gd name="T3" fmla="*/ 4 h 201"/>
              <a:gd name="T4" fmla="*/ 43 w 506"/>
              <a:gd name="T5" fmla="*/ 17 h 201"/>
              <a:gd name="T6" fmla="*/ 60 w 506"/>
              <a:gd name="T7" fmla="*/ 36 h 201"/>
              <a:gd name="T8" fmla="*/ 84 w 506"/>
              <a:gd name="T9" fmla="*/ 58 h 201"/>
              <a:gd name="T10" fmla="*/ 116 w 506"/>
              <a:gd name="T11" fmla="*/ 82 h 201"/>
              <a:gd name="T12" fmla="*/ 154 w 506"/>
              <a:gd name="T13" fmla="*/ 107 h 201"/>
              <a:gd name="T14" fmla="*/ 174 w 506"/>
              <a:gd name="T15" fmla="*/ 118 h 201"/>
              <a:gd name="T16" fmla="*/ 196 w 506"/>
              <a:gd name="T17" fmla="*/ 129 h 201"/>
              <a:gd name="T18" fmla="*/ 219 w 506"/>
              <a:gd name="T19" fmla="*/ 139 h 201"/>
              <a:gd name="T20" fmla="*/ 231 w 506"/>
              <a:gd name="T21" fmla="*/ 144 h 201"/>
              <a:gd name="T22" fmla="*/ 242 w 506"/>
              <a:gd name="T23" fmla="*/ 148 h 201"/>
              <a:gd name="T24" fmla="*/ 254 w 506"/>
              <a:gd name="T25" fmla="*/ 153 h 201"/>
              <a:gd name="T26" fmla="*/ 266 w 506"/>
              <a:gd name="T27" fmla="*/ 157 h 201"/>
              <a:gd name="T28" fmla="*/ 290 w 506"/>
              <a:gd name="T29" fmla="*/ 165 h 201"/>
              <a:gd name="T30" fmla="*/ 313 w 506"/>
              <a:gd name="T31" fmla="*/ 171 h 201"/>
              <a:gd name="T32" fmla="*/ 325 w 506"/>
              <a:gd name="T33" fmla="*/ 175 h 201"/>
              <a:gd name="T34" fmla="*/ 337 w 506"/>
              <a:gd name="T35" fmla="*/ 177 h 201"/>
              <a:gd name="T36" fmla="*/ 381 w 506"/>
              <a:gd name="T37" fmla="*/ 187 h 201"/>
              <a:gd name="T38" fmla="*/ 422 w 506"/>
              <a:gd name="T39" fmla="*/ 193 h 201"/>
              <a:gd name="T40" fmla="*/ 440 w 506"/>
              <a:gd name="T41" fmla="*/ 195 h 201"/>
              <a:gd name="T42" fmla="*/ 456 w 506"/>
              <a:gd name="T43" fmla="*/ 197 h 201"/>
              <a:gd name="T44" fmla="*/ 471 w 506"/>
              <a:gd name="T45" fmla="*/ 198 h 201"/>
              <a:gd name="T46" fmla="*/ 483 w 506"/>
              <a:gd name="T47" fmla="*/ 199 h 201"/>
              <a:gd name="T48" fmla="*/ 506 w 506"/>
              <a:gd name="T49" fmla="*/ 201 h 201"/>
              <a:gd name="T50" fmla="*/ 483 w 506"/>
              <a:gd name="T51" fmla="*/ 201 h 201"/>
              <a:gd name="T52" fmla="*/ 471 w 506"/>
              <a:gd name="T53" fmla="*/ 201 h 201"/>
              <a:gd name="T54" fmla="*/ 456 w 506"/>
              <a:gd name="T55" fmla="*/ 200 h 201"/>
              <a:gd name="T56" fmla="*/ 439 w 506"/>
              <a:gd name="T57" fmla="*/ 200 h 201"/>
              <a:gd name="T58" fmla="*/ 421 w 506"/>
              <a:gd name="T59" fmla="*/ 199 h 201"/>
              <a:gd name="T60" fmla="*/ 380 w 506"/>
              <a:gd name="T61" fmla="*/ 195 h 201"/>
              <a:gd name="T62" fmla="*/ 334 w 506"/>
              <a:gd name="T63" fmla="*/ 188 h 201"/>
              <a:gd name="T64" fmla="*/ 322 w 506"/>
              <a:gd name="T65" fmla="*/ 186 h 201"/>
              <a:gd name="T66" fmla="*/ 310 w 506"/>
              <a:gd name="T67" fmla="*/ 184 h 201"/>
              <a:gd name="T68" fmla="*/ 286 w 506"/>
              <a:gd name="T69" fmla="*/ 179 h 201"/>
              <a:gd name="T70" fmla="*/ 261 w 506"/>
              <a:gd name="T71" fmla="*/ 173 h 201"/>
              <a:gd name="T72" fmla="*/ 249 w 506"/>
              <a:gd name="T73" fmla="*/ 169 h 201"/>
              <a:gd name="T74" fmla="*/ 236 w 506"/>
              <a:gd name="T75" fmla="*/ 165 h 201"/>
              <a:gd name="T76" fmla="*/ 224 w 506"/>
              <a:gd name="T77" fmla="*/ 162 h 201"/>
              <a:gd name="T78" fmla="*/ 212 w 506"/>
              <a:gd name="T79" fmla="*/ 157 h 201"/>
              <a:gd name="T80" fmla="*/ 188 w 506"/>
              <a:gd name="T81" fmla="*/ 149 h 201"/>
              <a:gd name="T82" fmla="*/ 164 w 506"/>
              <a:gd name="T83" fmla="*/ 139 h 201"/>
              <a:gd name="T84" fmla="*/ 142 w 506"/>
              <a:gd name="T85" fmla="*/ 128 h 201"/>
              <a:gd name="T86" fmla="*/ 101 w 506"/>
              <a:gd name="T87" fmla="*/ 106 h 201"/>
              <a:gd name="T88" fmla="*/ 66 w 506"/>
              <a:gd name="T89" fmla="*/ 82 h 201"/>
              <a:gd name="T90" fmla="*/ 38 w 506"/>
              <a:gd name="T91" fmla="*/ 59 h 201"/>
              <a:gd name="T92" fmla="*/ 17 w 506"/>
              <a:gd name="T93" fmla="*/ 40 h 201"/>
              <a:gd name="T94" fmla="*/ 5 w 506"/>
              <a:gd name="T95" fmla="*/ 26 h 201"/>
              <a:gd name="T96" fmla="*/ 0 w 506"/>
              <a:gd name="T97" fmla="*/ 20 h 201"/>
              <a:gd name="T98" fmla="*/ 30 w 506"/>
              <a:gd name="T99" fmla="*/ 0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506" h="201">
                <a:moveTo>
                  <a:pt x="30" y="0"/>
                </a:moveTo>
                <a:cubicBezTo>
                  <a:pt x="30" y="0"/>
                  <a:pt x="31" y="1"/>
                  <a:pt x="33" y="4"/>
                </a:cubicBezTo>
                <a:cubicBezTo>
                  <a:pt x="35" y="7"/>
                  <a:pt x="38" y="12"/>
                  <a:pt x="43" y="17"/>
                </a:cubicBezTo>
                <a:cubicBezTo>
                  <a:pt x="47" y="22"/>
                  <a:pt x="53" y="29"/>
                  <a:pt x="60" y="36"/>
                </a:cubicBezTo>
                <a:cubicBezTo>
                  <a:pt x="67" y="43"/>
                  <a:pt x="75" y="50"/>
                  <a:pt x="84" y="58"/>
                </a:cubicBezTo>
                <a:cubicBezTo>
                  <a:pt x="94" y="66"/>
                  <a:pt x="104" y="74"/>
                  <a:pt x="116" y="82"/>
                </a:cubicBezTo>
                <a:cubicBezTo>
                  <a:pt x="128" y="91"/>
                  <a:pt x="140" y="99"/>
                  <a:pt x="154" y="107"/>
                </a:cubicBezTo>
                <a:cubicBezTo>
                  <a:pt x="160" y="111"/>
                  <a:pt x="167" y="114"/>
                  <a:pt x="174" y="118"/>
                </a:cubicBezTo>
                <a:cubicBezTo>
                  <a:pt x="182" y="122"/>
                  <a:pt x="189" y="125"/>
                  <a:pt x="196" y="129"/>
                </a:cubicBezTo>
                <a:cubicBezTo>
                  <a:pt x="204" y="132"/>
                  <a:pt x="211" y="136"/>
                  <a:pt x="219" y="139"/>
                </a:cubicBezTo>
                <a:cubicBezTo>
                  <a:pt x="231" y="144"/>
                  <a:pt x="231" y="144"/>
                  <a:pt x="231" y="144"/>
                </a:cubicBezTo>
                <a:cubicBezTo>
                  <a:pt x="242" y="148"/>
                  <a:pt x="242" y="148"/>
                  <a:pt x="242" y="148"/>
                </a:cubicBezTo>
                <a:cubicBezTo>
                  <a:pt x="254" y="153"/>
                  <a:pt x="254" y="153"/>
                  <a:pt x="254" y="153"/>
                </a:cubicBezTo>
                <a:cubicBezTo>
                  <a:pt x="266" y="157"/>
                  <a:pt x="266" y="157"/>
                  <a:pt x="266" y="157"/>
                </a:cubicBezTo>
                <a:cubicBezTo>
                  <a:pt x="274" y="160"/>
                  <a:pt x="282" y="162"/>
                  <a:pt x="290" y="165"/>
                </a:cubicBezTo>
                <a:cubicBezTo>
                  <a:pt x="298" y="167"/>
                  <a:pt x="305" y="169"/>
                  <a:pt x="313" y="171"/>
                </a:cubicBezTo>
                <a:cubicBezTo>
                  <a:pt x="317" y="172"/>
                  <a:pt x="321" y="173"/>
                  <a:pt x="325" y="175"/>
                </a:cubicBezTo>
                <a:cubicBezTo>
                  <a:pt x="329" y="175"/>
                  <a:pt x="333" y="176"/>
                  <a:pt x="337" y="177"/>
                </a:cubicBezTo>
                <a:cubicBezTo>
                  <a:pt x="352" y="181"/>
                  <a:pt x="367" y="184"/>
                  <a:pt x="381" y="187"/>
                </a:cubicBezTo>
                <a:cubicBezTo>
                  <a:pt x="396" y="189"/>
                  <a:pt x="409" y="191"/>
                  <a:pt x="422" y="193"/>
                </a:cubicBezTo>
                <a:cubicBezTo>
                  <a:pt x="428" y="194"/>
                  <a:pt x="434" y="195"/>
                  <a:pt x="440" y="195"/>
                </a:cubicBezTo>
                <a:cubicBezTo>
                  <a:pt x="446" y="196"/>
                  <a:pt x="451" y="196"/>
                  <a:pt x="456" y="197"/>
                </a:cubicBezTo>
                <a:cubicBezTo>
                  <a:pt x="461" y="198"/>
                  <a:pt x="466" y="198"/>
                  <a:pt x="471" y="198"/>
                </a:cubicBezTo>
                <a:cubicBezTo>
                  <a:pt x="475" y="199"/>
                  <a:pt x="479" y="199"/>
                  <a:pt x="483" y="199"/>
                </a:cubicBezTo>
                <a:cubicBezTo>
                  <a:pt x="498" y="200"/>
                  <a:pt x="506" y="201"/>
                  <a:pt x="506" y="201"/>
                </a:cubicBezTo>
                <a:cubicBezTo>
                  <a:pt x="506" y="201"/>
                  <a:pt x="498" y="201"/>
                  <a:pt x="483" y="201"/>
                </a:cubicBezTo>
                <a:cubicBezTo>
                  <a:pt x="479" y="201"/>
                  <a:pt x="475" y="201"/>
                  <a:pt x="471" y="201"/>
                </a:cubicBezTo>
                <a:cubicBezTo>
                  <a:pt x="466" y="201"/>
                  <a:pt x="461" y="200"/>
                  <a:pt x="456" y="200"/>
                </a:cubicBezTo>
                <a:cubicBezTo>
                  <a:pt x="451" y="200"/>
                  <a:pt x="445" y="200"/>
                  <a:pt x="439" y="200"/>
                </a:cubicBezTo>
                <a:cubicBezTo>
                  <a:pt x="434" y="199"/>
                  <a:pt x="428" y="199"/>
                  <a:pt x="421" y="199"/>
                </a:cubicBezTo>
                <a:cubicBezTo>
                  <a:pt x="408" y="198"/>
                  <a:pt x="395" y="196"/>
                  <a:pt x="380" y="195"/>
                </a:cubicBezTo>
                <a:cubicBezTo>
                  <a:pt x="366" y="193"/>
                  <a:pt x="350" y="191"/>
                  <a:pt x="334" y="188"/>
                </a:cubicBezTo>
                <a:cubicBezTo>
                  <a:pt x="330" y="188"/>
                  <a:pt x="326" y="187"/>
                  <a:pt x="322" y="186"/>
                </a:cubicBezTo>
                <a:cubicBezTo>
                  <a:pt x="318" y="186"/>
                  <a:pt x="314" y="185"/>
                  <a:pt x="310" y="184"/>
                </a:cubicBezTo>
                <a:cubicBezTo>
                  <a:pt x="302" y="182"/>
                  <a:pt x="294" y="181"/>
                  <a:pt x="286" y="179"/>
                </a:cubicBezTo>
                <a:cubicBezTo>
                  <a:pt x="278" y="177"/>
                  <a:pt x="269" y="175"/>
                  <a:pt x="261" y="173"/>
                </a:cubicBezTo>
                <a:cubicBezTo>
                  <a:pt x="257" y="171"/>
                  <a:pt x="253" y="170"/>
                  <a:pt x="249" y="169"/>
                </a:cubicBezTo>
                <a:cubicBezTo>
                  <a:pt x="236" y="165"/>
                  <a:pt x="236" y="165"/>
                  <a:pt x="236" y="165"/>
                </a:cubicBezTo>
                <a:cubicBezTo>
                  <a:pt x="232" y="164"/>
                  <a:pt x="228" y="163"/>
                  <a:pt x="224" y="162"/>
                </a:cubicBezTo>
                <a:cubicBezTo>
                  <a:pt x="212" y="157"/>
                  <a:pt x="212" y="157"/>
                  <a:pt x="212" y="157"/>
                </a:cubicBezTo>
                <a:cubicBezTo>
                  <a:pt x="204" y="155"/>
                  <a:pt x="196" y="152"/>
                  <a:pt x="188" y="149"/>
                </a:cubicBezTo>
                <a:cubicBezTo>
                  <a:pt x="180" y="145"/>
                  <a:pt x="172" y="142"/>
                  <a:pt x="164" y="139"/>
                </a:cubicBezTo>
                <a:cubicBezTo>
                  <a:pt x="157" y="135"/>
                  <a:pt x="149" y="132"/>
                  <a:pt x="142" y="128"/>
                </a:cubicBezTo>
                <a:cubicBezTo>
                  <a:pt x="127" y="121"/>
                  <a:pt x="114" y="113"/>
                  <a:pt x="101" y="106"/>
                </a:cubicBezTo>
                <a:cubicBezTo>
                  <a:pt x="88" y="98"/>
                  <a:pt x="76" y="90"/>
                  <a:pt x="66" y="82"/>
                </a:cubicBezTo>
                <a:cubicBezTo>
                  <a:pt x="55" y="74"/>
                  <a:pt x="46" y="67"/>
                  <a:pt x="38" y="59"/>
                </a:cubicBezTo>
                <a:cubicBezTo>
                  <a:pt x="29" y="52"/>
                  <a:pt x="23" y="46"/>
                  <a:pt x="17" y="40"/>
                </a:cubicBezTo>
                <a:cubicBezTo>
                  <a:pt x="12" y="34"/>
                  <a:pt x="8" y="29"/>
                  <a:pt x="5" y="26"/>
                </a:cubicBezTo>
                <a:cubicBezTo>
                  <a:pt x="2" y="23"/>
                  <a:pt x="0" y="20"/>
                  <a:pt x="0" y="20"/>
                </a:cubicBezTo>
                <a:lnTo>
                  <a:pt x="3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3" name="Freeform 28"/>
          <p:cNvSpPr/>
          <p:nvPr/>
        </p:nvSpPr>
        <p:spPr bwMode="auto">
          <a:xfrm>
            <a:off x="6360108" y="4247609"/>
            <a:ext cx="5076825" cy="1654175"/>
          </a:xfrm>
          <a:custGeom>
            <a:avLst/>
            <a:gdLst>
              <a:gd name="T0" fmla="*/ 52 w 1351"/>
              <a:gd name="T1" fmla="*/ 17 h 439"/>
              <a:gd name="T2" fmla="*/ 90 w 1351"/>
              <a:gd name="T3" fmla="*/ 69 h 439"/>
              <a:gd name="T4" fmla="*/ 119 w 1351"/>
              <a:gd name="T5" fmla="*/ 100 h 439"/>
              <a:gd name="T6" fmla="*/ 151 w 1351"/>
              <a:gd name="T7" fmla="*/ 130 h 439"/>
              <a:gd name="T8" fmla="*/ 185 w 1351"/>
              <a:gd name="T9" fmla="*/ 157 h 439"/>
              <a:gd name="T10" fmla="*/ 220 w 1351"/>
              <a:gd name="T11" fmla="*/ 182 h 439"/>
              <a:gd name="T12" fmla="*/ 248 w 1351"/>
              <a:gd name="T13" fmla="*/ 199 h 439"/>
              <a:gd name="T14" fmla="*/ 277 w 1351"/>
              <a:gd name="T15" fmla="*/ 214 h 439"/>
              <a:gd name="T16" fmla="*/ 337 w 1351"/>
              <a:gd name="T17" fmla="*/ 240 h 439"/>
              <a:gd name="T18" fmla="*/ 399 w 1351"/>
              <a:gd name="T19" fmla="*/ 261 h 439"/>
              <a:gd name="T20" fmla="*/ 442 w 1351"/>
              <a:gd name="T21" fmla="*/ 272 h 439"/>
              <a:gd name="T22" fmla="*/ 485 w 1351"/>
              <a:gd name="T23" fmla="*/ 280 h 439"/>
              <a:gd name="T24" fmla="*/ 518 w 1351"/>
              <a:gd name="T25" fmla="*/ 285 h 439"/>
              <a:gd name="T26" fmla="*/ 550 w 1351"/>
              <a:gd name="T27" fmla="*/ 289 h 439"/>
              <a:gd name="T28" fmla="*/ 595 w 1351"/>
              <a:gd name="T29" fmla="*/ 292 h 439"/>
              <a:gd name="T30" fmla="*/ 640 w 1351"/>
              <a:gd name="T31" fmla="*/ 293 h 439"/>
              <a:gd name="T32" fmla="*/ 687 w 1351"/>
              <a:gd name="T33" fmla="*/ 298 h 439"/>
              <a:gd name="T34" fmla="*/ 779 w 1351"/>
              <a:gd name="T35" fmla="*/ 313 h 439"/>
              <a:gd name="T36" fmla="*/ 871 w 1351"/>
              <a:gd name="T37" fmla="*/ 334 h 439"/>
              <a:gd name="T38" fmla="*/ 927 w 1351"/>
              <a:gd name="T39" fmla="*/ 351 h 439"/>
              <a:gd name="T40" fmla="*/ 950 w 1351"/>
              <a:gd name="T41" fmla="*/ 359 h 439"/>
              <a:gd name="T42" fmla="*/ 982 w 1351"/>
              <a:gd name="T43" fmla="*/ 374 h 439"/>
              <a:gd name="T44" fmla="*/ 1044 w 1351"/>
              <a:gd name="T45" fmla="*/ 406 h 439"/>
              <a:gd name="T46" fmla="*/ 1179 w 1351"/>
              <a:gd name="T47" fmla="*/ 430 h 439"/>
              <a:gd name="T48" fmla="*/ 1269 w 1351"/>
              <a:gd name="T49" fmla="*/ 413 h 439"/>
              <a:gd name="T50" fmla="*/ 1301 w 1351"/>
              <a:gd name="T51" fmla="*/ 399 h 439"/>
              <a:gd name="T52" fmla="*/ 1332 w 1351"/>
              <a:gd name="T53" fmla="*/ 382 h 439"/>
              <a:gd name="T54" fmla="*/ 1332 w 1351"/>
              <a:gd name="T55" fmla="*/ 383 h 439"/>
              <a:gd name="T56" fmla="*/ 1302 w 1351"/>
              <a:gd name="T57" fmla="*/ 401 h 439"/>
              <a:gd name="T58" fmla="*/ 1270 w 1351"/>
              <a:gd name="T59" fmla="*/ 416 h 439"/>
              <a:gd name="T60" fmla="*/ 1179 w 1351"/>
              <a:gd name="T61" fmla="*/ 437 h 439"/>
              <a:gd name="T62" fmla="*/ 1040 w 1351"/>
              <a:gd name="T63" fmla="*/ 416 h 439"/>
              <a:gd name="T64" fmla="*/ 976 w 1351"/>
              <a:gd name="T65" fmla="*/ 385 h 439"/>
              <a:gd name="T66" fmla="*/ 945 w 1351"/>
              <a:gd name="T67" fmla="*/ 373 h 439"/>
              <a:gd name="T68" fmla="*/ 923 w 1351"/>
              <a:gd name="T69" fmla="*/ 365 h 439"/>
              <a:gd name="T70" fmla="*/ 867 w 1351"/>
              <a:gd name="T71" fmla="*/ 350 h 439"/>
              <a:gd name="T72" fmla="*/ 776 w 1351"/>
              <a:gd name="T73" fmla="*/ 333 h 439"/>
              <a:gd name="T74" fmla="*/ 684 w 1351"/>
              <a:gd name="T75" fmla="*/ 321 h 439"/>
              <a:gd name="T76" fmla="*/ 639 w 1351"/>
              <a:gd name="T77" fmla="*/ 317 h 439"/>
              <a:gd name="T78" fmla="*/ 571 w 1351"/>
              <a:gd name="T79" fmla="*/ 317 h 439"/>
              <a:gd name="T80" fmla="*/ 526 w 1351"/>
              <a:gd name="T81" fmla="*/ 315 h 439"/>
              <a:gd name="T82" fmla="*/ 503 w 1351"/>
              <a:gd name="T83" fmla="*/ 312 h 439"/>
              <a:gd name="T84" fmla="*/ 458 w 1351"/>
              <a:gd name="T85" fmla="*/ 306 h 439"/>
              <a:gd name="T86" fmla="*/ 413 w 1351"/>
              <a:gd name="T87" fmla="*/ 298 h 439"/>
              <a:gd name="T88" fmla="*/ 369 w 1351"/>
              <a:gd name="T89" fmla="*/ 287 h 439"/>
              <a:gd name="T90" fmla="*/ 282 w 1351"/>
              <a:gd name="T91" fmla="*/ 257 h 439"/>
              <a:gd name="T92" fmla="*/ 240 w 1351"/>
              <a:gd name="T93" fmla="*/ 237 h 439"/>
              <a:gd name="T94" fmla="*/ 220 w 1351"/>
              <a:gd name="T95" fmla="*/ 226 h 439"/>
              <a:gd name="T96" fmla="*/ 180 w 1351"/>
              <a:gd name="T97" fmla="*/ 203 h 439"/>
              <a:gd name="T98" fmla="*/ 142 w 1351"/>
              <a:gd name="T99" fmla="*/ 176 h 439"/>
              <a:gd name="T100" fmla="*/ 106 w 1351"/>
              <a:gd name="T101" fmla="*/ 147 h 439"/>
              <a:gd name="T102" fmla="*/ 72 w 1351"/>
              <a:gd name="T103" fmla="*/ 115 h 439"/>
              <a:gd name="T104" fmla="*/ 26 w 1351"/>
              <a:gd name="T105" fmla="*/ 62 h 439"/>
              <a:gd name="T106" fmla="*/ 0 w 1351"/>
              <a:gd name="T107" fmla="*/ 22 h 4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351" h="439">
                <a:moveTo>
                  <a:pt x="42" y="0"/>
                </a:moveTo>
                <a:cubicBezTo>
                  <a:pt x="45" y="5"/>
                  <a:pt x="49" y="11"/>
                  <a:pt x="52" y="17"/>
                </a:cubicBezTo>
                <a:cubicBezTo>
                  <a:pt x="56" y="23"/>
                  <a:pt x="60" y="29"/>
                  <a:pt x="64" y="35"/>
                </a:cubicBezTo>
                <a:cubicBezTo>
                  <a:pt x="72" y="47"/>
                  <a:pt x="81" y="58"/>
                  <a:pt x="90" y="69"/>
                </a:cubicBezTo>
                <a:cubicBezTo>
                  <a:pt x="95" y="74"/>
                  <a:pt x="100" y="80"/>
                  <a:pt x="105" y="85"/>
                </a:cubicBezTo>
                <a:cubicBezTo>
                  <a:pt x="109" y="90"/>
                  <a:pt x="114" y="95"/>
                  <a:pt x="119" y="100"/>
                </a:cubicBezTo>
                <a:cubicBezTo>
                  <a:pt x="124" y="106"/>
                  <a:pt x="130" y="110"/>
                  <a:pt x="135" y="115"/>
                </a:cubicBezTo>
                <a:cubicBezTo>
                  <a:pt x="140" y="120"/>
                  <a:pt x="146" y="125"/>
                  <a:pt x="151" y="130"/>
                </a:cubicBezTo>
                <a:cubicBezTo>
                  <a:pt x="168" y="144"/>
                  <a:pt x="168" y="144"/>
                  <a:pt x="168" y="144"/>
                </a:cubicBezTo>
                <a:cubicBezTo>
                  <a:pt x="185" y="157"/>
                  <a:pt x="185" y="157"/>
                  <a:pt x="185" y="157"/>
                </a:cubicBezTo>
                <a:cubicBezTo>
                  <a:pt x="190" y="161"/>
                  <a:pt x="196" y="165"/>
                  <a:pt x="202" y="170"/>
                </a:cubicBezTo>
                <a:cubicBezTo>
                  <a:pt x="208" y="174"/>
                  <a:pt x="214" y="178"/>
                  <a:pt x="220" y="182"/>
                </a:cubicBezTo>
                <a:cubicBezTo>
                  <a:pt x="226" y="186"/>
                  <a:pt x="233" y="189"/>
                  <a:pt x="239" y="193"/>
                </a:cubicBezTo>
                <a:cubicBezTo>
                  <a:pt x="248" y="199"/>
                  <a:pt x="248" y="199"/>
                  <a:pt x="248" y="199"/>
                </a:cubicBezTo>
                <a:cubicBezTo>
                  <a:pt x="258" y="204"/>
                  <a:pt x="258" y="204"/>
                  <a:pt x="258" y="204"/>
                </a:cubicBezTo>
                <a:cubicBezTo>
                  <a:pt x="264" y="207"/>
                  <a:pt x="270" y="211"/>
                  <a:pt x="277" y="214"/>
                </a:cubicBezTo>
                <a:cubicBezTo>
                  <a:pt x="297" y="223"/>
                  <a:pt x="297" y="223"/>
                  <a:pt x="297" y="223"/>
                </a:cubicBezTo>
                <a:cubicBezTo>
                  <a:pt x="310" y="229"/>
                  <a:pt x="323" y="235"/>
                  <a:pt x="337" y="240"/>
                </a:cubicBezTo>
                <a:cubicBezTo>
                  <a:pt x="350" y="246"/>
                  <a:pt x="364" y="250"/>
                  <a:pt x="378" y="255"/>
                </a:cubicBezTo>
                <a:cubicBezTo>
                  <a:pt x="385" y="257"/>
                  <a:pt x="392" y="259"/>
                  <a:pt x="399" y="261"/>
                </a:cubicBezTo>
                <a:cubicBezTo>
                  <a:pt x="406" y="263"/>
                  <a:pt x="413" y="265"/>
                  <a:pt x="420" y="267"/>
                </a:cubicBezTo>
                <a:cubicBezTo>
                  <a:pt x="442" y="272"/>
                  <a:pt x="442" y="272"/>
                  <a:pt x="442" y="272"/>
                </a:cubicBezTo>
                <a:cubicBezTo>
                  <a:pt x="449" y="274"/>
                  <a:pt x="456" y="275"/>
                  <a:pt x="463" y="276"/>
                </a:cubicBezTo>
                <a:cubicBezTo>
                  <a:pt x="470" y="278"/>
                  <a:pt x="478" y="279"/>
                  <a:pt x="485" y="280"/>
                </a:cubicBezTo>
                <a:cubicBezTo>
                  <a:pt x="507" y="284"/>
                  <a:pt x="507" y="284"/>
                  <a:pt x="507" y="284"/>
                </a:cubicBezTo>
                <a:cubicBezTo>
                  <a:pt x="518" y="285"/>
                  <a:pt x="518" y="285"/>
                  <a:pt x="518" y="285"/>
                </a:cubicBezTo>
                <a:cubicBezTo>
                  <a:pt x="529" y="287"/>
                  <a:pt x="529" y="287"/>
                  <a:pt x="529" y="287"/>
                </a:cubicBezTo>
                <a:cubicBezTo>
                  <a:pt x="550" y="289"/>
                  <a:pt x="550" y="289"/>
                  <a:pt x="550" y="289"/>
                </a:cubicBezTo>
                <a:cubicBezTo>
                  <a:pt x="558" y="290"/>
                  <a:pt x="565" y="290"/>
                  <a:pt x="572" y="290"/>
                </a:cubicBezTo>
                <a:cubicBezTo>
                  <a:pt x="595" y="292"/>
                  <a:pt x="595" y="292"/>
                  <a:pt x="595" y="292"/>
                </a:cubicBezTo>
                <a:cubicBezTo>
                  <a:pt x="609" y="292"/>
                  <a:pt x="624" y="292"/>
                  <a:pt x="639" y="293"/>
                </a:cubicBezTo>
                <a:cubicBezTo>
                  <a:pt x="640" y="293"/>
                  <a:pt x="640" y="293"/>
                  <a:pt x="640" y="293"/>
                </a:cubicBezTo>
                <a:cubicBezTo>
                  <a:pt x="640" y="293"/>
                  <a:pt x="640" y="293"/>
                  <a:pt x="640" y="293"/>
                </a:cubicBezTo>
                <a:cubicBezTo>
                  <a:pt x="656" y="294"/>
                  <a:pt x="671" y="296"/>
                  <a:pt x="687" y="298"/>
                </a:cubicBezTo>
                <a:cubicBezTo>
                  <a:pt x="702" y="301"/>
                  <a:pt x="718" y="303"/>
                  <a:pt x="733" y="305"/>
                </a:cubicBezTo>
                <a:cubicBezTo>
                  <a:pt x="749" y="308"/>
                  <a:pt x="764" y="311"/>
                  <a:pt x="779" y="313"/>
                </a:cubicBezTo>
                <a:cubicBezTo>
                  <a:pt x="795" y="316"/>
                  <a:pt x="810" y="319"/>
                  <a:pt x="825" y="323"/>
                </a:cubicBezTo>
                <a:cubicBezTo>
                  <a:pt x="841" y="326"/>
                  <a:pt x="856" y="330"/>
                  <a:pt x="871" y="334"/>
                </a:cubicBezTo>
                <a:cubicBezTo>
                  <a:pt x="886" y="338"/>
                  <a:pt x="901" y="342"/>
                  <a:pt x="916" y="348"/>
                </a:cubicBezTo>
                <a:cubicBezTo>
                  <a:pt x="927" y="351"/>
                  <a:pt x="927" y="351"/>
                  <a:pt x="927" y="351"/>
                </a:cubicBezTo>
                <a:cubicBezTo>
                  <a:pt x="931" y="352"/>
                  <a:pt x="935" y="354"/>
                  <a:pt x="938" y="355"/>
                </a:cubicBezTo>
                <a:cubicBezTo>
                  <a:pt x="950" y="359"/>
                  <a:pt x="950" y="359"/>
                  <a:pt x="950" y="359"/>
                </a:cubicBezTo>
                <a:cubicBezTo>
                  <a:pt x="953" y="361"/>
                  <a:pt x="957" y="362"/>
                  <a:pt x="960" y="364"/>
                </a:cubicBezTo>
                <a:cubicBezTo>
                  <a:pt x="968" y="367"/>
                  <a:pt x="975" y="370"/>
                  <a:pt x="982" y="374"/>
                </a:cubicBezTo>
                <a:cubicBezTo>
                  <a:pt x="1003" y="385"/>
                  <a:pt x="1003" y="385"/>
                  <a:pt x="1003" y="385"/>
                </a:cubicBezTo>
                <a:cubicBezTo>
                  <a:pt x="1016" y="393"/>
                  <a:pt x="1030" y="400"/>
                  <a:pt x="1044" y="406"/>
                </a:cubicBezTo>
                <a:cubicBezTo>
                  <a:pt x="1058" y="411"/>
                  <a:pt x="1073" y="416"/>
                  <a:pt x="1087" y="420"/>
                </a:cubicBezTo>
                <a:cubicBezTo>
                  <a:pt x="1117" y="428"/>
                  <a:pt x="1148" y="431"/>
                  <a:pt x="1179" y="430"/>
                </a:cubicBezTo>
                <a:cubicBezTo>
                  <a:pt x="1194" y="430"/>
                  <a:pt x="1209" y="428"/>
                  <a:pt x="1225" y="425"/>
                </a:cubicBezTo>
                <a:cubicBezTo>
                  <a:pt x="1240" y="422"/>
                  <a:pt x="1255" y="418"/>
                  <a:pt x="1269" y="413"/>
                </a:cubicBezTo>
                <a:cubicBezTo>
                  <a:pt x="1276" y="410"/>
                  <a:pt x="1284" y="407"/>
                  <a:pt x="1291" y="404"/>
                </a:cubicBezTo>
                <a:cubicBezTo>
                  <a:pt x="1301" y="399"/>
                  <a:pt x="1301" y="399"/>
                  <a:pt x="1301" y="399"/>
                </a:cubicBezTo>
                <a:cubicBezTo>
                  <a:pt x="1312" y="394"/>
                  <a:pt x="1312" y="394"/>
                  <a:pt x="1312" y="394"/>
                </a:cubicBezTo>
                <a:cubicBezTo>
                  <a:pt x="1319" y="390"/>
                  <a:pt x="1325" y="386"/>
                  <a:pt x="1332" y="382"/>
                </a:cubicBezTo>
                <a:cubicBezTo>
                  <a:pt x="1338" y="378"/>
                  <a:pt x="1345" y="373"/>
                  <a:pt x="1351" y="369"/>
                </a:cubicBezTo>
                <a:cubicBezTo>
                  <a:pt x="1345" y="374"/>
                  <a:pt x="1339" y="378"/>
                  <a:pt x="1332" y="383"/>
                </a:cubicBezTo>
                <a:cubicBezTo>
                  <a:pt x="1326" y="387"/>
                  <a:pt x="1319" y="391"/>
                  <a:pt x="1312" y="395"/>
                </a:cubicBezTo>
                <a:cubicBezTo>
                  <a:pt x="1302" y="401"/>
                  <a:pt x="1302" y="401"/>
                  <a:pt x="1302" y="401"/>
                </a:cubicBezTo>
                <a:cubicBezTo>
                  <a:pt x="1292" y="406"/>
                  <a:pt x="1292" y="406"/>
                  <a:pt x="1292" y="406"/>
                </a:cubicBezTo>
                <a:cubicBezTo>
                  <a:pt x="1285" y="410"/>
                  <a:pt x="1277" y="413"/>
                  <a:pt x="1270" y="416"/>
                </a:cubicBezTo>
                <a:cubicBezTo>
                  <a:pt x="1256" y="421"/>
                  <a:pt x="1241" y="426"/>
                  <a:pt x="1226" y="430"/>
                </a:cubicBezTo>
                <a:cubicBezTo>
                  <a:pt x="1210" y="433"/>
                  <a:pt x="1195" y="436"/>
                  <a:pt x="1179" y="437"/>
                </a:cubicBezTo>
                <a:cubicBezTo>
                  <a:pt x="1148" y="439"/>
                  <a:pt x="1116" y="436"/>
                  <a:pt x="1085" y="429"/>
                </a:cubicBezTo>
                <a:cubicBezTo>
                  <a:pt x="1070" y="426"/>
                  <a:pt x="1055" y="421"/>
                  <a:pt x="1040" y="416"/>
                </a:cubicBezTo>
                <a:cubicBezTo>
                  <a:pt x="1025" y="410"/>
                  <a:pt x="1011" y="404"/>
                  <a:pt x="997" y="396"/>
                </a:cubicBezTo>
                <a:cubicBezTo>
                  <a:pt x="976" y="385"/>
                  <a:pt x="976" y="385"/>
                  <a:pt x="976" y="385"/>
                </a:cubicBezTo>
                <a:cubicBezTo>
                  <a:pt x="969" y="382"/>
                  <a:pt x="962" y="380"/>
                  <a:pt x="955" y="377"/>
                </a:cubicBezTo>
                <a:cubicBezTo>
                  <a:pt x="952" y="375"/>
                  <a:pt x="948" y="374"/>
                  <a:pt x="945" y="373"/>
                </a:cubicBezTo>
                <a:cubicBezTo>
                  <a:pt x="934" y="369"/>
                  <a:pt x="934" y="369"/>
                  <a:pt x="934" y="369"/>
                </a:cubicBezTo>
                <a:cubicBezTo>
                  <a:pt x="930" y="368"/>
                  <a:pt x="926" y="366"/>
                  <a:pt x="923" y="365"/>
                </a:cubicBezTo>
                <a:cubicBezTo>
                  <a:pt x="912" y="362"/>
                  <a:pt x="912" y="362"/>
                  <a:pt x="912" y="362"/>
                </a:cubicBezTo>
                <a:cubicBezTo>
                  <a:pt x="897" y="358"/>
                  <a:pt x="882" y="354"/>
                  <a:pt x="867" y="350"/>
                </a:cubicBezTo>
                <a:cubicBezTo>
                  <a:pt x="852" y="347"/>
                  <a:pt x="837" y="344"/>
                  <a:pt x="822" y="341"/>
                </a:cubicBezTo>
                <a:cubicBezTo>
                  <a:pt x="807" y="338"/>
                  <a:pt x="791" y="336"/>
                  <a:pt x="776" y="333"/>
                </a:cubicBezTo>
                <a:cubicBezTo>
                  <a:pt x="761" y="331"/>
                  <a:pt x="745" y="328"/>
                  <a:pt x="730" y="327"/>
                </a:cubicBezTo>
                <a:cubicBezTo>
                  <a:pt x="715" y="325"/>
                  <a:pt x="699" y="323"/>
                  <a:pt x="684" y="321"/>
                </a:cubicBezTo>
                <a:cubicBezTo>
                  <a:pt x="669" y="320"/>
                  <a:pt x="653" y="318"/>
                  <a:pt x="638" y="317"/>
                </a:cubicBezTo>
                <a:cubicBezTo>
                  <a:pt x="639" y="317"/>
                  <a:pt x="639" y="317"/>
                  <a:pt x="639" y="317"/>
                </a:cubicBezTo>
                <a:cubicBezTo>
                  <a:pt x="624" y="317"/>
                  <a:pt x="609" y="318"/>
                  <a:pt x="594" y="318"/>
                </a:cubicBezTo>
                <a:cubicBezTo>
                  <a:pt x="571" y="317"/>
                  <a:pt x="571" y="317"/>
                  <a:pt x="571" y="317"/>
                </a:cubicBezTo>
                <a:cubicBezTo>
                  <a:pt x="564" y="317"/>
                  <a:pt x="556" y="317"/>
                  <a:pt x="548" y="316"/>
                </a:cubicBezTo>
                <a:cubicBezTo>
                  <a:pt x="526" y="315"/>
                  <a:pt x="526" y="315"/>
                  <a:pt x="526" y="315"/>
                </a:cubicBezTo>
                <a:cubicBezTo>
                  <a:pt x="514" y="314"/>
                  <a:pt x="514" y="314"/>
                  <a:pt x="514" y="314"/>
                </a:cubicBezTo>
                <a:cubicBezTo>
                  <a:pt x="503" y="312"/>
                  <a:pt x="503" y="312"/>
                  <a:pt x="503" y="312"/>
                </a:cubicBezTo>
                <a:cubicBezTo>
                  <a:pt x="480" y="310"/>
                  <a:pt x="480" y="310"/>
                  <a:pt x="480" y="310"/>
                </a:cubicBezTo>
                <a:cubicBezTo>
                  <a:pt x="473" y="309"/>
                  <a:pt x="465" y="307"/>
                  <a:pt x="458" y="306"/>
                </a:cubicBezTo>
                <a:cubicBezTo>
                  <a:pt x="450" y="305"/>
                  <a:pt x="443" y="304"/>
                  <a:pt x="435" y="302"/>
                </a:cubicBezTo>
                <a:cubicBezTo>
                  <a:pt x="413" y="298"/>
                  <a:pt x="413" y="298"/>
                  <a:pt x="413" y="298"/>
                </a:cubicBezTo>
                <a:cubicBezTo>
                  <a:pt x="406" y="297"/>
                  <a:pt x="398" y="294"/>
                  <a:pt x="391" y="293"/>
                </a:cubicBezTo>
                <a:cubicBezTo>
                  <a:pt x="383" y="291"/>
                  <a:pt x="376" y="289"/>
                  <a:pt x="369" y="287"/>
                </a:cubicBezTo>
                <a:cubicBezTo>
                  <a:pt x="354" y="282"/>
                  <a:pt x="339" y="278"/>
                  <a:pt x="325" y="273"/>
                </a:cubicBezTo>
                <a:cubicBezTo>
                  <a:pt x="310" y="268"/>
                  <a:pt x="296" y="262"/>
                  <a:pt x="282" y="257"/>
                </a:cubicBezTo>
                <a:cubicBezTo>
                  <a:pt x="261" y="247"/>
                  <a:pt x="261" y="247"/>
                  <a:pt x="261" y="247"/>
                </a:cubicBezTo>
                <a:cubicBezTo>
                  <a:pt x="254" y="244"/>
                  <a:pt x="247" y="240"/>
                  <a:pt x="240" y="237"/>
                </a:cubicBezTo>
                <a:cubicBezTo>
                  <a:pt x="230" y="232"/>
                  <a:pt x="230" y="232"/>
                  <a:pt x="230" y="232"/>
                </a:cubicBezTo>
                <a:cubicBezTo>
                  <a:pt x="220" y="226"/>
                  <a:pt x="220" y="226"/>
                  <a:pt x="220" y="226"/>
                </a:cubicBezTo>
                <a:cubicBezTo>
                  <a:pt x="213" y="223"/>
                  <a:pt x="206" y="219"/>
                  <a:pt x="200" y="215"/>
                </a:cubicBezTo>
                <a:cubicBezTo>
                  <a:pt x="193" y="211"/>
                  <a:pt x="187" y="207"/>
                  <a:pt x="180" y="203"/>
                </a:cubicBezTo>
                <a:cubicBezTo>
                  <a:pt x="174" y="199"/>
                  <a:pt x="167" y="194"/>
                  <a:pt x="161" y="190"/>
                </a:cubicBezTo>
                <a:cubicBezTo>
                  <a:pt x="155" y="185"/>
                  <a:pt x="148" y="181"/>
                  <a:pt x="142" y="176"/>
                </a:cubicBezTo>
                <a:cubicBezTo>
                  <a:pt x="136" y="172"/>
                  <a:pt x="130" y="167"/>
                  <a:pt x="124" y="162"/>
                </a:cubicBezTo>
                <a:cubicBezTo>
                  <a:pt x="118" y="157"/>
                  <a:pt x="112" y="152"/>
                  <a:pt x="106" y="147"/>
                </a:cubicBezTo>
                <a:cubicBezTo>
                  <a:pt x="100" y="142"/>
                  <a:pt x="95" y="137"/>
                  <a:pt x="89" y="132"/>
                </a:cubicBezTo>
                <a:cubicBezTo>
                  <a:pt x="83" y="126"/>
                  <a:pt x="78" y="121"/>
                  <a:pt x="72" y="115"/>
                </a:cubicBezTo>
                <a:cubicBezTo>
                  <a:pt x="67" y="110"/>
                  <a:pt x="62" y="104"/>
                  <a:pt x="56" y="98"/>
                </a:cubicBezTo>
                <a:cubicBezTo>
                  <a:pt x="46" y="87"/>
                  <a:pt x="36" y="75"/>
                  <a:pt x="26" y="62"/>
                </a:cubicBezTo>
                <a:cubicBezTo>
                  <a:pt x="22" y="56"/>
                  <a:pt x="17" y="50"/>
                  <a:pt x="13" y="43"/>
                </a:cubicBezTo>
                <a:cubicBezTo>
                  <a:pt x="8" y="36"/>
                  <a:pt x="4" y="30"/>
                  <a:pt x="0" y="22"/>
                </a:cubicBezTo>
                <a:lnTo>
                  <a:pt x="42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4" name="Freeform 29"/>
          <p:cNvSpPr/>
          <p:nvPr/>
        </p:nvSpPr>
        <p:spPr bwMode="auto">
          <a:xfrm>
            <a:off x="8227008" y="5335046"/>
            <a:ext cx="1619250" cy="904875"/>
          </a:xfrm>
          <a:custGeom>
            <a:avLst/>
            <a:gdLst>
              <a:gd name="T0" fmla="*/ 34 w 431"/>
              <a:gd name="T1" fmla="*/ 0 h 240"/>
              <a:gd name="T2" fmla="*/ 35 w 431"/>
              <a:gd name="T3" fmla="*/ 4 h 240"/>
              <a:gd name="T4" fmla="*/ 41 w 431"/>
              <a:gd name="T5" fmla="*/ 17 h 240"/>
              <a:gd name="T6" fmla="*/ 53 w 431"/>
              <a:gd name="T7" fmla="*/ 37 h 240"/>
              <a:gd name="T8" fmla="*/ 70 w 431"/>
              <a:gd name="T9" fmla="*/ 62 h 240"/>
              <a:gd name="T10" fmla="*/ 93 w 431"/>
              <a:gd name="T11" fmla="*/ 90 h 240"/>
              <a:gd name="T12" fmla="*/ 122 w 431"/>
              <a:gd name="T13" fmla="*/ 118 h 240"/>
              <a:gd name="T14" fmla="*/ 157 w 431"/>
              <a:gd name="T15" fmla="*/ 145 h 240"/>
              <a:gd name="T16" fmla="*/ 196 w 431"/>
              <a:gd name="T17" fmla="*/ 169 h 240"/>
              <a:gd name="T18" fmla="*/ 216 w 431"/>
              <a:gd name="T19" fmla="*/ 180 h 240"/>
              <a:gd name="T20" fmla="*/ 226 w 431"/>
              <a:gd name="T21" fmla="*/ 185 h 240"/>
              <a:gd name="T22" fmla="*/ 237 w 431"/>
              <a:gd name="T23" fmla="*/ 190 h 240"/>
              <a:gd name="T24" fmla="*/ 247 w 431"/>
              <a:gd name="T25" fmla="*/ 194 h 240"/>
              <a:gd name="T26" fmla="*/ 257 w 431"/>
              <a:gd name="T27" fmla="*/ 198 h 240"/>
              <a:gd name="T28" fmla="*/ 268 w 431"/>
              <a:gd name="T29" fmla="*/ 202 h 240"/>
              <a:gd name="T30" fmla="*/ 278 w 431"/>
              <a:gd name="T31" fmla="*/ 206 h 240"/>
              <a:gd name="T32" fmla="*/ 318 w 431"/>
              <a:gd name="T33" fmla="*/ 219 h 240"/>
              <a:gd name="T34" fmla="*/ 354 w 431"/>
              <a:gd name="T35" fmla="*/ 227 h 240"/>
              <a:gd name="T36" fmla="*/ 371 w 431"/>
              <a:gd name="T37" fmla="*/ 231 h 240"/>
              <a:gd name="T38" fmla="*/ 385 w 431"/>
              <a:gd name="T39" fmla="*/ 233 h 240"/>
              <a:gd name="T40" fmla="*/ 399 w 431"/>
              <a:gd name="T41" fmla="*/ 236 h 240"/>
              <a:gd name="T42" fmla="*/ 410 w 431"/>
              <a:gd name="T43" fmla="*/ 237 h 240"/>
              <a:gd name="T44" fmla="*/ 431 w 431"/>
              <a:gd name="T45" fmla="*/ 240 h 240"/>
              <a:gd name="T46" fmla="*/ 410 w 431"/>
              <a:gd name="T47" fmla="*/ 239 h 240"/>
              <a:gd name="T48" fmla="*/ 398 w 431"/>
              <a:gd name="T49" fmla="*/ 238 h 240"/>
              <a:gd name="T50" fmla="*/ 385 w 431"/>
              <a:gd name="T51" fmla="*/ 237 h 240"/>
              <a:gd name="T52" fmla="*/ 370 w 431"/>
              <a:gd name="T53" fmla="*/ 235 h 240"/>
              <a:gd name="T54" fmla="*/ 353 w 431"/>
              <a:gd name="T55" fmla="*/ 233 h 240"/>
              <a:gd name="T56" fmla="*/ 316 w 431"/>
              <a:gd name="T57" fmla="*/ 227 h 240"/>
              <a:gd name="T58" fmla="*/ 275 w 431"/>
              <a:gd name="T59" fmla="*/ 217 h 240"/>
              <a:gd name="T60" fmla="*/ 264 w 431"/>
              <a:gd name="T61" fmla="*/ 214 h 240"/>
              <a:gd name="T62" fmla="*/ 253 w 431"/>
              <a:gd name="T63" fmla="*/ 211 h 240"/>
              <a:gd name="T64" fmla="*/ 242 w 431"/>
              <a:gd name="T65" fmla="*/ 207 h 240"/>
              <a:gd name="T66" fmla="*/ 231 w 431"/>
              <a:gd name="T67" fmla="*/ 203 h 240"/>
              <a:gd name="T68" fmla="*/ 220 w 431"/>
              <a:gd name="T69" fmla="*/ 199 h 240"/>
              <a:gd name="T70" fmla="*/ 209 w 431"/>
              <a:gd name="T71" fmla="*/ 195 h 240"/>
              <a:gd name="T72" fmla="*/ 187 w 431"/>
              <a:gd name="T73" fmla="*/ 185 h 240"/>
              <a:gd name="T74" fmla="*/ 145 w 431"/>
              <a:gd name="T75" fmla="*/ 163 h 240"/>
              <a:gd name="T76" fmla="*/ 107 w 431"/>
              <a:gd name="T77" fmla="*/ 138 h 240"/>
              <a:gd name="T78" fmla="*/ 73 w 431"/>
              <a:gd name="T79" fmla="*/ 110 h 240"/>
              <a:gd name="T80" fmla="*/ 46 w 431"/>
              <a:gd name="T81" fmla="*/ 82 h 240"/>
              <a:gd name="T82" fmla="*/ 25 w 431"/>
              <a:gd name="T83" fmla="*/ 55 h 240"/>
              <a:gd name="T84" fmla="*/ 11 w 431"/>
              <a:gd name="T85" fmla="*/ 34 h 240"/>
              <a:gd name="T86" fmla="*/ 3 w 431"/>
              <a:gd name="T87" fmla="*/ 18 h 240"/>
              <a:gd name="T88" fmla="*/ 0 w 431"/>
              <a:gd name="T89" fmla="*/ 12 h 240"/>
              <a:gd name="T90" fmla="*/ 34 w 431"/>
              <a:gd name="T91" fmla="*/ 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431" h="240">
                <a:moveTo>
                  <a:pt x="34" y="0"/>
                </a:moveTo>
                <a:cubicBezTo>
                  <a:pt x="34" y="0"/>
                  <a:pt x="34" y="1"/>
                  <a:pt x="35" y="4"/>
                </a:cubicBezTo>
                <a:cubicBezTo>
                  <a:pt x="37" y="7"/>
                  <a:pt x="39" y="11"/>
                  <a:pt x="41" y="17"/>
                </a:cubicBezTo>
                <a:cubicBezTo>
                  <a:pt x="44" y="23"/>
                  <a:pt x="48" y="30"/>
                  <a:pt x="53" y="37"/>
                </a:cubicBezTo>
                <a:cubicBezTo>
                  <a:pt x="57" y="45"/>
                  <a:pt x="63" y="53"/>
                  <a:pt x="70" y="62"/>
                </a:cubicBezTo>
                <a:cubicBezTo>
                  <a:pt x="77" y="71"/>
                  <a:pt x="84" y="81"/>
                  <a:pt x="93" y="90"/>
                </a:cubicBezTo>
                <a:cubicBezTo>
                  <a:pt x="102" y="100"/>
                  <a:pt x="112" y="109"/>
                  <a:pt x="122" y="118"/>
                </a:cubicBezTo>
                <a:cubicBezTo>
                  <a:pt x="133" y="128"/>
                  <a:pt x="145" y="137"/>
                  <a:pt x="157" y="145"/>
                </a:cubicBezTo>
                <a:cubicBezTo>
                  <a:pt x="169" y="154"/>
                  <a:pt x="182" y="162"/>
                  <a:pt x="196" y="169"/>
                </a:cubicBezTo>
                <a:cubicBezTo>
                  <a:pt x="202" y="173"/>
                  <a:pt x="209" y="177"/>
                  <a:pt x="216" y="180"/>
                </a:cubicBezTo>
                <a:cubicBezTo>
                  <a:pt x="219" y="182"/>
                  <a:pt x="223" y="183"/>
                  <a:pt x="226" y="185"/>
                </a:cubicBezTo>
                <a:cubicBezTo>
                  <a:pt x="230" y="187"/>
                  <a:pt x="233" y="188"/>
                  <a:pt x="237" y="190"/>
                </a:cubicBezTo>
                <a:cubicBezTo>
                  <a:pt x="240" y="191"/>
                  <a:pt x="243" y="193"/>
                  <a:pt x="247" y="194"/>
                </a:cubicBezTo>
                <a:cubicBezTo>
                  <a:pt x="250" y="196"/>
                  <a:pt x="254" y="197"/>
                  <a:pt x="257" y="198"/>
                </a:cubicBezTo>
                <a:cubicBezTo>
                  <a:pt x="261" y="200"/>
                  <a:pt x="264" y="201"/>
                  <a:pt x="268" y="202"/>
                </a:cubicBezTo>
                <a:cubicBezTo>
                  <a:pt x="271" y="204"/>
                  <a:pt x="274" y="205"/>
                  <a:pt x="278" y="206"/>
                </a:cubicBezTo>
                <a:cubicBezTo>
                  <a:pt x="292" y="211"/>
                  <a:pt x="305" y="215"/>
                  <a:pt x="318" y="219"/>
                </a:cubicBezTo>
                <a:cubicBezTo>
                  <a:pt x="331" y="222"/>
                  <a:pt x="343" y="225"/>
                  <a:pt x="354" y="227"/>
                </a:cubicBezTo>
                <a:cubicBezTo>
                  <a:pt x="360" y="229"/>
                  <a:pt x="365" y="230"/>
                  <a:pt x="371" y="231"/>
                </a:cubicBezTo>
                <a:cubicBezTo>
                  <a:pt x="376" y="232"/>
                  <a:pt x="381" y="233"/>
                  <a:pt x="385" y="233"/>
                </a:cubicBezTo>
                <a:cubicBezTo>
                  <a:pt x="390" y="234"/>
                  <a:pt x="395" y="235"/>
                  <a:pt x="399" y="236"/>
                </a:cubicBezTo>
                <a:cubicBezTo>
                  <a:pt x="403" y="236"/>
                  <a:pt x="406" y="237"/>
                  <a:pt x="410" y="237"/>
                </a:cubicBezTo>
                <a:cubicBezTo>
                  <a:pt x="423" y="239"/>
                  <a:pt x="431" y="240"/>
                  <a:pt x="431" y="240"/>
                </a:cubicBezTo>
                <a:cubicBezTo>
                  <a:pt x="431" y="240"/>
                  <a:pt x="423" y="240"/>
                  <a:pt x="410" y="239"/>
                </a:cubicBezTo>
                <a:cubicBezTo>
                  <a:pt x="406" y="239"/>
                  <a:pt x="402" y="238"/>
                  <a:pt x="398" y="238"/>
                </a:cubicBezTo>
                <a:cubicBezTo>
                  <a:pt x="394" y="238"/>
                  <a:pt x="390" y="237"/>
                  <a:pt x="385" y="237"/>
                </a:cubicBezTo>
                <a:cubicBezTo>
                  <a:pt x="380" y="236"/>
                  <a:pt x="375" y="236"/>
                  <a:pt x="370" y="235"/>
                </a:cubicBezTo>
                <a:cubicBezTo>
                  <a:pt x="365" y="234"/>
                  <a:pt x="359" y="234"/>
                  <a:pt x="353" y="233"/>
                </a:cubicBezTo>
                <a:cubicBezTo>
                  <a:pt x="342" y="232"/>
                  <a:pt x="329" y="229"/>
                  <a:pt x="316" y="227"/>
                </a:cubicBezTo>
                <a:cubicBezTo>
                  <a:pt x="303" y="224"/>
                  <a:pt x="289" y="221"/>
                  <a:pt x="275" y="217"/>
                </a:cubicBezTo>
                <a:cubicBezTo>
                  <a:pt x="271" y="216"/>
                  <a:pt x="267" y="215"/>
                  <a:pt x="264" y="214"/>
                </a:cubicBezTo>
                <a:cubicBezTo>
                  <a:pt x="260" y="213"/>
                  <a:pt x="257" y="212"/>
                  <a:pt x="253" y="211"/>
                </a:cubicBezTo>
                <a:cubicBezTo>
                  <a:pt x="249" y="209"/>
                  <a:pt x="246" y="208"/>
                  <a:pt x="242" y="207"/>
                </a:cubicBezTo>
                <a:cubicBezTo>
                  <a:pt x="238" y="206"/>
                  <a:pt x="235" y="205"/>
                  <a:pt x="231" y="203"/>
                </a:cubicBezTo>
                <a:cubicBezTo>
                  <a:pt x="227" y="202"/>
                  <a:pt x="224" y="201"/>
                  <a:pt x="220" y="199"/>
                </a:cubicBezTo>
                <a:cubicBezTo>
                  <a:pt x="216" y="198"/>
                  <a:pt x="213" y="196"/>
                  <a:pt x="209" y="195"/>
                </a:cubicBezTo>
                <a:cubicBezTo>
                  <a:pt x="202" y="192"/>
                  <a:pt x="195" y="189"/>
                  <a:pt x="187" y="185"/>
                </a:cubicBezTo>
                <a:cubicBezTo>
                  <a:pt x="173" y="179"/>
                  <a:pt x="159" y="171"/>
                  <a:pt x="145" y="163"/>
                </a:cubicBezTo>
                <a:cubicBezTo>
                  <a:pt x="132" y="155"/>
                  <a:pt x="119" y="147"/>
                  <a:pt x="107" y="138"/>
                </a:cubicBezTo>
                <a:cubicBezTo>
                  <a:pt x="95" y="129"/>
                  <a:pt x="84" y="119"/>
                  <a:pt x="73" y="110"/>
                </a:cubicBezTo>
                <a:cubicBezTo>
                  <a:pt x="63" y="100"/>
                  <a:pt x="54" y="91"/>
                  <a:pt x="46" y="82"/>
                </a:cubicBezTo>
                <a:cubicBezTo>
                  <a:pt x="38" y="72"/>
                  <a:pt x="31" y="63"/>
                  <a:pt x="25" y="55"/>
                </a:cubicBezTo>
                <a:cubicBezTo>
                  <a:pt x="20" y="47"/>
                  <a:pt x="15" y="40"/>
                  <a:pt x="11" y="34"/>
                </a:cubicBezTo>
                <a:cubicBezTo>
                  <a:pt x="7" y="27"/>
                  <a:pt x="5" y="22"/>
                  <a:pt x="3" y="18"/>
                </a:cubicBezTo>
                <a:cubicBezTo>
                  <a:pt x="1" y="15"/>
                  <a:pt x="0" y="12"/>
                  <a:pt x="0" y="12"/>
                </a:cubicBezTo>
                <a:lnTo>
                  <a:pt x="3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5" name="Freeform 30"/>
          <p:cNvSpPr/>
          <p:nvPr/>
        </p:nvSpPr>
        <p:spPr bwMode="auto">
          <a:xfrm>
            <a:off x="8053971" y="4953001"/>
            <a:ext cx="3101401" cy="432846"/>
          </a:xfrm>
          <a:custGeom>
            <a:avLst/>
            <a:gdLst>
              <a:gd name="T0" fmla="*/ 632 w 660"/>
              <a:gd name="T1" fmla="*/ 22 h 92"/>
              <a:gd name="T2" fmla="*/ 600 w 660"/>
              <a:gd name="T3" fmla="*/ 16 h 92"/>
              <a:gd name="T4" fmla="*/ 557 w 660"/>
              <a:gd name="T5" fmla="*/ 10 h 92"/>
              <a:gd name="T6" fmla="*/ 533 w 660"/>
              <a:gd name="T7" fmla="*/ 7 h 92"/>
              <a:gd name="T8" fmla="*/ 520 w 660"/>
              <a:gd name="T9" fmla="*/ 5 h 92"/>
              <a:gd name="T10" fmla="*/ 507 w 660"/>
              <a:gd name="T11" fmla="*/ 4 h 92"/>
              <a:gd name="T12" fmla="*/ 451 w 660"/>
              <a:gd name="T13" fmla="*/ 1 h 92"/>
              <a:gd name="T14" fmla="*/ 421 w 660"/>
              <a:gd name="T15" fmla="*/ 0 h 92"/>
              <a:gd name="T16" fmla="*/ 390 w 660"/>
              <a:gd name="T17" fmla="*/ 0 h 92"/>
              <a:gd name="T18" fmla="*/ 359 w 660"/>
              <a:gd name="T19" fmla="*/ 1 h 92"/>
              <a:gd name="T20" fmla="*/ 328 w 660"/>
              <a:gd name="T21" fmla="*/ 3 h 92"/>
              <a:gd name="T22" fmla="*/ 296 w 660"/>
              <a:gd name="T23" fmla="*/ 6 h 92"/>
              <a:gd name="T24" fmla="*/ 281 w 660"/>
              <a:gd name="T25" fmla="*/ 8 h 92"/>
              <a:gd name="T26" fmla="*/ 265 w 660"/>
              <a:gd name="T27" fmla="*/ 10 h 92"/>
              <a:gd name="T28" fmla="*/ 205 w 660"/>
              <a:gd name="T29" fmla="*/ 20 h 92"/>
              <a:gd name="T30" fmla="*/ 149 w 660"/>
              <a:gd name="T31" fmla="*/ 33 h 92"/>
              <a:gd name="T32" fmla="*/ 100 w 660"/>
              <a:gd name="T33" fmla="*/ 47 h 92"/>
              <a:gd name="T34" fmla="*/ 28 w 660"/>
              <a:gd name="T35" fmla="*/ 74 h 92"/>
              <a:gd name="T36" fmla="*/ 8 w 660"/>
              <a:gd name="T37" fmla="*/ 83 h 92"/>
              <a:gd name="T38" fmla="*/ 1 w 660"/>
              <a:gd name="T39" fmla="*/ 87 h 92"/>
              <a:gd name="T40" fmla="*/ 4 w 660"/>
              <a:gd name="T41" fmla="*/ 92 h 92"/>
              <a:gd name="T42" fmla="*/ 10 w 660"/>
              <a:gd name="T43" fmla="*/ 91 h 92"/>
              <a:gd name="T44" fmla="*/ 52 w 660"/>
              <a:gd name="T45" fmla="*/ 88 h 92"/>
              <a:gd name="T46" fmla="*/ 71 w 660"/>
              <a:gd name="T47" fmla="*/ 91 h 92"/>
              <a:gd name="T48" fmla="*/ 110 w 660"/>
              <a:gd name="T49" fmla="*/ 75 h 92"/>
              <a:gd name="T50" fmla="*/ 157 w 660"/>
              <a:gd name="T51" fmla="*/ 59 h 92"/>
              <a:gd name="T52" fmla="*/ 210 w 660"/>
              <a:gd name="T53" fmla="*/ 44 h 92"/>
              <a:gd name="T54" fmla="*/ 269 w 660"/>
              <a:gd name="T55" fmla="*/ 31 h 92"/>
              <a:gd name="T56" fmla="*/ 284 w 660"/>
              <a:gd name="T57" fmla="*/ 28 h 92"/>
              <a:gd name="T58" fmla="*/ 299 w 660"/>
              <a:gd name="T59" fmla="*/ 26 h 92"/>
              <a:gd name="T60" fmla="*/ 329 w 660"/>
              <a:gd name="T61" fmla="*/ 21 h 92"/>
              <a:gd name="T62" fmla="*/ 360 w 660"/>
              <a:gd name="T63" fmla="*/ 18 h 92"/>
              <a:gd name="T64" fmla="*/ 391 w 660"/>
              <a:gd name="T65" fmla="*/ 15 h 92"/>
              <a:gd name="T66" fmla="*/ 421 w 660"/>
              <a:gd name="T67" fmla="*/ 13 h 92"/>
              <a:gd name="T68" fmla="*/ 451 w 660"/>
              <a:gd name="T69" fmla="*/ 12 h 92"/>
              <a:gd name="T70" fmla="*/ 507 w 660"/>
              <a:gd name="T71" fmla="*/ 13 h 92"/>
              <a:gd name="T72" fmla="*/ 520 w 660"/>
              <a:gd name="T73" fmla="*/ 13 h 92"/>
              <a:gd name="T74" fmla="*/ 533 w 660"/>
              <a:gd name="T75" fmla="*/ 14 h 92"/>
              <a:gd name="T76" fmla="*/ 557 w 660"/>
              <a:gd name="T77" fmla="*/ 15 h 92"/>
              <a:gd name="T78" fmla="*/ 599 w 660"/>
              <a:gd name="T79" fmla="*/ 19 h 92"/>
              <a:gd name="T80" fmla="*/ 632 w 660"/>
              <a:gd name="T81" fmla="*/ 23 h 92"/>
              <a:gd name="T82" fmla="*/ 660 w 660"/>
              <a:gd name="T83" fmla="*/ 27 h 92"/>
              <a:gd name="T84" fmla="*/ 632 w 660"/>
              <a:gd name="T85" fmla="*/ 22 h 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660" h="92">
                <a:moveTo>
                  <a:pt x="632" y="22"/>
                </a:moveTo>
                <a:cubicBezTo>
                  <a:pt x="623" y="20"/>
                  <a:pt x="612" y="18"/>
                  <a:pt x="600" y="16"/>
                </a:cubicBezTo>
                <a:cubicBezTo>
                  <a:pt x="587" y="14"/>
                  <a:pt x="573" y="12"/>
                  <a:pt x="557" y="10"/>
                </a:cubicBezTo>
                <a:cubicBezTo>
                  <a:pt x="550" y="9"/>
                  <a:pt x="542" y="8"/>
                  <a:pt x="533" y="7"/>
                </a:cubicBezTo>
                <a:cubicBezTo>
                  <a:pt x="529" y="6"/>
                  <a:pt x="525" y="6"/>
                  <a:pt x="520" y="5"/>
                </a:cubicBezTo>
                <a:cubicBezTo>
                  <a:pt x="516" y="5"/>
                  <a:pt x="512" y="5"/>
                  <a:pt x="507" y="4"/>
                </a:cubicBezTo>
                <a:cubicBezTo>
                  <a:pt x="489" y="3"/>
                  <a:pt x="470" y="2"/>
                  <a:pt x="451" y="1"/>
                </a:cubicBezTo>
                <a:cubicBezTo>
                  <a:pt x="441" y="1"/>
                  <a:pt x="431" y="0"/>
                  <a:pt x="421" y="0"/>
                </a:cubicBezTo>
                <a:cubicBezTo>
                  <a:pt x="411" y="0"/>
                  <a:pt x="400" y="0"/>
                  <a:pt x="390" y="0"/>
                </a:cubicBezTo>
                <a:cubicBezTo>
                  <a:pt x="380" y="1"/>
                  <a:pt x="369" y="1"/>
                  <a:pt x="359" y="1"/>
                </a:cubicBezTo>
                <a:cubicBezTo>
                  <a:pt x="349" y="2"/>
                  <a:pt x="338" y="2"/>
                  <a:pt x="328" y="3"/>
                </a:cubicBezTo>
                <a:cubicBezTo>
                  <a:pt x="317" y="4"/>
                  <a:pt x="307" y="5"/>
                  <a:pt x="296" y="6"/>
                </a:cubicBezTo>
                <a:cubicBezTo>
                  <a:pt x="291" y="7"/>
                  <a:pt x="286" y="7"/>
                  <a:pt x="281" y="8"/>
                </a:cubicBezTo>
                <a:cubicBezTo>
                  <a:pt x="275" y="9"/>
                  <a:pt x="270" y="9"/>
                  <a:pt x="265" y="10"/>
                </a:cubicBezTo>
                <a:cubicBezTo>
                  <a:pt x="245" y="13"/>
                  <a:pt x="224" y="16"/>
                  <a:pt x="205" y="20"/>
                </a:cubicBezTo>
                <a:cubicBezTo>
                  <a:pt x="186" y="24"/>
                  <a:pt x="167" y="28"/>
                  <a:pt x="149" y="33"/>
                </a:cubicBezTo>
                <a:cubicBezTo>
                  <a:pt x="132" y="37"/>
                  <a:pt x="115" y="42"/>
                  <a:pt x="100" y="47"/>
                </a:cubicBezTo>
                <a:cubicBezTo>
                  <a:pt x="70" y="56"/>
                  <a:pt x="45" y="66"/>
                  <a:pt x="28" y="74"/>
                </a:cubicBezTo>
                <a:cubicBezTo>
                  <a:pt x="19" y="77"/>
                  <a:pt x="12" y="81"/>
                  <a:pt x="8" y="83"/>
                </a:cubicBezTo>
                <a:cubicBezTo>
                  <a:pt x="3" y="85"/>
                  <a:pt x="0" y="87"/>
                  <a:pt x="1" y="87"/>
                </a:cubicBezTo>
                <a:cubicBezTo>
                  <a:pt x="4" y="92"/>
                  <a:pt x="4" y="92"/>
                  <a:pt x="4" y="92"/>
                </a:cubicBezTo>
                <a:cubicBezTo>
                  <a:pt x="6" y="91"/>
                  <a:pt x="8" y="91"/>
                  <a:pt x="10" y="91"/>
                </a:cubicBezTo>
                <a:cubicBezTo>
                  <a:pt x="24" y="90"/>
                  <a:pt x="38" y="89"/>
                  <a:pt x="52" y="88"/>
                </a:cubicBezTo>
                <a:cubicBezTo>
                  <a:pt x="59" y="87"/>
                  <a:pt x="65" y="89"/>
                  <a:pt x="71" y="91"/>
                </a:cubicBezTo>
                <a:cubicBezTo>
                  <a:pt x="83" y="86"/>
                  <a:pt x="96" y="81"/>
                  <a:pt x="110" y="75"/>
                </a:cubicBezTo>
                <a:cubicBezTo>
                  <a:pt x="124" y="70"/>
                  <a:pt x="140" y="65"/>
                  <a:pt x="157" y="59"/>
                </a:cubicBezTo>
                <a:cubicBezTo>
                  <a:pt x="174" y="54"/>
                  <a:pt x="192" y="49"/>
                  <a:pt x="210" y="44"/>
                </a:cubicBezTo>
                <a:cubicBezTo>
                  <a:pt x="229" y="39"/>
                  <a:pt x="249" y="35"/>
                  <a:pt x="269" y="31"/>
                </a:cubicBezTo>
                <a:cubicBezTo>
                  <a:pt x="274" y="30"/>
                  <a:pt x="279" y="29"/>
                  <a:pt x="284" y="28"/>
                </a:cubicBezTo>
                <a:cubicBezTo>
                  <a:pt x="289" y="27"/>
                  <a:pt x="294" y="27"/>
                  <a:pt x="299" y="26"/>
                </a:cubicBezTo>
                <a:cubicBezTo>
                  <a:pt x="309" y="24"/>
                  <a:pt x="319" y="23"/>
                  <a:pt x="329" y="21"/>
                </a:cubicBezTo>
                <a:cubicBezTo>
                  <a:pt x="340" y="20"/>
                  <a:pt x="350" y="19"/>
                  <a:pt x="360" y="18"/>
                </a:cubicBezTo>
                <a:cubicBezTo>
                  <a:pt x="370" y="17"/>
                  <a:pt x="381" y="16"/>
                  <a:pt x="391" y="15"/>
                </a:cubicBezTo>
                <a:cubicBezTo>
                  <a:pt x="401" y="14"/>
                  <a:pt x="411" y="14"/>
                  <a:pt x="421" y="13"/>
                </a:cubicBezTo>
                <a:cubicBezTo>
                  <a:pt x="431" y="13"/>
                  <a:pt x="441" y="13"/>
                  <a:pt x="451" y="12"/>
                </a:cubicBezTo>
                <a:cubicBezTo>
                  <a:pt x="470" y="12"/>
                  <a:pt x="489" y="12"/>
                  <a:pt x="507" y="13"/>
                </a:cubicBezTo>
                <a:cubicBezTo>
                  <a:pt x="511" y="13"/>
                  <a:pt x="515" y="13"/>
                  <a:pt x="520" y="13"/>
                </a:cubicBezTo>
                <a:cubicBezTo>
                  <a:pt x="524" y="13"/>
                  <a:pt x="528" y="14"/>
                  <a:pt x="533" y="14"/>
                </a:cubicBezTo>
                <a:cubicBezTo>
                  <a:pt x="541" y="14"/>
                  <a:pt x="549" y="15"/>
                  <a:pt x="557" y="15"/>
                </a:cubicBezTo>
                <a:cubicBezTo>
                  <a:pt x="572" y="17"/>
                  <a:pt x="587" y="18"/>
                  <a:pt x="599" y="19"/>
                </a:cubicBezTo>
                <a:cubicBezTo>
                  <a:pt x="612" y="21"/>
                  <a:pt x="623" y="22"/>
                  <a:pt x="632" y="23"/>
                </a:cubicBezTo>
                <a:cubicBezTo>
                  <a:pt x="650" y="26"/>
                  <a:pt x="660" y="27"/>
                  <a:pt x="660" y="27"/>
                </a:cubicBezTo>
                <a:cubicBezTo>
                  <a:pt x="660" y="27"/>
                  <a:pt x="650" y="25"/>
                  <a:pt x="632" y="22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6" name="Freeform 20"/>
          <p:cNvSpPr/>
          <p:nvPr/>
        </p:nvSpPr>
        <p:spPr bwMode="auto">
          <a:xfrm>
            <a:off x="6837871" y="2552032"/>
            <a:ext cx="3070246" cy="1153867"/>
          </a:xfrm>
          <a:custGeom>
            <a:avLst/>
            <a:gdLst>
              <a:gd name="T0" fmla="*/ 3 w 1027"/>
              <a:gd name="T1" fmla="*/ 342 h 385"/>
              <a:gd name="T2" fmla="*/ 23 w 1027"/>
              <a:gd name="T3" fmla="*/ 330 h 385"/>
              <a:gd name="T4" fmla="*/ 61 w 1027"/>
              <a:gd name="T5" fmla="*/ 306 h 385"/>
              <a:gd name="T6" fmla="*/ 86 w 1027"/>
              <a:gd name="T7" fmla="*/ 289 h 385"/>
              <a:gd name="T8" fmla="*/ 143 w 1027"/>
              <a:gd name="T9" fmla="*/ 245 h 385"/>
              <a:gd name="T10" fmla="*/ 154 w 1027"/>
              <a:gd name="T11" fmla="*/ 236 h 385"/>
              <a:gd name="T12" fmla="*/ 174 w 1027"/>
              <a:gd name="T13" fmla="*/ 218 h 385"/>
              <a:gd name="T14" fmla="*/ 206 w 1027"/>
              <a:gd name="T15" fmla="*/ 189 h 385"/>
              <a:gd name="T16" fmla="*/ 248 w 1027"/>
              <a:gd name="T17" fmla="*/ 147 h 385"/>
              <a:gd name="T18" fmla="*/ 274 w 1027"/>
              <a:gd name="T19" fmla="*/ 120 h 385"/>
              <a:gd name="T20" fmla="*/ 364 w 1027"/>
              <a:gd name="T21" fmla="*/ 59 h 385"/>
              <a:gd name="T22" fmla="*/ 500 w 1027"/>
              <a:gd name="T23" fmla="*/ 42 h 385"/>
              <a:gd name="T24" fmla="*/ 554 w 1027"/>
              <a:gd name="T25" fmla="*/ 45 h 385"/>
              <a:gd name="T26" fmla="*/ 633 w 1027"/>
              <a:gd name="T27" fmla="*/ 55 h 385"/>
              <a:gd name="T28" fmla="*/ 778 w 1027"/>
              <a:gd name="T29" fmla="*/ 73 h 385"/>
              <a:gd name="T30" fmla="*/ 933 w 1027"/>
              <a:gd name="T31" fmla="*/ 48 h 385"/>
              <a:gd name="T32" fmla="*/ 974 w 1027"/>
              <a:gd name="T33" fmla="*/ 30 h 385"/>
              <a:gd name="T34" fmla="*/ 995 w 1027"/>
              <a:gd name="T35" fmla="*/ 20 h 385"/>
              <a:gd name="T36" fmla="*/ 1016 w 1027"/>
              <a:gd name="T37" fmla="*/ 7 h 385"/>
              <a:gd name="T38" fmla="*/ 1016 w 1027"/>
              <a:gd name="T39" fmla="*/ 7 h 385"/>
              <a:gd name="T40" fmla="*/ 995 w 1027"/>
              <a:gd name="T41" fmla="*/ 21 h 385"/>
              <a:gd name="T42" fmla="*/ 975 w 1027"/>
              <a:gd name="T43" fmla="*/ 33 h 385"/>
              <a:gd name="T44" fmla="*/ 935 w 1027"/>
              <a:gd name="T45" fmla="*/ 52 h 385"/>
              <a:gd name="T46" fmla="*/ 778 w 1027"/>
              <a:gd name="T47" fmla="*/ 84 h 385"/>
              <a:gd name="T48" fmla="*/ 631 w 1027"/>
              <a:gd name="T49" fmla="*/ 72 h 385"/>
              <a:gd name="T50" fmla="*/ 553 w 1027"/>
              <a:gd name="T51" fmla="*/ 66 h 385"/>
              <a:gd name="T52" fmla="*/ 500 w 1027"/>
              <a:gd name="T53" fmla="*/ 65 h 385"/>
              <a:gd name="T54" fmla="*/ 374 w 1027"/>
              <a:gd name="T55" fmla="*/ 86 h 385"/>
              <a:gd name="T56" fmla="*/ 298 w 1027"/>
              <a:gd name="T57" fmla="*/ 143 h 385"/>
              <a:gd name="T58" fmla="*/ 273 w 1027"/>
              <a:gd name="T59" fmla="*/ 171 h 385"/>
              <a:gd name="T60" fmla="*/ 232 w 1027"/>
              <a:gd name="T61" fmla="*/ 215 h 385"/>
              <a:gd name="T62" fmla="*/ 200 w 1027"/>
              <a:gd name="T63" fmla="*/ 247 h 385"/>
              <a:gd name="T64" fmla="*/ 181 w 1027"/>
              <a:gd name="T65" fmla="*/ 266 h 385"/>
              <a:gd name="T66" fmla="*/ 169 w 1027"/>
              <a:gd name="T67" fmla="*/ 276 h 385"/>
              <a:gd name="T68" fmla="*/ 112 w 1027"/>
              <a:gd name="T69" fmla="*/ 324 h 385"/>
              <a:gd name="T70" fmla="*/ 87 w 1027"/>
              <a:gd name="T71" fmla="*/ 343 h 385"/>
              <a:gd name="T72" fmla="*/ 48 w 1027"/>
              <a:gd name="T73" fmla="*/ 370 h 385"/>
              <a:gd name="T74" fmla="*/ 26 w 1027"/>
              <a:gd name="T75" fmla="*/ 384 h 385"/>
              <a:gd name="T76" fmla="*/ 0 w 1027"/>
              <a:gd name="T77" fmla="*/ 343 h 3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027" h="385">
                <a:moveTo>
                  <a:pt x="0" y="343"/>
                </a:moveTo>
                <a:cubicBezTo>
                  <a:pt x="0" y="343"/>
                  <a:pt x="1" y="343"/>
                  <a:pt x="3" y="342"/>
                </a:cubicBezTo>
                <a:cubicBezTo>
                  <a:pt x="5" y="341"/>
                  <a:pt x="7" y="339"/>
                  <a:pt x="11" y="337"/>
                </a:cubicBezTo>
                <a:cubicBezTo>
                  <a:pt x="14" y="335"/>
                  <a:pt x="18" y="333"/>
                  <a:pt x="23" y="330"/>
                </a:cubicBezTo>
                <a:cubicBezTo>
                  <a:pt x="28" y="327"/>
                  <a:pt x="34" y="324"/>
                  <a:pt x="40" y="320"/>
                </a:cubicBezTo>
                <a:cubicBezTo>
                  <a:pt x="47" y="316"/>
                  <a:pt x="54" y="311"/>
                  <a:pt x="61" y="306"/>
                </a:cubicBezTo>
                <a:cubicBezTo>
                  <a:pt x="65" y="303"/>
                  <a:pt x="69" y="301"/>
                  <a:pt x="73" y="298"/>
                </a:cubicBezTo>
                <a:cubicBezTo>
                  <a:pt x="78" y="295"/>
                  <a:pt x="82" y="292"/>
                  <a:pt x="86" y="289"/>
                </a:cubicBezTo>
                <a:cubicBezTo>
                  <a:pt x="95" y="282"/>
                  <a:pt x="104" y="276"/>
                  <a:pt x="113" y="269"/>
                </a:cubicBezTo>
                <a:cubicBezTo>
                  <a:pt x="123" y="261"/>
                  <a:pt x="133" y="253"/>
                  <a:pt x="143" y="245"/>
                </a:cubicBezTo>
                <a:cubicBezTo>
                  <a:pt x="145" y="243"/>
                  <a:pt x="148" y="241"/>
                  <a:pt x="151" y="239"/>
                </a:cubicBezTo>
                <a:cubicBezTo>
                  <a:pt x="154" y="236"/>
                  <a:pt x="154" y="236"/>
                  <a:pt x="154" y="236"/>
                </a:cubicBezTo>
                <a:cubicBezTo>
                  <a:pt x="158" y="232"/>
                  <a:pt x="158" y="232"/>
                  <a:pt x="158" y="232"/>
                </a:cubicBezTo>
                <a:cubicBezTo>
                  <a:pt x="163" y="228"/>
                  <a:pt x="169" y="223"/>
                  <a:pt x="174" y="218"/>
                </a:cubicBezTo>
                <a:cubicBezTo>
                  <a:pt x="179" y="214"/>
                  <a:pt x="185" y="209"/>
                  <a:pt x="190" y="204"/>
                </a:cubicBezTo>
                <a:cubicBezTo>
                  <a:pt x="196" y="199"/>
                  <a:pt x="201" y="194"/>
                  <a:pt x="206" y="189"/>
                </a:cubicBezTo>
                <a:cubicBezTo>
                  <a:pt x="217" y="178"/>
                  <a:pt x="228" y="167"/>
                  <a:pt x="239" y="156"/>
                </a:cubicBezTo>
                <a:cubicBezTo>
                  <a:pt x="242" y="153"/>
                  <a:pt x="245" y="150"/>
                  <a:pt x="248" y="147"/>
                </a:cubicBezTo>
                <a:cubicBezTo>
                  <a:pt x="251" y="145"/>
                  <a:pt x="253" y="142"/>
                  <a:pt x="256" y="139"/>
                </a:cubicBezTo>
                <a:cubicBezTo>
                  <a:pt x="262" y="133"/>
                  <a:pt x="268" y="126"/>
                  <a:pt x="274" y="120"/>
                </a:cubicBezTo>
                <a:cubicBezTo>
                  <a:pt x="286" y="108"/>
                  <a:pt x="299" y="96"/>
                  <a:pt x="314" y="85"/>
                </a:cubicBezTo>
                <a:cubicBezTo>
                  <a:pt x="329" y="74"/>
                  <a:pt x="346" y="66"/>
                  <a:pt x="364" y="59"/>
                </a:cubicBezTo>
                <a:cubicBezTo>
                  <a:pt x="399" y="47"/>
                  <a:pt x="437" y="43"/>
                  <a:pt x="473" y="42"/>
                </a:cubicBezTo>
                <a:cubicBezTo>
                  <a:pt x="500" y="42"/>
                  <a:pt x="500" y="42"/>
                  <a:pt x="500" y="42"/>
                </a:cubicBezTo>
                <a:cubicBezTo>
                  <a:pt x="509" y="42"/>
                  <a:pt x="518" y="43"/>
                  <a:pt x="527" y="43"/>
                </a:cubicBezTo>
                <a:cubicBezTo>
                  <a:pt x="536" y="43"/>
                  <a:pt x="545" y="44"/>
                  <a:pt x="554" y="45"/>
                </a:cubicBezTo>
                <a:cubicBezTo>
                  <a:pt x="563" y="46"/>
                  <a:pt x="572" y="47"/>
                  <a:pt x="581" y="48"/>
                </a:cubicBezTo>
                <a:cubicBezTo>
                  <a:pt x="598" y="50"/>
                  <a:pt x="616" y="52"/>
                  <a:pt x="633" y="55"/>
                </a:cubicBezTo>
                <a:cubicBezTo>
                  <a:pt x="650" y="58"/>
                  <a:pt x="667" y="61"/>
                  <a:pt x="683" y="63"/>
                </a:cubicBezTo>
                <a:cubicBezTo>
                  <a:pt x="716" y="69"/>
                  <a:pt x="748" y="72"/>
                  <a:pt x="778" y="73"/>
                </a:cubicBezTo>
                <a:cubicBezTo>
                  <a:pt x="809" y="74"/>
                  <a:pt x="837" y="71"/>
                  <a:pt x="863" y="67"/>
                </a:cubicBezTo>
                <a:cubicBezTo>
                  <a:pt x="890" y="62"/>
                  <a:pt x="913" y="55"/>
                  <a:pt x="933" y="48"/>
                </a:cubicBezTo>
                <a:cubicBezTo>
                  <a:pt x="944" y="44"/>
                  <a:pt x="953" y="40"/>
                  <a:pt x="961" y="36"/>
                </a:cubicBezTo>
                <a:cubicBezTo>
                  <a:pt x="966" y="35"/>
                  <a:pt x="970" y="32"/>
                  <a:pt x="974" y="30"/>
                </a:cubicBezTo>
                <a:cubicBezTo>
                  <a:pt x="978" y="28"/>
                  <a:pt x="981" y="27"/>
                  <a:pt x="985" y="25"/>
                </a:cubicBezTo>
                <a:cubicBezTo>
                  <a:pt x="988" y="23"/>
                  <a:pt x="991" y="21"/>
                  <a:pt x="995" y="20"/>
                </a:cubicBezTo>
                <a:cubicBezTo>
                  <a:pt x="998" y="18"/>
                  <a:pt x="1000" y="16"/>
                  <a:pt x="1003" y="15"/>
                </a:cubicBezTo>
                <a:cubicBezTo>
                  <a:pt x="1008" y="12"/>
                  <a:pt x="1013" y="9"/>
                  <a:pt x="1016" y="7"/>
                </a:cubicBezTo>
                <a:cubicBezTo>
                  <a:pt x="1023" y="3"/>
                  <a:pt x="1027" y="0"/>
                  <a:pt x="1027" y="0"/>
                </a:cubicBezTo>
                <a:cubicBezTo>
                  <a:pt x="1027" y="0"/>
                  <a:pt x="1023" y="3"/>
                  <a:pt x="1016" y="7"/>
                </a:cubicBezTo>
                <a:cubicBezTo>
                  <a:pt x="1013" y="10"/>
                  <a:pt x="1009" y="13"/>
                  <a:pt x="1004" y="16"/>
                </a:cubicBezTo>
                <a:cubicBezTo>
                  <a:pt x="1001" y="18"/>
                  <a:pt x="998" y="19"/>
                  <a:pt x="995" y="21"/>
                </a:cubicBezTo>
                <a:cubicBezTo>
                  <a:pt x="992" y="23"/>
                  <a:pt x="989" y="25"/>
                  <a:pt x="986" y="27"/>
                </a:cubicBezTo>
                <a:cubicBezTo>
                  <a:pt x="982" y="29"/>
                  <a:pt x="979" y="31"/>
                  <a:pt x="975" y="33"/>
                </a:cubicBezTo>
                <a:cubicBezTo>
                  <a:pt x="971" y="35"/>
                  <a:pt x="967" y="37"/>
                  <a:pt x="963" y="39"/>
                </a:cubicBezTo>
                <a:cubicBezTo>
                  <a:pt x="954" y="43"/>
                  <a:pt x="945" y="48"/>
                  <a:pt x="935" y="52"/>
                </a:cubicBezTo>
                <a:cubicBezTo>
                  <a:pt x="915" y="60"/>
                  <a:pt x="891" y="69"/>
                  <a:pt x="865" y="74"/>
                </a:cubicBezTo>
                <a:cubicBezTo>
                  <a:pt x="839" y="80"/>
                  <a:pt x="809" y="84"/>
                  <a:pt x="778" y="84"/>
                </a:cubicBezTo>
                <a:cubicBezTo>
                  <a:pt x="747" y="85"/>
                  <a:pt x="715" y="82"/>
                  <a:pt x="681" y="78"/>
                </a:cubicBezTo>
                <a:cubicBezTo>
                  <a:pt x="664" y="76"/>
                  <a:pt x="648" y="74"/>
                  <a:pt x="631" y="72"/>
                </a:cubicBezTo>
                <a:cubicBezTo>
                  <a:pt x="614" y="70"/>
                  <a:pt x="596" y="69"/>
                  <a:pt x="579" y="67"/>
                </a:cubicBezTo>
                <a:cubicBezTo>
                  <a:pt x="570" y="67"/>
                  <a:pt x="562" y="66"/>
                  <a:pt x="553" y="66"/>
                </a:cubicBezTo>
                <a:cubicBezTo>
                  <a:pt x="544" y="65"/>
                  <a:pt x="535" y="65"/>
                  <a:pt x="527" y="65"/>
                </a:cubicBezTo>
                <a:cubicBezTo>
                  <a:pt x="518" y="65"/>
                  <a:pt x="509" y="65"/>
                  <a:pt x="500" y="65"/>
                </a:cubicBezTo>
                <a:cubicBezTo>
                  <a:pt x="474" y="66"/>
                  <a:pt x="474" y="66"/>
                  <a:pt x="474" y="66"/>
                </a:cubicBezTo>
                <a:cubicBezTo>
                  <a:pt x="439" y="68"/>
                  <a:pt x="405" y="73"/>
                  <a:pt x="374" y="86"/>
                </a:cubicBezTo>
                <a:cubicBezTo>
                  <a:pt x="359" y="92"/>
                  <a:pt x="345" y="100"/>
                  <a:pt x="332" y="110"/>
                </a:cubicBezTo>
                <a:cubicBezTo>
                  <a:pt x="320" y="120"/>
                  <a:pt x="308" y="131"/>
                  <a:pt x="298" y="143"/>
                </a:cubicBezTo>
                <a:cubicBezTo>
                  <a:pt x="292" y="149"/>
                  <a:pt x="287" y="155"/>
                  <a:pt x="281" y="161"/>
                </a:cubicBezTo>
                <a:cubicBezTo>
                  <a:pt x="279" y="164"/>
                  <a:pt x="276" y="168"/>
                  <a:pt x="273" y="171"/>
                </a:cubicBezTo>
                <a:cubicBezTo>
                  <a:pt x="271" y="174"/>
                  <a:pt x="268" y="177"/>
                  <a:pt x="265" y="180"/>
                </a:cubicBezTo>
                <a:cubicBezTo>
                  <a:pt x="254" y="192"/>
                  <a:pt x="243" y="203"/>
                  <a:pt x="232" y="215"/>
                </a:cubicBezTo>
                <a:cubicBezTo>
                  <a:pt x="227" y="221"/>
                  <a:pt x="222" y="226"/>
                  <a:pt x="216" y="231"/>
                </a:cubicBezTo>
                <a:cubicBezTo>
                  <a:pt x="211" y="237"/>
                  <a:pt x="205" y="242"/>
                  <a:pt x="200" y="247"/>
                </a:cubicBezTo>
                <a:cubicBezTo>
                  <a:pt x="195" y="252"/>
                  <a:pt x="190" y="257"/>
                  <a:pt x="185" y="262"/>
                </a:cubicBezTo>
                <a:cubicBezTo>
                  <a:pt x="181" y="266"/>
                  <a:pt x="181" y="266"/>
                  <a:pt x="181" y="266"/>
                </a:cubicBezTo>
                <a:cubicBezTo>
                  <a:pt x="177" y="269"/>
                  <a:pt x="177" y="269"/>
                  <a:pt x="177" y="269"/>
                </a:cubicBezTo>
                <a:cubicBezTo>
                  <a:pt x="174" y="271"/>
                  <a:pt x="172" y="274"/>
                  <a:pt x="169" y="276"/>
                </a:cubicBezTo>
                <a:cubicBezTo>
                  <a:pt x="159" y="285"/>
                  <a:pt x="149" y="293"/>
                  <a:pt x="140" y="302"/>
                </a:cubicBezTo>
                <a:cubicBezTo>
                  <a:pt x="130" y="309"/>
                  <a:pt x="121" y="317"/>
                  <a:pt x="112" y="324"/>
                </a:cubicBezTo>
                <a:cubicBezTo>
                  <a:pt x="108" y="327"/>
                  <a:pt x="104" y="331"/>
                  <a:pt x="99" y="334"/>
                </a:cubicBezTo>
                <a:cubicBezTo>
                  <a:pt x="95" y="337"/>
                  <a:pt x="91" y="340"/>
                  <a:pt x="87" y="343"/>
                </a:cubicBezTo>
                <a:cubicBezTo>
                  <a:pt x="79" y="348"/>
                  <a:pt x="72" y="354"/>
                  <a:pt x="66" y="358"/>
                </a:cubicBezTo>
                <a:cubicBezTo>
                  <a:pt x="59" y="362"/>
                  <a:pt x="53" y="366"/>
                  <a:pt x="48" y="370"/>
                </a:cubicBezTo>
                <a:cubicBezTo>
                  <a:pt x="43" y="373"/>
                  <a:pt x="38" y="376"/>
                  <a:pt x="34" y="379"/>
                </a:cubicBezTo>
                <a:cubicBezTo>
                  <a:pt x="30" y="381"/>
                  <a:pt x="27" y="383"/>
                  <a:pt x="26" y="384"/>
                </a:cubicBezTo>
                <a:cubicBezTo>
                  <a:pt x="24" y="385"/>
                  <a:pt x="23" y="385"/>
                  <a:pt x="23" y="385"/>
                </a:cubicBezTo>
                <a:lnTo>
                  <a:pt x="0" y="34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 rot="18859415">
            <a:off x="6700334" y="2991528"/>
            <a:ext cx="9220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Problem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 rot="15455269">
            <a:off x="7489763" y="1224363"/>
            <a:ext cx="7569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Business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 rot="19573696">
            <a:off x="8475406" y="1253438"/>
            <a:ext cx="7537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Personal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 rot="20077395">
            <a:off x="9037806" y="1770308"/>
            <a:ext cx="8467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Emotional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1" name="Freeform 26"/>
          <p:cNvSpPr/>
          <p:nvPr/>
        </p:nvSpPr>
        <p:spPr bwMode="auto">
          <a:xfrm rot="20579757" flipH="1">
            <a:off x="805017" y="4748488"/>
            <a:ext cx="5004811" cy="683998"/>
          </a:xfrm>
          <a:custGeom>
            <a:avLst/>
            <a:gdLst>
              <a:gd name="T0" fmla="*/ 24 w 1073"/>
              <a:gd name="T1" fmla="*/ 70 h 146"/>
              <a:gd name="T2" fmla="*/ 28 w 1073"/>
              <a:gd name="T3" fmla="*/ 72 h 146"/>
              <a:gd name="T4" fmla="*/ 50 w 1073"/>
              <a:gd name="T5" fmla="*/ 81 h 146"/>
              <a:gd name="T6" fmla="*/ 80 w 1073"/>
              <a:gd name="T7" fmla="*/ 90 h 146"/>
              <a:gd name="T8" fmla="*/ 96 w 1073"/>
              <a:gd name="T9" fmla="*/ 94 h 146"/>
              <a:gd name="T10" fmla="*/ 143 w 1073"/>
              <a:gd name="T11" fmla="*/ 102 h 146"/>
              <a:gd name="T12" fmla="*/ 209 w 1073"/>
              <a:gd name="T13" fmla="*/ 107 h 146"/>
              <a:gd name="T14" fmla="*/ 275 w 1073"/>
              <a:gd name="T15" fmla="*/ 107 h 146"/>
              <a:gd name="T16" fmla="*/ 308 w 1073"/>
              <a:gd name="T17" fmla="*/ 105 h 146"/>
              <a:gd name="T18" fmla="*/ 374 w 1073"/>
              <a:gd name="T19" fmla="*/ 97 h 146"/>
              <a:gd name="T20" fmla="*/ 440 w 1073"/>
              <a:gd name="T21" fmla="*/ 86 h 146"/>
              <a:gd name="T22" fmla="*/ 538 w 1073"/>
              <a:gd name="T23" fmla="*/ 64 h 146"/>
              <a:gd name="T24" fmla="*/ 570 w 1073"/>
              <a:gd name="T25" fmla="*/ 54 h 146"/>
              <a:gd name="T26" fmla="*/ 636 w 1073"/>
              <a:gd name="T27" fmla="*/ 34 h 146"/>
              <a:gd name="T28" fmla="*/ 703 w 1073"/>
              <a:gd name="T29" fmla="*/ 19 h 146"/>
              <a:gd name="T30" fmla="*/ 771 w 1073"/>
              <a:gd name="T31" fmla="*/ 7 h 146"/>
              <a:gd name="T32" fmla="*/ 840 w 1073"/>
              <a:gd name="T33" fmla="*/ 1 h 146"/>
              <a:gd name="T34" fmla="*/ 875 w 1073"/>
              <a:gd name="T35" fmla="*/ 0 h 146"/>
              <a:gd name="T36" fmla="*/ 909 w 1073"/>
              <a:gd name="T37" fmla="*/ 1 h 146"/>
              <a:gd name="T38" fmla="*/ 943 w 1073"/>
              <a:gd name="T39" fmla="*/ 4 h 146"/>
              <a:gd name="T40" fmla="*/ 978 w 1073"/>
              <a:gd name="T41" fmla="*/ 9 h 146"/>
              <a:gd name="T42" fmla="*/ 1019 w 1073"/>
              <a:gd name="T43" fmla="*/ 21 h 146"/>
              <a:gd name="T44" fmla="*/ 1043 w 1073"/>
              <a:gd name="T45" fmla="*/ 30 h 146"/>
              <a:gd name="T46" fmla="*/ 1073 w 1073"/>
              <a:gd name="T47" fmla="*/ 47 h 146"/>
              <a:gd name="T48" fmla="*/ 1042 w 1073"/>
              <a:gd name="T49" fmla="*/ 32 h 146"/>
              <a:gd name="T50" fmla="*/ 1018 w 1073"/>
              <a:gd name="T51" fmla="*/ 23 h 146"/>
              <a:gd name="T52" fmla="*/ 977 w 1073"/>
              <a:gd name="T53" fmla="*/ 14 h 146"/>
              <a:gd name="T54" fmla="*/ 943 w 1073"/>
              <a:gd name="T55" fmla="*/ 10 h 146"/>
              <a:gd name="T56" fmla="*/ 909 w 1073"/>
              <a:gd name="T57" fmla="*/ 8 h 146"/>
              <a:gd name="T58" fmla="*/ 875 w 1073"/>
              <a:gd name="T59" fmla="*/ 9 h 146"/>
              <a:gd name="T60" fmla="*/ 841 w 1073"/>
              <a:gd name="T61" fmla="*/ 11 h 146"/>
              <a:gd name="T62" fmla="*/ 773 w 1073"/>
              <a:gd name="T63" fmla="*/ 21 h 146"/>
              <a:gd name="T64" fmla="*/ 707 w 1073"/>
              <a:gd name="T65" fmla="*/ 35 h 146"/>
              <a:gd name="T66" fmla="*/ 641 w 1073"/>
              <a:gd name="T67" fmla="*/ 53 h 146"/>
              <a:gd name="T68" fmla="*/ 577 w 1073"/>
              <a:gd name="T69" fmla="*/ 75 h 146"/>
              <a:gd name="T70" fmla="*/ 545 w 1073"/>
              <a:gd name="T71" fmla="*/ 87 h 146"/>
              <a:gd name="T72" fmla="*/ 479 w 1073"/>
              <a:gd name="T73" fmla="*/ 106 h 146"/>
              <a:gd name="T74" fmla="*/ 413 w 1073"/>
              <a:gd name="T75" fmla="*/ 122 h 146"/>
              <a:gd name="T76" fmla="*/ 345 w 1073"/>
              <a:gd name="T77" fmla="*/ 135 h 146"/>
              <a:gd name="T78" fmla="*/ 294 w 1073"/>
              <a:gd name="T79" fmla="*/ 141 h 146"/>
              <a:gd name="T80" fmla="*/ 243 w 1073"/>
              <a:gd name="T81" fmla="*/ 145 h 146"/>
              <a:gd name="T82" fmla="*/ 174 w 1073"/>
              <a:gd name="T83" fmla="*/ 146 h 146"/>
              <a:gd name="T84" fmla="*/ 104 w 1073"/>
              <a:gd name="T85" fmla="*/ 140 h 146"/>
              <a:gd name="T86" fmla="*/ 78 w 1073"/>
              <a:gd name="T87" fmla="*/ 136 h 146"/>
              <a:gd name="T88" fmla="*/ 52 w 1073"/>
              <a:gd name="T89" fmla="*/ 130 h 146"/>
              <a:gd name="T90" fmla="*/ 18 w 1073"/>
              <a:gd name="T91" fmla="*/ 119 h 146"/>
              <a:gd name="T92" fmla="*/ 4 w 1073"/>
              <a:gd name="T93" fmla="*/ 113 h 146"/>
              <a:gd name="T94" fmla="*/ 0 w 1073"/>
              <a:gd name="T95" fmla="*/ 111 h 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073" h="146">
                <a:moveTo>
                  <a:pt x="22" y="69"/>
                </a:moveTo>
                <a:cubicBezTo>
                  <a:pt x="24" y="70"/>
                  <a:pt x="24" y="70"/>
                  <a:pt x="24" y="70"/>
                </a:cubicBezTo>
                <a:cubicBezTo>
                  <a:pt x="26" y="71"/>
                  <a:pt x="26" y="71"/>
                  <a:pt x="26" y="71"/>
                </a:cubicBezTo>
                <a:cubicBezTo>
                  <a:pt x="28" y="72"/>
                  <a:pt x="28" y="72"/>
                  <a:pt x="28" y="72"/>
                </a:cubicBezTo>
                <a:cubicBezTo>
                  <a:pt x="35" y="75"/>
                  <a:pt x="35" y="75"/>
                  <a:pt x="35" y="75"/>
                </a:cubicBezTo>
                <a:cubicBezTo>
                  <a:pt x="40" y="77"/>
                  <a:pt x="45" y="79"/>
                  <a:pt x="50" y="81"/>
                </a:cubicBezTo>
                <a:cubicBezTo>
                  <a:pt x="65" y="86"/>
                  <a:pt x="65" y="86"/>
                  <a:pt x="65" y="86"/>
                </a:cubicBezTo>
                <a:cubicBezTo>
                  <a:pt x="70" y="87"/>
                  <a:pt x="75" y="88"/>
                  <a:pt x="80" y="90"/>
                </a:cubicBezTo>
                <a:cubicBezTo>
                  <a:pt x="83" y="91"/>
                  <a:pt x="85" y="91"/>
                  <a:pt x="88" y="92"/>
                </a:cubicBezTo>
                <a:cubicBezTo>
                  <a:pt x="96" y="94"/>
                  <a:pt x="96" y="94"/>
                  <a:pt x="96" y="94"/>
                </a:cubicBezTo>
                <a:cubicBezTo>
                  <a:pt x="111" y="97"/>
                  <a:pt x="111" y="97"/>
                  <a:pt x="111" y="97"/>
                </a:cubicBezTo>
                <a:cubicBezTo>
                  <a:pt x="122" y="99"/>
                  <a:pt x="133" y="101"/>
                  <a:pt x="143" y="102"/>
                </a:cubicBezTo>
                <a:cubicBezTo>
                  <a:pt x="154" y="103"/>
                  <a:pt x="165" y="105"/>
                  <a:pt x="176" y="106"/>
                </a:cubicBezTo>
                <a:cubicBezTo>
                  <a:pt x="209" y="107"/>
                  <a:pt x="209" y="107"/>
                  <a:pt x="209" y="107"/>
                </a:cubicBezTo>
                <a:cubicBezTo>
                  <a:pt x="220" y="108"/>
                  <a:pt x="231" y="108"/>
                  <a:pt x="242" y="108"/>
                </a:cubicBezTo>
                <a:cubicBezTo>
                  <a:pt x="253" y="108"/>
                  <a:pt x="264" y="107"/>
                  <a:pt x="275" y="107"/>
                </a:cubicBezTo>
                <a:cubicBezTo>
                  <a:pt x="291" y="106"/>
                  <a:pt x="291" y="106"/>
                  <a:pt x="291" y="106"/>
                </a:cubicBezTo>
                <a:cubicBezTo>
                  <a:pt x="297" y="106"/>
                  <a:pt x="302" y="106"/>
                  <a:pt x="308" y="105"/>
                </a:cubicBezTo>
                <a:cubicBezTo>
                  <a:pt x="341" y="102"/>
                  <a:pt x="341" y="102"/>
                  <a:pt x="341" y="102"/>
                </a:cubicBezTo>
                <a:cubicBezTo>
                  <a:pt x="352" y="101"/>
                  <a:pt x="363" y="99"/>
                  <a:pt x="374" y="97"/>
                </a:cubicBezTo>
                <a:cubicBezTo>
                  <a:pt x="407" y="93"/>
                  <a:pt x="407" y="93"/>
                  <a:pt x="407" y="93"/>
                </a:cubicBezTo>
                <a:cubicBezTo>
                  <a:pt x="418" y="91"/>
                  <a:pt x="429" y="89"/>
                  <a:pt x="440" y="86"/>
                </a:cubicBezTo>
                <a:cubicBezTo>
                  <a:pt x="473" y="80"/>
                  <a:pt x="473" y="80"/>
                  <a:pt x="473" y="80"/>
                </a:cubicBezTo>
                <a:cubicBezTo>
                  <a:pt x="538" y="64"/>
                  <a:pt x="538" y="64"/>
                  <a:pt x="538" y="64"/>
                </a:cubicBezTo>
                <a:cubicBezTo>
                  <a:pt x="537" y="65"/>
                  <a:pt x="537" y="65"/>
                  <a:pt x="537" y="65"/>
                </a:cubicBezTo>
                <a:cubicBezTo>
                  <a:pt x="548" y="61"/>
                  <a:pt x="559" y="57"/>
                  <a:pt x="570" y="54"/>
                </a:cubicBezTo>
                <a:cubicBezTo>
                  <a:pt x="581" y="50"/>
                  <a:pt x="592" y="47"/>
                  <a:pt x="603" y="44"/>
                </a:cubicBezTo>
                <a:cubicBezTo>
                  <a:pt x="614" y="40"/>
                  <a:pt x="625" y="37"/>
                  <a:pt x="636" y="34"/>
                </a:cubicBezTo>
                <a:cubicBezTo>
                  <a:pt x="647" y="32"/>
                  <a:pt x="658" y="29"/>
                  <a:pt x="670" y="26"/>
                </a:cubicBezTo>
                <a:cubicBezTo>
                  <a:pt x="681" y="24"/>
                  <a:pt x="692" y="21"/>
                  <a:pt x="703" y="19"/>
                </a:cubicBezTo>
                <a:cubicBezTo>
                  <a:pt x="715" y="17"/>
                  <a:pt x="726" y="15"/>
                  <a:pt x="737" y="13"/>
                </a:cubicBezTo>
                <a:cubicBezTo>
                  <a:pt x="749" y="11"/>
                  <a:pt x="760" y="9"/>
                  <a:pt x="771" y="7"/>
                </a:cubicBezTo>
                <a:cubicBezTo>
                  <a:pt x="783" y="6"/>
                  <a:pt x="794" y="5"/>
                  <a:pt x="806" y="3"/>
                </a:cubicBezTo>
                <a:cubicBezTo>
                  <a:pt x="817" y="2"/>
                  <a:pt x="829" y="1"/>
                  <a:pt x="840" y="1"/>
                </a:cubicBezTo>
                <a:cubicBezTo>
                  <a:pt x="846" y="0"/>
                  <a:pt x="852" y="0"/>
                  <a:pt x="857" y="0"/>
                </a:cubicBezTo>
                <a:cubicBezTo>
                  <a:pt x="863" y="0"/>
                  <a:pt x="869" y="0"/>
                  <a:pt x="875" y="0"/>
                </a:cubicBezTo>
                <a:cubicBezTo>
                  <a:pt x="892" y="0"/>
                  <a:pt x="892" y="0"/>
                  <a:pt x="892" y="0"/>
                </a:cubicBezTo>
                <a:cubicBezTo>
                  <a:pt x="909" y="1"/>
                  <a:pt x="909" y="1"/>
                  <a:pt x="909" y="1"/>
                </a:cubicBezTo>
                <a:cubicBezTo>
                  <a:pt x="915" y="1"/>
                  <a:pt x="921" y="1"/>
                  <a:pt x="926" y="2"/>
                </a:cubicBezTo>
                <a:cubicBezTo>
                  <a:pt x="932" y="2"/>
                  <a:pt x="938" y="3"/>
                  <a:pt x="943" y="4"/>
                </a:cubicBezTo>
                <a:cubicBezTo>
                  <a:pt x="949" y="4"/>
                  <a:pt x="955" y="5"/>
                  <a:pt x="961" y="6"/>
                </a:cubicBezTo>
                <a:cubicBezTo>
                  <a:pt x="978" y="9"/>
                  <a:pt x="978" y="9"/>
                  <a:pt x="978" y="9"/>
                </a:cubicBezTo>
                <a:cubicBezTo>
                  <a:pt x="989" y="12"/>
                  <a:pt x="1000" y="14"/>
                  <a:pt x="1011" y="18"/>
                </a:cubicBezTo>
                <a:cubicBezTo>
                  <a:pt x="1019" y="21"/>
                  <a:pt x="1019" y="21"/>
                  <a:pt x="1019" y="21"/>
                </a:cubicBezTo>
                <a:cubicBezTo>
                  <a:pt x="1027" y="24"/>
                  <a:pt x="1027" y="24"/>
                  <a:pt x="1027" y="24"/>
                </a:cubicBezTo>
                <a:cubicBezTo>
                  <a:pt x="1032" y="26"/>
                  <a:pt x="1038" y="28"/>
                  <a:pt x="1043" y="30"/>
                </a:cubicBezTo>
                <a:cubicBezTo>
                  <a:pt x="1048" y="33"/>
                  <a:pt x="1053" y="35"/>
                  <a:pt x="1058" y="38"/>
                </a:cubicBezTo>
                <a:cubicBezTo>
                  <a:pt x="1073" y="47"/>
                  <a:pt x="1073" y="47"/>
                  <a:pt x="1073" y="47"/>
                </a:cubicBezTo>
                <a:cubicBezTo>
                  <a:pt x="1058" y="39"/>
                  <a:pt x="1058" y="39"/>
                  <a:pt x="1058" y="39"/>
                </a:cubicBezTo>
                <a:cubicBezTo>
                  <a:pt x="1053" y="36"/>
                  <a:pt x="1047" y="34"/>
                  <a:pt x="1042" y="32"/>
                </a:cubicBezTo>
                <a:cubicBezTo>
                  <a:pt x="1037" y="29"/>
                  <a:pt x="1032" y="28"/>
                  <a:pt x="1026" y="26"/>
                </a:cubicBezTo>
                <a:cubicBezTo>
                  <a:pt x="1018" y="23"/>
                  <a:pt x="1018" y="23"/>
                  <a:pt x="1018" y="23"/>
                </a:cubicBezTo>
                <a:cubicBezTo>
                  <a:pt x="1010" y="21"/>
                  <a:pt x="1010" y="21"/>
                  <a:pt x="1010" y="21"/>
                </a:cubicBezTo>
                <a:cubicBezTo>
                  <a:pt x="999" y="18"/>
                  <a:pt x="988" y="16"/>
                  <a:pt x="977" y="14"/>
                </a:cubicBezTo>
                <a:cubicBezTo>
                  <a:pt x="960" y="11"/>
                  <a:pt x="960" y="11"/>
                  <a:pt x="960" y="11"/>
                </a:cubicBezTo>
                <a:cubicBezTo>
                  <a:pt x="954" y="10"/>
                  <a:pt x="948" y="10"/>
                  <a:pt x="943" y="10"/>
                </a:cubicBezTo>
                <a:cubicBezTo>
                  <a:pt x="937" y="9"/>
                  <a:pt x="932" y="9"/>
                  <a:pt x="926" y="9"/>
                </a:cubicBezTo>
                <a:cubicBezTo>
                  <a:pt x="920" y="8"/>
                  <a:pt x="915" y="8"/>
                  <a:pt x="909" y="8"/>
                </a:cubicBezTo>
                <a:cubicBezTo>
                  <a:pt x="892" y="8"/>
                  <a:pt x="892" y="8"/>
                  <a:pt x="892" y="8"/>
                </a:cubicBezTo>
                <a:cubicBezTo>
                  <a:pt x="875" y="9"/>
                  <a:pt x="875" y="9"/>
                  <a:pt x="875" y="9"/>
                </a:cubicBezTo>
                <a:cubicBezTo>
                  <a:pt x="869" y="9"/>
                  <a:pt x="863" y="10"/>
                  <a:pt x="858" y="10"/>
                </a:cubicBezTo>
                <a:cubicBezTo>
                  <a:pt x="852" y="10"/>
                  <a:pt x="847" y="11"/>
                  <a:pt x="841" y="11"/>
                </a:cubicBezTo>
                <a:cubicBezTo>
                  <a:pt x="830" y="12"/>
                  <a:pt x="818" y="14"/>
                  <a:pt x="807" y="15"/>
                </a:cubicBezTo>
                <a:cubicBezTo>
                  <a:pt x="796" y="17"/>
                  <a:pt x="785" y="19"/>
                  <a:pt x="773" y="21"/>
                </a:cubicBezTo>
                <a:cubicBezTo>
                  <a:pt x="762" y="23"/>
                  <a:pt x="751" y="25"/>
                  <a:pt x="740" y="27"/>
                </a:cubicBezTo>
                <a:cubicBezTo>
                  <a:pt x="729" y="30"/>
                  <a:pt x="718" y="32"/>
                  <a:pt x="707" y="35"/>
                </a:cubicBezTo>
                <a:cubicBezTo>
                  <a:pt x="696" y="38"/>
                  <a:pt x="685" y="41"/>
                  <a:pt x="674" y="44"/>
                </a:cubicBezTo>
                <a:cubicBezTo>
                  <a:pt x="663" y="47"/>
                  <a:pt x="652" y="50"/>
                  <a:pt x="641" y="53"/>
                </a:cubicBezTo>
                <a:cubicBezTo>
                  <a:pt x="631" y="57"/>
                  <a:pt x="620" y="60"/>
                  <a:pt x="609" y="64"/>
                </a:cubicBezTo>
                <a:cubicBezTo>
                  <a:pt x="598" y="67"/>
                  <a:pt x="588" y="71"/>
                  <a:pt x="577" y="75"/>
                </a:cubicBezTo>
                <a:cubicBezTo>
                  <a:pt x="566" y="79"/>
                  <a:pt x="556" y="83"/>
                  <a:pt x="545" y="87"/>
                </a:cubicBezTo>
                <a:cubicBezTo>
                  <a:pt x="545" y="87"/>
                  <a:pt x="545" y="87"/>
                  <a:pt x="545" y="87"/>
                </a:cubicBezTo>
                <a:cubicBezTo>
                  <a:pt x="544" y="88"/>
                  <a:pt x="544" y="88"/>
                  <a:pt x="544" y="8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46" y="114"/>
                  <a:pt x="446" y="114"/>
                  <a:pt x="446" y="114"/>
                </a:cubicBezTo>
                <a:cubicBezTo>
                  <a:pt x="435" y="117"/>
                  <a:pt x="424" y="120"/>
                  <a:pt x="413" y="122"/>
                </a:cubicBezTo>
                <a:cubicBezTo>
                  <a:pt x="379" y="129"/>
                  <a:pt x="379" y="129"/>
                  <a:pt x="379" y="129"/>
                </a:cubicBezTo>
                <a:cubicBezTo>
                  <a:pt x="368" y="131"/>
                  <a:pt x="357" y="133"/>
                  <a:pt x="345" y="135"/>
                </a:cubicBezTo>
                <a:cubicBezTo>
                  <a:pt x="311" y="139"/>
                  <a:pt x="311" y="139"/>
                  <a:pt x="311" y="139"/>
                </a:cubicBezTo>
                <a:cubicBezTo>
                  <a:pt x="306" y="140"/>
                  <a:pt x="300" y="141"/>
                  <a:pt x="294" y="141"/>
                </a:cubicBezTo>
                <a:cubicBezTo>
                  <a:pt x="277" y="143"/>
                  <a:pt x="277" y="143"/>
                  <a:pt x="277" y="143"/>
                </a:cubicBezTo>
                <a:cubicBezTo>
                  <a:pt x="266" y="144"/>
                  <a:pt x="254" y="145"/>
                  <a:pt x="243" y="145"/>
                </a:cubicBezTo>
                <a:cubicBezTo>
                  <a:pt x="231" y="146"/>
                  <a:pt x="220" y="146"/>
                  <a:pt x="208" y="146"/>
                </a:cubicBezTo>
                <a:cubicBezTo>
                  <a:pt x="174" y="146"/>
                  <a:pt x="174" y="146"/>
                  <a:pt x="174" y="146"/>
                </a:cubicBezTo>
                <a:cubicBezTo>
                  <a:pt x="162" y="146"/>
                  <a:pt x="151" y="145"/>
                  <a:pt x="139" y="144"/>
                </a:cubicBezTo>
                <a:cubicBezTo>
                  <a:pt x="127" y="143"/>
                  <a:pt x="116" y="141"/>
                  <a:pt x="104" y="140"/>
                </a:cubicBezTo>
                <a:cubicBezTo>
                  <a:pt x="87" y="137"/>
                  <a:pt x="87" y="137"/>
                  <a:pt x="87" y="137"/>
                </a:cubicBezTo>
                <a:cubicBezTo>
                  <a:pt x="78" y="136"/>
                  <a:pt x="78" y="136"/>
                  <a:pt x="78" y="136"/>
                </a:cubicBezTo>
                <a:cubicBezTo>
                  <a:pt x="75" y="135"/>
                  <a:pt x="72" y="134"/>
                  <a:pt x="69" y="134"/>
                </a:cubicBezTo>
                <a:cubicBezTo>
                  <a:pt x="64" y="132"/>
                  <a:pt x="58" y="131"/>
                  <a:pt x="52" y="130"/>
                </a:cubicBezTo>
                <a:cubicBezTo>
                  <a:pt x="35" y="125"/>
                  <a:pt x="35" y="125"/>
                  <a:pt x="35" y="125"/>
                </a:cubicBezTo>
                <a:cubicBezTo>
                  <a:pt x="29" y="123"/>
                  <a:pt x="23" y="121"/>
                  <a:pt x="18" y="119"/>
                </a:cubicBezTo>
                <a:cubicBezTo>
                  <a:pt x="9" y="115"/>
                  <a:pt x="9" y="115"/>
                  <a:pt x="9" y="115"/>
                </a:cubicBezTo>
                <a:cubicBezTo>
                  <a:pt x="4" y="113"/>
                  <a:pt x="4" y="113"/>
                  <a:pt x="4" y="113"/>
                </a:cubicBezTo>
                <a:cubicBezTo>
                  <a:pt x="2" y="112"/>
                  <a:pt x="2" y="112"/>
                  <a:pt x="2" y="112"/>
                </a:cubicBezTo>
                <a:cubicBezTo>
                  <a:pt x="0" y="111"/>
                  <a:pt x="0" y="111"/>
                  <a:pt x="0" y="111"/>
                </a:cubicBezTo>
                <a:lnTo>
                  <a:pt x="22" y="6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2" name="Freeform 27"/>
          <p:cNvSpPr/>
          <p:nvPr/>
        </p:nvSpPr>
        <p:spPr bwMode="auto">
          <a:xfrm flipH="1">
            <a:off x="2205132" y="5005835"/>
            <a:ext cx="1900238" cy="757238"/>
          </a:xfrm>
          <a:custGeom>
            <a:avLst/>
            <a:gdLst>
              <a:gd name="T0" fmla="*/ 30 w 506"/>
              <a:gd name="T1" fmla="*/ 0 h 201"/>
              <a:gd name="T2" fmla="*/ 33 w 506"/>
              <a:gd name="T3" fmla="*/ 4 h 201"/>
              <a:gd name="T4" fmla="*/ 43 w 506"/>
              <a:gd name="T5" fmla="*/ 17 h 201"/>
              <a:gd name="T6" fmla="*/ 60 w 506"/>
              <a:gd name="T7" fmla="*/ 36 h 201"/>
              <a:gd name="T8" fmla="*/ 84 w 506"/>
              <a:gd name="T9" fmla="*/ 58 h 201"/>
              <a:gd name="T10" fmla="*/ 116 w 506"/>
              <a:gd name="T11" fmla="*/ 82 h 201"/>
              <a:gd name="T12" fmla="*/ 154 w 506"/>
              <a:gd name="T13" fmla="*/ 107 h 201"/>
              <a:gd name="T14" fmla="*/ 174 w 506"/>
              <a:gd name="T15" fmla="*/ 118 h 201"/>
              <a:gd name="T16" fmla="*/ 196 w 506"/>
              <a:gd name="T17" fmla="*/ 129 h 201"/>
              <a:gd name="T18" fmla="*/ 219 w 506"/>
              <a:gd name="T19" fmla="*/ 139 h 201"/>
              <a:gd name="T20" fmla="*/ 231 w 506"/>
              <a:gd name="T21" fmla="*/ 144 h 201"/>
              <a:gd name="T22" fmla="*/ 242 w 506"/>
              <a:gd name="T23" fmla="*/ 148 h 201"/>
              <a:gd name="T24" fmla="*/ 254 w 506"/>
              <a:gd name="T25" fmla="*/ 153 h 201"/>
              <a:gd name="T26" fmla="*/ 266 w 506"/>
              <a:gd name="T27" fmla="*/ 157 h 201"/>
              <a:gd name="T28" fmla="*/ 290 w 506"/>
              <a:gd name="T29" fmla="*/ 165 h 201"/>
              <a:gd name="T30" fmla="*/ 313 w 506"/>
              <a:gd name="T31" fmla="*/ 171 h 201"/>
              <a:gd name="T32" fmla="*/ 325 w 506"/>
              <a:gd name="T33" fmla="*/ 175 h 201"/>
              <a:gd name="T34" fmla="*/ 337 w 506"/>
              <a:gd name="T35" fmla="*/ 177 h 201"/>
              <a:gd name="T36" fmla="*/ 381 w 506"/>
              <a:gd name="T37" fmla="*/ 187 h 201"/>
              <a:gd name="T38" fmla="*/ 422 w 506"/>
              <a:gd name="T39" fmla="*/ 193 h 201"/>
              <a:gd name="T40" fmla="*/ 440 w 506"/>
              <a:gd name="T41" fmla="*/ 195 h 201"/>
              <a:gd name="T42" fmla="*/ 456 w 506"/>
              <a:gd name="T43" fmla="*/ 197 h 201"/>
              <a:gd name="T44" fmla="*/ 471 w 506"/>
              <a:gd name="T45" fmla="*/ 198 h 201"/>
              <a:gd name="T46" fmla="*/ 483 w 506"/>
              <a:gd name="T47" fmla="*/ 199 h 201"/>
              <a:gd name="T48" fmla="*/ 506 w 506"/>
              <a:gd name="T49" fmla="*/ 201 h 201"/>
              <a:gd name="T50" fmla="*/ 483 w 506"/>
              <a:gd name="T51" fmla="*/ 201 h 201"/>
              <a:gd name="T52" fmla="*/ 471 w 506"/>
              <a:gd name="T53" fmla="*/ 201 h 201"/>
              <a:gd name="T54" fmla="*/ 456 w 506"/>
              <a:gd name="T55" fmla="*/ 200 h 201"/>
              <a:gd name="T56" fmla="*/ 439 w 506"/>
              <a:gd name="T57" fmla="*/ 200 h 201"/>
              <a:gd name="T58" fmla="*/ 421 w 506"/>
              <a:gd name="T59" fmla="*/ 199 h 201"/>
              <a:gd name="T60" fmla="*/ 380 w 506"/>
              <a:gd name="T61" fmla="*/ 195 h 201"/>
              <a:gd name="T62" fmla="*/ 334 w 506"/>
              <a:gd name="T63" fmla="*/ 188 h 201"/>
              <a:gd name="T64" fmla="*/ 322 w 506"/>
              <a:gd name="T65" fmla="*/ 186 h 201"/>
              <a:gd name="T66" fmla="*/ 310 w 506"/>
              <a:gd name="T67" fmla="*/ 184 h 201"/>
              <a:gd name="T68" fmla="*/ 286 w 506"/>
              <a:gd name="T69" fmla="*/ 179 h 201"/>
              <a:gd name="T70" fmla="*/ 261 w 506"/>
              <a:gd name="T71" fmla="*/ 173 h 201"/>
              <a:gd name="T72" fmla="*/ 249 w 506"/>
              <a:gd name="T73" fmla="*/ 169 h 201"/>
              <a:gd name="T74" fmla="*/ 236 w 506"/>
              <a:gd name="T75" fmla="*/ 165 h 201"/>
              <a:gd name="T76" fmla="*/ 224 w 506"/>
              <a:gd name="T77" fmla="*/ 162 h 201"/>
              <a:gd name="T78" fmla="*/ 212 w 506"/>
              <a:gd name="T79" fmla="*/ 157 h 201"/>
              <a:gd name="T80" fmla="*/ 188 w 506"/>
              <a:gd name="T81" fmla="*/ 149 h 201"/>
              <a:gd name="T82" fmla="*/ 164 w 506"/>
              <a:gd name="T83" fmla="*/ 139 h 201"/>
              <a:gd name="T84" fmla="*/ 142 w 506"/>
              <a:gd name="T85" fmla="*/ 128 h 201"/>
              <a:gd name="T86" fmla="*/ 101 w 506"/>
              <a:gd name="T87" fmla="*/ 106 h 201"/>
              <a:gd name="T88" fmla="*/ 66 w 506"/>
              <a:gd name="T89" fmla="*/ 82 h 201"/>
              <a:gd name="T90" fmla="*/ 38 w 506"/>
              <a:gd name="T91" fmla="*/ 59 h 201"/>
              <a:gd name="T92" fmla="*/ 17 w 506"/>
              <a:gd name="T93" fmla="*/ 40 h 201"/>
              <a:gd name="T94" fmla="*/ 5 w 506"/>
              <a:gd name="T95" fmla="*/ 26 h 201"/>
              <a:gd name="T96" fmla="*/ 0 w 506"/>
              <a:gd name="T97" fmla="*/ 20 h 201"/>
              <a:gd name="T98" fmla="*/ 30 w 506"/>
              <a:gd name="T99" fmla="*/ 0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506" h="201">
                <a:moveTo>
                  <a:pt x="30" y="0"/>
                </a:moveTo>
                <a:cubicBezTo>
                  <a:pt x="30" y="0"/>
                  <a:pt x="31" y="1"/>
                  <a:pt x="33" y="4"/>
                </a:cubicBezTo>
                <a:cubicBezTo>
                  <a:pt x="35" y="7"/>
                  <a:pt x="38" y="12"/>
                  <a:pt x="43" y="17"/>
                </a:cubicBezTo>
                <a:cubicBezTo>
                  <a:pt x="47" y="22"/>
                  <a:pt x="53" y="29"/>
                  <a:pt x="60" y="36"/>
                </a:cubicBezTo>
                <a:cubicBezTo>
                  <a:pt x="67" y="43"/>
                  <a:pt x="75" y="50"/>
                  <a:pt x="84" y="58"/>
                </a:cubicBezTo>
                <a:cubicBezTo>
                  <a:pt x="94" y="66"/>
                  <a:pt x="104" y="74"/>
                  <a:pt x="116" y="82"/>
                </a:cubicBezTo>
                <a:cubicBezTo>
                  <a:pt x="128" y="91"/>
                  <a:pt x="140" y="99"/>
                  <a:pt x="154" y="107"/>
                </a:cubicBezTo>
                <a:cubicBezTo>
                  <a:pt x="160" y="111"/>
                  <a:pt x="167" y="114"/>
                  <a:pt x="174" y="118"/>
                </a:cubicBezTo>
                <a:cubicBezTo>
                  <a:pt x="182" y="122"/>
                  <a:pt x="189" y="125"/>
                  <a:pt x="196" y="129"/>
                </a:cubicBezTo>
                <a:cubicBezTo>
                  <a:pt x="204" y="132"/>
                  <a:pt x="211" y="136"/>
                  <a:pt x="219" y="139"/>
                </a:cubicBezTo>
                <a:cubicBezTo>
                  <a:pt x="231" y="144"/>
                  <a:pt x="231" y="144"/>
                  <a:pt x="231" y="144"/>
                </a:cubicBezTo>
                <a:cubicBezTo>
                  <a:pt x="242" y="148"/>
                  <a:pt x="242" y="148"/>
                  <a:pt x="242" y="148"/>
                </a:cubicBezTo>
                <a:cubicBezTo>
                  <a:pt x="254" y="153"/>
                  <a:pt x="254" y="153"/>
                  <a:pt x="254" y="153"/>
                </a:cubicBezTo>
                <a:cubicBezTo>
                  <a:pt x="266" y="157"/>
                  <a:pt x="266" y="157"/>
                  <a:pt x="266" y="157"/>
                </a:cubicBezTo>
                <a:cubicBezTo>
                  <a:pt x="274" y="160"/>
                  <a:pt x="282" y="162"/>
                  <a:pt x="290" y="165"/>
                </a:cubicBezTo>
                <a:cubicBezTo>
                  <a:pt x="298" y="167"/>
                  <a:pt x="305" y="169"/>
                  <a:pt x="313" y="171"/>
                </a:cubicBezTo>
                <a:cubicBezTo>
                  <a:pt x="317" y="172"/>
                  <a:pt x="321" y="173"/>
                  <a:pt x="325" y="175"/>
                </a:cubicBezTo>
                <a:cubicBezTo>
                  <a:pt x="329" y="175"/>
                  <a:pt x="333" y="176"/>
                  <a:pt x="337" y="177"/>
                </a:cubicBezTo>
                <a:cubicBezTo>
                  <a:pt x="352" y="181"/>
                  <a:pt x="367" y="184"/>
                  <a:pt x="381" y="187"/>
                </a:cubicBezTo>
                <a:cubicBezTo>
                  <a:pt x="396" y="189"/>
                  <a:pt x="409" y="191"/>
                  <a:pt x="422" y="193"/>
                </a:cubicBezTo>
                <a:cubicBezTo>
                  <a:pt x="428" y="194"/>
                  <a:pt x="434" y="195"/>
                  <a:pt x="440" y="195"/>
                </a:cubicBezTo>
                <a:cubicBezTo>
                  <a:pt x="446" y="196"/>
                  <a:pt x="451" y="196"/>
                  <a:pt x="456" y="197"/>
                </a:cubicBezTo>
                <a:cubicBezTo>
                  <a:pt x="461" y="198"/>
                  <a:pt x="466" y="198"/>
                  <a:pt x="471" y="198"/>
                </a:cubicBezTo>
                <a:cubicBezTo>
                  <a:pt x="475" y="199"/>
                  <a:pt x="479" y="199"/>
                  <a:pt x="483" y="199"/>
                </a:cubicBezTo>
                <a:cubicBezTo>
                  <a:pt x="498" y="200"/>
                  <a:pt x="506" y="201"/>
                  <a:pt x="506" y="201"/>
                </a:cubicBezTo>
                <a:cubicBezTo>
                  <a:pt x="506" y="201"/>
                  <a:pt x="498" y="201"/>
                  <a:pt x="483" y="201"/>
                </a:cubicBezTo>
                <a:cubicBezTo>
                  <a:pt x="479" y="201"/>
                  <a:pt x="475" y="201"/>
                  <a:pt x="471" y="201"/>
                </a:cubicBezTo>
                <a:cubicBezTo>
                  <a:pt x="466" y="201"/>
                  <a:pt x="461" y="200"/>
                  <a:pt x="456" y="200"/>
                </a:cubicBezTo>
                <a:cubicBezTo>
                  <a:pt x="451" y="200"/>
                  <a:pt x="445" y="200"/>
                  <a:pt x="439" y="200"/>
                </a:cubicBezTo>
                <a:cubicBezTo>
                  <a:pt x="434" y="199"/>
                  <a:pt x="428" y="199"/>
                  <a:pt x="421" y="199"/>
                </a:cubicBezTo>
                <a:cubicBezTo>
                  <a:pt x="408" y="198"/>
                  <a:pt x="395" y="196"/>
                  <a:pt x="380" y="195"/>
                </a:cubicBezTo>
                <a:cubicBezTo>
                  <a:pt x="366" y="193"/>
                  <a:pt x="350" y="191"/>
                  <a:pt x="334" y="188"/>
                </a:cubicBezTo>
                <a:cubicBezTo>
                  <a:pt x="330" y="188"/>
                  <a:pt x="326" y="187"/>
                  <a:pt x="322" y="186"/>
                </a:cubicBezTo>
                <a:cubicBezTo>
                  <a:pt x="318" y="186"/>
                  <a:pt x="314" y="185"/>
                  <a:pt x="310" y="184"/>
                </a:cubicBezTo>
                <a:cubicBezTo>
                  <a:pt x="302" y="182"/>
                  <a:pt x="294" y="181"/>
                  <a:pt x="286" y="179"/>
                </a:cubicBezTo>
                <a:cubicBezTo>
                  <a:pt x="278" y="177"/>
                  <a:pt x="269" y="175"/>
                  <a:pt x="261" y="173"/>
                </a:cubicBezTo>
                <a:cubicBezTo>
                  <a:pt x="257" y="171"/>
                  <a:pt x="253" y="170"/>
                  <a:pt x="249" y="169"/>
                </a:cubicBezTo>
                <a:cubicBezTo>
                  <a:pt x="236" y="165"/>
                  <a:pt x="236" y="165"/>
                  <a:pt x="236" y="165"/>
                </a:cubicBezTo>
                <a:cubicBezTo>
                  <a:pt x="232" y="164"/>
                  <a:pt x="228" y="163"/>
                  <a:pt x="224" y="162"/>
                </a:cubicBezTo>
                <a:cubicBezTo>
                  <a:pt x="212" y="157"/>
                  <a:pt x="212" y="157"/>
                  <a:pt x="212" y="157"/>
                </a:cubicBezTo>
                <a:cubicBezTo>
                  <a:pt x="204" y="155"/>
                  <a:pt x="196" y="152"/>
                  <a:pt x="188" y="149"/>
                </a:cubicBezTo>
                <a:cubicBezTo>
                  <a:pt x="180" y="145"/>
                  <a:pt x="172" y="142"/>
                  <a:pt x="164" y="139"/>
                </a:cubicBezTo>
                <a:cubicBezTo>
                  <a:pt x="157" y="135"/>
                  <a:pt x="149" y="132"/>
                  <a:pt x="142" y="128"/>
                </a:cubicBezTo>
                <a:cubicBezTo>
                  <a:pt x="127" y="121"/>
                  <a:pt x="114" y="113"/>
                  <a:pt x="101" y="106"/>
                </a:cubicBezTo>
                <a:cubicBezTo>
                  <a:pt x="88" y="98"/>
                  <a:pt x="76" y="90"/>
                  <a:pt x="66" y="82"/>
                </a:cubicBezTo>
                <a:cubicBezTo>
                  <a:pt x="55" y="74"/>
                  <a:pt x="46" y="67"/>
                  <a:pt x="38" y="59"/>
                </a:cubicBezTo>
                <a:cubicBezTo>
                  <a:pt x="29" y="52"/>
                  <a:pt x="23" y="46"/>
                  <a:pt x="17" y="40"/>
                </a:cubicBezTo>
                <a:cubicBezTo>
                  <a:pt x="12" y="34"/>
                  <a:pt x="8" y="29"/>
                  <a:pt x="5" y="26"/>
                </a:cubicBezTo>
                <a:cubicBezTo>
                  <a:pt x="2" y="23"/>
                  <a:pt x="0" y="20"/>
                  <a:pt x="0" y="20"/>
                </a:cubicBezTo>
                <a:lnTo>
                  <a:pt x="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 rot="1387539" flipH="1">
            <a:off x="2703116" y="4124851"/>
            <a:ext cx="8242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Exercise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 flipH="1">
            <a:off x="2342646" y="4771215"/>
            <a:ext cx="9300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Mindmap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 rot="20198554" flipH="1">
            <a:off x="3098768" y="5591032"/>
            <a:ext cx="7136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Advice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 rot="20327951" flipH="1">
            <a:off x="4413137" y="4426053"/>
            <a:ext cx="7857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Others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 rot="1438057">
            <a:off x="6803547" y="4738294"/>
            <a:ext cx="14927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Circumstances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 rot="20870297">
            <a:off x="8459498" y="4754113"/>
            <a:ext cx="10262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Negotiable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380758" y="5466900"/>
            <a:ext cx="7072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Money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 rot="682910">
            <a:off x="9302467" y="5863320"/>
            <a:ext cx="5709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Time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3" name="Freeform 27"/>
          <p:cNvSpPr/>
          <p:nvPr/>
        </p:nvSpPr>
        <p:spPr bwMode="auto">
          <a:xfrm rot="11534133">
            <a:off x="1103899" y="2784078"/>
            <a:ext cx="1209100" cy="481822"/>
          </a:xfrm>
          <a:custGeom>
            <a:avLst/>
            <a:gdLst>
              <a:gd name="T0" fmla="*/ 30 w 506"/>
              <a:gd name="T1" fmla="*/ 0 h 201"/>
              <a:gd name="T2" fmla="*/ 33 w 506"/>
              <a:gd name="T3" fmla="*/ 4 h 201"/>
              <a:gd name="T4" fmla="*/ 43 w 506"/>
              <a:gd name="T5" fmla="*/ 17 h 201"/>
              <a:gd name="T6" fmla="*/ 60 w 506"/>
              <a:gd name="T7" fmla="*/ 36 h 201"/>
              <a:gd name="T8" fmla="*/ 84 w 506"/>
              <a:gd name="T9" fmla="*/ 58 h 201"/>
              <a:gd name="T10" fmla="*/ 116 w 506"/>
              <a:gd name="T11" fmla="*/ 82 h 201"/>
              <a:gd name="T12" fmla="*/ 154 w 506"/>
              <a:gd name="T13" fmla="*/ 107 h 201"/>
              <a:gd name="T14" fmla="*/ 174 w 506"/>
              <a:gd name="T15" fmla="*/ 118 h 201"/>
              <a:gd name="T16" fmla="*/ 196 w 506"/>
              <a:gd name="T17" fmla="*/ 129 h 201"/>
              <a:gd name="T18" fmla="*/ 219 w 506"/>
              <a:gd name="T19" fmla="*/ 139 h 201"/>
              <a:gd name="T20" fmla="*/ 231 w 506"/>
              <a:gd name="T21" fmla="*/ 144 h 201"/>
              <a:gd name="T22" fmla="*/ 242 w 506"/>
              <a:gd name="T23" fmla="*/ 148 h 201"/>
              <a:gd name="T24" fmla="*/ 254 w 506"/>
              <a:gd name="T25" fmla="*/ 153 h 201"/>
              <a:gd name="T26" fmla="*/ 266 w 506"/>
              <a:gd name="T27" fmla="*/ 157 h 201"/>
              <a:gd name="T28" fmla="*/ 290 w 506"/>
              <a:gd name="T29" fmla="*/ 165 h 201"/>
              <a:gd name="T30" fmla="*/ 313 w 506"/>
              <a:gd name="T31" fmla="*/ 171 h 201"/>
              <a:gd name="T32" fmla="*/ 325 w 506"/>
              <a:gd name="T33" fmla="*/ 175 h 201"/>
              <a:gd name="T34" fmla="*/ 337 w 506"/>
              <a:gd name="T35" fmla="*/ 177 h 201"/>
              <a:gd name="T36" fmla="*/ 381 w 506"/>
              <a:gd name="T37" fmla="*/ 187 h 201"/>
              <a:gd name="T38" fmla="*/ 422 w 506"/>
              <a:gd name="T39" fmla="*/ 193 h 201"/>
              <a:gd name="T40" fmla="*/ 440 w 506"/>
              <a:gd name="T41" fmla="*/ 195 h 201"/>
              <a:gd name="T42" fmla="*/ 456 w 506"/>
              <a:gd name="T43" fmla="*/ 197 h 201"/>
              <a:gd name="T44" fmla="*/ 471 w 506"/>
              <a:gd name="T45" fmla="*/ 198 h 201"/>
              <a:gd name="T46" fmla="*/ 483 w 506"/>
              <a:gd name="T47" fmla="*/ 199 h 201"/>
              <a:gd name="T48" fmla="*/ 506 w 506"/>
              <a:gd name="T49" fmla="*/ 201 h 201"/>
              <a:gd name="T50" fmla="*/ 483 w 506"/>
              <a:gd name="T51" fmla="*/ 201 h 201"/>
              <a:gd name="T52" fmla="*/ 471 w 506"/>
              <a:gd name="T53" fmla="*/ 201 h 201"/>
              <a:gd name="T54" fmla="*/ 456 w 506"/>
              <a:gd name="T55" fmla="*/ 200 h 201"/>
              <a:gd name="T56" fmla="*/ 439 w 506"/>
              <a:gd name="T57" fmla="*/ 200 h 201"/>
              <a:gd name="T58" fmla="*/ 421 w 506"/>
              <a:gd name="T59" fmla="*/ 199 h 201"/>
              <a:gd name="T60" fmla="*/ 380 w 506"/>
              <a:gd name="T61" fmla="*/ 195 h 201"/>
              <a:gd name="T62" fmla="*/ 334 w 506"/>
              <a:gd name="T63" fmla="*/ 188 h 201"/>
              <a:gd name="T64" fmla="*/ 322 w 506"/>
              <a:gd name="T65" fmla="*/ 186 h 201"/>
              <a:gd name="T66" fmla="*/ 310 w 506"/>
              <a:gd name="T67" fmla="*/ 184 h 201"/>
              <a:gd name="T68" fmla="*/ 286 w 506"/>
              <a:gd name="T69" fmla="*/ 179 h 201"/>
              <a:gd name="T70" fmla="*/ 261 w 506"/>
              <a:gd name="T71" fmla="*/ 173 h 201"/>
              <a:gd name="T72" fmla="*/ 249 w 506"/>
              <a:gd name="T73" fmla="*/ 169 h 201"/>
              <a:gd name="T74" fmla="*/ 236 w 506"/>
              <a:gd name="T75" fmla="*/ 165 h 201"/>
              <a:gd name="T76" fmla="*/ 224 w 506"/>
              <a:gd name="T77" fmla="*/ 162 h 201"/>
              <a:gd name="T78" fmla="*/ 212 w 506"/>
              <a:gd name="T79" fmla="*/ 157 h 201"/>
              <a:gd name="T80" fmla="*/ 188 w 506"/>
              <a:gd name="T81" fmla="*/ 149 h 201"/>
              <a:gd name="T82" fmla="*/ 164 w 506"/>
              <a:gd name="T83" fmla="*/ 139 h 201"/>
              <a:gd name="T84" fmla="*/ 142 w 506"/>
              <a:gd name="T85" fmla="*/ 128 h 201"/>
              <a:gd name="T86" fmla="*/ 101 w 506"/>
              <a:gd name="T87" fmla="*/ 106 h 201"/>
              <a:gd name="T88" fmla="*/ 66 w 506"/>
              <a:gd name="T89" fmla="*/ 82 h 201"/>
              <a:gd name="T90" fmla="*/ 38 w 506"/>
              <a:gd name="T91" fmla="*/ 59 h 201"/>
              <a:gd name="T92" fmla="*/ 17 w 506"/>
              <a:gd name="T93" fmla="*/ 40 h 201"/>
              <a:gd name="T94" fmla="*/ 5 w 506"/>
              <a:gd name="T95" fmla="*/ 26 h 201"/>
              <a:gd name="T96" fmla="*/ 0 w 506"/>
              <a:gd name="T97" fmla="*/ 20 h 201"/>
              <a:gd name="T98" fmla="*/ 30 w 506"/>
              <a:gd name="T99" fmla="*/ 0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506" h="201">
                <a:moveTo>
                  <a:pt x="30" y="0"/>
                </a:moveTo>
                <a:cubicBezTo>
                  <a:pt x="30" y="0"/>
                  <a:pt x="31" y="1"/>
                  <a:pt x="33" y="4"/>
                </a:cubicBezTo>
                <a:cubicBezTo>
                  <a:pt x="35" y="7"/>
                  <a:pt x="38" y="12"/>
                  <a:pt x="43" y="17"/>
                </a:cubicBezTo>
                <a:cubicBezTo>
                  <a:pt x="47" y="22"/>
                  <a:pt x="53" y="29"/>
                  <a:pt x="60" y="36"/>
                </a:cubicBezTo>
                <a:cubicBezTo>
                  <a:pt x="67" y="43"/>
                  <a:pt x="75" y="50"/>
                  <a:pt x="84" y="58"/>
                </a:cubicBezTo>
                <a:cubicBezTo>
                  <a:pt x="94" y="66"/>
                  <a:pt x="104" y="74"/>
                  <a:pt x="116" y="82"/>
                </a:cubicBezTo>
                <a:cubicBezTo>
                  <a:pt x="128" y="91"/>
                  <a:pt x="140" y="99"/>
                  <a:pt x="154" y="107"/>
                </a:cubicBezTo>
                <a:cubicBezTo>
                  <a:pt x="160" y="111"/>
                  <a:pt x="167" y="114"/>
                  <a:pt x="174" y="118"/>
                </a:cubicBezTo>
                <a:cubicBezTo>
                  <a:pt x="182" y="122"/>
                  <a:pt x="189" y="125"/>
                  <a:pt x="196" y="129"/>
                </a:cubicBezTo>
                <a:cubicBezTo>
                  <a:pt x="204" y="132"/>
                  <a:pt x="211" y="136"/>
                  <a:pt x="219" y="139"/>
                </a:cubicBezTo>
                <a:cubicBezTo>
                  <a:pt x="231" y="144"/>
                  <a:pt x="231" y="144"/>
                  <a:pt x="231" y="144"/>
                </a:cubicBezTo>
                <a:cubicBezTo>
                  <a:pt x="242" y="148"/>
                  <a:pt x="242" y="148"/>
                  <a:pt x="242" y="148"/>
                </a:cubicBezTo>
                <a:cubicBezTo>
                  <a:pt x="254" y="153"/>
                  <a:pt x="254" y="153"/>
                  <a:pt x="254" y="153"/>
                </a:cubicBezTo>
                <a:cubicBezTo>
                  <a:pt x="266" y="157"/>
                  <a:pt x="266" y="157"/>
                  <a:pt x="266" y="157"/>
                </a:cubicBezTo>
                <a:cubicBezTo>
                  <a:pt x="274" y="160"/>
                  <a:pt x="282" y="162"/>
                  <a:pt x="290" y="165"/>
                </a:cubicBezTo>
                <a:cubicBezTo>
                  <a:pt x="298" y="167"/>
                  <a:pt x="305" y="169"/>
                  <a:pt x="313" y="171"/>
                </a:cubicBezTo>
                <a:cubicBezTo>
                  <a:pt x="317" y="172"/>
                  <a:pt x="321" y="173"/>
                  <a:pt x="325" y="175"/>
                </a:cubicBezTo>
                <a:cubicBezTo>
                  <a:pt x="329" y="175"/>
                  <a:pt x="333" y="176"/>
                  <a:pt x="337" y="177"/>
                </a:cubicBezTo>
                <a:cubicBezTo>
                  <a:pt x="352" y="181"/>
                  <a:pt x="367" y="184"/>
                  <a:pt x="381" y="187"/>
                </a:cubicBezTo>
                <a:cubicBezTo>
                  <a:pt x="396" y="189"/>
                  <a:pt x="409" y="191"/>
                  <a:pt x="422" y="193"/>
                </a:cubicBezTo>
                <a:cubicBezTo>
                  <a:pt x="428" y="194"/>
                  <a:pt x="434" y="195"/>
                  <a:pt x="440" y="195"/>
                </a:cubicBezTo>
                <a:cubicBezTo>
                  <a:pt x="446" y="196"/>
                  <a:pt x="451" y="196"/>
                  <a:pt x="456" y="197"/>
                </a:cubicBezTo>
                <a:cubicBezTo>
                  <a:pt x="461" y="198"/>
                  <a:pt x="466" y="198"/>
                  <a:pt x="471" y="198"/>
                </a:cubicBezTo>
                <a:cubicBezTo>
                  <a:pt x="475" y="199"/>
                  <a:pt x="479" y="199"/>
                  <a:pt x="483" y="199"/>
                </a:cubicBezTo>
                <a:cubicBezTo>
                  <a:pt x="498" y="200"/>
                  <a:pt x="506" y="201"/>
                  <a:pt x="506" y="201"/>
                </a:cubicBezTo>
                <a:cubicBezTo>
                  <a:pt x="506" y="201"/>
                  <a:pt x="498" y="201"/>
                  <a:pt x="483" y="201"/>
                </a:cubicBezTo>
                <a:cubicBezTo>
                  <a:pt x="479" y="201"/>
                  <a:pt x="475" y="201"/>
                  <a:pt x="471" y="201"/>
                </a:cubicBezTo>
                <a:cubicBezTo>
                  <a:pt x="466" y="201"/>
                  <a:pt x="461" y="200"/>
                  <a:pt x="456" y="200"/>
                </a:cubicBezTo>
                <a:cubicBezTo>
                  <a:pt x="451" y="200"/>
                  <a:pt x="445" y="200"/>
                  <a:pt x="439" y="200"/>
                </a:cubicBezTo>
                <a:cubicBezTo>
                  <a:pt x="434" y="199"/>
                  <a:pt x="428" y="199"/>
                  <a:pt x="421" y="199"/>
                </a:cubicBezTo>
                <a:cubicBezTo>
                  <a:pt x="408" y="198"/>
                  <a:pt x="395" y="196"/>
                  <a:pt x="380" y="195"/>
                </a:cubicBezTo>
                <a:cubicBezTo>
                  <a:pt x="366" y="193"/>
                  <a:pt x="350" y="191"/>
                  <a:pt x="334" y="188"/>
                </a:cubicBezTo>
                <a:cubicBezTo>
                  <a:pt x="330" y="188"/>
                  <a:pt x="326" y="187"/>
                  <a:pt x="322" y="186"/>
                </a:cubicBezTo>
                <a:cubicBezTo>
                  <a:pt x="318" y="186"/>
                  <a:pt x="314" y="185"/>
                  <a:pt x="310" y="184"/>
                </a:cubicBezTo>
                <a:cubicBezTo>
                  <a:pt x="302" y="182"/>
                  <a:pt x="294" y="181"/>
                  <a:pt x="286" y="179"/>
                </a:cubicBezTo>
                <a:cubicBezTo>
                  <a:pt x="278" y="177"/>
                  <a:pt x="269" y="175"/>
                  <a:pt x="261" y="173"/>
                </a:cubicBezTo>
                <a:cubicBezTo>
                  <a:pt x="257" y="171"/>
                  <a:pt x="253" y="170"/>
                  <a:pt x="249" y="169"/>
                </a:cubicBezTo>
                <a:cubicBezTo>
                  <a:pt x="236" y="165"/>
                  <a:pt x="236" y="165"/>
                  <a:pt x="236" y="165"/>
                </a:cubicBezTo>
                <a:cubicBezTo>
                  <a:pt x="232" y="164"/>
                  <a:pt x="228" y="163"/>
                  <a:pt x="224" y="162"/>
                </a:cubicBezTo>
                <a:cubicBezTo>
                  <a:pt x="212" y="157"/>
                  <a:pt x="212" y="157"/>
                  <a:pt x="212" y="157"/>
                </a:cubicBezTo>
                <a:cubicBezTo>
                  <a:pt x="204" y="155"/>
                  <a:pt x="196" y="152"/>
                  <a:pt x="188" y="149"/>
                </a:cubicBezTo>
                <a:cubicBezTo>
                  <a:pt x="180" y="145"/>
                  <a:pt x="172" y="142"/>
                  <a:pt x="164" y="139"/>
                </a:cubicBezTo>
                <a:cubicBezTo>
                  <a:pt x="157" y="135"/>
                  <a:pt x="149" y="132"/>
                  <a:pt x="142" y="128"/>
                </a:cubicBezTo>
                <a:cubicBezTo>
                  <a:pt x="127" y="121"/>
                  <a:pt x="114" y="113"/>
                  <a:pt x="101" y="106"/>
                </a:cubicBezTo>
                <a:cubicBezTo>
                  <a:pt x="88" y="98"/>
                  <a:pt x="76" y="90"/>
                  <a:pt x="66" y="82"/>
                </a:cubicBezTo>
                <a:cubicBezTo>
                  <a:pt x="55" y="74"/>
                  <a:pt x="46" y="67"/>
                  <a:pt x="38" y="59"/>
                </a:cubicBezTo>
                <a:cubicBezTo>
                  <a:pt x="29" y="52"/>
                  <a:pt x="23" y="46"/>
                  <a:pt x="17" y="40"/>
                </a:cubicBezTo>
                <a:cubicBezTo>
                  <a:pt x="12" y="34"/>
                  <a:pt x="8" y="29"/>
                  <a:pt x="5" y="26"/>
                </a:cubicBezTo>
                <a:cubicBezTo>
                  <a:pt x="2" y="23"/>
                  <a:pt x="0" y="20"/>
                  <a:pt x="0" y="20"/>
                </a:cubicBezTo>
                <a:lnTo>
                  <a:pt x="3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4" name="TextBox 33"/>
          <p:cNvSpPr txBox="1"/>
          <p:nvPr/>
        </p:nvSpPr>
        <p:spPr>
          <a:xfrm rot="20712158">
            <a:off x="1155878" y="3861744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People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223066" y="3304103"/>
            <a:ext cx="5132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Time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6" name="TextBox 35"/>
          <p:cNvSpPr txBox="1"/>
          <p:nvPr/>
        </p:nvSpPr>
        <p:spPr>
          <a:xfrm rot="1252184">
            <a:off x="1273926" y="2500566"/>
            <a:ext cx="6303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Money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7" name="Freeform 20"/>
          <p:cNvSpPr/>
          <p:nvPr/>
        </p:nvSpPr>
        <p:spPr bwMode="auto">
          <a:xfrm rot="10410518" flipH="1">
            <a:off x="7580889" y="2829114"/>
            <a:ext cx="2514813" cy="945123"/>
          </a:xfrm>
          <a:custGeom>
            <a:avLst/>
            <a:gdLst>
              <a:gd name="T0" fmla="*/ 3 w 1027"/>
              <a:gd name="T1" fmla="*/ 342 h 385"/>
              <a:gd name="T2" fmla="*/ 23 w 1027"/>
              <a:gd name="T3" fmla="*/ 330 h 385"/>
              <a:gd name="T4" fmla="*/ 61 w 1027"/>
              <a:gd name="T5" fmla="*/ 306 h 385"/>
              <a:gd name="T6" fmla="*/ 86 w 1027"/>
              <a:gd name="T7" fmla="*/ 289 h 385"/>
              <a:gd name="T8" fmla="*/ 143 w 1027"/>
              <a:gd name="T9" fmla="*/ 245 h 385"/>
              <a:gd name="T10" fmla="*/ 154 w 1027"/>
              <a:gd name="T11" fmla="*/ 236 h 385"/>
              <a:gd name="T12" fmla="*/ 174 w 1027"/>
              <a:gd name="T13" fmla="*/ 218 h 385"/>
              <a:gd name="T14" fmla="*/ 206 w 1027"/>
              <a:gd name="T15" fmla="*/ 189 h 385"/>
              <a:gd name="T16" fmla="*/ 248 w 1027"/>
              <a:gd name="T17" fmla="*/ 147 h 385"/>
              <a:gd name="T18" fmla="*/ 274 w 1027"/>
              <a:gd name="T19" fmla="*/ 120 h 385"/>
              <a:gd name="T20" fmla="*/ 364 w 1027"/>
              <a:gd name="T21" fmla="*/ 59 h 385"/>
              <a:gd name="T22" fmla="*/ 500 w 1027"/>
              <a:gd name="T23" fmla="*/ 42 h 385"/>
              <a:gd name="T24" fmla="*/ 554 w 1027"/>
              <a:gd name="T25" fmla="*/ 45 h 385"/>
              <a:gd name="T26" fmla="*/ 633 w 1027"/>
              <a:gd name="T27" fmla="*/ 55 h 385"/>
              <a:gd name="T28" fmla="*/ 778 w 1027"/>
              <a:gd name="T29" fmla="*/ 73 h 385"/>
              <a:gd name="T30" fmla="*/ 933 w 1027"/>
              <a:gd name="T31" fmla="*/ 48 h 385"/>
              <a:gd name="T32" fmla="*/ 974 w 1027"/>
              <a:gd name="T33" fmla="*/ 30 h 385"/>
              <a:gd name="T34" fmla="*/ 995 w 1027"/>
              <a:gd name="T35" fmla="*/ 20 h 385"/>
              <a:gd name="T36" fmla="*/ 1016 w 1027"/>
              <a:gd name="T37" fmla="*/ 7 h 385"/>
              <a:gd name="T38" fmla="*/ 1016 w 1027"/>
              <a:gd name="T39" fmla="*/ 7 h 385"/>
              <a:gd name="T40" fmla="*/ 995 w 1027"/>
              <a:gd name="T41" fmla="*/ 21 h 385"/>
              <a:gd name="T42" fmla="*/ 975 w 1027"/>
              <a:gd name="T43" fmla="*/ 33 h 385"/>
              <a:gd name="T44" fmla="*/ 935 w 1027"/>
              <a:gd name="T45" fmla="*/ 52 h 385"/>
              <a:gd name="T46" fmla="*/ 778 w 1027"/>
              <a:gd name="T47" fmla="*/ 84 h 385"/>
              <a:gd name="T48" fmla="*/ 631 w 1027"/>
              <a:gd name="T49" fmla="*/ 72 h 385"/>
              <a:gd name="T50" fmla="*/ 553 w 1027"/>
              <a:gd name="T51" fmla="*/ 66 h 385"/>
              <a:gd name="T52" fmla="*/ 500 w 1027"/>
              <a:gd name="T53" fmla="*/ 65 h 385"/>
              <a:gd name="T54" fmla="*/ 374 w 1027"/>
              <a:gd name="T55" fmla="*/ 86 h 385"/>
              <a:gd name="T56" fmla="*/ 298 w 1027"/>
              <a:gd name="T57" fmla="*/ 143 h 385"/>
              <a:gd name="T58" fmla="*/ 273 w 1027"/>
              <a:gd name="T59" fmla="*/ 171 h 385"/>
              <a:gd name="T60" fmla="*/ 232 w 1027"/>
              <a:gd name="T61" fmla="*/ 215 h 385"/>
              <a:gd name="T62" fmla="*/ 200 w 1027"/>
              <a:gd name="T63" fmla="*/ 247 h 385"/>
              <a:gd name="T64" fmla="*/ 181 w 1027"/>
              <a:gd name="T65" fmla="*/ 266 h 385"/>
              <a:gd name="T66" fmla="*/ 169 w 1027"/>
              <a:gd name="T67" fmla="*/ 276 h 385"/>
              <a:gd name="T68" fmla="*/ 112 w 1027"/>
              <a:gd name="T69" fmla="*/ 324 h 385"/>
              <a:gd name="T70" fmla="*/ 87 w 1027"/>
              <a:gd name="T71" fmla="*/ 343 h 385"/>
              <a:gd name="T72" fmla="*/ 48 w 1027"/>
              <a:gd name="T73" fmla="*/ 370 h 385"/>
              <a:gd name="T74" fmla="*/ 26 w 1027"/>
              <a:gd name="T75" fmla="*/ 384 h 385"/>
              <a:gd name="T76" fmla="*/ 0 w 1027"/>
              <a:gd name="T77" fmla="*/ 343 h 3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027" h="385">
                <a:moveTo>
                  <a:pt x="0" y="343"/>
                </a:moveTo>
                <a:cubicBezTo>
                  <a:pt x="0" y="343"/>
                  <a:pt x="1" y="343"/>
                  <a:pt x="3" y="342"/>
                </a:cubicBezTo>
                <a:cubicBezTo>
                  <a:pt x="5" y="341"/>
                  <a:pt x="7" y="339"/>
                  <a:pt x="11" y="337"/>
                </a:cubicBezTo>
                <a:cubicBezTo>
                  <a:pt x="14" y="335"/>
                  <a:pt x="18" y="333"/>
                  <a:pt x="23" y="330"/>
                </a:cubicBezTo>
                <a:cubicBezTo>
                  <a:pt x="28" y="327"/>
                  <a:pt x="34" y="324"/>
                  <a:pt x="40" y="320"/>
                </a:cubicBezTo>
                <a:cubicBezTo>
                  <a:pt x="47" y="316"/>
                  <a:pt x="54" y="311"/>
                  <a:pt x="61" y="306"/>
                </a:cubicBezTo>
                <a:cubicBezTo>
                  <a:pt x="65" y="303"/>
                  <a:pt x="69" y="301"/>
                  <a:pt x="73" y="298"/>
                </a:cubicBezTo>
                <a:cubicBezTo>
                  <a:pt x="78" y="295"/>
                  <a:pt x="82" y="292"/>
                  <a:pt x="86" y="289"/>
                </a:cubicBezTo>
                <a:cubicBezTo>
                  <a:pt x="95" y="282"/>
                  <a:pt x="104" y="276"/>
                  <a:pt x="113" y="269"/>
                </a:cubicBezTo>
                <a:cubicBezTo>
                  <a:pt x="123" y="261"/>
                  <a:pt x="133" y="253"/>
                  <a:pt x="143" y="245"/>
                </a:cubicBezTo>
                <a:cubicBezTo>
                  <a:pt x="145" y="243"/>
                  <a:pt x="148" y="241"/>
                  <a:pt x="151" y="239"/>
                </a:cubicBezTo>
                <a:cubicBezTo>
                  <a:pt x="154" y="236"/>
                  <a:pt x="154" y="236"/>
                  <a:pt x="154" y="236"/>
                </a:cubicBezTo>
                <a:cubicBezTo>
                  <a:pt x="158" y="232"/>
                  <a:pt x="158" y="232"/>
                  <a:pt x="158" y="232"/>
                </a:cubicBezTo>
                <a:cubicBezTo>
                  <a:pt x="163" y="228"/>
                  <a:pt x="169" y="223"/>
                  <a:pt x="174" y="218"/>
                </a:cubicBezTo>
                <a:cubicBezTo>
                  <a:pt x="179" y="214"/>
                  <a:pt x="185" y="209"/>
                  <a:pt x="190" y="204"/>
                </a:cubicBezTo>
                <a:cubicBezTo>
                  <a:pt x="196" y="199"/>
                  <a:pt x="201" y="194"/>
                  <a:pt x="206" y="189"/>
                </a:cubicBezTo>
                <a:cubicBezTo>
                  <a:pt x="217" y="178"/>
                  <a:pt x="228" y="167"/>
                  <a:pt x="239" y="156"/>
                </a:cubicBezTo>
                <a:cubicBezTo>
                  <a:pt x="242" y="153"/>
                  <a:pt x="245" y="150"/>
                  <a:pt x="248" y="147"/>
                </a:cubicBezTo>
                <a:cubicBezTo>
                  <a:pt x="251" y="145"/>
                  <a:pt x="253" y="142"/>
                  <a:pt x="256" y="139"/>
                </a:cubicBezTo>
                <a:cubicBezTo>
                  <a:pt x="262" y="133"/>
                  <a:pt x="268" y="126"/>
                  <a:pt x="274" y="120"/>
                </a:cubicBezTo>
                <a:cubicBezTo>
                  <a:pt x="286" y="108"/>
                  <a:pt x="299" y="96"/>
                  <a:pt x="314" y="85"/>
                </a:cubicBezTo>
                <a:cubicBezTo>
                  <a:pt x="329" y="74"/>
                  <a:pt x="346" y="66"/>
                  <a:pt x="364" y="59"/>
                </a:cubicBezTo>
                <a:cubicBezTo>
                  <a:pt x="399" y="47"/>
                  <a:pt x="437" y="43"/>
                  <a:pt x="473" y="42"/>
                </a:cubicBezTo>
                <a:cubicBezTo>
                  <a:pt x="500" y="42"/>
                  <a:pt x="500" y="42"/>
                  <a:pt x="500" y="42"/>
                </a:cubicBezTo>
                <a:cubicBezTo>
                  <a:pt x="509" y="42"/>
                  <a:pt x="518" y="43"/>
                  <a:pt x="527" y="43"/>
                </a:cubicBezTo>
                <a:cubicBezTo>
                  <a:pt x="536" y="43"/>
                  <a:pt x="545" y="44"/>
                  <a:pt x="554" y="45"/>
                </a:cubicBezTo>
                <a:cubicBezTo>
                  <a:pt x="563" y="46"/>
                  <a:pt x="572" y="47"/>
                  <a:pt x="581" y="48"/>
                </a:cubicBezTo>
                <a:cubicBezTo>
                  <a:pt x="598" y="50"/>
                  <a:pt x="616" y="52"/>
                  <a:pt x="633" y="55"/>
                </a:cubicBezTo>
                <a:cubicBezTo>
                  <a:pt x="650" y="58"/>
                  <a:pt x="667" y="61"/>
                  <a:pt x="683" y="63"/>
                </a:cubicBezTo>
                <a:cubicBezTo>
                  <a:pt x="716" y="69"/>
                  <a:pt x="748" y="72"/>
                  <a:pt x="778" y="73"/>
                </a:cubicBezTo>
                <a:cubicBezTo>
                  <a:pt x="809" y="74"/>
                  <a:pt x="837" y="71"/>
                  <a:pt x="863" y="67"/>
                </a:cubicBezTo>
                <a:cubicBezTo>
                  <a:pt x="890" y="62"/>
                  <a:pt x="913" y="55"/>
                  <a:pt x="933" y="48"/>
                </a:cubicBezTo>
                <a:cubicBezTo>
                  <a:pt x="944" y="44"/>
                  <a:pt x="953" y="40"/>
                  <a:pt x="961" y="36"/>
                </a:cubicBezTo>
                <a:cubicBezTo>
                  <a:pt x="966" y="35"/>
                  <a:pt x="970" y="32"/>
                  <a:pt x="974" y="30"/>
                </a:cubicBezTo>
                <a:cubicBezTo>
                  <a:pt x="978" y="28"/>
                  <a:pt x="981" y="27"/>
                  <a:pt x="985" y="25"/>
                </a:cubicBezTo>
                <a:cubicBezTo>
                  <a:pt x="988" y="23"/>
                  <a:pt x="991" y="21"/>
                  <a:pt x="995" y="20"/>
                </a:cubicBezTo>
                <a:cubicBezTo>
                  <a:pt x="998" y="18"/>
                  <a:pt x="1000" y="16"/>
                  <a:pt x="1003" y="15"/>
                </a:cubicBezTo>
                <a:cubicBezTo>
                  <a:pt x="1008" y="12"/>
                  <a:pt x="1013" y="9"/>
                  <a:pt x="1016" y="7"/>
                </a:cubicBezTo>
                <a:cubicBezTo>
                  <a:pt x="1023" y="3"/>
                  <a:pt x="1027" y="0"/>
                  <a:pt x="1027" y="0"/>
                </a:cubicBezTo>
                <a:cubicBezTo>
                  <a:pt x="1027" y="0"/>
                  <a:pt x="1023" y="3"/>
                  <a:pt x="1016" y="7"/>
                </a:cubicBezTo>
                <a:cubicBezTo>
                  <a:pt x="1013" y="10"/>
                  <a:pt x="1009" y="13"/>
                  <a:pt x="1004" y="16"/>
                </a:cubicBezTo>
                <a:cubicBezTo>
                  <a:pt x="1001" y="18"/>
                  <a:pt x="998" y="19"/>
                  <a:pt x="995" y="21"/>
                </a:cubicBezTo>
                <a:cubicBezTo>
                  <a:pt x="992" y="23"/>
                  <a:pt x="989" y="25"/>
                  <a:pt x="986" y="27"/>
                </a:cubicBezTo>
                <a:cubicBezTo>
                  <a:pt x="982" y="29"/>
                  <a:pt x="979" y="31"/>
                  <a:pt x="975" y="33"/>
                </a:cubicBezTo>
                <a:cubicBezTo>
                  <a:pt x="971" y="35"/>
                  <a:pt x="967" y="37"/>
                  <a:pt x="963" y="39"/>
                </a:cubicBezTo>
                <a:cubicBezTo>
                  <a:pt x="954" y="43"/>
                  <a:pt x="945" y="48"/>
                  <a:pt x="935" y="52"/>
                </a:cubicBezTo>
                <a:cubicBezTo>
                  <a:pt x="915" y="60"/>
                  <a:pt x="891" y="69"/>
                  <a:pt x="865" y="74"/>
                </a:cubicBezTo>
                <a:cubicBezTo>
                  <a:pt x="839" y="80"/>
                  <a:pt x="809" y="84"/>
                  <a:pt x="778" y="84"/>
                </a:cubicBezTo>
                <a:cubicBezTo>
                  <a:pt x="747" y="85"/>
                  <a:pt x="715" y="82"/>
                  <a:pt x="681" y="78"/>
                </a:cubicBezTo>
                <a:cubicBezTo>
                  <a:pt x="664" y="76"/>
                  <a:pt x="648" y="74"/>
                  <a:pt x="631" y="72"/>
                </a:cubicBezTo>
                <a:cubicBezTo>
                  <a:pt x="614" y="70"/>
                  <a:pt x="596" y="69"/>
                  <a:pt x="579" y="67"/>
                </a:cubicBezTo>
                <a:cubicBezTo>
                  <a:pt x="570" y="67"/>
                  <a:pt x="562" y="66"/>
                  <a:pt x="553" y="66"/>
                </a:cubicBezTo>
                <a:cubicBezTo>
                  <a:pt x="544" y="65"/>
                  <a:pt x="535" y="65"/>
                  <a:pt x="527" y="65"/>
                </a:cubicBezTo>
                <a:cubicBezTo>
                  <a:pt x="518" y="65"/>
                  <a:pt x="509" y="65"/>
                  <a:pt x="500" y="65"/>
                </a:cubicBezTo>
                <a:cubicBezTo>
                  <a:pt x="474" y="66"/>
                  <a:pt x="474" y="66"/>
                  <a:pt x="474" y="66"/>
                </a:cubicBezTo>
                <a:cubicBezTo>
                  <a:pt x="439" y="68"/>
                  <a:pt x="405" y="73"/>
                  <a:pt x="374" y="86"/>
                </a:cubicBezTo>
                <a:cubicBezTo>
                  <a:pt x="359" y="92"/>
                  <a:pt x="345" y="100"/>
                  <a:pt x="332" y="110"/>
                </a:cubicBezTo>
                <a:cubicBezTo>
                  <a:pt x="320" y="120"/>
                  <a:pt x="308" y="131"/>
                  <a:pt x="298" y="143"/>
                </a:cubicBezTo>
                <a:cubicBezTo>
                  <a:pt x="292" y="149"/>
                  <a:pt x="287" y="155"/>
                  <a:pt x="281" y="161"/>
                </a:cubicBezTo>
                <a:cubicBezTo>
                  <a:pt x="279" y="164"/>
                  <a:pt x="276" y="168"/>
                  <a:pt x="273" y="171"/>
                </a:cubicBezTo>
                <a:cubicBezTo>
                  <a:pt x="271" y="174"/>
                  <a:pt x="268" y="177"/>
                  <a:pt x="265" y="180"/>
                </a:cubicBezTo>
                <a:cubicBezTo>
                  <a:pt x="254" y="192"/>
                  <a:pt x="243" y="203"/>
                  <a:pt x="232" y="215"/>
                </a:cubicBezTo>
                <a:cubicBezTo>
                  <a:pt x="227" y="221"/>
                  <a:pt x="222" y="226"/>
                  <a:pt x="216" y="231"/>
                </a:cubicBezTo>
                <a:cubicBezTo>
                  <a:pt x="211" y="237"/>
                  <a:pt x="205" y="242"/>
                  <a:pt x="200" y="247"/>
                </a:cubicBezTo>
                <a:cubicBezTo>
                  <a:pt x="195" y="252"/>
                  <a:pt x="190" y="257"/>
                  <a:pt x="185" y="262"/>
                </a:cubicBezTo>
                <a:cubicBezTo>
                  <a:pt x="181" y="266"/>
                  <a:pt x="181" y="266"/>
                  <a:pt x="181" y="266"/>
                </a:cubicBezTo>
                <a:cubicBezTo>
                  <a:pt x="177" y="269"/>
                  <a:pt x="177" y="269"/>
                  <a:pt x="177" y="269"/>
                </a:cubicBezTo>
                <a:cubicBezTo>
                  <a:pt x="174" y="271"/>
                  <a:pt x="172" y="274"/>
                  <a:pt x="169" y="276"/>
                </a:cubicBezTo>
                <a:cubicBezTo>
                  <a:pt x="159" y="285"/>
                  <a:pt x="149" y="293"/>
                  <a:pt x="140" y="302"/>
                </a:cubicBezTo>
                <a:cubicBezTo>
                  <a:pt x="130" y="309"/>
                  <a:pt x="121" y="317"/>
                  <a:pt x="112" y="324"/>
                </a:cubicBezTo>
                <a:cubicBezTo>
                  <a:pt x="108" y="327"/>
                  <a:pt x="104" y="331"/>
                  <a:pt x="99" y="334"/>
                </a:cubicBezTo>
                <a:cubicBezTo>
                  <a:pt x="95" y="337"/>
                  <a:pt x="91" y="340"/>
                  <a:pt x="87" y="343"/>
                </a:cubicBezTo>
                <a:cubicBezTo>
                  <a:pt x="79" y="348"/>
                  <a:pt x="72" y="354"/>
                  <a:pt x="66" y="358"/>
                </a:cubicBezTo>
                <a:cubicBezTo>
                  <a:pt x="59" y="362"/>
                  <a:pt x="53" y="366"/>
                  <a:pt x="48" y="370"/>
                </a:cubicBezTo>
                <a:cubicBezTo>
                  <a:pt x="43" y="373"/>
                  <a:pt x="38" y="376"/>
                  <a:pt x="34" y="379"/>
                </a:cubicBezTo>
                <a:cubicBezTo>
                  <a:pt x="30" y="381"/>
                  <a:pt x="27" y="383"/>
                  <a:pt x="26" y="384"/>
                </a:cubicBezTo>
                <a:cubicBezTo>
                  <a:pt x="24" y="385"/>
                  <a:pt x="23" y="385"/>
                  <a:pt x="23" y="385"/>
                </a:cubicBezTo>
                <a:lnTo>
                  <a:pt x="0" y="34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8" name="Freeform 20"/>
          <p:cNvSpPr/>
          <p:nvPr/>
        </p:nvSpPr>
        <p:spPr bwMode="auto">
          <a:xfrm rot="19902892">
            <a:off x="7161410" y="1643705"/>
            <a:ext cx="2565864" cy="945123"/>
          </a:xfrm>
          <a:custGeom>
            <a:avLst/>
            <a:gdLst>
              <a:gd name="T0" fmla="*/ 3 w 1027"/>
              <a:gd name="T1" fmla="*/ 342 h 385"/>
              <a:gd name="T2" fmla="*/ 23 w 1027"/>
              <a:gd name="T3" fmla="*/ 330 h 385"/>
              <a:gd name="T4" fmla="*/ 61 w 1027"/>
              <a:gd name="T5" fmla="*/ 306 h 385"/>
              <a:gd name="T6" fmla="*/ 86 w 1027"/>
              <a:gd name="T7" fmla="*/ 289 h 385"/>
              <a:gd name="T8" fmla="*/ 143 w 1027"/>
              <a:gd name="T9" fmla="*/ 245 h 385"/>
              <a:gd name="T10" fmla="*/ 154 w 1027"/>
              <a:gd name="T11" fmla="*/ 236 h 385"/>
              <a:gd name="T12" fmla="*/ 174 w 1027"/>
              <a:gd name="T13" fmla="*/ 218 h 385"/>
              <a:gd name="T14" fmla="*/ 206 w 1027"/>
              <a:gd name="T15" fmla="*/ 189 h 385"/>
              <a:gd name="T16" fmla="*/ 248 w 1027"/>
              <a:gd name="T17" fmla="*/ 147 h 385"/>
              <a:gd name="T18" fmla="*/ 274 w 1027"/>
              <a:gd name="T19" fmla="*/ 120 h 385"/>
              <a:gd name="T20" fmla="*/ 364 w 1027"/>
              <a:gd name="T21" fmla="*/ 59 h 385"/>
              <a:gd name="T22" fmla="*/ 500 w 1027"/>
              <a:gd name="T23" fmla="*/ 42 h 385"/>
              <a:gd name="T24" fmla="*/ 554 w 1027"/>
              <a:gd name="T25" fmla="*/ 45 h 385"/>
              <a:gd name="T26" fmla="*/ 633 w 1027"/>
              <a:gd name="T27" fmla="*/ 55 h 385"/>
              <a:gd name="T28" fmla="*/ 778 w 1027"/>
              <a:gd name="T29" fmla="*/ 73 h 385"/>
              <a:gd name="T30" fmla="*/ 933 w 1027"/>
              <a:gd name="T31" fmla="*/ 48 h 385"/>
              <a:gd name="T32" fmla="*/ 974 w 1027"/>
              <a:gd name="T33" fmla="*/ 30 h 385"/>
              <a:gd name="T34" fmla="*/ 995 w 1027"/>
              <a:gd name="T35" fmla="*/ 20 h 385"/>
              <a:gd name="T36" fmla="*/ 1016 w 1027"/>
              <a:gd name="T37" fmla="*/ 7 h 385"/>
              <a:gd name="T38" fmla="*/ 1016 w 1027"/>
              <a:gd name="T39" fmla="*/ 7 h 385"/>
              <a:gd name="T40" fmla="*/ 995 w 1027"/>
              <a:gd name="T41" fmla="*/ 21 h 385"/>
              <a:gd name="T42" fmla="*/ 975 w 1027"/>
              <a:gd name="T43" fmla="*/ 33 h 385"/>
              <a:gd name="T44" fmla="*/ 935 w 1027"/>
              <a:gd name="T45" fmla="*/ 52 h 385"/>
              <a:gd name="T46" fmla="*/ 778 w 1027"/>
              <a:gd name="T47" fmla="*/ 84 h 385"/>
              <a:gd name="T48" fmla="*/ 631 w 1027"/>
              <a:gd name="T49" fmla="*/ 72 h 385"/>
              <a:gd name="T50" fmla="*/ 553 w 1027"/>
              <a:gd name="T51" fmla="*/ 66 h 385"/>
              <a:gd name="T52" fmla="*/ 500 w 1027"/>
              <a:gd name="T53" fmla="*/ 65 h 385"/>
              <a:gd name="T54" fmla="*/ 374 w 1027"/>
              <a:gd name="T55" fmla="*/ 86 h 385"/>
              <a:gd name="T56" fmla="*/ 298 w 1027"/>
              <a:gd name="T57" fmla="*/ 143 h 385"/>
              <a:gd name="T58" fmla="*/ 273 w 1027"/>
              <a:gd name="T59" fmla="*/ 171 h 385"/>
              <a:gd name="T60" fmla="*/ 232 w 1027"/>
              <a:gd name="T61" fmla="*/ 215 h 385"/>
              <a:gd name="T62" fmla="*/ 200 w 1027"/>
              <a:gd name="T63" fmla="*/ 247 h 385"/>
              <a:gd name="T64" fmla="*/ 181 w 1027"/>
              <a:gd name="T65" fmla="*/ 266 h 385"/>
              <a:gd name="T66" fmla="*/ 169 w 1027"/>
              <a:gd name="T67" fmla="*/ 276 h 385"/>
              <a:gd name="T68" fmla="*/ 112 w 1027"/>
              <a:gd name="T69" fmla="*/ 324 h 385"/>
              <a:gd name="T70" fmla="*/ 87 w 1027"/>
              <a:gd name="T71" fmla="*/ 343 h 385"/>
              <a:gd name="T72" fmla="*/ 48 w 1027"/>
              <a:gd name="T73" fmla="*/ 370 h 385"/>
              <a:gd name="T74" fmla="*/ 26 w 1027"/>
              <a:gd name="T75" fmla="*/ 384 h 385"/>
              <a:gd name="T76" fmla="*/ 0 w 1027"/>
              <a:gd name="T77" fmla="*/ 343 h 385"/>
              <a:gd name="connsiteX0" fmla="*/ 0 w 10203"/>
              <a:gd name="connsiteY0" fmla="*/ 9534 h 10000"/>
              <a:gd name="connsiteX1" fmla="*/ 232 w 10203"/>
              <a:gd name="connsiteY1" fmla="*/ 8883 h 10000"/>
              <a:gd name="connsiteX2" fmla="*/ 310 w 10203"/>
              <a:gd name="connsiteY2" fmla="*/ 8753 h 10000"/>
              <a:gd name="connsiteX3" fmla="*/ 427 w 10203"/>
              <a:gd name="connsiteY3" fmla="*/ 8571 h 10000"/>
              <a:gd name="connsiteX4" fmla="*/ 592 w 10203"/>
              <a:gd name="connsiteY4" fmla="*/ 8312 h 10000"/>
              <a:gd name="connsiteX5" fmla="*/ 797 w 10203"/>
              <a:gd name="connsiteY5" fmla="*/ 7948 h 10000"/>
              <a:gd name="connsiteX6" fmla="*/ 914 w 10203"/>
              <a:gd name="connsiteY6" fmla="*/ 7740 h 10000"/>
              <a:gd name="connsiteX7" fmla="*/ 1040 w 10203"/>
              <a:gd name="connsiteY7" fmla="*/ 7506 h 10000"/>
              <a:gd name="connsiteX8" fmla="*/ 1303 w 10203"/>
              <a:gd name="connsiteY8" fmla="*/ 6987 h 10000"/>
              <a:gd name="connsiteX9" fmla="*/ 1595 w 10203"/>
              <a:gd name="connsiteY9" fmla="*/ 6364 h 10000"/>
              <a:gd name="connsiteX10" fmla="*/ 1673 w 10203"/>
              <a:gd name="connsiteY10" fmla="*/ 6208 h 10000"/>
              <a:gd name="connsiteX11" fmla="*/ 1703 w 10203"/>
              <a:gd name="connsiteY11" fmla="*/ 6130 h 10000"/>
              <a:gd name="connsiteX12" fmla="*/ 1741 w 10203"/>
              <a:gd name="connsiteY12" fmla="*/ 6026 h 10000"/>
              <a:gd name="connsiteX13" fmla="*/ 1897 w 10203"/>
              <a:gd name="connsiteY13" fmla="*/ 5662 h 10000"/>
              <a:gd name="connsiteX14" fmla="*/ 2053 w 10203"/>
              <a:gd name="connsiteY14" fmla="*/ 5299 h 10000"/>
              <a:gd name="connsiteX15" fmla="*/ 2209 w 10203"/>
              <a:gd name="connsiteY15" fmla="*/ 4909 h 10000"/>
              <a:gd name="connsiteX16" fmla="*/ 2530 w 10203"/>
              <a:gd name="connsiteY16" fmla="*/ 4052 h 10000"/>
              <a:gd name="connsiteX17" fmla="*/ 2618 w 10203"/>
              <a:gd name="connsiteY17" fmla="*/ 3818 h 10000"/>
              <a:gd name="connsiteX18" fmla="*/ 2696 w 10203"/>
              <a:gd name="connsiteY18" fmla="*/ 3610 h 10000"/>
              <a:gd name="connsiteX19" fmla="*/ 2871 w 10203"/>
              <a:gd name="connsiteY19" fmla="*/ 3117 h 10000"/>
              <a:gd name="connsiteX20" fmla="*/ 3260 w 10203"/>
              <a:gd name="connsiteY20" fmla="*/ 2208 h 10000"/>
              <a:gd name="connsiteX21" fmla="*/ 3747 w 10203"/>
              <a:gd name="connsiteY21" fmla="*/ 1532 h 10000"/>
              <a:gd name="connsiteX22" fmla="*/ 4809 w 10203"/>
              <a:gd name="connsiteY22" fmla="*/ 1091 h 10000"/>
              <a:gd name="connsiteX23" fmla="*/ 5072 w 10203"/>
              <a:gd name="connsiteY23" fmla="*/ 1091 h 10000"/>
              <a:gd name="connsiteX24" fmla="*/ 5334 w 10203"/>
              <a:gd name="connsiteY24" fmla="*/ 1117 h 10000"/>
              <a:gd name="connsiteX25" fmla="*/ 5597 w 10203"/>
              <a:gd name="connsiteY25" fmla="*/ 1169 h 10000"/>
              <a:gd name="connsiteX26" fmla="*/ 5860 w 10203"/>
              <a:gd name="connsiteY26" fmla="*/ 1247 h 10000"/>
              <a:gd name="connsiteX27" fmla="*/ 6367 w 10203"/>
              <a:gd name="connsiteY27" fmla="*/ 1429 h 10000"/>
              <a:gd name="connsiteX28" fmla="*/ 6853 w 10203"/>
              <a:gd name="connsiteY28" fmla="*/ 1636 h 10000"/>
              <a:gd name="connsiteX29" fmla="*/ 7778 w 10203"/>
              <a:gd name="connsiteY29" fmla="*/ 1896 h 10000"/>
              <a:gd name="connsiteX30" fmla="*/ 8606 w 10203"/>
              <a:gd name="connsiteY30" fmla="*/ 1740 h 10000"/>
              <a:gd name="connsiteX31" fmla="*/ 9288 w 10203"/>
              <a:gd name="connsiteY31" fmla="*/ 1247 h 10000"/>
              <a:gd name="connsiteX32" fmla="*/ 9560 w 10203"/>
              <a:gd name="connsiteY32" fmla="*/ 935 h 10000"/>
              <a:gd name="connsiteX33" fmla="*/ 9687 w 10203"/>
              <a:gd name="connsiteY33" fmla="*/ 779 h 10000"/>
              <a:gd name="connsiteX34" fmla="*/ 9794 w 10203"/>
              <a:gd name="connsiteY34" fmla="*/ 649 h 10000"/>
              <a:gd name="connsiteX35" fmla="*/ 9891 w 10203"/>
              <a:gd name="connsiteY35" fmla="*/ 519 h 10000"/>
              <a:gd name="connsiteX36" fmla="*/ 9969 w 10203"/>
              <a:gd name="connsiteY36" fmla="*/ 390 h 10000"/>
              <a:gd name="connsiteX37" fmla="*/ 10096 w 10203"/>
              <a:gd name="connsiteY37" fmla="*/ 182 h 10000"/>
              <a:gd name="connsiteX38" fmla="*/ 10203 w 10203"/>
              <a:gd name="connsiteY38" fmla="*/ 0 h 10000"/>
              <a:gd name="connsiteX39" fmla="*/ 10096 w 10203"/>
              <a:gd name="connsiteY39" fmla="*/ 182 h 10000"/>
              <a:gd name="connsiteX40" fmla="*/ 9979 w 10203"/>
              <a:gd name="connsiteY40" fmla="*/ 416 h 10000"/>
              <a:gd name="connsiteX41" fmla="*/ 9891 w 10203"/>
              <a:gd name="connsiteY41" fmla="*/ 545 h 10000"/>
              <a:gd name="connsiteX42" fmla="*/ 9804 w 10203"/>
              <a:gd name="connsiteY42" fmla="*/ 701 h 10000"/>
              <a:gd name="connsiteX43" fmla="*/ 9697 w 10203"/>
              <a:gd name="connsiteY43" fmla="*/ 857 h 10000"/>
              <a:gd name="connsiteX44" fmla="*/ 9580 w 10203"/>
              <a:gd name="connsiteY44" fmla="*/ 1013 h 10000"/>
              <a:gd name="connsiteX45" fmla="*/ 9307 w 10203"/>
              <a:gd name="connsiteY45" fmla="*/ 1351 h 10000"/>
              <a:gd name="connsiteX46" fmla="*/ 8626 w 10203"/>
              <a:gd name="connsiteY46" fmla="*/ 1922 h 10000"/>
              <a:gd name="connsiteX47" fmla="*/ 7778 w 10203"/>
              <a:gd name="connsiteY47" fmla="*/ 2182 h 10000"/>
              <a:gd name="connsiteX48" fmla="*/ 6834 w 10203"/>
              <a:gd name="connsiteY48" fmla="*/ 2026 h 10000"/>
              <a:gd name="connsiteX49" fmla="*/ 6347 w 10203"/>
              <a:gd name="connsiteY49" fmla="*/ 1870 h 10000"/>
              <a:gd name="connsiteX50" fmla="*/ 5841 w 10203"/>
              <a:gd name="connsiteY50" fmla="*/ 1740 h 10000"/>
              <a:gd name="connsiteX51" fmla="*/ 5588 w 10203"/>
              <a:gd name="connsiteY51" fmla="*/ 1714 h 10000"/>
              <a:gd name="connsiteX52" fmla="*/ 5334 w 10203"/>
              <a:gd name="connsiteY52" fmla="*/ 1688 h 10000"/>
              <a:gd name="connsiteX53" fmla="*/ 5072 w 10203"/>
              <a:gd name="connsiteY53" fmla="*/ 1688 h 10000"/>
              <a:gd name="connsiteX54" fmla="*/ 4818 w 10203"/>
              <a:gd name="connsiteY54" fmla="*/ 1714 h 10000"/>
              <a:gd name="connsiteX55" fmla="*/ 3845 w 10203"/>
              <a:gd name="connsiteY55" fmla="*/ 2234 h 10000"/>
              <a:gd name="connsiteX56" fmla="*/ 3436 w 10203"/>
              <a:gd name="connsiteY56" fmla="*/ 2857 h 10000"/>
              <a:gd name="connsiteX57" fmla="*/ 3105 w 10203"/>
              <a:gd name="connsiteY57" fmla="*/ 3714 h 10000"/>
              <a:gd name="connsiteX58" fmla="*/ 2939 w 10203"/>
              <a:gd name="connsiteY58" fmla="*/ 4182 h 10000"/>
              <a:gd name="connsiteX59" fmla="*/ 2861 w 10203"/>
              <a:gd name="connsiteY59" fmla="*/ 4442 h 10000"/>
              <a:gd name="connsiteX60" fmla="*/ 2783 w 10203"/>
              <a:gd name="connsiteY60" fmla="*/ 4675 h 10000"/>
              <a:gd name="connsiteX61" fmla="*/ 2462 w 10203"/>
              <a:gd name="connsiteY61" fmla="*/ 5584 h 10000"/>
              <a:gd name="connsiteX62" fmla="*/ 2306 w 10203"/>
              <a:gd name="connsiteY62" fmla="*/ 6000 h 10000"/>
              <a:gd name="connsiteX63" fmla="*/ 2150 w 10203"/>
              <a:gd name="connsiteY63" fmla="*/ 6416 h 10000"/>
              <a:gd name="connsiteX64" fmla="*/ 2004 w 10203"/>
              <a:gd name="connsiteY64" fmla="*/ 6805 h 10000"/>
              <a:gd name="connsiteX65" fmla="*/ 1965 w 10203"/>
              <a:gd name="connsiteY65" fmla="*/ 6909 h 10000"/>
              <a:gd name="connsiteX66" fmla="*/ 1926 w 10203"/>
              <a:gd name="connsiteY66" fmla="*/ 6987 h 10000"/>
              <a:gd name="connsiteX67" fmla="*/ 1849 w 10203"/>
              <a:gd name="connsiteY67" fmla="*/ 7169 h 10000"/>
              <a:gd name="connsiteX68" fmla="*/ 1566 w 10203"/>
              <a:gd name="connsiteY68" fmla="*/ 7844 h 10000"/>
              <a:gd name="connsiteX69" fmla="*/ 1294 w 10203"/>
              <a:gd name="connsiteY69" fmla="*/ 8416 h 10000"/>
              <a:gd name="connsiteX70" fmla="*/ 1167 w 10203"/>
              <a:gd name="connsiteY70" fmla="*/ 8675 h 10000"/>
              <a:gd name="connsiteX71" fmla="*/ 1050 w 10203"/>
              <a:gd name="connsiteY71" fmla="*/ 8909 h 10000"/>
              <a:gd name="connsiteX72" fmla="*/ 846 w 10203"/>
              <a:gd name="connsiteY72" fmla="*/ 9299 h 10000"/>
              <a:gd name="connsiteX73" fmla="*/ 670 w 10203"/>
              <a:gd name="connsiteY73" fmla="*/ 9610 h 10000"/>
              <a:gd name="connsiteX74" fmla="*/ 534 w 10203"/>
              <a:gd name="connsiteY74" fmla="*/ 9844 h 10000"/>
              <a:gd name="connsiteX75" fmla="*/ 456 w 10203"/>
              <a:gd name="connsiteY75" fmla="*/ 9974 h 10000"/>
              <a:gd name="connsiteX76" fmla="*/ 427 w 10203"/>
              <a:gd name="connsiteY76" fmla="*/ 10000 h 10000"/>
              <a:gd name="connsiteX77" fmla="*/ 0 w 10203"/>
              <a:gd name="connsiteY77" fmla="*/ 9534 h 10000"/>
              <a:gd name="connsiteX0-1" fmla="*/ 0 w 10203"/>
              <a:gd name="connsiteY0-2" fmla="*/ 9534 h 10000"/>
              <a:gd name="connsiteX1-3" fmla="*/ 51 w 10203"/>
              <a:gd name="connsiteY1-4" fmla="*/ 9139 h 10000"/>
              <a:gd name="connsiteX2-5" fmla="*/ 310 w 10203"/>
              <a:gd name="connsiteY2-6" fmla="*/ 8753 h 10000"/>
              <a:gd name="connsiteX3-7" fmla="*/ 427 w 10203"/>
              <a:gd name="connsiteY3-8" fmla="*/ 8571 h 10000"/>
              <a:gd name="connsiteX4-9" fmla="*/ 592 w 10203"/>
              <a:gd name="connsiteY4-10" fmla="*/ 8312 h 10000"/>
              <a:gd name="connsiteX5-11" fmla="*/ 797 w 10203"/>
              <a:gd name="connsiteY5-12" fmla="*/ 7948 h 10000"/>
              <a:gd name="connsiteX6-13" fmla="*/ 914 w 10203"/>
              <a:gd name="connsiteY6-14" fmla="*/ 7740 h 10000"/>
              <a:gd name="connsiteX7-15" fmla="*/ 1040 w 10203"/>
              <a:gd name="connsiteY7-16" fmla="*/ 7506 h 10000"/>
              <a:gd name="connsiteX8-17" fmla="*/ 1303 w 10203"/>
              <a:gd name="connsiteY8-18" fmla="*/ 6987 h 10000"/>
              <a:gd name="connsiteX9-19" fmla="*/ 1595 w 10203"/>
              <a:gd name="connsiteY9-20" fmla="*/ 6364 h 10000"/>
              <a:gd name="connsiteX10-21" fmla="*/ 1673 w 10203"/>
              <a:gd name="connsiteY10-22" fmla="*/ 6208 h 10000"/>
              <a:gd name="connsiteX11-23" fmla="*/ 1703 w 10203"/>
              <a:gd name="connsiteY11-24" fmla="*/ 6130 h 10000"/>
              <a:gd name="connsiteX12-25" fmla="*/ 1741 w 10203"/>
              <a:gd name="connsiteY12-26" fmla="*/ 6026 h 10000"/>
              <a:gd name="connsiteX13-27" fmla="*/ 1897 w 10203"/>
              <a:gd name="connsiteY13-28" fmla="*/ 5662 h 10000"/>
              <a:gd name="connsiteX14-29" fmla="*/ 2053 w 10203"/>
              <a:gd name="connsiteY14-30" fmla="*/ 5299 h 10000"/>
              <a:gd name="connsiteX15-31" fmla="*/ 2209 w 10203"/>
              <a:gd name="connsiteY15-32" fmla="*/ 4909 h 10000"/>
              <a:gd name="connsiteX16-33" fmla="*/ 2530 w 10203"/>
              <a:gd name="connsiteY16-34" fmla="*/ 4052 h 10000"/>
              <a:gd name="connsiteX17-35" fmla="*/ 2618 w 10203"/>
              <a:gd name="connsiteY17-36" fmla="*/ 3818 h 10000"/>
              <a:gd name="connsiteX18-37" fmla="*/ 2696 w 10203"/>
              <a:gd name="connsiteY18-38" fmla="*/ 3610 h 10000"/>
              <a:gd name="connsiteX19-39" fmla="*/ 2871 w 10203"/>
              <a:gd name="connsiteY19-40" fmla="*/ 3117 h 10000"/>
              <a:gd name="connsiteX20-41" fmla="*/ 3260 w 10203"/>
              <a:gd name="connsiteY20-42" fmla="*/ 2208 h 10000"/>
              <a:gd name="connsiteX21-43" fmla="*/ 3747 w 10203"/>
              <a:gd name="connsiteY21-44" fmla="*/ 1532 h 10000"/>
              <a:gd name="connsiteX22-45" fmla="*/ 4809 w 10203"/>
              <a:gd name="connsiteY22-46" fmla="*/ 1091 h 10000"/>
              <a:gd name="connsiteX23-47" fmla="*/ 5072 w 10203"/>
              <a:gd name="connsiteY23-48" fmla="*/ 1091 h 10000"/>
              <a:gd name="connsiteX24-49" fmla="*/ 5334 w 10203"/>
              <a:gd name="connsiteY24-50" fmla="*/ 1117 h 10000"/>
              <a:gd name="connsiteX25-51" fmla="*/ 5597 w 10203"/>
              <a:gd name="connsiteY25-52" fmla="*/ 1169 h 10000"/>
              <a:gd name="connsiteX26-53" fmla="*/ 5860 w 10203"/>
              <a:gd name="connsiteY26-54" fmla="*/ 1247 h 10000"/>
              <a:gd name="connsiteX27-55" fmla="*/ 6367 w 10203"/>
              <a:gd name="connsiteY27-56" fmla="*/ 1429 h 10000"/>
              <a:gd name="connsiteX28-57" fmla="*/ 6853 w 10203"/>
              <a:gd name="connsiteY28-58" fmla="*/ 1636 h 10000"/>
              <a:gd name="connsiteX29-59" fmla="*/ 7778 w 10203"/>
              <a:gd name="connsiteY29-60" fmla="*/ 1896 h 10000"/>
              <a:gd name="connsiteX30-61" fmla="*/ 8606 w 10203"/>
              <a:gd name="connsiteY30-62" fmla="*/ 1740 h 10000"/>
              <a:gd name="connsiteX31-63" fmla="*/ 9288 w 10203"/>
              <a:gd name="connsiteY31-64" fmla="*/ 1247 h 10000"/>
              <a:gd name="connsiteX32-65" fmla="*/ 9560 w 10203"/>
              <a:gd name="connsiteY32-66" fmla="*/ 935 h 10000"/>
              <a:gd name="connsiteX33-67" fmla="*/ 9687 w 10203"/>
              <a:gd name="connsiteY33-68" fmla="*/ 779 h 10000"/>
              <a:gd name="connsiteX34-69" fmla="*/ 9794 w 10203"/>
              <a:gd name="connsiteY34-70" fmla="*/ 649 h 10000"/>
              <a:gd name="connsiteX35-71" fmla="*/ 9891 w 10203"/>
              <a:gd name="connsiteY35-72" fmla="*/ 519 h 10000"/>
              <a:gd name="connsiteX36-73" fmla="*/ 9969 w 10203"/>
              <a:gd name="connsiteY36-74" fmla="*/ 390 h 10000"/>
              <a:gd name="connsiteX37-75" fmla="*/ 10096 w 10203"/>
              <a:gd name="connsiteY37-76" fmla="*/ 182 h 10000"/>
              <a:gd name="connsiteX38-77" fmla="*/ 10203 w 10203"/>
              <a:gd name="connsiteY38-78" fmla="*/ 0 h 10000"/>
              <a:gd name="connsiteX39-79" fmla="*/ 10096 w 10203"/>
              <a:gd name="connsiteY39-80" fmla="*/ 182 h 10000"/>
              <a:gd name="connsiteX40-81" fmla="*/ 9979 w 10203"/>
              <a:gd name="connsiteY40-82" fmla="*/ 416 h 10000"/>
              <a:gd name="connsiteX41-83" fmla="*/ 9891 w 10203"/>
              <a:gd name="connsiteY41-84" fmla="*/ 545 h 10000"/>
              <a:gd name="connsiteX42-85" fmla="*/ 9804 w 10203"/>
              <a:gd name="connsiteY42-86" fmla="*/ 701 h 10000"/>
              <a:gd name="connsiteX43-87" fmla="*/ 9697 w 10203"/>
              <a:gd name="connsiteY43-88" fmla="*/ 857 h 10000"/>
              <a:gd name="connsiteX44-89" fmla="*/ 9580 w 10203"/>
              <a:gd name="connsiteY44-90" fmla="*/ 1013 h 10000"/>
              <a:gd name="connsiteX45-91" fmla="*/ 9307 w 10203"/>
              <a:gd name="connsiteY45-92" fmla="*/ 1351 h 10000"/>
              <a:gd name="connsiteX46-93" fmla="*/ 8626 w 10203"/>
              <a:gd name="connsiteY46-94" fmla="*/ 1922 h 10000"/>
              <a:gd name="connsiteX47-95" fmla="*/ 7778 w 10203"/>
              <a:gd name="connsiteY47-96" fmla="*/ 2182 h 10000"/>
              <a:gd name="connsiteX48-97" fmla="*/ 6834 w 10203"/>
              <a:gd name="connsiteY48-98" fmla="*/ 2026 h 10000"/>
              <a:gd name="connsiteX49-99" fmla="*/ 6347 w 10203"/>
              <a:gd name="connsiteY49-100" fmla="*/ 1870 h 10000"/>
              <a:gd name="connsiteX50-101" fmla="*/ 5841 w 10203"/>
              <a:gd name="connsiteY50-102" fmla="*/ 1740 h 10000"/>
              <a:gd name="connsiteX51-103" fmla="*/ 5588 w 10203"/>
              <a:gd name="connsiteY51-104" fmla="*/ 1714 h 10000"/>
              <a:gd name="connsiteX52-105" fmla="*/ 5334 w 10203"/>
              <a:gd name="connsiteY52-106" fmla="*/ 1688 h 10000"/>
              <a:gd name="connsiteX53-107" fmla="*/ 5072 w 10203"/>
              <a:gd name="connsiteY53-108" fmla="*/ 1688 h 10000"/>
              <a:gd name="connsiteX54-109" fmla="*/ 4818 w 10203"/>
              <a:gd name="connsiteY54-110" fmla="*/ 1714 h 10000"/>
              <a:gd name="connsiteX55-111" fmla="*/ 3845 w 10203"/>
              <a:gd name="connsiteY55-112" fmla="*/ 2234 h 10000"/>
              <a:gd name="connsiteX56-113" fmla="*/ 3436 w 10203"/>
              <a:gd name="connsiteY56-114" fmla="*/ 2857 h 10000"/>
              <a:gd name="connsiteX57-115" fmla="*/ 3105 w 10203"/>
              <a:gd name="connsiteY57-116" fmla="*/ 3714 h 10000"/>
              <a:gd name="connsiteX58-117" fmla="*/ 2939 w 10203"/>
              <a:gd name="connsiteY58-118" fmla="*/ 4182 h 10000"/>
              <a:gd name="connsiteX59-119" fmla="*/ 2861 w 10203"/>
              <a:gd name="connsiteY59-120" fmla="*/ 4442 h 10000"/>
              <a:gd name="connsiteX60-121" fmla="*/ 2783 w 10203"/>
              <a:gd name="connsiteY60-122" fmla="*/ 4675 h 10000"/>
              <a:gd name="connsiteX61-123" fmla="*/ 2462 w 10203"/>
              <a:gd name="connsiteY61-124" fmla="*/ 5584 h 10000"/>
              <a:gd name="connsiteX62-125" fmla="*/ 2306 w 10203"/>
              <a:gd name="connsiteY62-126" fmla="*/ 6000 h 10000"/>
              <a:gd name="connsiteX63-127" fmla="*/ 2150 w 10203"/>
              <a:gd name="connsiteY63-128" fmla="*/ 6416 h 10000"/>
              <a:gd name="connsiteX64-129" fmla="*/ 2004 w 10203"/>
              <a:gd name="connsiteY64-130" fmla="*/ 6805 h 10000"/>
              <a:gd name="connsiteX65-131" fmla="*/ 1965 w 10203"/>
              <a:gd name="connsiteY65-132" fmla="*/ 6909 h 10000"/>
              <a:gd name="connsiteX66-133" fmla="*/ 1926 w 10203"/>
              <a:gd name="connsiteY66-134" fmla="*/ 6987 h 10000"/>
              <a:gd name="connsiteX67-135" fmla="*/ 1849 w 10203"/>
              <a:gd name="connsiteY67-136" fmla="*/ 7169 h 10000"/>
              <a:gd name="connsiteX68-137" fmla="*/ 1566 w 10203"/>
              <a:gd name="connsiteY68-138" fmla="*/ 7844 h 10000"/>
              <a:gd name="connsiteX69-139" fmla="*/ 1294 w 10203"/>
              <a:gd name="connsiteY69-140" fmla="*/ 8416 h 10000"/>
              <a:gd name="connsiteX70-141" fmla="*/ 1167 w 10203"/>
              <a:gd name="connsiteY70-142" fmla="*/ 8675 h 10000"/>
              <a:gd name="connsiteX71-143" fmla="*/ 1050 w 10203"/>
              <a:gd name="connsiteY71-144" fmla="*/ 8909 h 10000"/>
              <a:gd name="connsiteX72-145" fmla="*/ 846 w 10203"/>
              <a:gd name="connsiteY72-146" fmla="*/ 9299 h 10000"/>
              <a:gd name="connsiteX73-147" fmla="*/ 670 w 10203"/>
              <a:gd name="connsiteY73-148" fmla="*/ 9610 h 10000"/>
              <a:gd name="connsiteX74-149" fmla="*/ 534 w 10203"/>
              <a:gd name="connsiteY74-150" fmla="*/ 9844 h 10000"/>
              <a:gd name="connsiteX75-151" fmla="*/ 456 w 10203"/>
              <a:gd name="connsiteY75-152" fmla="*/ 9974 h 10000"/>
              <a:gd name="connsiteX76-153" fmla="*/ 427 w 10203"/>
              <a:gd name="connsiteY76-154" fmla="*/ 10000 h 10000"/>
              <a:gd name="connsiteX77-155" fmla="*/ 0 w 10203"/>
              <a:gd name="connsiteY77-156" fmla="*/ 9534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  <a:cxn ang="0">
                <a:pos x="connsiteX32-65" y="connsiteY32-66"/>
              </a:cxn>
              <a:cxn ang="0">
                <a:pos x="connsiteX33-67" y="connsiteY33-68"/>
              </a:cxn>
              <a:cxn ang="0">
                <a:pos x="connsiteX34-69" y="connsiteY34-70"/>
              </a:cxn>
              <a:cxn ang="0">
                <a:pos x="connsiteX35-71" y="connsiteY35-72"/>
              </a:cxn>
              <a:cxn ang="0">
                <a:pos x="connsiteX36-73" y="connsiteY36-74"/>
              </a:cxn>
              <a:cxn ang="0">
                <a:pos x="connsiteX37-75" y="connsiteY37-76"/>
              </a:cxn>
              <a:cxn ang="0">
                <a:pos x="connsiteX38-77" y="connsiteY38-78"/>
              </a:cxn>
              <a:cxn ang="0">
                <a:pos x="connsiteX39-79" y="connsiteY39-80"/>
              </a:cxn>
              <a:cxn ang="0">
                <a:pos x="connsiteX40-81" y="connsiteY40-82"/>
              </a:cxn>
              <a:cxn ang="0">
                <a:pos x="connsiteX41-83" y="connsiteY41-84"/>
              </a:cxn>
              <a:cxn ang="0">
                <a:pos x="connsiteX42-85" y="connsiteY42-86"/>
              </a:cxn>
              <a:cxn ang="0">
                <a:pos x="connsiteX43-87" y="connsiteY43-88"/>
              </a:cxn>
              <a:cxn ang="0">
                <a:pos x="connsiteX44-89" y="connsiteY44-90"/>
              </a:cxn>
              <a:cxn ang="0">
                <a:pos x="connsiteX45-91" y="connsiteY45-92"/>
              </a:cxn>
              <a:cxn ang="0">
                <a:pos x="connsiteX46-93" y="connsiteY46-94"/>
              </a:cxn>
              <a:cxn ang="0">
                <a:pos x="connsiteX47-95" y="connsiteY47-96"/>
              </a:cxn>
              <a:cxn ang="0">
                <a:pos x="connsiteX48-97" y="connsiteY48-98"/>
              </a:cxn>
              <a:cxn ang="0">
                <a:pos x="connsiteX49-99" y="connsiteY49-100"/>
              </a:cxn>
              <a:cxn ang="0">
                <a:pos x="connsiteX50-101" y="connsiteY50-102"/>
              </a:cxn>
              <a:cxn ang="0">
                <a:pos x="connsiteX51-103" y="connsiteY51-104"/>
              </a:cxn>
              <a:cxn ang="0">
                <a:pos x="connsiteX52-105" y="connsiteY52-106"/>
              </a:cxn>
              <a:cxn ang="0">
                <a:pos x="connsiteX53-107" y="connsiteY53-108"/>
              </a:cxn>
              <a:cxn ang="0">
                <a:pos x="connsiteX54-109" y="connsiteY54-110"/>
              </a:cxn>
              <a:cxn ang="0">
                <a:pos x="connsiteX55-111" y="connsiteY55-112"/>
              </a:cxn>
              <a:cxn ang="0">
                <a:pos x="connsiteX56-113" y="connsiteY56-114"/>
              </a:cxn>
              <a:cxn ang="0">
                <a:pos x="connsiteX57-115" y="connsiteY57-116"/>
              </a:cxn>
              <a:cxn ang="0">
                <a:pos x="connsiteX58-117" y="connsiteY58-118"/>
              </a:cxn>
              <a:cxn ang="0">
                <a:pos x="connsiteX59-119" y="connsiteY59-120"/>
              </a:cxn>
              <a:cxn ang="0">
                <a:pos x="connsiteX60-121" y="connsiteY60-122"/>
              </a:cxn>
              <a:cxn ang="0">
                <a:pos x="connsiteX61-123" y="connsiteY61-124"/>
              </a:cxn>
              <a:cxn ang="0">
                <a:pos x="connsiteX62-125" y="connsiteY62-126"/>
              </a:cxn>
              <a:cxn ang="0">
                <a:pos x="connsiteX63-127" y="connsiteY63-128"/>
              </a:cxn>
              <a:cxn ang="0">
                <a:pos x="connsiteX64-129" y="connsiteY64-130"/>
              </a:cxn>
              <a:cxn ang="0">
                <a:pos x="connsiteX65-131" y="connsiteY65-132"/>
              </a:cxn>
              <a:cxn ang="0">
                <a:pos x="connsiteX66-133" y="connsiteY66-134"/>
              </a:cxn>
              <a:cxn ang="0">
                <a:pos x="connsiteX67-135" y="connsiteY67-136"/>
              </a:cxn>
              <a:cxn ang="0">
                <a:pos x="connsiteX68-137" y="connsiteY68-138"/>
              </a:cxn>
              <a:cxn ang="0">
                <a:pos x="connsiteX69-139" y="connsiteY69-140"/>
              </a:cxn>
              <a:cxn ang="0">
                <a:pos x="connsiteX70-141" y="connsiteY70-142"/>
              </a:cxn>
              <a:cxn ang="0">
                <a:pos x="connsiteX71-143" y="connsiteY71-144"/>
              </a:cxn>
              <a:cxn ang="0">
                <a:pos x="connsiteX72-145" y="connsiteY72-146"/>
              </a:cxn>
              <a:cxn ang="0">
                <a:pos x="connsiteX73-147" y="connsiteY73-148"/>
              </a:cxn>
              <a:cxn ang="0">
                <a:pos x="connsiteX74-149" y="connsiteY74-150"/>
              </a:cxn>
              <a:cxn ang="0">
                <a:pos x="connsiteX75-151" y="connsiteY75-152"/>
              </a:cxn>
              <a:cxn ang="0">
                <a:pos x="connsiteX76-153" y="connsiteY76-154"/>
              </a:cxn>
              <a:cxn ang="0">
                <a:pos x="connsiteX77-155" y="connsiteY77-156"/>
              </a:cxn>
            </a:cxnLst>
            <a:rect l="l" t="t" r="r" b="b"/>
            <a:pathLst>
              <a:path w="10203" h="10000">
                <a:moveTo>
                  <a:pt x="0" y="9534"/>
                </a:moveTo>
                <a:cubicBezTo>
                  <a:pt x="0" y="9534"/>
                  <a:pt x="-1" y="9269"/>
                  <a:pt x="51" y="9139"/>
                </a:cubicBezTo>
                <a:cubicBezTo>
                  <a:pt x="103" y="9009"/>
                  <a:pt x="271" y="8805"/>
                  <a:pt x="310" y="8753"/>
                </a:cubicBezTo>
                <a:cubicBezTo>
                  <a:pt x="339" y="8701"/>
                  <a:pt x="378" y="8649"/>
                  <a:pt x="427" y="8571"/>
                </a:cubicBezTo>
                <a:cubicBezTo>
                  <a:pt x="476" y="8494"/>
                  <a:pt x="534" y="8416"/>
                  <a:pt x="592" y="8312"/>
                </a:cubicBezTo>
                <a:cubicBezTo>
                  <a:pt x="661" y="8208"/>
                  <a:pt x="729" y="8078"/>
                  <a:pt x="797" y="7948"/>
                </a:cubicBezTo>
                <a:cubicBezTo>
                  <a:pt x="836" y="7870"/>
                  <a:pt x="875" y="7818"/>
                  <a:pt x="914" y="7740"/>
                </a:cubicBezTo>
                <a:cubicBezTo>
                  <a:pt x="962" y="7662"/>
                  <a:pt x="1001" y="7584"/>
                  <a:pt x="1040" y="7506"/>
                </a:cubicBezTo>
                <a:cubicBezTo>
                  <a:pt x="1128" y="7325"/>
                  <a:pt x="1216" y="7169"/>
                  <a:pt x="1303" y="6987"/>
                </a:cubicBezTo>
                <a:cubicBezTo>
                  <a:pt x="1401" y="6779"/>
                  <a:pt x="1498" y="6571"/>
                  <a:pt x="1595" y="6364"/>
                </a:cubicBezTo>
                <a:cubicBezTo>
                  <a:pt x="1615" y="6312"/>
                  <a:pt x="1644" y="6260"/>
                  <a:pt x="1673" y="6208"/>
                </a:cubicBezTo>
                <a:lnTo>
                  <a:pt x="1703" y="6130"/>
                </a:lnTo>
                <a:cubicBezTo>
                  <a:pt x="1716" y="6095"/>
                  <a:pt x="1728" y="6061"/>
                  <a:pt x="1741" y="6026"/>
                </a:cubicBezTo>
                <a:cubicBezTo>
                  <a:pt x="1790" y="5922"/>
                  <a:pt x="1849" y="5792"/>
                  <a:pt x="1897" y="5662"/>
                </a:cubicBezTo>
                <a:cubicBezTo>
                  <a:pt x="1946" y="5558"/>
                  <a:pt x="2004" y="5429"/>
                  <a:pt x="2053" y="5299"/>
                </a:cubicBezTo>
                <a:cubicBezTo>
                  <a:pt x="2111" y="5169"/>
                  <a:pt x="2160" y="5039"/>
                  <a:pt x="2209" y="4909"/>
                </a:cubicBezTo>
                <a:lnTo>
                  <a:pt x="2530" y="4052"/>
                </a:lnTo>
                <a:cubicBezTo>
                  <a:pt x="2559" y="3974"/>
                  <a:pt x="2589" y="3896"/>
                  <a:pt x="2618" y="3818"/>
                </a:cubicBezTo>
                <a:cubicBezTo>
                  <a:pt x="2647" y="3766"/>
                  <a:pt x="2666" y="3688"/>
                  <a:pt x="2696" y="3610"/>
                </a:cubicBezTo>
                <a:cubicBezTo>
                  <a:pt x="2754" y="3455"/>
                  <a:pt x="2813" y="3273"/>
                  <a:pt x="2871" y="3117"/>
                </a:cubicBezTo>
                <a:cubicBezTo>
                  <a:pt x="2988" y="2805"/>
                  <a:pt x="3114" y="2494"/>
                  <a:pt x="3260" y="2208"/>
                </a:cubicBezTo>
                <a:cubicBezTo>
                  <a:pt x="3407" y="1922"/>
                  <a:pt x="3572" y="1714"/>
                  <a:pt x="3747" y="1532"/>
                </a:cubicBezTo>
                <a:cubicBezTo>
                  <a:pt x="4088" y="1221"/>
                  <a:pt x="4458" y="1117"/>
                  <a:pt x="4809" y="1091"/>
                </a:cubicBezTo>
                <a:lnTo>
                  <a:pt x="5072" y="1091"/>
                </a:lnTo>
                <a:cubicBezTo>
                  <a:pt x="5159" y="1091"/>
                  <a:pt x="5247" y="1117"/>
                  <a:pt x="5334" y="1117"/>
                </a:cubicBezTo>
                <a:cubicBezTo>
                  <a:pt x="5422" y="1117"/>
                  <a:pt x="5510" y="1143"/>
                  <a:pt x="5597" y="1169"/>
                </a:cubicBezTo>
                <a:lnTo>
                  <a:pt x="5860" y="1247"/>
                </a:lnTo>
                <a:cubicBezTo>
                  <a:pt x="6026" y="1299"/>
                  <a:pt x="6201" y="1351"/>
                  <a:pt x="6367" y="1429"/>
                </a:cubicBezTo>
                <a:cubicBezTo>
                  <a:pt x="6532" y="1506"/>
                  <a:pt x="6698" y="1584"/>
                  <a:pt x="6853" y="1636"/>
                </a:cubicBezTo>
                <a:cubicBezTo>
                  <a:pt x="7175" y="1792"/>
                  <a:pt x="7486" y="1870"/>
                  <a:pt x="7778" y="1896"/>
                </a:cubicBezTo>
                <a:cubicBezTo>
                  <a:pt x="8080" y="1922"/>
                  <a:pt x="8353" y="1844"/>
                  <a:pt x="8606" y="1740"/>
                </a:cubicBezTo>
                <a:cubicBezTo>
                  <a:pt x="8869" y="1610"/>
                  <a:pt x="9093" y="1429"/>
                  <a:pt x="9288" y="1247"/>
                </a:cubicBezTo>
                <a:cubicBezTo>
                  <a:pt x="9395" y="1143"/>
                  <a:pt x="9482" y="1039"/>
                  <a:pt x="9560" y="935"/>
                </a:cubicBezTo>
                <a:cubicBezTo>
                  <a:pt x="9609" y="909"/>
                  <a:pt x="9648" y="831"/>
                  <a:pt x="9687" y="779"/>
                </a:cubicBezTo>
                <a:cubicBezTo>
                  <a:pt x="9726" y="727"/>
                  <a:pt x="9755" y="701"/>
                  <a:pt x="9794" y="649"/>
                </a:cubicBezTo>
                <a:cubicBezTo>
                  <a:pt x="9823" y="597"/>
                  <a:pt x="9852" y="545"/>
                  <a:pt x="9891" y="519"/>
                </a:cubicBezTo>
                <a:cubicBezTo>
                  <a:pt x="9921" y="468"/>
                  <a:pt x="9940" y="416"/>
                  <a:pt x="9969" y="390"/>
                </a:cubicBezTo>
                <a:cubicBezTo>
                  <a:pt x="10018" y="312"/>
                  <a:pt x="10067" y="234"/>
                  <a:pt x="10096" y="182"/>
                </a:cubicBezTo>
                <a:cubicBezTo>
                  <a:pt x="10164" y="78"/>
                  <a:pt x="10203" y="0"/>
                  <a:pt x="10203" y="0"/>
                </a:cubicBezTo>
                <a:cubicBezTo>
                  <a:pt x="10203" y="0"/>
                  <a:pt x="10164" y="78"/>
                  <a:pt x="10096" y="182"/>
                </a:cubicBezTo>
                <a:cubicBezTo>
                  <a:pt x="10067" y="260"/>
                  <a:pt x="10028" y="338"/>
                  <a:pt x="9979" y="416"/>
                </a:cubicBezTo>
                <a:cubicBezTo>
                  <a:pt x="9950" y="468"/>
                  <a:pt x="9921" y="494"/>
                  <a:pt x="9891" y="545"/>
                </a:cubicBezTo>
                <a:lnTo>
                  <a:pt x="9804" y="701"/>
                </a:lnTo>
                <a:cubicBezTo>
                  <a:pt x="9765" y="753"/>
                  <a:pt x="9736" y="805"/>
                  <a:pt x="9697" y="857"/>
                </a:cubicBezTo>
                <a:lnTo>
                  <a:pt x="9580" y="1013"/>
                </a:lnTo>
                <a:cubicBezTo>
                  <a:pt x="9492" y="1117"/>
                  <a:pt x="9405" y="1247"/>
                  <a:pt x="9307" y="1351"/>
                </a:cubicBezTo>
                <a:cubicBezTo>
                  <a:pt x="9112" y="1558"/>
                  <a:pt x="8879" y="1792"/>
                  <a:pt x="8626" y="1922"/>
                </a:cubicBezTo>
                <a:cubicBezTo>
                  <a:pt x="8372" y="2078"/>
                  <a:pt x="8080" y="2182"/>
                  <a:pt x="7778" y="2182"/>
                </a:cubicBezTo>
                <a:cubicBezTo>
                  <a:pt x="7477" y="2208"/>
                  <a:pt x="7165" y="2130"/>
                  <a:pt x="6834" y="2026"/>
                </a:cubicBezTo>
                <a:lnTo>
                  <a:pt x="6347" y="1870"/>
                </a:lnTo>
                <a:cubicBezTo>
                  <a:pt x="6182" y="1818"/>
                  <a:pt x="6006" y="1792"/>
                  <a:pt x="5841" y="1740"/>
                </a:cubicBezTo>
                <a:cubicBezTo>
                  <a:pt x="5753" y="1740"/>
                  <a:pt x="5675" y="1714"/>
                  <a:pt x="5588" y="1714"/>
                </a:cubicBezTo>
                <a:cubicBezTo>
                  <a:pt x="5500" y="1688"/>
                  <a:pt x="5412" y="1688"/>
                  <a:pt x="5334" y="1688"/>
                </a:cubicBezTo>
                <a:lnTo>
                  <a:pt x="5072" y="1688"/>
                </a:lnTo>
                <a:lnTo>
                  <a:pt x="4818" y="1714"/>
                </a:lnTo>
                <a:cubicBezTo>
                  <a:pt x="4478" y="1766"/>
                  <a:pt x="4147" y="1896"/>
                  <a:pt x="3845" y="2234"/>
                </a:cubicBezTo>
                <a:cubicBezTo>
                  <a:pt x="3699" y="2390"/>
                  <a:pt x="3562" y="2597"/>
                  <a:pt x="3436" y="2857"/>
                </a:cubicBezTo>
                <a:cubicBezTo>
                  <a:pt x="3319" y="3117"/>
                  <a:pt x="3202" y="3403"/>
                  <a:pt x="3105" y="3714"/>
                </a:cubicBezTo>
                <a:cubicBezTo>
                  <a:pt x="3046" y="3870"/>
                  <a:pt x="2998" y="4026"/>
                  <a:pt x="2939" y="4182"/>
                </a:cubicBezTo>
                <a:cubicBezTo>
                  <a:pt x="2920" y="4260"/>
                  <a:pt x="2890" y="4364"/>
                  <a:pt x="2861" y="4442"/>
                </a:cubicBezTo>
                <a:cubicBezTo>
                  <a:pt x="2842" y="4519"/>
                  <a:pt x="2813" y="4597"/>
                  <a:pt x="2783" y="4675"/>
                </a:cubicBezTo>
                <a:cubicBezTo>
                  <a:pt x="2676" y="4987"/>
                  <a:pt x="2569" y="5273"/>
                  <a:pt x="2462" y="5584"/>
                </a:cubicBezTo>
                <a:cubicBezTo>
                  <a:pt x="2413" y="5740"/>
                  <a:pt x="2365" y="5870"/>
                  <a:pt x="2306" y="6000"/>
                </a:cubicBezTo>
                <a:cubicBezTo>
                  <a:pt x="2258" y="6156"/>
                  <a:pt x="2199" y="6286"/>
                  <a:pt x="2150" y="6416"/>
                </a:cubicBezTo>
                <a:cubicBezTo>
                  <a:pt x="2102" y="6545"/>
                  <a:pt x="2053" y="6675"/>
                  <a:pt x="2004" y="6805"/>
                </a:cubicBezTo>
                <a:cubicBezTo>
                  <a:pt x="1991" y="6840"/>
                  <a:pt x="1978" y="6874"/>
                  <a:pt x="1965" y="6909"/>
                </a:cubicBezTo>
                <a:lnTo>
                  <a:pt x="1926" y="6987"/>
                </a:lnTo>
                <a:cubicBezTo>
                  <a:pt x="1897" y="7039"/>
                  <a:pt x="1878" y="7117"/>
                  <a:pt x="1849" y="7169"/>
                </a:cubicBezTo>
                <a:cubicBezTo>
                  <a:pt x="1751" y="7403"/>
                  <a:pt x="1654" y="7610"/>
                  <a:pt x="1566" y="7844"/>
                </a:cubicBezTo>
                <a:cubicBezTo>
                  <a:pt x="1469" y="8026"/>
                  <a:pt x="1381" y="8234"/>
                  <a:pt x="1294" y="8416"/>
                </a:cubicBezTo>
                <a:cubicBezTo>
                  <a:pt x="1255" y="8494"/>
                  <a:pt x="1216" y="8597"/>
                  <a:pt x="1167" y="8675"/>
                </a:cubicBezTo>
                <a:lnTo>
                  <a:pt x="1050" y="8909"/>
                </a:lnTo>
                <a:cubicBezTo>
                  <a:pt x="972" y="9039"/>
                  <a:pt x="904" y="9195"/>
                  <a:pt x="846" y="9299"/>
                </a:cubicBezTo>
                <a:cubicBezTo>
                  <a:pt x="777" y="9403"/>
                  <a:pt x="719" y="9506"/>
                  <a:pt x="670" y="9610"/>
                </a:cubicBezTo>
                <a:cubicBezTo>
                  <a:pt x="622" y="9688"/>
                  <a:pt x="573" y="9766"/>
                  <a:pt x="534" y="9844"/>
                </a:cubicBezTo>
                <a:cubicBezTo>
                  <a:pt x="495" y="9896"/>
                  <a:pt x="466" y="9948"/>
                  <a:pt x="456" y="9974"/>
                </a:cubicBezTo>
                <a:cubicBezTo>
                  <a:pt x="437" y="10000"/>
                  <a:pt x="427" y="10000"/>
                  <a:pt x="427" y="10000"/>
                </a:cubicBezTo>
                <a:cubicBezTo>
                  <a:pt x="352" y="9636"/>
                  <a:pt x="75" y="9898"/>
                  <a:pt x="0" y="953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9" name="Freeform 22"/>
          <p:cNvSpPr/>
          <p:nvPr/>
        </p:nvSpPr>
        <p:spPr bwMode="auto">
          <a:xfrm rot="17688359">
            <a:off x="7481988" y="1058159"/>
            <a:ext cx="1038045" cy="722600"/>
          </a:xfrm>
          <a:custGeom>
            <a:avLst/>
            <a:gdLst>
              <a:gd name="T0" fmla="*/ 427 w 435"/>
              <a:gd name="T1" fmla="*/ 20 h 302"/>
              <a:gd name="T2" fmla="*/ 422 w 435"/>
              <a:gd name="T3" fmla="*/ 30 h 302"/>
              <a:gd name="T4" fmla="*/ 417 w 435"/>
              <a:gd name="T5" fmla="*/ 41 h 302"/>
              <a:gd name="T6" fmla="*/ 410 w 435"/>
              <a:gd name="T7" fmla="*/ 55 h 302"/>
              <a:gd name="T8" fmla="*/ 401 w 435"/>
              <a:gd name="T9" fmla="*/ 69 h 302"/>
              <a:gd name="T10" fmla="*/ 392 w 435"/>
              <a:gd name="T11" fmla="*/ 84 h 302"/>
              <a:gd name="T12" fmla="*/ 380 w 435"/>
              <a:gd name="T13" fmla="*/ 99 h 302"/>
              <a:gd name="T14" fmla="*/ 354 w 435"/>
              <a:gd name="T15" fmla="*/ 131 h 302"/>
              <a:gd name="T16" fmla="*/ 322 w 435"/>
              <a:gd name="T17" fmla="*/ 161 h 302"/>
              <a:gd name="T18" fmla="*/ 305 w 435"/>
              <a:gd name="T19" fmla="*/ 175 h 302"/>
              <a:gd name="T20" fmla="*/ 286 w 435"/>
              <a:gd name="T21" fmla="*/ 188 h 302"/>
              <a:gd name="T22" fmla="*/ 267 w 435"/>
              <a:gd name="T23" fmla="*/ 200 h 302"/>
              <a:gd name="T24" fmla="*/ 258 w 435"/>
              <a:gd name="T25" fmla="*/ 206 h 302"/>
              <a:gd name="T26" fmla="*/ 248 w 435"/>
              <a:gd name="T27" fmla="*/ 211 h 302"/>
              <a:gd name="T28" fmla="*/ 228 w 435"/>
              <a:gd name="T29" fmla="*/ 221 h 302"/>
              <a:gd name="T30" fmla="*/ 209 w 435"/>
              <a:gd name="T31" fmla="*/ 230 h 302"/>
              <a:gd name="T32" fmla="*/ 171 w 435"/>
              <a:gd name="T33" fmla="*/ 244 h 302"/>
              <a:gd name="T34" fmla="*/ 136 w 435"/>
              <a:gd name="T35" fmla="*/ 254 h 302"/>
              <a:gd name="T36" fmla="*/ 130 w 435"/>
              <a:gd name="T37" fmla="*/ 255 h 302"/>
              <a:gd name="T38" fmla="*/ 130 w 435"/>
              <a:gd name="T39" fmla="*/ 255 h 302"/>
              <a:gd name="T40" fmla="*/ 130 w 435"/>
              <a:gd name="T41" fmla="*/ 255 h 302"/>
              <a:gd name="T42" fmla="*/ 108 w 435"/>
              <a:gd name="T43" fmla="*/ 260 h 302"/>
              <a:gd name="T44" fmla="*/ 108 w 435"/>
              <a:gd name="T45" fmla="*/ 261 h 302"/>
              <a:gd name="T46" fmla="*/ 0 w 435"/>
              <a:gd name="T47" fmla="*/ 274 h 302"/>
              <a:gd name="T48" fmla="*/ 50 w 435"/>
              <a:gd name="T49" fmla="*/ 295 h 302"/>
              <a:gd name="T50" fmla="*/ 86 w 435"/>
              <a:gd name="T51" fmla="*/ 286 h 302"/>
              <a:gd name="T52" fmla="*/ 66 w 435"/>
              <a:gd name="T53" fmla="*/ 292 h 302"/>
              <a:gd name="T54" fmla="*/ 67 w 435"/>
              <a:gd name="T55" fmla="*/ 302 h 302"/>
              <a:gd name="T56" fmla="*/ 68 w 435"/>
              <a:gd name="T57" fmla="*/ 302 h 302"/>
              <a:gd name="T58" fmla="*/ 73 w 435"/>
              <a:gd name="T59" fmla="*/ 301 h 302"/>
              <a:gd name="T60" fmla="*/ 89 w 435"/>
              <a:gd name="T61" fmla="*/ 298 h 302"/>
              <a:gd name="T62" fmla="*/ 144 w 435"/>
              <a:gd name="T63" fmla="*/ 283 h 302"/>
              <a:gd name="T64" fmla="*/ 180 w 435"/>
              <a:gd name="T65" fmla="*/ 270 h 302"/>
              <a:gd name="T66" fmla="*/ 219 w 435"/>
              <a:gd name="T67" fmla="*/ 252 h 302"/>
              <a:gd name="T68" fmla="*/ 239 w 435"/>
              <a:gd name="T69" fmla="*/ 242 h 302"/>
              <a:gd name="T70" fmla="*/ 259 w 435"/>
              <a:gd name="T71" fmla="*/ 230 h 302"/>
              <a:gd name="T72" fmla="*/ 269 w 435"/>
              <a:gd name="T73" fmla="*/ 223 h 302"/>
              <a:gd name="T74" fmla="*/ 278 w 435"/>
              <a:gd name="T75" fmla="*/ 217 h 302"/>
              <a:gd name="T76" fmla="*/ 297 w 435"/>
              <a:gd name="T77" fmla="*/ 203 h 302"/>
              <a:gd name="T78" fmla="*/ 315 w 435"/>
              <a:gd name="T79" fmla="*/ 188 h 302"/>
              <a:gd name="T80" fmla="*/ 332 w 435"/>
              <a:gd name="T81" fmla="*/ 172 h 302"/>
              <a:gd name="T82" fmla="*/ 363 w 435"/>
              <a:gd name="T83" fmla="*/ 138 h 302"/>
              <a:gd name="T84" fmla="*/ 387 w 435"/>
              <a:gd name="T85" fmla="*/ 104 h 302"/>
              <a:gd name="T86" fmla="*/ 397 w 435"/>
              <a:gd name="T87" fmla="*/ 87 h 302"/>
              <a:gd name="T88" fmla="*/ 406 w 435"/>
              <a:gd name="T89" fmla="*/ 72 h 302"/>
              <a:gd name="T90" fmla="*/ 413 w 435"/>
              <a:gd name="T91" fmla="*/ 57 h 302"/>
              <a:gd name="T92" fmla="*/ 420 w 435"/>
              <a:gd name="T93" fmla="*/ 43 h 302"/>
              <a:gd name="T94" fmla="*/ 424 w 435"/>
              <a:gd name="T95" fmla="*/ 31 h 302"/>
              <a:gd name="T96" fmla="*/ 428 w 435"/>
              <a:gd name="T97" fmla="*/ 20 h 302"/>
              <a:gd name="T98" fmla="*/ 435 w 435"/>
              <a:gd name="T99" fmla="*/ 0 h 302"/>
              <a:gd name="T100" fmla="*/ 427 w 435"/>
              <a:gd name="T101" fmla="*/ 20 h 3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435" h="302">
                <a:moveTo>
                  <a:pt x="427" y="20"/>
                </a:moveTo>
                <a:cubicBezTo>
                  <a:pt x="426" y="23"/>
                  <a:pt x="424" y="26"/>
                  <a:pt x="422" y="30"/>
                </a:cubicBezTo>
                <a:cubicBezTo>
                  <a:pt x="421" y="33"/>
                  <a:pt x="419" y="37"/>
                  <a:pt x="417" y="41"/>
                </a:cubicBezTo>
                <a:cubicBezTo>
                  <a:pt x="415" y="46"/>
                  <a:pt x="412" y="50"/>
                  <a:pt x="410" y="55"/>
                </a:cubicBezTo>
                <a:cubicBezTo>
                  <a:pt x="407" y="59"/>
                  <a:pt x="404" y="64"/>
                  <a:pt x="401" y="69"/>
                </a:cubicBezTo>
                <a:cubicBezTo>
                  <a:pt x="398" y="74"/>
                  <a:pt x="395" y="79"/>
                  <a:pt x="392" y="84"/>
                </a:cubicBezTo>
                <a:cubicBezTo>
                  <a:pt x="388" y="89"/>
                  <a:pt x="384" y="94"/>
                  <a:pt x="380" y="99"/>
                </a:cubicBezTo>
                <a:cubicBezTo>
                  <a:pt x="373" y="110"/>
                  <a:pt x="364" y="120"/>
                  <a:pt x="354" y="131"/>
                </a:cubicBezTo>
                <a:cubicBezTo>
                  <a:pt x="344" y="141"/>
                  <a:pt x="334" y="151"/>
                  <a:pt x="322" y="161"/>
                </a:cubicBezTo>
                <a:cubicBezTo>
                  <a:pt x="317" y="166"/>
                  <a:pt x="311" y="170"/>
                  <a:pt x="305" y="175"/>
                </a:cubicBezTo>
                <a:cubicBezTo>
                  <a:pt x="299" y="179"/>
                  <a:pt x="293" y="184"/>
                  <a:pt x="286" y="188"/>
                </a:cubicBezTo>
                <a:cubicBezTo>
                  <a:pt x="280" y="192"/>
                  <a:pt x="274" y="196"/>
                  <a:pt x="267" y="200"/>
                </a:cubicBezTo>
                <a:cubicBezTo>
                  <a:pt x="264" y="202"/>
                  <a:pt x="261" y="204"/>
                  <a:pt x="258" y="206"/>
                </a:cubicBezTo>
                <a:cubicBezTo>
                  <a:pt x="255" y="208"/>
                  <a:pt x="251" y="209"/>
                  <a:pt x="248" y="211"/>
                </a:cubicBezTo>
                <a:cubicBezTo>
                  <a:pt x="242" y="215"/>
                  <a:pt x="235" y="218"/>
                  <a:pt x="228" y="221"/>
                </a:cubicBezTo>
                <a:cubicBezTo>
                  <a:pt x="222" y="224"/>
                  <a:pt x="215" y="227"/>
                  <a:pt x="209" y="230"/>
                </a:cubicBezTo>
                <a:cubicBezTo>
                  <a:pt x="196" y="235"/>
                  <a:pt x="183" y="240"/>
                  <a:pt x="171" y="244"/>
                </a:cubicBezTo>
                <a:cubicBezTo>
                  <a:pt x="159" y="248"/>
                  <a:pt x="147" y="251"/>
                  <a:pt x="136" y="254"/>
                </a:cubicBezTo>
                <a:cubicBezTo>
                  <a:pt x="134" y="255"/>
                  <a:pt x="132" y="255"/>
                  <a:pt x="130" y="255"/>
                </a:cubicBezTo>
                <a:cubicBezTo>
                  <a:pt x="130" y="255"/>
                  <a:pt x="130" y="255"/>
                  <a:pt x="130" y="255"/>
                </a:cubicBezTo>
                <a:cubicBezTo>
                  <a:pt x="130" y="255"/>
                  <a:pt x="130" y="255"/>
                  <a:pt x="130" y="255"/>
                </a:cubicBezTo>
                <a:cubicBezTo>
                  <a:pt x="122" y="257"/>
                  <a:pt x="115" y="259"/>
                  <a:pt x="108" y="260"/>
                </a:cubicBezTo>
                <a:cubicBezTo>
                  <a:pt x="108" y="260"/>
                  <a:pt x="108" y="260"/>
                  <a:pt x="108" y="261"/>
                </a:cubicBezTo>
                <a:cubicBezTo>
                  <a:pt x="82" y="266"/>
                  <a:pt x="38" y="274"/>
                  <a:pt x="0" y="274"/>
                </a:cubicBezTo>
                <a:cubicBezTo>
                  <a:pt x="50" y="295"/>
                  <a:pt x="50" y="295"/>
                  <a:pt x="50" y="295"/>
                </a:cubicBezTo>
                <a:cubicBezTo>
                  <a:pt x="86" y="286"/>
                  <a:pt x="86" y="286"/>
                  <a:pt x="86" y="286"/>
                </a:cubicBezTo>
                <a:cubicBezTo>
                  <a:pt x="80" y="289"/>
                  <a:pt x="73" y="291"/>
                  <a:pt x="66" y="292"/>
                </a:cubicBezTo>
                <a:cubicBezTo>
                  <a:pt x="67" y="302"/>
                  <a:pt x="67" y="302"/>
                  <a:pt x="67" y="302"/>
                </a:cubicBezTo>
                <a:cubicBezTo>
                  <a:pt x="67" y="302"/>
                  <a:pt x="67" y="302"/>
                  <a:pt x="68" y="302"/>
                </a:cubicBezTo>
                <a:cubicBezTo>
                  <a:pt x="69" y="302"/>
                  <a:pt x="71" y="302"/>
                  <a:pt x="73" y="301"/>
                </a:cubicBezTo>
                <a:cubicBezTo>
                  <a:pt x="77" y="301"/>
                  <a:pt x="82" y="300"/>
                  <a:pt x="89" y="298"/>
                </a:cubicBezTo>
                <a:cubicBezTo>
                  <a:pt x="103" y="295"/>
                  <a:pt x="122" y="291"/>
                  <a:pt x="144" y="283"/>
                </a:cubicBezTo>
                <a:cubicBezTo>
                  <a:pt x="156" y="280"/>
                  <a:pt x="168" y="275"/>
                  <a:pt x="180" y="270"/>
                </a:cubicBezTo>
                <a:cubicBezTo>
                  <a:pt x="193" y="265"/>
                  <a:pt x="206" y="259"/>
                  <a:pt x="219" y="252"/>
                </a:cubicBezTo>
                <a:cubicBezTo>
                  <a:pt x="226" y="249"/>
                  <a:pt x="232" y="245"/>
                  <a:pt x="239" y="242"/>
                </a:cubicBezTo>
                <a:cubicBezTo>
                  <a:pt x="246" y="238"/>
                  <a:pt x="252" y="234"/>
                  <a:pt x="259" y="230"/>
                </a:cubicBezTo>
                <a:cubicBezTo>
                  <a:pt x="262" y="228"/>
                  <a:pt x="265" y="225"/>
                  <a:pt x="269" y="223"/>
                </a:cubicBezTo>
                <a:cubicBezTo>
                  <a:pt x="272" y="221"/>
                  <a:pt x="275" y="219"/>
                  <a:pt x="278" y="217"/>
                </a:cubicBezTo>
                <a:cubicBezTo>
                  <a:pt x="285" y="212"/>
                  <a:pt x="291" y="207"/>
                  <a:pt x="297" y="203"/>
                </a:cubicBezTo>
                <a:cubicBezTo>
                  <a:pt x="303" y="198"/>
                  <a:pt x="309" y="193"/>
                  <a:pt x="315" y="188"/>
                </a:cubicBezTo>
                <a:cubicBezTo>
                  <a:pt x="321" y="182"/>
                  <a:pt x="327" y="177"/>
                  <a:pt x="332" y="172"/>
                </a:cubicBezTo>
                <a:cubicBezTo>
                  <a:pt x="343" y="161"/>
                  <a:pt x="353" y="150"/>
                  <a:pt x="363" y="138"/>
                </a:cubicBezTo>
                <a:cubicBezTo>
                  <a:pt x="372" y="127"/>
                  <a:pt x="380" y="115"/>
                  <a:pt x="387" y="104"/>
                </a:cubicBezTo>
                <a:cubicBezTo>
                  <a:pt x="391" y="98"/>
                  <a:pt x="394" y="93"/>
                  <a:pt x="397" y="87"/>
                </a:cubicBezTo>
                <a:cubicBezTo>
                  <a:pt x="400" y="82"/>
                  <a:pt x="403" y="77"/>
                  <a:pt x="406" y="72"/>
                </a:cubicBezTo>
                <a:cubicBezTo>
                  <a:pt x="409" y="66"/>
                  <a:pt x="411" y="61"/>
                  <a:pt x="413" y="57"/>
                </a:cubicBezTo>
                <a:cubicBezTo>
                  <a:pt x="416" y="52"/>
                  <a:pt x="418" y="47"/>
                  <a:pt x="420" y="43"/>
                </a:cubicBezTo>
                <a:cubicBezTo>
                  <a:pt x="421" y="38"/>
                  <a:pt x="423" y="34"/>
                  <a:pt x="424" y="31"/>
                </a:cubicBezTo>
                <a:cubicBezTo>
                  <a:pt x="426" y="27"/>
                  <a:pt x="427" y="23"/>
                  <a:pt x="428" y="20"/>
                </a:cubicBezTo>
                <a:cubicBezTo>
                  <a:pt x="433" y="7"/>
                  <a:pt x="435" y="0"/>
                  <a:pt x="435" y="0"/>
                </a:cubicBezTo>
                <a:cubicBezTo>
                  <a:pt x="435" y="0"/>
                  <a:pt x="432" y="7"/>
                  <a:pt x="427" y="2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40" name="Freeform 21"/>
          <p:cNvSpPr/>
          <p:nvPr/>
        </p:nvSpPr>
        <p:spPr bwMode="auto">
          <a:xfrm>
            <a:off x="7998695" y="1833034"/>
            <a:ext cx="1759848" cy="332542"/>
          </a:xfrm>
          <a:custGeom>
            <a:avLst/>
            <a:gdLst>
              <a:gd name="T0" fmla="*/ 820 w 849"/>
              <a:gd name="T1" fmla="*/ 85 h 160"/>
              <a:gd name="T2" fmla="*/ 762 w 849"/>
              <a:gd name="T3" fmla="*/ 116 h 160"/>
              <a:gd name="T4" fmla="*/ 737 w 849"/>
              <a:gd name="T5" fmla="*/ 127 h 160"/>
              <a:gd name="T6" fmla="*/ 609 w 849"/>
              <a:gd name="T7" fmla="*/ 149 h 160"/>
              <a:gd name="T8" fmla="*/ 502 w 849"/>
              <a:gd name="T9" fmla="*/ 124 h 160"/>
              <a:gd name="T10" fmla="*/ 477 w 849"/>
              <a:gd name="T11" fmla="*/ 111 h 160"/>
              <a:gd name="T12" fmla="*/ 469 w 849"/>
              <a:gd name="T13" fmla="*/ 106 h 160"/>
              <a:gd name="T14" fmla="*/ 419 w 849"/>
              <a:gd name="T15" fmla="*/ 76 h 160"/>
              <a:gd name="T16" fmla="*/ 367 w 849"/>
              <a:gd name="T17" fmla="*/ 51 h 160"/>
              <a:gd name="T18" fmla="*/ 332 w 849"/>
              <a:gd name="T19" fmla="*/ 37 h 160"/>
              <a:gd name="T20" fmla="*/ 298 w 849"/>
              <a:gd name="T21" fmla="*/ 25 h 160"/>
              <a:gd name="T22" fmla="*/ 264 w 849"/>
              <a:gd name="T23" fmla="*/ 16 h 160"/>
              <a:gd name="T24" fmla="*/ 232 w 849"/>
              <a:gd name="T25" fmla="*/ 9 h 160"/>
              <a:gd name="T26" fmla="*/ 201 w 849"/>
              <a:gd name="T27" fmla="*/ 4 h 160"/>
              <a:gd name="T28" fmla="*/ 173 w 849"/>
              <a:gd name="T29" fmla="*/ 1 h 160"/>
              <a:gd name="T30" fmla="*/ 147 w 849"/>
              <a:gd name="T31" fmla="*/ 0 h 160"/>
              <a:gd name="T32" fmla="*/ 120 w 849"/>
              <a:gd name="T33" fmla="*/ 0 h 160"/>
              <a:gd name="T34" fmla="*/ 0 w 849"/>
              <a:gd name="T35" fmla="*/ 94 h 160"/>
              <a:gd name="T36" fmla="*/ 152 w 849"/>
              <a:gd name="T37" fmla="*/ 32 h 160"/>
              <a:gd name="T38" fmla="*/ 171 w 849"/>
              <a:gd name="T39" fmla="*/ 33 h 160"/>
              <a:gd name="T40" fmla="*/ 198 w 849"/>
              <a:gd name="T41" fmla="*/ 34 h 160"/>
              <a:gd name="T42" fmla="*/ 227 w 849"/>
              <a:gd name="T43" fmla="*/ 37 h 160"/>
              <a:gd name="T44" fmla="*/ 258 w 849"/>
              <a:gd name="T45" fmla="*/ 43 h 160"/>
              <a:gd name="T46" fmla="*/ 291 w 849"/>
              <a:gd name="T47" fmla="*/ 50 h 160"/>
              <a:gd name="T48" fmla="*/ 324 w 849"/>
              <a:gd name="T49" fmla="*/ 60 h 160"/>
              <a:gd name="T50" fmla="*/ 358 w 849"/>
              <a:gd name="T51" fmla="*/ 72 h 160"/>
              <a:gd name="T52" fmla="*/ 409 w 849"/>
              <a:gd name="T53" fmla="*/ 94 h 160"/>
              <a:gd name="T54" fmla="*/ 460 w 849"/>
              <a:gd name="T55" fmla="*/ 121 h 160"/>
              <a:gd name="T56" fmla="*/ 468 w 849"/>
              <a:gd name="T57" fmla="*/ 126 h 160"/>
              <a:gd name="T58" fmla="*/ 496 w 849"/>
              <a:gd name="T59" fmla="*/ 139 h 160"/>
              <a:gd name="T60" fmla="*/ 609 w 849"/>
              <a:gd name="T61" fmla="*/ 160 h 160"/>
              <a:gd name="T62" fmla="*/ 739 w 849"/>
              <a:gd name="T63" fmla="*/ 132 h 160"/>
              <a:gd name="T64" fmla="*/ 764 w 849"/>
              <a:gd name="T65" fmla="*/ 120 h 160"/>
              <a:gd name="T66" fmla="*/ 821 w 849"/>
              <a:gd name="T67" fmla="*/ 86 h 160"/>
              <a:gd name="T68" fmla="*/ 849 w 849"/>
              <a:gd name="T69" fmla="*/ 65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849" h="160">
                <a:moveTo>
                  <a:pt x="841" y="70"/>
                </a:moveTo>
                <a:cubicBezTo>
                  <a:pt x="836" y="74"/>
                  <a:pt x="829" y="79"/>
                  <a:pt x="820" y="85"/>
                </a:cubicBezTo>
                <a:cubicBezTo>
                  <a:pt x="810" y="91"/>
                  <a:pt x="798" y="98"/>
                  <a:pt x="785" y="105"/>
                </a:cubicBezTo>
                <a:cubicBezTo>
                  <a:pt x="778" y="109"/>
                  <a:pt x="770" y="113"/>
                  <a:pt x="762" y="116"/>
                </a:cubicBezTo>
                <a:cubicBezTo>
                  <a:pt x="758" y="118"/>
                  <a:pt x="754" y="120"/>
                  <a:pt x="750" y="122"/>
                </a:cubicBezTo>
                <a:cubicBezTo>
                  <a:pt x="746" y="123"/>
                  <a:pt x="741" y="125"/>
                  <a:pt x="737" y="127"/>
                </a:cubicBezTo>
                <a:cubicBezTo>
                  <a:pt x="719" y="134"/>
                  <a:pt x="699" y="140"/>
                  <a:pt x="677" y="144"/>
                </a:cubicBezTo>
                <a:cubicBezTo>
                  <a:pt x="656" y="148"/>
                  <a:pt x="633" y="150"/>
                  <a:pt x="609" y="149"/>
                </a:cubicBezTo>
                <a:cubicBezTo>
                  <a:pt x="585" y="148"/>
                  <a:pt x="561" y="144"/>
                  <a:pt x="537" y="137"/>
                </a:cubicBezTo>
                <a:cubicBezTo>
                  <a:pt x="525" y="134"/>
                  <a:pt x="513" y="129"/>
                  <a:pt x="502" y="124"/>
                </a:cubicBezTo>
                <a:cubicBezTo>
                  <a:pt x="496" y="122"/>
                  <a:pt x="491" y="119"/>
                  <a:pt x="485" y="116"/>
                </a:cubicBezTo>
                <a:cubicBezTo>
                  <a:pt x="483" y="114"/>
                  <a:pt x="480" y="113"/>
                  <a:pt x="477" y="111"/>
                </a:cubicBezTo>
                <a:cubicBezTo>
                  <a:pt x="473" y="109"/>
                  <a:pt x="473" y="109"/>
                  <a:pt x="473" y="109"/>
                </a:cubicBezTo>
                <a:cubicBezTo>
                  <a:pt x="469" y="106"/>
                  <a:pt x="469" y="106"/>
                  <a:pt x="469" y="106"/>
                </a:cubicBezTo>
                <a:cubicBezTo>
                  <a:pt x="458" y="99"/>
                  <a:pt x="447" y="93"/>
                  <a:pt x="436" y="86"/>
                </a:cubicBezTo>
                <a:cubicBezTo>
                  <a:pt x="430" y="82"/>
                  <a:pt x="425" y="79"/>
                  <a:pt x="419" y="76"/>
                </a:cubicBezTo>
                <a:cubicBezTo>
                  <a:pt x="413" y="73"/>
                  <a:pt x="407" y="70"/>
                  <a:pt x="402" y="67"/>
                </a:cubicBezTo>
                <a:cubicBezTo>
                  <a:pt x="390" y="61"/>
                  <a:pt x="379" y="56"/>
                  <a:pt x="367" y="51"/>
                </a:cubicBezTo>
                <a:cubicBezTo>
                  <a:pt x="361" y="48"/>
                  <a:pt x="356" y="46"/>
                  <a:pt x="350" y="43"/>
                </a:cubicBezTo>
                <a:cubicBezTo>
                  <a:pt x="344" y="41"/>
                  <a:pt x="338" y="39"/>
                  <a:pt x="332" y="37"/>
                </a:cubicBezTo>
                <a:cubicBezTo>
                  <a:pt x="326" y="35"/>
                  <a:pt x="321" y="32"/>
                  <a:pt x="315" y="30"/>
                </a:cubicBezTo>
                <a:cubicBezTo>
                  <a:pt x="309" y="29"/>
                  <a:pt x="304" y="27"/>
                  <a:pt x="298" y="25"/>
                </a:cubicBezTo>
                <a:cubicBezTo>
                  <a:pt x="292" y="23"/>
                  <a:pt x="287" y="22"/>
                  <a:pt x="281" y="20"/>
                </a:cubicBezTo>
                <a:cubicBezTo>
                  <a:pt x="275" y="18"/>
                  <a:pt x="270" y="17"/>
                  <a:pt x="264" y="16"/>
                </a:cubicBezTo>
                <a:cubicBezTo>
                  <a:pt x="259" y="14"/>
                  <a:pt x="253" y="13"/>
                  <a:pt x="248" y="12"/>
                </a:cubicBezTo>
                <a:cubicBezTo>
                  <a:pt x="242" y="11"/>
                  <a:pt x="237" y="10"/>
                  <a:pt x="232" y="9"/>
                </a:cubicBezTo>
                <a:cubicBezTo>
                  <a:pt x="227" y="8"/>
                  <a:pt x="221" y="7"/>
                  <a:pt x="216" y="6"/>
                </a:cubicBezTo>
                <a:cubicBezTo>
                  <a:pt x="211" y="5"/>
                  <a:pt x="206" y="5"/>
                  <a:pt x="201" y="4"/>
                </a:cubicBezTo>
                <a:cubicBezTo>
                  <a:pt x="196" y="3"/>
                  <a:pt x="191" y="3"/>
                  <a:pt x="187" y="2"/>
                </a:cubicBezTo>
                <a:cubicBezTo>
                  <a:pt x="182" y="2"/>
                  <a:pt x="177" y="1"/>
                  <a:pt x="173" y="1"/>
                </a:cubicBezTo>
                <a:cubicBezTo>
                  <a:pt x="168" y="1"/>
                  <a:pt x="164" y="0"/>
                  <a:pt x="159" y="0"/>
                </a:cubicBezTo>
                <a:cubicBezTo>
                  <a:pt x="155" y="0"/>
                  <a:pt x="151" y="0"/>
                  <a:pt x="147" y="0"/>
                </a:cubicBezTo>
                <a:cubicBezTo>
                  <a:pt x="139" y="0"/>
                  <a:pt x="131" y="0"/>
                  <a:pt x="124" y="0"/>
                </a:cubicBezTo>
                <a:cubicBezTo>
                  <a:pt x="123" y="0"/>
                  <a:pt x="121" y="0"/>
                  <a:pt x="120" y="0"/>
                </a:cubicBezTo>
                <a:cubicBezTo>
                  <a:pt x="117" y="4"/>
                  <a:pt x="114" y="7"/>
                  <a:pt x="111" y="10"/>
                </a:cubicBezTo>
                <a:cubicBezTo>
                  <a:pt x="9" y="27"/>
                  <a:pt x="0" y="94"/>
                  <a:pt x="0" y="94"/>
                </a:cubicBezTo>
                <a:cubicBezTo>
                  <a:pt x="71" y="36"/>
                  <a:pt x="152" y="32"/>
                  <a:pt x="152" y="32"/>
                </a:cubicBezTo>
                <a:cubicBezTo>
                  <a:pt x="152" y="32"/>
                  <a:pt x="152" y="32"/>
                  <a:pt x="152" y="32"/>
                </a:cubicBezTo>
                <a:cubicBezTo>
                  <a:pt x="154" y="32"/>
                  <a:pt x="156" y="32"/>
                  <a:pt x="159" y="32"/>
                </a:cubicBezTo>
                <a:cubicBezTo>
                  <a:pt x="163" y="32"/>
                  <a:pt x="167" y="33"/>
                  <a:pt x="171" y="33"/>
                </a:cubicBezTo>
                <a:cubicBezTo>
                  <a:pt x="175" y="33"/>
                  <a:pt x="180" y="33"/>
                  <a:pt x="184" y="33"/>
                </a:cubicBezTo>
                <a:cubicBezTo>
                  <a:pt x="189" y="33"/>
                  <a:pt x="193" y="34"/>
                  <a:pt x="198" y="34"/>
                </a:cubicBezTo>
                <a:cubicBezTo>
                  <a:pt x="203" y="35"/>
                  <a:pt x="207" y="35"/>
                  <a:pt x="212" y="35"/>
                </a:cubicBezTo>
                <a:cubicBezTo>
                  <a:pt x="217" y="36"/>
                  <a:pt x="222" y="37"/>
                  <a:pt x="227" y="37"/>
                </a:cubicBezTo>
                <a:cubicBezTo>
                  <a:pt x="232" y="38"/>
                  <a:pt x="237" y="39"/>
                  <a:pt x="243" y="40"/>
                </a:cubicBezTo>
                <a:cubicBezTo>
                  <a:pt x="248" y="41"/>
                  <a:pt x="253" y="42"/>
                  <a:pt x="258" y="43"/>
                </a:cubicBezTo>
                <a:cubicBezTo>
                  <a:pt x="264" y="44"/>
                  <a:pt x="269" y="45"/>
                  <a:pt x="274" y="46"/>
                </a:cubicBezTo>
                <a:cubicBezTo>
                  <a:pt x="280" y="47"/>
                  <a:pt x="285" y="49"/>
                  <a:pt x="291" y="50"/>
                </a:cubicBezTo>
                <a:cubicBezTo>
                  <a:pt x="296" y="52"/>
                  <a:pt x="302" y="53"/>
                  <a:pt x="307" y="55"/>
                </a:cubicBezTo>
                <a:cubicBezTo>
                  <a:pt x="313" y="56"/>
                  <a:pt x="319" y="58"/>
                  <a:pt x="324" y="60"/>
                </a:cubicBezTo>
                <a:cubicBezTo>
                  <a:pt x="330" y="62"/>
                  <a:pt x="336" y="64"/>
                  <a:pt x="341" y="65"/>
                </a:cubicBezTo>
                <a:cubicBezTo>
                  <a:pt x="347" y="67"/>
                  <a:pt x="353" y="70"/>
                  <a:pt x="358" y="72"/>
                </a:cubicBezTo>
                <a:cubicBezTo>
                  <a:pt x="370" y="77"/>
                  <a:pt x="381" y="81"/>
                  <a:pt x="392" y="86"/>
                </a:cubicBezTo>
                <a:cubicBezTo>
                  <a:pt x="398" y="89"/>
                  <a:pt x="404" y="92"/>
                  <a:pt x="409" y="94"/>
                </a:cubicBezTo>
                <a:cubicBezTo>
                  <a:pt x="415" y="97"/>
                  <a:pt x="421" y="100"/>
                  <a:pt x="426" y="103"/>
                </a:cubicBezTo>
                <a:cubicBezTo>
                  <a:pt x="438" y="109"/>
                  <a:pt x="449" y="115"/>
                  <a:pt x="460" y="121"/>
                </a:cubicBezTo>
                <a:cubicBezTo>
                  <a:pt x="464" y="124"/>
                  <a:pt x="464" y="124"/>
                  <a:pt x="464" y="124"/>
                </a:cubicBezTo>
                <a:cubicBezTo>
                  <a:pt x="468" y="126"/>
                  <a:pt x="468" y="126"/>
                  <a:pt x="468" y="126"/>
                </a:cubicBezTo>
                <a:cubicBezTo>
                  <a:pt x="471" y="128"/>
                  <a:pt x="474" y="130"/>
                  <a:pt x="477" y="131"/>
                </a:cubicBezTo>
                <a:cubicBezTo>
                  <a:pt x="483" y="134"/>
                  <a:pt x="489" y="137"/>
                  <a:pt x="496" y="139"/>
                </a:cubicBezTo>
                <a:cubicBezTo>
                  <a:pt x="508" y="144"/>
                  <a:pt x="520" y="148"/>
                  <a:pt x="533" y="151"/>
                </a:cubicBezTo>
                <a:cubicBezTo>
                  <a:pt x="558" y="158"/>
                  <a:pt x="584" y="160"/>
                  <a:pt x="609" y="160"/>
                </a:cubicBezTo>
                <a:cubicBezTo>
                  <a:pt x="633" y="160"/>
                  <a:pt x="657" y="157"/>
                  <a:pt x="679" y="152"/>
                </a:cubicBezTo>
                <a:cubicBezTo>
                  <a:pt x="701" y="147"/>
                  <a:pt x="721" y="140"/>
                  <a:pt x="739" y="132"/>
                </a:cubicBezTo>
                <a:cubicBezTo>
                  <a:pt x="743" y="130"/>
                  <a:pt x="748" y="128"/>
                  <a:pt x="752" y="126"/>
                </a:cubicBezTo>
                <a:cubicBezTo>
                  <a:pt x="756" y="124"/>
                  <a:pt x="760" y="122"/>
                  <a:pt x="764" y="120"/>
                </a:cubicBezTo>
                <a:cubicBezTo>
                  <a:pt x="772" y="117"/>
                  <a:pt x="779" y="112"/>
                  <a:pt x="786" y="108"/>
                </a:cubicBezTo>
                <a:cubicBezTo>
                  <a:pt x="800" y="100"/>
                  <a:pt x="811" y="93"/>
                  <a:pt x="821" y="86"/>
                </a:cubicBezTo>
                <a:cubicBezTo>
                  <a:pt x="830" y="80"/>
                  <a:pt x="837" y="74"/>
                  <a:pt x="842" y="71"/>
                </a:cubicBezTo>
                <a:cubicBezTo>
                  <a:pt x="846" y="67"/>
                  <a:pt x="849" y="65"/>
                  <a:pt x="849" y="65"/>
                </a:cubicBezTo>
                <a:cubicBezTo>
                  <a:pt x="849" y="65"/>
                  <a:pt x="846" y="67"/>
                  <a:pt x="841" y="7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41" name="TextBox 40"/>
          <p:cNvSpPr txBox="1"/>
          <p:nvPr/>
        </p:nvSpPr>
        <p:spPr>
          <a:xfrm rot="17299230">
            <a:off x="7248607" y="2220530"/>
            <a:ext cx="6944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Define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 rot="20950440">
            <a:off x="9116868" y="2458653"/>
            <a:ext cx="5774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Issues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43" name="Freeform 30"/>
          <p:cNvSpPr/>
          <p:nvPr/>
        </p:nvSpPr>
        <p:spPr bwMode="auto">
          <a:xfrm rot="11700000" flipH="1">
            <a:off x="8419096" y="2892251"/>
            <a:ext cx="1601204" cy="223471"/>
          </a:xfrm>
          <a:custGeom>
            <a:avLst/>
            <a:gdLst>
              <a:gd name="T0" fmla="*/ 632 w 660"/>
              <a:gd name="T1" fmla="*/ 22 h 92"/>
              <a:gd name="T2" fmla="*/ 600 w 660"/>
              <a:gd name="T3" fmla="*/ 16 h 92"/>
              <a:gd name="T4" fmla="*/ 557 w 660"/>
              <a:gd name="T5" fmla="*/ 10 h 92"/>
              <a:gd name="T6" fmla="*/ 533 w 660"/>
              <a:gd name="T7" fmla="*/ 7 h 92"/>
              <a:gd name="T8" fmla="*/ 520 w 660"/>
              <a:gd name="T9" fmla="*/ 5 h 92"/>
              <a:gd name="T10" fmla="*/ 507 w 660"/>
              <a:gd name="T11" fmla="*/ 4 h 92"/>
              <a:gd name="T12" fmla="*/ 451 w 660"/>
              <a:gd name="T13" fmla="*/ 1 h 92"/>
              <a:gd name="T14" fmla="*/ 421 w 660"/>
              <a:gd name="T15" fmla="*/ 0 h 92"/>
              <a:gd name="T16" fmla="*/ 390 w 660"/>
              <a:gd name="T17" fmla="*/ 0 h 92"/>
              <a:gd name="T18" fmla="*/ 359 w 660"/>
              <a:gd name="T19" fmla="*/ 1 h 92"/>
              <a:gd name="T20" fmla="*/ 328 w 660"/>
              <a:gd name="T21" fmla="*/ 3 h 92"/>
              <a:gd name="T22" fmla="*/ 296 w 660"/>
              <a:gd name="T23" fmla="*/ 6 h 92"/>
              <a:gd name="T24" fmla="*/ 281 w 660"/>
              <a:gd name="T25" fmla="*/ 8 h 92"/>
              <a:gd name="T26" fmla="*/ 265 w 660"/>
              <a:gd name="T27" fmla="*/ 10 h 92"/>
              <a:gd name="T28" fmla="*/ 205 w 660"/>
              <a:gd name="T29" fmla="*/ 20 h 92"/>
              <a:gd name="T30" fmla="*/ 149 w 660"/>
              <a:gd name="T31" fmla="*/ 33 h 92"/>
              <a:gd name="T32" fmla="*/ 100 w 660"/>
              <a:gd name="T33" fmla="*/ 47 h 92"/>
              <a:gd name="T34" fmla="*/ 28 w 660"/>
              <a:gd name="T35" fmla="*/ 74 h 92"/>
              <a:gd name="T36" fmla="*/ 8 w 660"/>
              <a:gd name="T37" fmla="*/ 83 h 92"/>
              <a:gd name="T38" fmla="*/ 1 w 660"/>
              <a:gd name="T39" fmla="*/ 87 h 92"/>
              <a:gd name="T40" fmla="*/ 4 w 660"/>
              <a:gd name="T41" fmla="*/ 92 h 92"/>
              <a:gd name="T42" fmla="*/ 10 w 660"/>
              <a:gd name="T43" fmla="*/ 91 h 92"/>
              <a:gd name="T44" fmla="*/ 52 w 660"/>
              <a:gd name="T45" fmla="*/ 88 h 92"/>
              <a:gd name="T46" fmla="*/ 71 w 660"/>
              <a:gd name="T47" fmla="*/ 91 h 92"/>
              <a:gd name="T48" fmla="*/ 110 w 660"/>
              <a:gd name="T49" fmla="*/ 75 h 92"/>
              <a:gd name="T50" fmla="*/ 157 w 660"/>
              <a:gd name="T51" fmla="*/ 59 h 92"/>
              <a:gd name="T52" fmla="*/ 210 w 660"/>
              <a:gd name="T53" fmla="*/ 44 h 92"/>
              <a:gd name="T54" fmla="*/ 269 w 660"/>
              <a:gd name="T55" fmla="*/ 31 h 92"/>
              <a:gd name="T56" fmla="*/ 284 w 660"/>
              <a:gd name="T57" fmla="*/ 28 h 92"/>
              <a:gd name="T58" fmla="*/ 299 w 660"/>
              <a:gd name="T59" fmla="*/ 26 h 92"/>
              <a:gd name="T60" fmla="*/ 329 w 660"/>
              <a:gd name="T61" fmla="*/ 21 h 92"/>
              <a:gd name="T62" fmla="*/ 360 w 660"/>
              <a:gd name="T63" fmla="*/ 18 h 92"/>
              <a:gd name="T64" fmla="*/ 391 w 660"/>
              <a:gd name="T65" fmla="*/ 15 h 92"/>
              <a:gd name="T66" fmla="*/ 421 w 660"/>
              <a:gd name="T67" fmla="*/ 13 h 92"/>
              <a:gd name="T68" fmla="*/ 451 w 660"/>
              <a:gd name="T69" fmla="*/ 12 h 92"/>
              <a:gd name="T70" fmla="*/ 507 w 660"/>
              <a:gd name="T71" fmla="*/ 13 h 92"/>
              <a:gd name="T72" fmla="*/ 520 w 660"/>
              <a:gd name="T73" fmla="*/ 13 h 92"/>
              <a:gd name="T74" fmla="*/ 533 w 660"/>
              <a:gd name="T75" fmla="*/ 14 h 92"/>
              <a:gd name="T76" fmla="*/ 557 w 660"/>
              <a:gd name="T77" fmla="*/ 15 h 92"/>
              <a:gd name="T78" fmla="*/ 599 w 660"/>
              <a:gd name="T79" fmla="*/ 19 h 92"/>
              <a:gd name="T80" fmla="*/ 632 w 660"/>
              <a:gd name="T81" fmla="*/ 23 h 92"/>
              <a:gd name="T82" fmla="*/ 660 w 660"/>
              <a:gd name="T83" fmla="*/ 27 h 92"/>
              <a:gd name="T84" fmla="*/ 632 w 660"/>
              <a:gd name="T85" fmla="*/ 22 h 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660" h="92">
                <a:moveTo>
                  <a:pt x="632" y="22"/>
                </a:moveTo>
                <a:cubicBezTo>
                  <a:pt x="623" y="20"/>
                  <a:pt x="612" y="18"/>
                  <a:pt x="600" y="16"/>
                </a:cubicBezTo>
                <a:cubicBezTo>
                  <a:pt x="587" y="14"/>
                  <a:pt x="573" y="12"/>
                  <a:pt x="557" y="10"/>
                </a:cubicBezTo>
                <a:cubicBezTo>
                  <a:pt x="550" y="9"/>
                  <a:pt x="542" y="8"/>
                  <a:pt x="533" y="7"/>
                </a:cubicBezTo>
                <a:cubicBezTo>
                  <a:pt x="529" y="6"/>
                  <a:pt x="525" y="6"/>
                  <a:pt x="520" y="5"/>
                </a:cubicBezTo>
                <a:cubicBezTo>
                  <a:pt x="516" y="5"/>
                  <a:pt x="512" y="5"/>
                  <a:pt x="507" y="4"/>
                </a:cubicBezTo>
                <a:cubicBezTo>
                  <a:pt x="489" y="3"/>
                  <a:pt x="470" y="2"/>
                  <a:pt x="451" y="1"/>
                </a:cubicBezTo>
                <a:cubicBezTo>
                  <a:pt x="441" y="1"/>
                  <a:pt x="431" y="0"/>
                  <a:pt x="421" y="0"/>
                </a:cubicBezTo>
                <a:cubicBezTo>
                  <a:pt x="411" y="0"/>
                  <a:pt x="400" y="0"/>
                  <a:pt x="390" y="0"/>
                </a:cubicBezTo>
                <a:cubicBezTo>
                  <a:pt x="380" y="1"/>
                  <a:pt x="369" y="1"/>
                  <a:pt x="359" y="1"/>
                </a:cubicBezTo>
                <a:cubicBezTo>
                  <a:pt x="349" y="2"/>
                  <a:pt x="338" y="2"/>
                  <a:pt x="328" y="3"/>
                </a:cubicBezTo>
                <a:cubicBezTo>
                  <a:pt x="317" y="4"/>
                  <a:pt x="307" y="5"/>
                  <a:pt x="296" y="6"/>
                </a:cubicBezTo>
                <a:cubicBezTo>
                  <a:pt x="291" y="7"/>
                  <a:pt x="286" y="7"/>
                  <a:pt x="281" y="8"/>
                </a:cubicBezTo>
                <a:cubicBezTo>
                  <a:pt x="275" y="9"/>
                  <a:pt x="270" y="9"/>
                  <a:pt x="265" y="10"/>
                </a:cubicBezTo>
                <a:cubicBezTo>
                  <a:pt x="245" y="13"/>
                  <a:pt x="224" y="16"/>
                  <a:pt x="205" y="20"/>
                </a:cubicBezTo>
                <a:cubicBezTo>
                  <a:pt x="186" y="24"/>
                  <a:pt x="167" y="28"/>
                  <a:pt x="149" y="33"/>
                </a:cubicBezTo>
                <a:cubicBezTo>
                  <a:pt x="132" y="37"/>
                  <a:pt x="115" y="42"/>
                  <a:pt x="100" y="47"/>
                </a:cubicBezTo>
                <a:cubicBezTo>
                  <a:pt x="70" y="56"/>
                  <a:pt x="45" y="66"/>
                  <a:pt x="28" y="74"/>
                </a:cubicBezTo>
                <a:cubicBezTo>
                  <a:pt x="19" y="77"/>
                  <a:pt x="12" y="81"/>
                  <a:pt x="8" y="83"/>
                </a:cubicBezTo>
                <a:cubicBezTo>
                  <a:pt x="3" y="85"/>
                  <a:pt x="0" y="87"/>
                  <a:pt x="1" y="87"/>
                </a:cubicBezTo>
                <a:cubicBezTo>
                  <a:pt x="4" y="92"/>
                  <a:pt x="4" y="92"/>
                  <a:pt x="4" y="92"/>
                </a:cubicBezTo>
                <a:cubicBezTo>
                  <a:pt x="6" y="91"/>
                  <a:pt x="8" y="91"/>
                  <a:pt x="10" y="91"/>
                </a:cubicBezTo>
                <a:cubicBezTo>
                  <a:pt x="24" y="90"/>
                  <a:pt x="38" y="89"/>
                  <a:pt x="52" y="88"/>
                </a:cubicBezTo>
                <a:cubicBezTo>
                  <a:pt x="59" y="87"/>
                  <a:pt x="65" y="89"/>
                  <a:pt x="71" y="91"/>
                </a:cubicBezTo>
                <a:cubicBezTo>
                  <a:pt x="83" y="86"/>
                  <a:pt x="96" y="81"/>
                  <a:pt x="110" y="75"/>
                </a:cubicBezTo>
                <a:cubicBezTo>
                  <a:pt x="124" y="70"/>
                  <a:pt x="140" y="65"/>
                  <a:pt x="157" y="59"/>
                </a:cubicBezTo>
                <a:cubicBezTo>
                  <a:pt x="174" y="54"/>
                  <a:pt x="192" y="49"/>
                  <a:pt x="210" y="44"/>
                </a:cubicBezTo>
                <a:cubicBezTo>
                  <a:pt x="229" y="39"/>
                  <a:pt x="249" y="35"/>
                  <a:pt x="269" y="31"/>
                </a:cubicBezTo>
                <a:cubicBezTo>
                  <a:pt x="274" y="30"/>
                  <a:pt x="279" y="29"/>
                  <a:pt x="284" y="28"/>
                </a:cubicBezTo>
                <a:cubicBezTo>
                  <a:pt x="289" y="27"/>
                  <a:pt x="294" y="27"/>
                  <a:pt x="299" y="26"/>
                </a:cubicBezTo>
                <a:cubicBezTo>
                  <a:pt x="309" y="24"/>
                  <a:pt x="319" y="23"/>
                  <a:pt x="329" y="21"/>
                </a:cubicBezTo>
                <a:cubicBezTo>
                  <a:pt x="340" y="20"/>
                  <a:pt x="350" y="19"/>
                  <a:pt x="360" y="18"/>
                </a:cubicBezTo>
                <a:cubicBezTo>
                  <a:pt x="370" y="17"/>
                  <a:pt x="381" y="16"/>
                  <a:pt x="391" y="15"/>
                </a:cubicBezTo>
                <a:cubicBezTo>
                  <a:pt x="401" y="14"/>
                  <a:pt x="411" y="14"/>
                  <a:pt x="421" y="13"/>
                </a:cubicBezTo>
                <a:cubicBezTo>
                  <a:pt x="431" y="13"/>
                  <a:pt x="441" y="13"/>
                  <a:pt x="451" y="12"/>
                </a:cubicBezTo>
                <a:cubicBezTo>
                  <a:pt x="470" y="12"/>
                  <a:pt x="489" y="12"/>
                  <a:pt x="507" y="13"/>
                </a:cubicBezTo>
                <a:cubicBezTo>
                  <a:pt x="511" y="13"/>
                  <a:pt x="515" y="13"/>
                  <a:pt x="520" y="13"/>
                </a:cubicBezTo>
                <a:cubicBezTo>
                  <a:pt x="524" y="13"/>
                  <a:pt x="528" y="14"/>
                  <a:pt x="533" y="14"/>
                </a:cubicBezTo>
                <a:cubicBezTo>
                  <a:pt x="541" y="14"/>
                  <a:pt x="549" y="15"/>
                  <a:pt x="557" y="15"/>
                </a:cubicBezTo>
                <a:cubicBezTo>
                  <a:pt x="572" y="17"/>
                  <a:pt x="587" y="18"/>
                  <a:pt x="599" y="19"/>
                </a:cubicBezTo>
                <a:cubicBezTo>
                  <a:pt x="612" y="21"/>
                  <a:pt x="623" y="22"/>
                  <a:pt x="632" y="23"/>
                </a:cubicBezTo>
                <a:cubicBezTo>
                  <a:pt x="650" y="26"/>
                  <a:pt x="660" y="27"/>
                  <a:pt x="660" y="27"/>
                </a:cubicBezTo>
                <a:cubicBezTo>
                  <a:pt x="660" y="27"/>
                  <a:pt x="650" y="25"/>
                  <a:pt x="632" y="2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851518" y="2372928"/>
            <a:ext cx="7649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Explore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45" name="TextBox 44"/>
          <p:cNvSpPr txBox="1"/>
          <p:nvPr/>
        </p:nvSpPr>
        <p:spPr>
          <a:xfrm rot="563894">
            <a:off x="9316952" y="2925378"/>
            <a:ext cx="7296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Feelings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 rot="1811390">
            <a:off x="7489313" y="3465611"/>
            <a:ext cx="1146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Gather Data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47" name="Freeform 30"/>
          <p:cNvSpPr/>
          <p:nvPr/>
        </p:nvSpPr>
        <p:spPr bwMode="auto">
          <a:xfrm rot="11700000" flipH="1">
            <a:off x="8666745" y="3822904"/>
            <a:ext cx="1601204" cy="223471"/>
          </a:xfrm>
          <a:custGeom>
            <a:avLst/>
            <a:gdLst>
              <a:gd name="T0" fmla="*/ 632 w 660"/>
              <a:gd name="T1" fmla="*/ 22 h 92"/>
              <a:gd name="T2" fmla="*/ 600 w 660"/>
              <a:gd name="T3" fmla="*/ 16 h 92"/>
              <a:gd name="T4" fmla="*/ 557 w 660"/>
              <a:gd name="T5" fmla="*/ 10 h 92"/>
              <a:gd name="T6" fmla="*/ 533 w 660"/>
              <a:gd name="T7" fmla="*/ 7 h 92"/>
              <a:gd name="T8" fmla="*/ 520 w 660"/>
              <a:gd name="T9" fmla="*/ 5 h 92"/>
              <a:gd name="T10" fmla="*/ 507 w 660"/>
              <a:gd name="T11" fmla="*/ 4 h 92"/>
              <a:gd name="T12" fmla="*/ 451 w 660"/>
              <a:gd name="T13" fmla="*/ 1 h 92"/>
              <a:gd name="T14" fmla="*/ 421 w 660"/>
              <a:gd name="T15" fmla="*/ 0 h 92"/>
              <a:gd name="T16" fmla="*/ 390 w 660"/>
              <a:gd name="T17" fmla="*/ 0 h 92"/>
              <a:gd name="T18" fmla="*/ 359 w 660"/>
              <a:gd name="T19" fmla="*/ 1 h 92"/>
              <a:gd name="T20" fmla="*/ 328 w 660"/>
              <a:gd name="T21" fmla="*/ 3 h 92"/>
              <a:gd name="T22" fmla="*/ 296 w 660"/>
              <a:gd name="T23" fmla="*/ 6 h 92"/>
              <a:gd name="T24" fmla="*/ 281 w 660"/>
              <a:gd name="T25" fmla="*/ 8 h 92"/>
              <a:gd name="T26" fmla="*/ 265 w 660"/>
              <a:gd name="T27" fmla="*/ 10 h 92"/>
              <a:gd name="T28" fmla="*/ 205 w 660"/>
              <a:gd name="T29" fmla="*/ 20 h 92"/>
              <a:gd name="T30" fmla="*/ 149 w 660"/>
              <a:gd name="T31" fmla="*/ 33 h 92"/>
              <a:gd name="T32" fmla="*/ 100 w 660"/>
              <a:gd name="T33" fmla="*/ 47 h 92"/>
              <a:gd name="T34" fmla="*/ 28 w 660"/>
              <a:gd name="T35" fmla="*/ 74 h 92"/>
              <a:gd name="T36" fmla="*/ 8 w 660"/>
              <a:gd name="T37" fmla="*/ 83 h 92"/>
              <a:gd name="T38" fmla="*/ 1 w 660"/>
              <a:gd name="T39" fmla="*/ 87 h 92"/>
              <a:gd name="T40" fmla="*/ 4 w 660"/>
              <a:gd name="T41" fmla="*/ 92 h 92"/>
              <a:gd name="T42" fmla="*/ 10 w 660"/>
              <a:gd name="T43" fmla="*/ 91 h 92"/>
              <a:gd name="T44" fmla="*/ 52 w 660"/>
              <a:gd name="T45" fmla="*/ 88 h 92"/>
              <a:gd name="T46" fmla="*/ 71 w 660"/>
              <a:gd name="T47" fmla="*/ 91 h 92"/>
              <a:gd name="T48" fmla="*/ 110 w 660"/>
              <a:gd name="T49" fmla="*/ 75 h 92"/>
              <a:gd name="T50" fmla="*/ 157 w 660"/>
              <a:gd name="T51" fmla="*/ 59 h 92"/>
              <a:gd name="T52" fmla="*/ 210 w 660"/>
              <a:gd name="T53" fmla="*/ 44 h 92"/>
              <a:gd name="T54" fmla="*/ 269 w 660"/>
              <a:gd name="T55" fmla="*/ 31 h 92"/>
              <a:gd name="T56" fmla="*/ 284 w 660"/>
              <a:gd name="T57" fmla="*/ 28 h 92"/>
              <a:gd name="T58" fmla="*/ 299 w 660"/>
              <a:gd name="T59" fmla="*/ 26 h 92"/>
              <a:gd name="T60" fmla="*/ 329 w 660"/>
              <a:gd name="T61" fmla="*/ 21 h 92"/>
              <a:gd name="T62" fmla="*/ 360 w 660"/>
              <a:gd name="T63" fmla="*/ 18 h 92"/>
              <a:gd name="T64" fmla="*/ 391 w 660"/>
              <a:gd name="T65" fmla="*/ 15 h 92"/>
              <a:gd name="T66" fmla="*/ 421 w 660"/>
              <a:gd name="T67" fmla="*/ 13 h 92"/>
              <a:gd name="T68" fmla="*/ 451 w 660"/>
              <a:gd name="T69" fmla="*/ 12 h 92"/>
              <a:gd name="T70" fmla="*/ 507 w 660"/>
              <a:gd name="T71" fmla="*/ 13 h 92"/>
              <a:gd name="T72" fmla="*/ 520 w 660"/>
              <a:gd name="T73" fmla="*/ 13 h 92"/>
              <a:gd name="T74" fmla="*/ 533 w 660"/>
              <a:gd name="T75" fmla="*/ 14 h 92"/>
              <a:gd name="T76" fmla="*/ 557 w 660"/>
              <a:gd name="T77" fmla="*/ 15 h 92"/>
              <a:gd name="T78" fmla="*/ 599 w 660"/>
              <a:gd name="T79" fmla="*/ 19 h 92"/>
              <a:gd name="T80" fmla="*/ 632 w 660"/>
              <a:gd name="T81" fmla="*/ 23 h 92"/>
              <a:gd name="T82" fmla="*/ 660 w 660"/>
              <a:gd name="T83" fmla="*/ 27 h 92"/>
              <a:gd name="T84" fmla="*/ 632 w 660"/>
              <a:gd name="T85" fmla="*/ 22 h 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660" h="92">
                <a:moveTo>
                  <a:pt x="632" y="22"/>
                </a:moveTo>
                <a:cubicBezTo>
                  <a:pt x="623" y="20"/>
                  <a:pt x="612" y="18"/>
                  <a:pt x="600" y="16"/>
                </a:cubicBezTo>
                <a:cubicBezTo>
                  <a:pt x="587" y="14"/>
                  <a:pt x="573" y="12"/>
                  <a:pt x="557" y="10"/>
                </a:cubicBezTo>
                <a:cubicBezTo>
                  <a:pt x="550" y="9"/>
                  <a:pt x="542" y="8"/>
                  <a:pt x="533" y="7"/>
                </a:cubicBezTo>
                <a:cubicBezTo>
                  <a:pt x="529" y="6"/>
                  <a:pt x="525" y="6"/>
                  <a:pt x="520" y="5"/>
                </a:cubicBezTo>
                <a:cubicBezTo>
                  <a:pt x="516" y="5"/>
                  <a:pt x="512" y="5"/>
                  <a:pt x="507" y="4"/>
                </a:cubicBezTo>
                <a:cubicBezTo>
                  <a:pt x="489" y="3"/>
                  <a:pt x="470" y="2"/>
                  <a:pt x="451" y="1"/>
                </a:cubicBezTo>
                <a:cubicBezTo>
                  <a:pt x="441" y="1"/>
                  <a:pt x="431" y="0"/>
                  <a:pt x="421" y="0"/>
                </a:cubicBezTo>
                <a:cubicBezTo>
                  <a:pt x="411" y="0"/>
                  <a:pt x="400" y="0"/>
                  <a:pt x="390" y="0"/>
                </a:cubicBezTo>
                <a:cubicBezTo>
                  <a:pt x="380" y="1"/>
                  <a:pt x="369" y="1"/>
                  <a:pt x="359" y="1"/>
                </a:cubicBezTo>
                <a:cubicBezTo>
                  <a:pt x="349" y="2"/>
                  <a:pt x="338" y="2"/>
                  <a:pt x="328" y="3"/>
                </a:cubicBezTo>
                <a:cubicBezTo>
                  <a:pt x="317" y="4"/>
                  <a:pt x="307" y="5"/>
                  <a:pt x="296" y="6"/>
                </a:cubicBezTo>
                <a:cubicBezTo>
                  <a:pt x="291" y="7"/>
                  <a:pt x="286" y="7"/>
                  <a:pt x="281" y="8"/>
                </a:cubicBezTo>
                <a:cubicBezTo>
                  <a:pt x="275" y="9"/>
                  <a:pt x="270" y="9"/>
                  <a:pt x="265" y="10"/>
                </a:cubicBezTo>
                <a:cubicBezTo>
                  <a:pt x="245" y="13"/>
                  <a:pt x="224" y="16"/>
                  <a:pt x="205" y="20"/>
                </a:cubicBezTo>
                <a:cubicBezTo>
                  <a:pt x="186" y="24"/>
                  <a:pt x="167" y="28"/>
                  <a:pt x="149" y="33"/>
                </a:cubicBezTo>
                <a:cubicBezTo>
                  <a:pt x="132" y="37"/>
                  <a:pt x="115" y="42"/>
                  <a:pt x="100" y="47"/>
                </a:cubicBezTo>
                <a:cubicBezTo>
                  <a:pt x="70" y="56"/>
                  <a:pt x="45" y="66"/>
                  <a:pt x="28" y="74"/>
                </a:cubicBezTo>
                <a:cubicBezTo>
                  <a:pt x="19" y="77"/>
                  <a:pt x="12" y="81"/>
                  <a:pt x="8" y="83"/>
                </a:cubicBezTo>
                <a:cubicBezTo>
                  <a:pt x="3" y="85"/>
                  <a:pt x="0" y="87"/>
                  <a:pt x="1" y="87"/>
                </a:cubicBezTo>
                <a:cubicBezTo>
                  <a:pt x="4" y="92"/>
                  <a:pt x="4" y="92"/>
                  <a:pt x="4" y="92"/>
                </a:cubicBezTo>
                <a:cubicBezTo>
                  <a:pt x="6" y="91"/>
                  <a:pt x="8" y="91"/>
                  <a:pt x="10" y="91"/>
                </a:cubicBezTo>
                <a:cubicBezTo>
                  <a:pt x="24" y="90"/>
                  <a:pt x="38" y="89"/>
                  <a:pt x="52" y="88"/>
                </a:cubicBezTo>
                <a:cubicBezTo>
                  <a:pt x="59" y="87"/>
                  <a:pt x="65" y="89"/>
                  <a:pt x="71" y="91"/>
                </a:cubicBezTo>
                <a:cubicBezTo>
                  <a:pt x="83" y="86"/>
                  <a:pt x="96" y="81"/>
                  <a:pt x="110" y="75"/>
                </a:cubicBezTo>
                <a:cubicBezTo>
                  <a:pt x="124" y="70"/>
                  <a:pt x="140" y="65"/>
                  <a:pt x="157" y="59"/>
                </a:cubicBezTo>
                <a:cubicBezTo>
                  <a:pt x="174" y="54"/>
                  <a:pt x="192" y="49"/>
                  <a:pt x="210" y="44"/>
                </a:cubicBezTo>
                <a:cubicBezTo>
                  <a:pt x="229" y="39"/>
                  <a:pt x="249" y="35"/>
                  <a:pt x="269" y="31"/>
                </a:cubicBezTo>
                <a:cubicBezTo>
                  <a:pt x="274" y="30"/>
                  <a:pt x="279" y="29"/>
                  <a:pt x="284" y="28"/>
                </a:cubicBezTo>
                <a:cubicBezTo>
                  <a:pt x="289" y="27"/>
                  <a:pt x="294" y="27"/>
                  <a:pt x="299" y="26"/>
                </a:cubicBezTo>
                <a:cubicBezTo>
                  <a:pt x="309" y="24"/>
                  <a:pt x="319" y="23"/>
                  <a:pt x="329" y="21"/>
                </a:cubicBezTo>
                <a:cubicBezTo>
                  <a:pt x="340" y="20"/>
                  <a:pt x="350" y="19"/>
                  <a:pt x="360" y="18"/>
                </a:cubicBezTo>
                <a:cubicBezTo>
                  <a:pt x="370" y="17"/>
                  <a:pt x="381" y="16"/>
                  <a:pt x="391" y="15"/>
                </a:cubicBezTo>
                <a:cubicBezTo>
                  <a:pt x="401" y="14"/>
                  <a:pt x="411" y="14"/>
                  <a:pt x="421" y="13"/>
                </a:cubicBezTo>
                <a:cubicBezTo>
                  <a:pt x="431" y="13"/>
                  <a:pt x="441" y="13"/>
                  <a:pt x="451" y="12"/>
                </a:cubicBezTo>
                <a:cubicBezTo>
                  <a:pt x="470" y="12"/>
                  <a:pt x="489" y="12"/>
                  <a:pt x="507" y="13"/>
                </a:cubicBezTo>
                <a:cubicBezTo>
                  <a:pt x="511" y="13"/>
                  <a:pt x="515" y="13"/>
                  <a:pt x="520" y="13"/>
                </a:cubicBezTo>
                <a:cubicBezTo>
                  <a:pt x="524" y="13"/>
                  <a:pt x="528" y="14"/>
                  <a:pt x="533" y="14"/>
                </a:cubicBezTo>
                <a:cubicBezTo>
                  <a:pt x="541" y="14"/>
                  <a:pt x="549" y="15"/>
                  <a:pt x="557" y="15"/>
                </a:cubicBezTo>
                <a:cubicBezTo>
                  <a:pt x="572" y="17"/>
                  <a:pt x="587" y="18"/>
                  <a:pt x="599" y="19"/>
                </a:cubicBezTo>
                <a:cubicBezTo>
                  <a:pt x="612" y="21"/>
                  <a:pt x="623" y="22"/>
                  <a:pt x="632" y="23"/>
                </a:cubicBezTo>
                <a:cubicBezTo>
                  <a:pt x="650" y="26"/>
                  <a:pt x="660" y="27"/>
                  <a:pt x="660" y="27"/>
                </a:cubicBezTo>
                <a:cubicBezTo>
                  <a:pt x="660" y="27"/>
                  <a:pt x="650" y="25"/>
                  <a:pt x="632" y="2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48" name="TextBox 47"/>
          <p:cNvSpPr txBox="1"/>
          <p:nvPr/>
        </p:nvSpPr>
        <p:spPr>
          <a:xfrm rot="1136190">
            <a:off x="9844440" y="3306272"/>
            <a:ext cx="4748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Fact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49" name="TextBox 48"/>
          <p:cNvSpPr txBox="1"/>
          <p:nvPr/>
        </p:nvSpPr>
        <p:spPr>
          <a:xfrm rot="563894">
            <a:off x="9647344" y="3849304"/>
            <a:ext cx="5261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False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0" name="Freeform 30"/>
          <p:cNvSpPr/>
          <p:nvPr/>
        </p:nvSpPr>
        <p:spPr bwMode="auto">
          <a:xfrm rot="21163103">
            <a:off x="9349371" y="4603114"/>
            <a:ext cx="2150479" cy="300131"/>
          </a:xfrm>
          <a:custGeom>
            <a:avLst/>
            <a:gdLst>
              <a:gd name="T0" fmla="*/ 632 w 660"/>
              <a:gd name="T1" fmla="*/ 22 h 92"/>
              <a:gd name="T2" fmla="*/ 600 w 660"/>
              <a:gd name="T3" fmla="*/ 16 h 92"/>
              <a:gd name="T4" fmla="*/ 557 w 660"/>
              <a:gd name="T5" fmla="*/ 10 h 92"/>
              <a:gd name="T6" fmla="*/ 533 w 660"/>
              <a:gd name="T7" fmla="*/ 7 h 92"/>
              <a:gd name="T8" fmla="*/ 520 w 660"/>
              <a:gd name="T9" fmla="*/ 5 h 92"/>
              <a:gd name="T10" fmla="*/ 507 w 660"/>
              <a:gd name="T11" fmla="*/ 4 h 92"/>
              <a:gd name="T12" fmla="*/ 451 w 660"/>
              <a:gd name="T13" fmla="*/ 1 h 92"/>
              <a:gd name="T14" fmla="*/ 421 w 660"/>
              <a:gd name="T15" fmla="*/ 0 h 92"/>
              <a:gd name="T16" fmla="*/ 390 w 660"/>
              <a:gd name="T17" fmla="*/ 0 h 92"/>
              <a:gd name="T18" fmla="*/ 359 w 660"/>
              <a:gd name="T19" fmla="*/ 1 h 92"/>
              <a:gd name="T20" fmla="*/ 328 w 660"/>
              <a:gd name="T21" fmla="*/ 3 h 92"/>
              <a:gd name="T22" fmla="*/ 296 w 660"/>
              <a:gd name="T23" fmla="*/ 6 h 92"/>
              <a:gd name="T24" fmla="*/ 281 w 660"/>
              <a:gd name="T25" fmla="*/ 8 h 92"/>
              <a:gd name="T26" fmla="*/ 265 w 660"/>
              <a:gd name="T27" fmla="*/ 10 h 92"/>
              <a:gd name="T28" fmla="*/ 205 w 660"/>
              <a:gd name="T29" fmla="*/ 20 h 92"/>
              <a:gd name="T30" fmla="*/ 149 w 660"/>
              <a:gd name="T31" fmla="*/ 33 h 92"/>
              <a:gd name="T32" fmla="*/ 100 w 660"/>
              <a:gd name="T33" fmla="*/ 47 h 92"/>
              <a:gd name="T34" fmla="*/ 28 w 660"/>
              <a:gd name="T35" fmla="*/ 74 h 92"/>
              <a:gd name="T36" fmla="*/ 8 w 660"/>
              <a:gd name="T37" fmla="*/ 83 h 92"/>
              <a:gd name="T38" fmla="*/ 1 w 660"/>
              <a:gd name="T39" fmla="*/ 87 h 92"/>
              <a:gd name="T40" fmla="*/ 4 w 660"/>
              <a:gd name="T41" fmla="*/ 92 h 92"/>
              <a:gd name="T42" fmla="*/ 10 w 660"/>
              <a:gd name="T43" fmla="*/ 91 h 92"/>
              <a:gd name="T44" fmla="*/ 52 w 660"/>
              <a:gd name="T45" fmla="*/ 88 h 92"/>
              <a:gd name="T46" fmla="*/ 71 w 660"/>
              <a:gd name="T47" fmla="*/ 91 h 92"/>
              <a:gd name="T48" fmla="*/ 110 w 660"/>
              <a:gd name="T49" fmla="*/ 75 h 92"/>
              <a:gd name="T50" fmla="*/ 157 w 660"/>
              <a:gd name="T51" fmla="*/ 59 h 92"/>
              <a:gd name="T52" fmla="*/ 210 w 660"/>
              <a:gd name="T53" fmla="*/ 44 h 92"/>
              <a:gd name="T54" fmla="*/ 269 w 660"/>
              <a:gd name="T55" fmla="*/ 31 h 92"/>
              <a:gd name="T56" fmla="*/ 284 w 660"/>
              <a:gd name="T57" fmla="*/ 28 h 92"/>
              <a:gd name="T58" fmla="*/ 299 w 660"/>
              <a:gd name="T59" fmla="*/ 26 h 92"/>
              <a:gd name="T60" fmla="*/ 329 w 660"/>
              <a:gd name="T61" fmla="*/ 21 h 92"/>
              <a:gd name="T62" fmla="*/ 360 w 660"/>
              <a:gd name="T63" fmla="*/ 18 h 92"/>
              <a:gd name="T64" fmla="*/ 391 w 660"/>
              <a:gd name="T65" fmla="*/ 15 h 92"/>
              <a:gd name="T66" fmla="*/ 421 w 660"/>
              <a:gd name="T67" fmla="*/ 13 h 92"/>
              <a:gd name="T68" fmla="*/ 451 w 660"/>
              <a:gd name="T69" fmla="*/ 12 h 92"/>
              <a:gd name="T70" fmla="*/ 507 w 660"/>
              <a:gd name="T71" fmla="*/ 13 h 92"/>
              <a:gd name="T72" fmla="*/ 520 w 660"/>
              <a:gd name="T73" fmla="*/ 13 h 92"/>
              <a:gd name="T74" fmla="*/ 533 w 660"/>
              <a:gd name="T75" fmla="*/ 14 h 92"/>
              <a:gd name="T76" fmla="*/ 557 w 660"/>
              <a:gd name="T77" fmla="*/ 15 h 92"/>
              <a:gd name="T78" fmla="*/ 599 w 660"/>
              <a:gd name="T79" fmla="*/ 19 h 92"/>
              <a:gd name="T80" fmla="*/ 632 w 660"/>
              <a:gd name="T81" fmla="*/ 23 h 92"/>
              <a:gd name="T82" fmla="*/ 660 w 660"/>
              <a:gd name="T83" fmla="*/ 27 h 92"/>
              <a:gd name="T84" fmla="*/ 632 w 660"/>
              <a:gd name="T85" fmla="*/ 22 h 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660" h="92">
                <a:moveTo>
                  <a:pt x="632" y="22"/>
                </a:moveTo>
                <a:cubicBezTo>
                  <a:pt x="623" y="20"/>
                  <a:pt x="612" y="18"/>
                  <a:pt x="600" y="16"/>
                </a:cubicBezTo>
                <a:cubicBezTo>
                  <a:pt x="587" y="14"/>
                  <a:pt x="573" y="12"/>
                  <a:pt x="557" y="10"/>
                </a:cubicBezTo>
                <a:cubicBezTo>
                  <a:pt x="550" y="9"/>
                  <a:pt x="542" y="8"/>
                  <a:pt x="533" y="7"/>
                </a:cubicBezTo>
                <a:cubicBezTo>
                  <a:pt x="529" y="6"/>
                  <a:pt x="525" y="6"/>
                  <a:pt x="520" y="5"/>
                </a:cubicBezTo>
                <a:cubicBezTo>
                  <a:pt x="516" y="5"/>
                  <a:pt x="512" y="5"/>
                  <a:pt x="507" y="4"/>
                </a:cubicBezTo>
                <a:cubicBezTo>
                  <a:pt x="489" y="3"/>
                  <a:pt x="470" y="2"/>
                  <a:pt x="451" y="1"/>
                </a:cubicBezTo>
                <a:cubicBezTo>
                  <a:pt x="441" y="1"/>
                  <a:pt x="431" y="0"/>
                  <a:pt x="421" y="0"/>
                </a:cubicBezTo>
                <a:cubicBezTo>
                  <a:pt x="411" y="0"/>
                  <a:pt x="400" y="0"/>
                  <a:pt x="390" y="0"/>
                </a:cubicBezTo>
                <a:cubicBezTo>
                  <a:pt x="380" y="1"/>
                  <a:pt x="369" y="1"/>
                  <a:pt x="359" y="1"/>
                </a:cubicBezTo>
                <a:cubicBezTo>
                  <a:pt x="349" y="2"/>
                  <a:pt x="338" y="2"/>
                  <a:pt x="328" y="3"/>
                </a:cubicBezTo>
                <a:cubicBezTo>
                  <a:pt x="317" y="4"/>
                  <a:pt x="307" y="5"/>
                  <a:pt x="296" y="6"/>
                </a:cubicBezTo>
                <a:cubicBezTo>
                  <a:pt x="291" y="7"/>
                  <a:pt x="286" y="7"/>
                  <a:pt x="281" y="8"/>
                </a:cubicBezTo>
                <a:cubicBezTo>
                  <a:pt x="275" y="9"/>
                  <a:pt x="270" y="9"/>
                  <a:pt x="265" y="10"/>
                </a:cubicBezTo>
                <a:cubicBezTo>
                  <a:pt x="245" y="13"/>
                  <a:pt x="224" y="16"/>
                  <a:pt x="205" y="20"/>
                </a:cubicBezTo>
                <a:cubicBezTo>
                  <a:pt x="186" y="24"/>
                  <a:pt x="167" y="28"/>
                  <a:pt x="149" y="33"/>
                </a:cubicBezTo>
                <a:cubicBezTo>
                  <a:pt x="132" y="37"/>
                  <a:pt x="115" y="42"/>
                  <a:pt x="100" y="47"/>
                </a:cubicBezTo>
                <a:cubicBezTo>
                  <a:pt x="70" y="56"/>
                  <a:pt x="45" y="66"/>
                  <a:pt x="28" y="74"/>
                </a:cubicBezTo>
                <a:cubicBezTo>
                  <a:pt x="19" y="77"/>
                  <a:pt x="12" y="81"/>
                  <a:pt x="8" y="83"/>
                </a:cubicBezTo>
                <a:cubicBezTo>
                  <a:pt x="3" y="85"/>
                  <a:pt x="0" y="87"/>
                  <a:pt x="1" y="87"/>
                </a:cubicBezTo>
                <a:cubicBezTo>
                  <a:pt x="4" y="92"/>
                  <a:pt x="4" y="92"/>
                  <a:pt x="4" y="92"/>
                </a:cubicBezTo>
                <a:cubicBezTo>
                  <a:pt x="6" y="91"/>
                  <a:pt x="8" y="91"/>
                  <a:pt x="10" y="91"/>
                </a:cubicBezTo>
                <a:cubicBezTo>
                  <a:pt x="24" y="90"/>
                  <a:pt x="38" y="89"/>
                  <a:pt x="52" y="88"/>
                </a:cubicBezTo>
                <a:cubicBezTo>
                  <a:pt x="59" y="87"/>
                  <a:pt x="65" y="89"/>
                  <a:pt x="71" y="91"/>
                </a:cubicBezTo>
                <a:cubicBezTo>
                  <a:pt x="83" y="86"/>
                  <a:pt x="96" y="81"/>
                  <a:pt x="110" y="75"/>
                </a:cubicBezTo>
                <a:cubicBezTo>
                  <a:pt x="124" y="70"/>
                  <a:pt x="140" y="65"/>
                  <a:pt x="157" y="59"/>
                </a:cubicBezTo>
                <a:cubicBezTo>
                  <a:pt x="174" y="54"/>
                  <a:pt x="192" y="49"/>
                  <a:pt x="210" y="44"/>
                </a:cubicBezTo>
                <a:cubicBezTo>
                  <a:pt x="229" y="39"/>
                  <a:pt x="249" y="35"/>
                  <a:pt x="269" y="31"/>
                </a:cubicBezTo>
                <a:cubicBezTo>
                  <a:pt x="274" y="30"/>
                  <a:pt x="279" y="29"/>
                  <a:pt x="284" y="28"/>
                </a:cubicBezTo>
                <a:cubicBezTo>
                  <a:pt x="289" y="27"/>
                  <a:pt x="294" y="27"/>
                  <a:pt x="299" y="26"/>
                </a:cubicBezTo>
                <a:cubicBezTo>
                  <a:pt x="309" y="24"/>
                  <a:pt x="319" y="23"/>
                  <a:pt x="329" y="21"/>
                </a:cubicBezTo>
                <a:cubicBezTo>
                  <a:pt x="340" y="20"/>
                  <a:pt x="350" y="19"/>
                  <a:pt x="360" y="18"/>
                </a:cubicBezTo>
                <a:cubicBezTo>
                  <a:pt x="370" y="17"/>
                  <a:pt x="381" y="16"/>
                  <a:pt x="391" y="15"/>
                </a:cubicBezTo>
                <a:cubicBezTo>
                  <a:pt x="401" y="14"/>
                  <a:pt x="411" y="14"/>
                  <a:pt x="421" y="13"/>
                </a:cubicBezTo>
                <a:cubicBezTo>
                  <a:pt x="431" y="13"/>
                  <a:pt x="441" y="13"/>
                  <a:pt x="451" y="12"/>
                </a:cubicBezTo>
                <a:cubicBezTo>
                  <a:pt x="470" y="12"/>
                  <a:pt x="489" y="12"/>
                  <a:pt x="507" y="13"/>
                </a:cubicBezTo>
                <a:cubicBezTo>
                  <a:pt x="511" y="13"/>
                  <a:pt x="515" y="13"/>
                  <a:pt x="520" y="13"/>
                </a:cubicBezTo>
                <a:cubicBezTo>
                  <a:pt x="524" y="13"/>
                  <a:pt x="528" y="14"/>
                  <a:pt x="533" y="14"/>
                </a:cubicBezTo>
                <a:cubicBezTo>
                  <a:pt x="541" y="14"/>
                  <a:pt x="549" y="15"/>
                  <a:pt x="557" y="15"/>
                </a:cubicBezTo>
                <a:cubicBezTo>
                  <a:pt x="572" y="17"/>
                  <a:pt x="587" y="18"/>
                  <a:pt x="599" y="19"/>
                </a:cubicBezTo>
                <a:cubicBezTo>
                  <a:pt x="612" y="21"/>
                  <a:pt x="623" y="22"/>
                  <a:pt x="632" y="23"/>
                </a:cubicBezTo>
                <a:cubicBezTo>
                  <a:pt x="650" y="26"/>
                  <a:pt x="660" y="27"/>
                  <a:pt x="660" y="27"/>
                </a:cubicBezTo>
                <a:cubicBezTo>
                  <a:pt x="660" y="27"/>
                  <a:pt x="650" y="25"/>
                  <a:pt x="632" y="22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0922617" y="4262053"/>
            <a:ext cx="4203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Yes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2" name="TextBox 51"/>
          <p:cNvSpPr txBox="1"/>
          <p:nvPr/>
        </p:nvSpPr>
        <p:spPr>
          <a:xfrm rot="563894">
            <a:off x="10753789" y="4754178"/>
            <a:ext cx="3706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No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3" name="Freeform 27"/>
          <p:cNvSpPr/>
          <p:nvPr/>
        </p:nvSpPr>
        <p:spPr bwMode="auto">
          <a:xfrm rot="11534133">
            <a:off x="1217694" y="4675140"/>
            <a:ext cx="1008345" cy="401822"/>
          </a:xfrm>
          <a:custGeom>
            <a:avLst/>
            <a:gdLst>
              <a:gd name="T0" fmla="*/ 30 w 506"/>
              <a:gd name="T1" fmla="*/ 0 h 201"/>
              <a:gd name="T2" fmla="*/ 33 w 506"/>
              <a:gd name="T3" fmla="*/ 4 h 201"/>
              <a:gd name="T4" fmla="*/ 43 w 506"/>
              <a:gd name="T5" fmla="*/ 17 h 201"/>
              <a:gd name="T6" fmla="*/ 60 w 506"/>
              <a:gd name="T7" fmla="*/ 36 h 201"/>
              <a:gd name="T8" fmla="*/ 84 w 506"/>
              <a:gd name="T9" fmla="*/ 58 h 201"/>
              <a:gd name="T10" fmla="*/ 116 w 506"/>
              <a:gd name="T11" fmla="*/ 82 h 201"/>
              <a:gd name="T12" fmla="*/ 154 w 506"/>
              <a:gd name="T13" fmla="*/ 107 h 201"/>
              <a:gd name="T14" fmla="*/ 174 w 506"/>
              <a:gd name="T15" fmla="*/ 118 h 201"/>
              <a:gd name="T16" fmla="*/ 196 w 506"/>
              <a:gd name="T17" fmla="*/ 129 h 201"/>
              <a:gd name="T18" fmla="*/ 219 w 506"/>
              <a:gd name="T19" fmla="*/ 139 h 201"/>
              <a:gd name="T20" fmla="*/ 231 w 506"/>
              <a:gd name="T21" fmla="*/ 144 h 201"/>
              <a:gd name="T22" fmla="*/ 242 w 506"/>
              <a:gd name="T23" fmla="*/ 148 h 201"/>
              <a:gd name="T24" fmla="*/ 254 w 506"/>
              <a:gd name="T25" fmla="*/ 153 h 201"/>
              <a:gd name="T26" fmla="*/ 266 w 506"/>
              <a:gd name="T27" fmla="*/ 157 h 201"/>
              <a:gd name="T28" fmla="*/ 290 w 506"/>
              <a:gd name="T29" fmla="*/ 165 h 201"/>
              <a:gd name="T30" fmla="*/ 313 w 506"/>
              <a:gd name="T31" fmla="*/ 171 h 201"/>
              <a:gd name="T32" fmla="*/ 325 w 506"/>
              <a:gd name="T33" fmla="*/ 175 h 201"/>
              <a:gd name="T34" fmla="*/ 337 w 506"/>
              <a:gd name="T35" fmla="*/ 177 h 201"/>
              <a:gd name="T36" fmla="*/ 381 w 506"/>
              <a:gd name="T37" fmla="*/ 187 h 201"/>
              <a:gd name="T38" fmla="*/ 422 w 506"/>
              <a:gd name="T39" fmla="*/ 193 h 201"/>
              <a:gd name="T40" fmla="*/ 440 w 506"/>
              <a:gd name="T41" fmla="*/ 195 h 201"/>
              <a:gd name="T42" fmla="*/ 456 w 506"/>
              <a:gd name="T43" fmla="*/ 197 h 201"/>
              <a:gd name="T44" fmla="*/ 471 w 506"/>
              <a:gd name="T45" fmla="*/ 198 h 201"/>
              <a:gd name="T46" fmla="*/ 483 w 506"/>
              <a:gd name="T47" fmla="*/ 199 h 201"/>
              <a:gd name="T48" fmla="*/ 506 w 506"/>
              <a:gd name="T49" fmla="*/ 201 h 201"/>
              <a:gd name="T50" fmla="*/ 483 w 506"/>
              <a:gd name="T51" fmla="*/ 201 h 201"/>
              <a:gd name="T52" fmla="*/ 471 w 506"/>
              <a:gd name="T53" fmla="*/ 201 h 201"/>
              <a:gd name="T54" fmla="*/ 456 w 506"/>
              <a:gd name="T55" fmla="*/ 200 h 201"/>
              <a:gd name="T56" fmla="*/ 439 w 506"/>
              <a:gd name="T57" fmla="*/ 200 h 201"/>
              <a:gd name="T58" fmla="*/ 421 w 506"/>
              <a:gd name="T59" fmla="*/ 199 h 201"/>
              <a:gd name="T60" fmla="*/ 380 w 506"/>
              <a:gd name="T61" fmla="*/ 195 h 201"/>
              <a:gd name="T62" fmla="*/ 334 w 506"/>
              <a:gd name="T63" fmla="*/ 188 h 201"/>
              <a:gd name="T64" fmla="*/ 322 w 506"/>
              <a:gd name="T65" fmla="*/ 186 h 201"/>
              <a:gd name="T66" fmla="*/ 310 w 506"/>
              <a:gd name="T67" fmla="*/ 184 h 201"/>
              <a:gd name="T68" fmla="*/ 286 w 506"/>
              <a:gd name="T69" fmla="*/ 179 h 201"/>
              <a:gd name="T70" fmla="*/ 261 w 506"/>
              <a:gd name="T71" fmla="*/ 173 h 201"/>
              <a:gd name="T72" fmla="*/ 249 w 506"/>
              <a:gd name="T73" fmla="*/ 169 h 201"/>
              <a:gd name="T74" fmla="*/ 236 w 506"/>
              <a:gd name="T75" fmla="*/ 165 h 201"/>
              <a:gd name="T76" fmla="*/ 224 w 506"/>
              <a:gd name="T77" fmla="*/ 162 h 201"/>
              <a:gd name="T78" fmla="*/ 212 w 506"/>
              <a:gd name="T79" fmla="*/ 157 h 201"/>
              <a:gd name="T80" fmla="*/ 188 w 506"/>
              <a:gd name="T81" fmla="*/ 149 h 201"/>
              <a:gd name="T82" fmla="*/ 164 w 506"/>
              <a:gd name="T83" fmla="*/ 139 h 201"/>
              <a:gd name="T84" fmla="*/ 142 w 506"/>
              <a:gd name="T85" fmla="*/ 128 h 201"/>
              <a:gd name="T86" fmla="*/ 101 w 506"/>
              <a:gd name="T87" fmla="*/ 106 h 201"/>
              <a:gd name="T88" fmla="*/ 66 w 506"/>
              <a:gd name="T89" fmla="*/ 82 h 201"/>
              <a:gd name="T90" fmla="*/ 38 w 506"/>
              <a:gd name="T91" fmla="*/ 59 h 201"/>
              <a:gd name="T92" fmla="*/ 17 w 506"/>
              <a:gd name="T93" fmla="*/ 40 h 201"/>
              <a:gd name="T94" fmla="*/ 5 w 506"/>
              <a:gd name="T95" fmla="*/ 26 h 201"/>
              <a:gd name="T96" fmla="*/ 0 w 506"/>
              <a:gd name="T97" fmla="*/ 20 h 201"/>
              <a:gd name="T98" fmla="*/ 30 w 506"/>
              <a:gd name="T99" fmla="*/ 0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506" h="201">
                <a:moveTo>
                  <a:pt x="30" y="0"/>
                </a:moveTo>
                <a:cubicBezTo>
                  <a:pt x="30" y="0"/>
                  <a:pt x="31" y="1"/>
                  <a:pt x="33" y="4"/>
                </a:cubicBezTo>
                <a:cubicBezTo>
                  <a:pt x="35" y="7"/>
                  <a:pt x="38" y="12"/>
                  <a:pt x="43" y="17"/>
                </a:cubicBezTo>
                <a:cubicBezTo>
                  <a:pt x="47" y="22"/>
                  <a:pt x="53" y="29"/>
                  <a:pt x="60" y="36"/>
                </a:cubicBezTo>
                <a:cubicBezTo>
                  <a:pt x="67" y="43"/>
                  <a:pt x="75" y="50"/>
                  <a:pt x="84" y="58"/>
                </a:cubicBezTo>
                <a:cubicBezTo>
                  <a:pt x="94" y="66"/>
                  <a:pt x="104" y="74"/>
                  <a:pt x="116" y="82"/>
                </a:cubicBezTo>
                <a:cubicBezTo>
                  <a:pt x="128" y="91"/>
                  <a:pt x="140" y="99"/>
                  <a:pt x="154" y="107"/>
                </a:cubicBezTo>
                <a:cubicBezTo>
                  <a:pt x="160" y="111"/>
                  <a:pt x="167" y="114"/>
                  <a:pt x="174" y="118"/>
                </a:cubicBezTo>
                <a:cubicBezTo>
                  <a:pt x="182" y="122"/>
                  <a:pt x="189" y="125"/>
                  <a:pt x="196" y="129"/>
                </a:cubicBezTo>
                <a:cubicBezTo>
                  <a:pt x="204" y="132"/>
                  <a:pt x="211" y="136"/>
                  <a:pt x="219" y="139"/>
                </a:cubicBezTo>
                <a:cubicBezTo>
                  <a:pt x="231" y="144"/>
                  <a:pt x="231" y="144"/>
                  <a:pt x="231" y="144"/>
                </a:cubicBezTo>
                <a:cubicBezTo>
                  <a:pt x="242" y="148"/>
                  <a:pt x="242" y="148"/>
                  <a:pt x="242" y="148"/>
                </a:cubicBezTo>
                <a:cubicBezTo>
                  <a:pt x="254" y="153"/>
                  <a:pt x="254" y="153"/>
                  <a:pt x="254" y="153"/>
                </a:cubicBezTo>
                <a:cubicBezTo>
                  <a:pt x="266" y="157"/>
                  <a:pt x="266" y="157"/>
                  <a:pt x="266" y="157"/>
                </a:cubicBezTo>
                <a:cubicBezTo>
                  <a:pt x="274" y="160"/>
                  <a:pt x="282" y="162"/>
                  <a:pt x="290" y="165"/>
                </a:cubicBezTo>
                <a:cubicBezTo>
                  <a:pt x="298" y="167"/>
                  <a:pt x="305" y="169"/>
                  <a:pt x="313" y="171"/>
                </a:cubicBezTo>
                <a:cubicBezTo>
                  <a:pt x="317" y="172"/>
                  <a:pt x="321" y="173"/>
                  <a:pt x="325" y="175"/>
                </a:cubicBezTo>
                <a:cubicBezTo>
                  <a:pt x="329" y="175"/>
                  <a:pt x="333" y="176"/>
                  <a:pt x="337" y="177"/>
                </a:cubicBezTo>
                <a:cubicBezTo>
                  <a:pt x="352" y="181"/>
                  <a:pt x="367" y="184"/>
                  <a:pt x="381" y="187"/>
                </a:cubicBezTo>
                <a:cubicBezTo>
                  <a:pt x="396" y="189"/>
                  <a:pt x="409" y="191"/>
                  <a:pt x="422" y="193"/>
                </a:cubicBezTo>
                <a:cubicBezTo>
                  <a:pt x="428" y="194"/>
                  <a:pt x="434" y="195"/>
                  <a:pt x="440" y="195"/>
                </a:cubicBezTo>
                <a:cubicBezTo>
                  <a:pt x="446" y="196"/>
                  <a:pt x="451" y="196"/>
                  <a:pt x="456" y="197"/>
                </a:cubicBezTo>
                <a:cubicBezTo>
                  <a:pt x="461" y="198"/>
                  <a:pt x="466" y="198"/>
                  <a:pt x="471" y="198"/>
                </a:cubicBezTo>
                <a:cubicBezTo>
                  <a:pt x="475" y="199"/>
                  <a:pt x="479" y="199"/>
                  <a:pt x="483" y="199"/>
                </a:cubicBezTo>
                <a:cubicBezTo>
                  <a:pt x="498" y="200"/>
                  <a:pt x="506" y="201"/>
                  <a:pt x="506" y="201"/>
                </a:cubicBezTo>
                <a:cubicBezTo>
                  <a:pt x="506" y="201"/>
                  <a:pt x="498" y="201"/>
                  <a:pt x="483" y="201"/>
                </a:cubicBezTo>
                <a:cubicBezTo>
                  <a:pt x="479" y="201"/>
                  <a:pt x="475" y="201"/>
                  <a:pt x="471" y="201"/>
                </a:cubicBezTo>
                <a:cubicBezTo>
                  <a:pt x="466" y="201"/>
                  <a:pt x="461" y="200"/>
                  <a:pt x="456" y="200"/>
                </a:cubicBezTo>
                <a:cubicBezTo>
                  <a:pt x="451" y="200"/>
                  <a:pt x="445" y="200"/>
                  <a:pt x="439" y="200"/>
                </a:cubicBezTo>
                <a:cubicBezTo>
                  <a:pt x="434" y="199"/>
                  <a:pt x="428" y="199"/>
                  <a:pt x="421" y="199"/>
                </a:cubicBezTo>
                <a:cubicBezTo>
                  <a:pt x="408" y="198"/>
                  <a:pt x="395" y="196"/>
                  <a:pt x="380" y="195"/>
                </a:cubicBezTo>
                <a:cubicBezTo>
                  <a:pt x="366" y="193"/>
                  <a:pt x="350" y="191"/>
                  <a:pt x="334" y="188"/>
                </a:cubicBezTo>
                <a:cubicBezTo>
                  <a:pt x="330" y="188"/>
                  <a:pt x="326" y="187"/>
                  <a:pt x="322" y="186"/>
                </a:cubicBezTo>
                <a:cubicBezTo>
                  <a:pt x="318" y="186"/>
                  <a:pt x="314" y="185"/>
                  <a:pt x="310" y="184"/>
                </a:cubicBezTo>
                <a:cubicBezTo>
                  <a:pt x="302" y="182"/>
                  <a:pt x="294" y="181"/>
                  <a:pt x="286" y="179"/>
                </a:cubicBezTo>
                <a:cubicBezTo>
                  <a:pt x="278" y="177"/>
                  <a:pt x="269" y="175"/>
                  <a:pt x="261" y="173"/>
                </a:cubicBezTo>
                <a:cubicBezTo>
                  <a:pt x="257" y="171"/>
                  <a:pt x="253" y="170"/>
                  <a:pt x="249" y="169"/>
                </a:cubicBezTo>
                <a:cubicBezTo>
                  <a:pt x="236" y="165"/>
                  <a:pt x="236" y="165"/>
                  <a:pt x="236" y="165"/>
                </a:cubicBezTo>
                <a:cubicBezTo>
                  <a:pt x="232" y="164"/>
                  <a:pt x="228" y="163"/>
                  <a:pt x="224" y="162"/>
                </a:cubicBezTo>
                <a:cubicBezTo>
                  <a:pt x="212" y="157"/>
                  <a:pt x="212" y="157"/>
                  <a:pt x="212" y="157"/>
                </a:cubicBezTo>
                <a:cubicBezTo>
                  <a:pt x="204" y="155"/>
                  <a:pt x="196" y="152"/>
                  <a:pt x="188" y="149"/>
                </a:cubicBezTo>
                <a:cubicBezTo>
                  <a:pt x="180" y="145"/>
                  <a:pt x="172" y="142"/>
                  <a:pt x="164" y="139"/>
                </a:cubicBezTo>
                <a:cubicBezTo>
                  <a:pt x="157" y="135"/>
                  <a:pt x="149" y="132"/>
                  <a:pt x="142" y="128"/>
                </a:cubicBezTo>
                <a:cubicBezTo>
                  <a:pt x="127" y="121"/>
                  <a:pt x="114" y="113"/>
                  <a:pt x="101" y="106"/>
                </a:cubicBezTo>
                <a:cubicBezTo>
                  <a:pt x="88" y="98"/>
                  <a:pt x="76" y="90"/>
                  <a:pt x="66" y="82"/>
                </a:cubicBezTo>
                <a:cubicBezTo>
                  <a:pt x="55" y="74"/>
                  <a:pt x="46" y="67"/>
                  <a:pt x="38" y="59"/>
                </a:cubicBezTo>
                <a:cubicBezTo>
                  <a:pt x="29" y="52"/>
                  <a:pt x="23" y="46"/>
                  <a:pt x="17" y="40"/>
                </a:cubicBezTo>
                <a:cubicBezTo>
                  <a:pt x="12" y="34"/>
                  <a:pt x="8" y="29"/>
                  <a:pt x="5" y="26"/>
                </a:cubicBezTo>
                <a:cubicBezTo>
                  <a:pt x="2" y="23"/>
                  <a:pt x="0" y="20"/>
                  <a:pt x="0" y="20"/>
                </a:cubicBezTo>
                <a:lnTo>
                  <a:pt x="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4" name="Freeform 27"/>
          <p:cNvSpPr/>
          <p:nvPr/>
        </p:nvSpPr>
        <p:spPr bwMode="auto">
          <a:xfrm rot="11534133">
            <a:off x="2517967" y="4410085"/>
            <a:ext cx="1513123" cy="602974"/>
          </a:xfrm>
          <a:custGeom>
            <a:avLst/>
            <a:gdLst>
              <a:gd name="T0" fmla="*/ 30 w 506"/>
              <a:gd name="T1" fmla="*/ 0 h 201"/>
              <a:gd name="T2" fmla="*/ 33 w 506"/>
              <a:gd name="T3" fmla="*/ 4 h 201"/>
              <a:gd name="T4" fmla="*/ 43 w 506"/>
              <a:gd name="T5" fmla="*/ 17 h 201"/>
              <a:gd name="T6" fmla="*/ 60 w 506"/>
              <a:gd name="T7" fmla="*/ 36 h 201"/>
              <a:gd name="T8" fmla="*/ 84 w 506"/>
              <a:gd name="T9" fmla="*/ 58 h 201"/>
              <a:gd name="T10" fmla="*/ 116 w 506"/>
              <a:gd name="T11" fmla="*/ 82 h 201"/>
              <a:gd name="T12" fmla="*/ 154 w 506"/>
              <a:gd name="T13" fmla="*/ 107 h 201"/>
              <a:gd name="T14" fmla="*/ 174 w 506"/>
              <a:gd name="T15" fmla="*/ 118 h 201"/>
              <a:gd name="T16" fmla="*/ 196 w 506"/>
              <a:gd name="T17" fmla="*/ 129 h 201"/>
              <a:gd name="T18" fmla="*/ 219 w 506"/>
              <a:gd name="T19" fmla="*/ 139 h 201"/>
              <a:gd name="T20" fmla="*/ 231 w 506"/>
              <a:gd name="T21" fmla="*/ 144 h 201"/>
              <a:gd name="T22" fmla="*/ 242 w 506"/>
              <a:gd name="T23" fmla="*/ 148 h 201"/>
              <a:gd name="T24" fmla="*/ 254 w 506"/>
              <a:gd name="T25" fmla="*/ 153 h 201"/>
              <a:gd name="T26" fmla="*/ 266 w 506"/>
              <a:gd name="T27" fmla="*/ 157 h 201"/>
              <a:gd name="T28" fmla="*/ 290 w 506"/>
              <a:gd name="T29" fmla="*/ 165 h 201"/>
              <a:gd name="T30" fmla="*/ 313 w 506"/>
              <a:gd name="T31" fmla="*/ 171 h 201"/>
              <a:gd name="T32" fmla="*/ 325 w 506"/>
              <a:gd name="T33" fmla="*/ 175 h 201"/>
              <a:gd name="T34" fmla="*/ 337 w 506"/>
              <a:gd name="T35" fmla="*/ 177 h 201"/>
              <a:gd name="T36" fmla="*/ 381 w 506"/>
              <a:gd name="T37" fmla="*/ 187 h 201"/>
              <a:gd name="T38" fmla="*/ 422 w 506"/>
              <a:gd name="T39" fmla="*/ 193 h 201"/>
              <a:gd name="T40" fmla="*/ 440 w 506"/>
              <a:gd name="T41" fmla="*/ 195 h 201"/>
              <a:gd name="T42" fmla="*/ 456 w 506"/>
              <a:gd name="T43" fmla="*/ 197 h 201"/>
              <a:gd name="T44" fmla="*/ 471 w 506"/>
              <a:gd name="T45" fmla="*/ 198 h 201"/>
              <a:gd name="T46" fmla="*/ 483 w 506"/>
              <a:gd name="T47" fmla="*/ 199 h 201"/>
              <a:gd name="T48" fmla="*/ 506 w 506"/>
              <a:gd name="T49" fmla="*/ 201 h 201"/>
              <a:gd name="T50" fmla="*/ 483 w 506"/>
              <a:gd name="T51" fmla="*/ 201 h 201"/>
              <a:gd name="T52" fmla="*/ 471 w 506"/>
              <a:gd name="T53" fmla="*/ 201 h 201"/>
              <a:gd name="T54" fmla="*/ 456 w 506"/>
              <a:gd name="T55" fmla="*/ 200 h 201"/>
              <a:gd name="T56" fmla="*/ 439 w 506"/>
              <a:gd name="T57" fmla="*/ 200 h 201"/>
              <a:gd name="T58" fmla="*/ 421 w 506"/>
              <a:gd name="T59" fmla="*/ 199 h 201"/>
              <a:gd name="T60" fmla="*/ 380 w 506"/>
              <a:gd name="T61" fmla="*/ 195 h 201"/>
              <a:gd name="T62" fmla="*/ 334 w 506"/>
              <a:gd name="T63" fmla="*/ 188 h 201"/>
              <a:gd name="T64" fmla="*/ 322 w 506"/>
              <a:gd name="T65" fmla="*/ 186 h 201"/>
              <a:gd name="T66" fmla="*/ 310 w 506"/>
              <a:gd name="T67" fmla="*/ 184 h 201"/>
              <a:gd name="T68" fmla="*/ 286 w 506"/>
              <a:gd name="T69" fmla="*/ 179 h 201"/>
              <a:gd name="T70" fmla="*/ 261 w 506"/>
              <a:gd name="T71" fmla="*/ 173 h 201"/>
              <a:gd name="T72" fmla="*/ 249 w 506"/>
              <a:gd name="T73" fmla="*/ 169 h 201"/>
              <a:gd name="T74" fmla="*/ 236 w 506"/>
              <a:gd name="T75" fmla="*/ 165 h 201"/>
              <a:gd name="T76" fmla="*/ 224 w 506"/>
              <a:gd name="T77" fmla="*/ 162 h 201"/>
              <a:gd name="T78" fmla="*/ 212 w 506"/>
              <a:gd name="T79" fmla="*/ 157 h 201"/>
              <a:gd name="T80" fmla="*/ 188 w 506"/>
              <a:gd name="T81" fmla="*/ 149 h 201"/>
              <a:gd name="T82" fmla="*/ 164 w 506"/>
              <a:gd name="T83" fmla="*/ 139 h 201"/>
              <a:gd name="T84" fmla="*/ 142 w 506"/>
              <a:gd name="T85" fmla="*/ 128 h 201"/>
              <a:gd name="T86" fmla="*/ 101 w 506"/>
              <a:gd name="T87" fmla="*/ 106 h 201"/>
              <a:gd name="T88" fmla="*/ 66 w 506"/>
              <a:gd name="T89" fmla="*/ 82 h 201"/>
              <a:gd name="T90" fmla="*/ 38 w 506"/>
              <a:gd name="T91" fmla="*/ 59 h 201"/>
              <a:gd name="T92" fmla="*/ 17 w 506"/>
              <a:gd name="T93" fmla="*/ 40 h 201"/>
              <a:gd name="T94" fmla="*/ 5 w 506"/>
              <a:gd name="T95" fmla="*/ 26 h 201"/>
              <a:gd name="T96" fmla="*/ 0 w 506"/>
              <a:gd name="T97" fmla="*/ 20 h 201"/>
              <a:gd name="T98" fmla="*/ 30 w 506"/>
              <a:gd name="T99" fmla="*/ 0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506" h="201">
                <a:moveTo>
                  <a:pt x="30" y="0"/>
                </a:moveTo>
                <a:cubicBezTo>
                  <a:pt x="30" y="0"/>
                  <a:pt x="31" y="1"/>
                  <a:pt x="33" y="4"/>
                </a:cubicBezTo>
                <a:cubicBezTo>
                  <a:pt x="35" y="7"/>
                  <a:pt x="38" y="12"/>
                  <a:pt x="43" y="17"/>
                </a:cubicBezTo>
                <a:cubicBezTo>
                  <a:pt x="47" y="22"/>
                  <a:pt x="53" y="29"/>
                  <a:pt x="60" y="36"/>
                </a:cubicBezTo>
                <a:cubicBezTo>
                  <a:pt x="67" y="43"/>
                  <a:pt x="75" y="50"/>
                  <a:pt x="84" y="58"/>
                </a:cubicBezTo>
                <a:cubicBezTo>
                  <a:pt x="94" y="66"/>
                  <a:pt x="104" y="74"/>
                  <a:pt x="116" y="82"/>
                </a:cubicBezTo>
                <a:cubicBezTo>
                  <a:pt x="128" y="91"/>
                  <a:pt x="140" y="99"/>
                  <a:pt x="154" y="107"/>
                </a:cubicBezTo>
                <a:cubicBezTo>
                  <a:pt x="160" y="111"/>
                  <a:pt x="167" y="114"/>
                  <a:pt x="174" y="118"/>
                </a:cubicBezTo>
                <a:cubicBezTo>
                  <a:pt x="182" y="122"/>
                  <a:pt x="189" y="125"/>
                  <a:pt x="196" y="129"/>
                </a:cubicBezTo>
                <a:cubicBezTo>
                  <a:pt x="204" y="132"/>
                  <a:pt x="211" y="136"/>
                  <a:pt x="219" y="139"/>
                </a:cubicBezTo>
                <a:cubicBezTo>
                  <a:pt x="231" y="144"/>
                  <a:pt x="231" y="144"/>
                  <a:pt x="231" y="144"/>
                </a:cubicBezTo>
                <a:cubicBezTo>
                  <a:pt x="242" y="148"/>
                  <a:pt x="242" y="148"/>
                  <a:pt x="242" y="148"/>
                </a:cubicBezTo>
                <a:cubicBezTo>
                  <a:pt x="254" y="153"/>
                  <a:pt x="254" y="153"/>
                  <a:pt x="254" y="153"/>
                </a:cubicBezTo>
                <a:cubicBezTo>
                  <a:pt x="266" y="157"/>
                  <a:pt x="266" y="157"/>
                  <a:pt x="266" y="157"/>
                </a:cubicBezTo>
                <a:cubicBezTo>
                  <a:pt x="274" y="160"/>
                  <a:pt x="282" y="162"/>
                  <a:pt x="290" y="165"/>
                </a:cubicBezTo>
                <a:cubicBezTo>
                  <a:pt x="298" y="167"/>
                  <a:pt x="305" y="169"/>
                  <a:pt x="313" y="171"/>
                </a:cubicBezTo>
                <a:cubicBezTo>
                  <a:pt x="317" y="172"/>
                  <a:pt x="321" y="173"/>
                  <a:pt x="325" y="175"/>
                </a:cubicBezTo>
                <a:cubicBezTo>
                  <a:pt x="329" y="175"/>
                  <a:pt x="333" y="176"/>
                  <a:pt x="337" y="177"/>
                </a:cubicBezTo>
                <a:cubicBezTo>
                  <a:pt x="352" y="181"/>
                  <a:pt x="367" y="184"/>
                  <a:pt x="381" y="187"/>
                </a:cubicBezTo>
                <a:cubicBezTo>
                  <a:pt x="396" y="189"/>
                  <a:pt x="409" y="191"/>
                  <a:pt x="422" y="193"/>
                </a:cubicBezTo>
                <a:cubicBezTo>
                  <a:pt x="428" y="194"/>
                  <a:pt x="434" y="195"/>
                  <a:pt x="440" y="195"/>
                </a:cubicBezTo>
                <a:cubicBezTo>
                  <a:pt x="446" y="196"/>
                  <a:pt x="451" y="196"/>
                  <a:pt x="456" y="197"/>
                </a:cubicBezTo>
                <a:cubicBezTo>
                  <a:pt x="461" y="198"/>
                  <a:pt x="466" y="198"/>
                  <a:pt x="471" y="198"/>
                </a:cubicBezTo>
                <a:cubicBezTo>
                  <a:pt x="475" y="199"/>
                  <a:pt x="479" y="199"/>
                  <a:pt x="483" y="199"/>
                </a:cubicBezTo>
                <a:cubicBezTo>
                  <a:pt x="498" y="200"/>
                  <a:pt x="506" y="201"/>
                  <a:pt x="506" y="201"/>
                </a:cubicBezTo>
                <a:cubicBezTo>
                  <a:pt x="506" y="201"/>
                  <a:pt x="498" y="201"/>
                  <a:pt x="483" y="201"/>
                </a:cubicBezTo>
                <a:cubicBezTo>
                  <a:pt x="479" y="201"/>
                  <a:pt x="475" y="201"/>
                  <a:pt x="471" y="201"/>
                </a:cubicBezTo>
                <a:cubicBezTo>
                  <a:pt x="466" y="201"/>
                  <a:pt x="461" y="200"/>
                  <a:pt x="456" y="200"/>
                </a:cubicBezTo>
                <a:cubicBezTo>
                  <a:pt x="451" y="200"/>
                  <a:pt x="445" y="200"/>
                  <a:pt x="439" y="200"/>
                </a:cubicBezTo>
                <a:cubicBezTo>
                  <a:pt x="434" y="199"/>
                  <a:pt x="428" y="199"/>
                  <a:pt x="421" y="199"/>
                </a:cubicBezTo>
                <a:cubicBezTo>
                  <a:pt x="408" y="198"/>
                  <a:pt x="395" y="196"/>
                  <a:pt x="380" y="195"/>
                </a:cubicBezTo>
                <a:cubicBezTo>
                  <a:pt x="366" y="193"/>
                  <a:pt x="350" y="191"/>
                  <a:pt x="334" y="188"/>
                </a:cubicBezTo>
                <a:cubicBezTo>
                  <a:pt x="330" y="188"/>
                  <a:pt x="326" y="187"/>
                  <a:pt x="322" y="186"/>
                </a:cubicBezTo>
                <a:cubicBezTo>
                  <a:pt x="318" y="186"/>
                  <a:pt x="314" y="185"/>
                  <a:pt x="310" y="184"/>
                </a:cubicBezTo>
                <a:cubicBezTo>
                  <a:pt x="302" y="182"/>
                  <a:pt x="294" y="181"/>
                  <a:pt x="286" y="179"/>
                </a:cubicBezTo>
                <a:cubicBezTo>
                  <a:pt x="278" y="177"/>
                  <a:pt x="269" y="175"/>
                  <a:pt x="261" y="173"/>
                </a:cubicBezTo>
                <a:cubicBezTo>
                  <a:pt x="257" y="171"/>
                  <a:pt x="253" y="170"/>
                  <a:pt x="249" y="169"/>
                </a:cubicBezTo>
                <a:cubicBezTo>
                  <a:pt x="236" y="165"/>
                  <a:pt x="236" y="165"/>
                  <a:pt x="236" y="165"/>
                </a:cubicBezTo>
                <a:cubicBezTo>
                  <a:pt x="232" y="164"/>
                  <a:pt x="228" y="163"/>
                  <a:pt x="224" y="162"/>
                </a:cubicBezTo>
                <a:cubicBezTo>
                  <a:pt x="212" y="157"/>
                  <a:pt x="212" y="157"/>
                  <a:pt x="212" y="157"/>
                </a:cubicBezTo>
                <a:cubicBezTo>
                  <a:pt x="204" y="155"/>
                  <a:pt x="196" y="152"/>
                  <a:pt x="188" y="149"/>
                </a:cubicBezTo>
                <a:cubicBezTo>
                  <a:pt x="180" y="145"/>
                  <a:pt x="172" y="142"/>
                  <a:pt x="164" y="139"/>
                </a:cubicBezTo>
                <a:cubicBezTo>
                  <a:pt x="157" y="135"/>
                  <a:pt x="149" y="132"/>
                  <a:pt x="142" y="128"/>
                </a:cubicBezTo>
                <a:cubicBezTo>
                  <a:pt x="127" y="121"/>
                  <a:pt x="114" y="113"/>
                  <a:pt x="101" y="106"/>
                </a:cubicBezTo>
                <a:cubicBezTo>
                  <a:pt x="88" y="98"/>
                  <a:pt x="76" y="90"/>
                  <a:pt x="66" y="82"/>
                </a:cubicBezTo>
                <a:cubicBezTo>
                  <a:pt x="55" y="74"/>
                  <a:pt x="46" y="67"/>
                  <a:pt x="38" y="59"/>
                </a:cubicBezTo>
                <a:cubicBezTo>
                  <a:pt x="29" y="52"/>
                  <a:pt x="23" y="46"/>
                  <a:pt x="17" y="40"/>
                </a:cubicBezTo>
                <a:cubicBezTo>
                  <a:pt x="12" y="34"/>
                  <a:pt x="8" y="29"/>
                  <a:pt x="5" y="26"/>
                </a:cubicBezTo>
                <a:cubicBezTo>
                  <a:pt x="2" y="23"/>
                  <a:pt x="0" y="20"/>
                  <a:pt x="0" y="20"/>
                </a:cubicBezTo>
                <a:lnTo>
                  <a:pt x="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5" name="Freeform 29"/>
          <p:cNvSpPr/>
          <p:nvPr/>
        </p:nvSpPr>
        <p:spPr bwMode="auto">
          <a:xfrm rot="20697701" flipH="1">
            <a:off x="1079782" y="5220747"/>
            <a:ext cx="1248076" cy="697454"/>
          </a:xfrm>
          <a:custGeom>
            <a:avLst/>
            <a:gdLst>
              <a:gd name="T0" fmla="*/ 34 w 431"/>
              <a:gd name="T1" fmla="*/ 0 h 240"/>
              <a:gd name="T2" fmla="*/ 35 w 431"/>
              <a:gd name="T3" fmla="*/ 4 h 240"/>
              <a:gd name="T4" fmla="*/ 41 w 431"/>
              <a:gd name="T5" fmla="*/ 17 h 240"/>
              <a:gd name="T6" fmla="*/ 53 w 431"/>
              <a:gd name="T7" fmla="*/ 37 h 240"/>
              <a:gd name="T8" fmla="*/ 70 w 431"/>
              <a:gd name="T9" fmla="*/ 62 h 240"/>
              <a:gd name="T10" fmla="*/ 93 w 431"/>
              <a:gd name="T11" fmla="*/ 90 h 240"/>
              <a:gd name="T12" fmla="*/ 122 w 431"/>
              <a:gd name="T13" fmla="*/ 118 h 240"/>
              <a:gd name="T14" fmla="*/ 157 w 431"/>
              <a:gd name="T15" fmla="*/ 145 h 240"/>
              <a:gd name="T16" fmla="*/ 196 w 431"/>
              <a:gd name="T17" fmla="*/ 169 h 240"/>
              <a:gd name="T18" fmla="*/ 216 w 431"/>
              <a:gd name="T19" fmla="*/ 180 h 240"/>
              <a:gd name="T20" fmla="*/ 226 w 431"/>
              <a:gd name="T21" fmla="*/ 185 h 240"/>
              <a:gd name="T22" fmla="*/ 237 w 431"/>
              <a:gd name="T23" fmla="*/ 190 h 240"/>
              <a:gd name="T24" fmla="*/ 247 w 431"/>
              <a:gd name="T25" fmla="*/ 194 h 240"/>
              <a:gd name="T26" fmla="*/ 257 w 431"/>
              <a:gd name="T27" fmla="*/ 198 h 240"/>
              <a:gd name="T28" fmla="*/ 268 w 431"/>
              <a:gd name="T29" fmla="*/ 202 h 240"/>
              <a:gd name="T30" fmla="*/ 278 w 431"/>
              <a:gd name="T31" fmla="*/ 206 h 240"/>
              <a:gd name="T32" fmla="*/ 318 w 431"/>
              <a:gd name="T33" fmla="*/ 219 h 240"/>
              <a:gd name="T34" fmla="*/ 354 w 431"/>
              <a:gd name="T35" fmla="*/ 227 h 240"/>
              <a:gd name="T36" fmla="*/ 371 w 431"/>
              <a:gd name="T37" fmla="*/ 231 h 240"/>
              <a:gd name="T38" fmla="*/ 385 w 431"/>
              <a:gd name="T39" fmla="*/ 233 h 240"/>
              <a:gd name="T40" fmla="*/ 399 w 431"/>
              <a:gd name="T41" fmla="*/ 236 h 240"/>
              <a:gd name="T42" fmla="*/ 410 w 431"/>
              <a:gd name="T43" fmla="*/ 237 h 240"/>
              <a:gd name="T44" fmla="*/ 431 w 431"/>
              <a:gd name="T45" fmla="*/ 240 h 240"/>
              <a:gd name="T46" fmla="*/ 410 w 431"/>
              <a:gd name="T47" fmla="*/ 239 h 240"/>
              <a:gd name="T48" fmla="*/ 398 w 431"/>
              <a:gd name="T49" fmla="*/ 238 h 240"/>
              <a:gd name="T50" fmla="*/ 385 w 431"/>
              <a:gd name="T51" fmla="*/ 237 h 240"/>
              <a:gd name="T52" fmla="*/ 370 w 431"/>
              <a:gd name="T53" fmla="*/ 235 h 240"/>
              <a:gd name="T54" fmla="*/ 353 w 431"/>
              <a:gd name="T55" fmla="*/ 233 h 240"/>
              <a:gd name="T56" fmla="*/ 316 w 431"/>
              <a:gd name="T57" fmla="*/ 227 h 240"/>
              <a:gd name="T58" fmla="*/ 275 w 431"/>
              <a:gd name="T59" fmla="*/ 217 h 240"/>
              <a:gd name="T60" fmla="*/ 264 w 431"/>
              <a:gd name="T61" fmla="*/ 214 h 240"/>
              <a:gd name="T62" fmla="*/ 253 w 431"/>
              <a:gd name="T63" fmla="*/ 211 h 240"/>
              <a:gd name="T64" fmla="*/ 242 w 431"/>
              <a:gd name="T65" fmla="*/ 207 h 240"/>
              <a:gd name="T66" fmla="*/ 231 w 431"/>
              <a:gd name="T67" fmla="*/ 203 h 240"/>
              <a:gd name="T68" fmla="*/ 220 w 431"/>
              <a:gd name="T69" fmla="*/ 199 h 240"/>
              <a:gd name="T70" fmla="*/ 209 w 431"/>
              <a:gd name="T71" fmla="*/ 195 h 240"/>
              <a:gd name="T72" fmla="*/ 187 w 431"/>
              <a:gd name="T73" fmla="*/ 185 h 240"/>
              <a:gd name="T74" fmla="*/ 145 w 431"/>
              <a:gd name="T75" fmla="*/ 163 h 240"/>
              <a:gd name="T76" fmla="*/ 107 w 431"/>
              <a:gd name="T77" fmla="*/ 138 h 240"/>
              <a:gd name="T78" fmla="*/ 73 w 431"/>
              <a:gd name="T79" fmla="*/ 110 h 240"/>
              <a:gd name="T80" fmla="*/ 46 w 431"/>
              <a:gd name="T81" fmla="*/ 82 h 240"/>
              <a:gd name="T82" fmla="*/ 25 w 431"/>
              <a:gd name="T83" fmla="*/ 55 h 240"/>
              <a:gd name="T84" fmla="*/ 11 w 431"/>
              <a:gd name="T85" fmla="*/ 34 h 240"/>
              <a:gd name="T86" fmla="*/ 3 w 431"/>
              <a:gd name="T87" fmla="*/ 18 h 240"/>
              <a:gd name="T88" fmla="*/ 0 w 431"/>
              <a:gd name="T89" fmla="*/ 12 h 240"/>
              <a:gd name="T90" fmla="*/ 34 w 431"/>
              <a:gd name="T91" fmla="*/ 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431" h="240">
                <a:moveTo>
                  <a:pt x="34" y="0"/>
                </a:moveTo>
                <a:cubicBezTo>
                  <a:pt x="34" y="0"/>
                  <a:pt x="34" y="1"/>
                  <a:pt x="35" y="4"/>
                </a:cubicBezTo>
                <a:cubicBezTo>
                  <a:pt x="37" y="7"/>
                  <a:pt x="39" y="11"/>
                  <a:pt x="41" y="17"/>
                </a:cubicBezTo>
                <a:cubicBezTo>
                  <a:pt x="44" y="23"/>
                  <a:pt x="48" y="30"/>
                  <a:pt x="53" y="37"/>
                </a:cubicBezTo>
                <a:cubicBezTo>
                  <a:pt x="57" y="45"/>
                  <a:pt x="63" y="53"/>
                  <a:pt x="70" y="62"/>
                </a:cubicBezTo>
                <a:cubicBezTo>
                  <a:pt x="77" y="71"/>
                  <a:pt x="84" y="81"/>
                  <a:pt x="93" y="90"/>
                </a:cubicBezTo>
                <a:cubicBezTo>
                  <a:pt x="102" y="100"/>
                  <a:pt x="112" y="109"/>
                  <a:pt x="122" y="118"/>
                </a:cubicBezTo>
                <a:cubicBezTo>
                  <a:pt x="133" y="128"/>
                  <a:pt x="145" y="137"/>
                  <a:pt x="157" y="145"/>
                </a:cubicBezTo>
                <a:cubicBezTo>
                  <a:pt x="169" y="154"/>
                  <a:pt x="182" y="162"/>
                  <a:pt x="196" y="169"/>
                </a:cubicBezTo>
                <a:cubicBezTo>
                  <a:pt x="202" y="173"/>
                  <a:pt x="209" y="177"/>
                  <a:pt x="216" y="180"/>
                </a:cubicBezTo>
                <a:cubicBezTo>
                  <a:pt x="219" y="182"/>
                  <a:pt x="223" y="183"/>
                  <a:pt x="226" y="185"/>
                </a:cubicBezTo>
                <a:cubicBezTo>
                  <a:pt x="230" y="187"/>
                  <a:pt x="233" y="188"/>
                  <a:pt x="237" y="190"/>
                </a:cubicBezTo>
                <a:cubicBezTo>
                  <a:pt x="240" y="191"/>
                  <a:pt x="243" y="193"/>
                  <a:pt x="247" y="194"/>
                </a:cubicBezTo>
                <a:cubicBezTo>
                  <a:pt x="250" y="196"/>
                  <a:pt x="254" y="197"/>
                  <a:pt x="257" y="198"/>
                </a:cubicBezTo>
                <a:cubicBezTo>
                  <a:pt x="261" y="200"/>
                  <a:pt x="264" y="201"/>
                  <a:pt x="268" y="202"/>
                </a:cubicBezTo>
                <a:cubicBezTo>
                  <a:pt x="271" y="204"/>
                  <a:pt x="274" y="205"/>
                  <a:pt x="278" y="206"/>
                </a:cubicBezTo>
                <a:cubicBezTo>
                  <a:pt x="292" y="211"/>
                  <a:pt x="305" y="215"/>
                  <a:pt x="318" y="219"/>
                </a:cubicBezTo>
                <a:cubicBezTo>
                  <a:pt x="331" y="222"/>
                  <a:pt x="343" y="225"/>
                  <a:pt x="354" y="227"/>
                </a:cubicBezTo>
                <a:cubicBezTo>
                  <a:pt x="360" y="229"/>
                  <a:pt x="365" y="230"/>
                  <a:pt x="371" y="231"/>
                </a:cubicBezTo>
                <a:cubicBezTo>
                  <a:pt x="376" y="232"/>
                  <a:pt x="381" y="233"/>
                  <a:pt x="385" y="233"/>
                </a:cubicBezTo>
                <a:cubicBezTo>
                  <a:pt x="390" y="234"/>
                  <a:pt x="395" y="235"/>
                  <a:pt x="399" y="236"/>
                </a:cubicBezTo>
                <a:cubicBezTo>
                  <a:pt x="403" y="236"/>
                  <a:pt x="406" y="237"/>
                  <a:pt x="410" y="237"/>
                </a:cubicBezTo>
                <a:cubicBezTo>
                  <a:pt x="423" y="239"/>
                  <a:pt x="431" y="240"/>
                  <a:pt x="431" y="240"/>
                </a:cubicBezTo>
                <a:cubicBezTo>
                  <a:pt x="431" y="240"/>
                  <a:pt x="423" y="240"/>
                  <a:pt x="410" y="239"/>
                </a:cubicBezTo>
                <a:cubicBezTo>
                  <a:pt x="406" y="239"/>
                  <a:pt x="402" y="238"/>
                  <a:pt x="398" y="238"/>
                </a:cubicBezTo>
                <a:cubicBezTo>
                  <a:pt x="394" y="238"/>
                  <a:pt x="390" y="237"/>
                  <a:pt x="385" y="237"/>
                </a:cubicBezTo>
                <a:cubicBezTo>
                  <a:pt x="380" y="236"/>
                  <a:pt x="375" y="236"/>
                  <a:pt x="370" y="235"/>
                </a:cubicBezTo>
                <a:cubicBezTo>
                  <a:pt x="365" y="234"/>
                  <a:pt x="359" y="234"/>
                  <a:pt x="353" y="233"/>
                </a:cubicBezTo>
                <a:cubicBezTo>
                  <a:pt x="342" y="232"/>
                  <a:pt x="329" y="229"/>
                  <a:pt x="316" y="227"/>
                </a:cubicBezTo>
                <a:cubicBezTo>
                  <a:pt x="303" y="224"/>
                  <a:pt x="289" y="221"/>
                  <a:pt x="275" y="217"/>
                </a:cubicBezTo>
                <a:cubicBezTo>
                  <a:pt x="271" y="216"/>
                  <a:pt x="267" y="215"/>
                  <a:pt x="264" y="214"/>
                </a:cubicBezTo>
                <a:cubicBezTo>
                  <a:pt x="260" y="213"/>
                  <a:pt x="257" y="212"/>
                  <a:pt x="253" y="211"/>
                </a:cubicBezTo>
                <a:cubicBezTo>
                  <a:pt x="249" y="209"/>
                  <a:pt x="246" y="208"/>
                  <a:pt x="242" y="207"/>
                </a:cubicBezTo>
                <a:cubicBezTo>
                  <a:pt x="238" y="206"/>
                  <a:pt x="235" y="205"/>
                  <a:pt x="231" y="203"/>
                </a:cubicBezTo>
                <a:cubicBezTo>
                  <a:pt x="227" y="202"/>
                  <a:pt x="224" y="201"/>
                  <a:pt x="220" y="199"/>
                </a:cubicBezTo>
                <a:cubicBezTo>
                  <a:pt x="216" y="198"/>
                  <a:pt x="213" y="196"/>
                  <a:pt x="209" y="195"/>
                </a:cubicBezTo>
                <a:cubicBezTo>
                  <a:pt x="202" y="192"/>
                  <a:pt x="195" y="189"/>
                  <a:pt x="187" y="185"/>
                </a:cubicBezTo>
                <a:cubicBezTo>
                  <a:pt x="173" y="179"/>
                  <a:pt x="159" y="171"/>
                  <a:pt x="145" y="163"/>
                </a:cubicBezTo>
                <a:cubicBezTo>
                  <a:pt x="132" y="155"/>
                  <a:pt x="119" y="147"/>
                  <a:pt x="107" y="138"/>
                </a:cubicBezTo>
                <a:cubicBezTo>
                  <a:pt x="95" y="129"/>
                  <a:pt x="84" y="119"/>
                  <a:pt x="73" y="110"/>
                </a:cubicBezTo>
                <a:cubicBezTo>
                  <a:pt x="63" y="100"/>
                  <a:pt x="54" y="91"/>
                  <a:pt x="46" y="82"/>
                </a:cubicBezTo>
                <a:cubicBezTo>
                  <a:pt x="38" y="72"/>
                  <a:pt x="31" y="63"/>
                  <a:pt x="25" y="55"/>
                </a:cubicBezTo>
                <a:cubicBezTo>
                  <a:pt x="20" y="47"/>
                  <a:pt x="15" y="40"/>
                  <a:pt x="11" y="34"/>
                </a:cubicBezTo>
                <a:cubicBezTo>
                  <a:pt x="7" y="27"/>
                  <a:pt x="5" y="22"/>
                  <a:pt x="3" y="18"/>
                </a:cubicBezTo>
                <a:cubicBezTo>
                  <a:pt x="1" y="15"/>
                  <a:pt x="0" y="12"/>
                  <a:pt x="0" y="12"/>
                </a:cubicBezTo>
                <a:lnTo>
                  <a:pt x="3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6" name="TextBox 55"/>
          <p:cNvSpPr txBox="1"/>
          <p:nvPr/>
        </p:nvSpPr>
        <p:spPr>
          <a:xfrm rot="20081367">
            <a:off x="1029309" y="5690545"/>
            <a:ext cx="7104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Options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7" name="TextBox 56"/>
          <p:cNvSpPr txBox="1"/>
          <p:nvPr/>
        </p:nvSpPr>
        <p:spPr>
          <a:xfrm rot="19996804">
            <a:off x="832440" y="5120204"/>
            <a:ext cx="8627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Outcomes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8" name="TextBox 57"/>
          <p:cNvSpPr txBox="1"/>
          <p:nvPr/>
        </p:nvSpPr>
        <p:spPr>
          <a:xfrm rot="1252184">
            <a:off x="1173990" y="4392867"/>
            <a:ext cx="7793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Situation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59" name="Group 58"/>
          <p:cNvGrpSpPr/>
          <p:nvPr/>
        </p:nvGrpSpPr>
        <p:grpSpPr>
          <a:xfrm>
            <a:off x="4792298" y="3117819"/>
            <a:ext cx="2698622" cy="1652886"/>
            <a:chOff x="7840658" y="2154917"/>
            <a:chExt cx="4279548" cy="2621192"/>
          </a:xfrm>
          <a:solidFill>
            <a:schemeClr val="tx2"/>
          </a:solidFill>
        </p:grpSpPr>
        <p:sp>
          <p:nvSpPr>
            <p:cNvPr id="60" name="Freeform 5"/>
            <p:cNvSpPr/>
            <p:nvPr/>
          </p:nvSpPr>
          <p:spPr bwMode="auto">
            <a:xfrm>
              <a:off x="7840658" y="2154917"/>
              <a:ext cx="4279548" cy="2621192"/>
            </a:xfrm>
            <a:custGeom>
              <a:avLst/>
              <a:gdLst>
                <a:gd name="T0" fmla="*/ 1174 w 3009"/>
                <a:gd name="T1" fmla="*/ 1833 h 1833"/>
                <a:gd name="T2" fmla="*/ 1270 w 3009"/>
                <a:gd name="T3" fmla="*/ 1826 h 1833"/>
                <a:gd name="T4" fmla="*/ 1675 w 3009"/>
                <a:gd name="T5" fmla="*/ 1594 h 1833"/>
                <a:gd name="T6" fmla="*/ 1997 w 3009"/>
                <a:gd name="T7" fmla="*/ 1748 h 1833"/>
                <a:gd name="T8" fmla="*/ 2071 w 3009"/>
                <a:gd name="T9" fmla="*/ 1741 h 1833"/>
                <a:gd name="T10" fmla="*/ 2352 w 3009"/>
                <a:gd name="T11" fmla="*/ 1474 h 1833"/>
                <a:gd name="T12" fmla="*/ 2512 w 3009"/>
                <a:gd name="T13" fmla="*/ 1492 h 1833"/>
                <a:gd name="T14" fmla="*/ 2932 w 3009"/>
                <a:gd name="T15" fmla="*/ 1262 h 1833"/>
                <a:gd name="T16" fmla="*/ 2921 w 3009"/>
                <a:gd name="T17" fmla="*/ 814 h 1833"/>
                <a:gd name="T18" fmla="*/ 2619 w 3009"/>
                <a:gd name="T19" fmla="*/ 620 h 1833"/>
                <a:gd name="T20" fmla="*/ 2584 w 3009"/>
                <a:gd name="T21" fmla="*/ 622 h 1833"/>
                <a:gd name="T22" fmla="*/ 2298 w 3009"/>
                <a:gd name="T23" fmla="*/ 409 h 1833"/>
                <a:gd name="T24" fmla="*/ 2209 w 3009"/>
                <a:gd name="T25" fmla="*/ 418 h 1833"/>
                <a:gd name="T26" fmla="*/ 1710 w 3009"/>
                <a:gd name="T27" fmla="*/ 0 h 1833"/>
                <a:gd name="T28" fmla="*/ 1682 w 3009"/>
                <a:gd name="T29" fmla="*/ 0 h 1833"/>
                <a:gd name="T30" fmla="*/ 1198 w 3009"/>
                <a:gd name="T31" fmla="*/ 254 h 1833"/>
                <a:gd name="T32" fmla="*/ 972 w 3009"/>
                <a:gd name="T33" fmla="*/ 208 h 1833"/>
                <a:gd name="T34" fmla="*/ 693 w 3009"/>
                <a:gd name="T35" fmla="*/ 311 h 1833"/>
                <a:gd name="T36" fmla="*/ 531 w 3009"/>
                <a:gd name="T37" fmla="*/ 680 h 1833"/>
                <a:gd name="T38" fmla="*/ 474 w 3009"/>
                <a:gd name="T39" fmla="*/ 677 h 1833"/>
                <a:gd name="T40" fmla="*/ 85 w 3009"/>
                <a:gd name="T41" fmla="*/ 848 h 1833"/>
                <a:gd name="T42" fmla="*/ 69 w 3009"/>
                <a:gd name="T43" fmla="*/ 1244 h 1833"/>
                <a:gd name="T44" fmla="*/ 350 w 3009"/>
                <a:gd name="T45" fmla="*/ 1449 h 1833"/>
                <a:gd name="T46" fmla="*/ 603 w 3009"/>
                <a:gd name="T47" fmla="*/ 1585 h 1833"/>
                <a:gd name="T48" fmla="*/ 735 w 3009"/>
                <a:gd name="T49" fmla="*/ 1564 h 1833"/>
                <a:gd name="T50" fmla="*/ 1174 w 3009"/>
                <a:gd name="T51" fmla="*/ 1833 h 18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09" h="1833">
                  <a:moveTo>
                    <a:pt x="1174" y="1833"/>
                  </a:moveTo>
                  <a:cubicBezTo>
                    <a:pt x="1205" y="1833"/>
                    <a:pt x="1237" y="1831"/>
                    <a:pt x="1270" y="1826"/>
                  </a:cubicBezTo>
                  <a:cubicBezTo>
                    <a:pt x="1563" y="1783"/>
                    <a:pt x="1649" y="1663"/>
                    <a:pt x="1675" y="1594"/>
                  </a:cubicBezTo>
                  <a:cubicBezTo>
                    <a:pt x="1724" y="1650"/>
                    <a:pt x="1833" y="1748"/>
                    <a:pt x="1997" y="1748"/>
                  </a:cubicBezTo>
                  <a:cubicBezTo>
                    <a:pt x="2021" y="1748"/>
                    <a:pt x="2046" y="1746"/>
                    <a:pt x="2071" y="1741"/>
                  </a:cubicBezTo>
                  <a:cubicBezTo>
                    <a:pt x="2291" y="1703"/>
                    <a:pt x="2341" y="1539"/>
                    <a:pt x="2352" y="1474"/>
                  </a:cubicBezTo>
                  <a:cubicBezTo>
                    <a:pt x="2384" y="1481"/>
                    <a:pt x="2442" y="1492"/>
                    <a:pt x="2512" y="1492"/>
                  </a:cubicBezTo>
                  <a:cubicBezTo>
                    <a:pt x="2646" y="1492"/>
                    <a:pt x="2827" y="1452"/>
                    <a:pt x="2932" y="1262"/>
                  </a:cubicBezTo>
                  <a:cubicBezTo>
                    <a:pt x="3009" y="1123"/>
                    <a:pt x="3005" y="955"/>
                    <a:pt x="2921" y="814"/>
                  </a:cubicBezTo>
                  <a:cubicBezTo>
                    <a:pt x="2850" y="694"/>
                    <a:pt x="2734" y="620"/>
                    <a:pt x="2619" y="620"/>
                  </a:cubicBezTo>
                  <a:cubicBezTo>
                    <a:pt x="2607" y="620"/>
                    <a:pt x="2596" y="620"/>
                    <a:pt x="2584" y="622"/>
                  </a:cubicBezTo>
                  <a:cubicBezTo>
                    <a:pt x="2566" y="565"/>
                    <a:pt x="2499" y="409"/>
                    <a:pt x="2298" y="409"/>
                  </a:cubicBezTo>
                  <a:cubicBezTo>
                    <a:pt x="2270" y="409"/>
                    <a:pt x="2240" y="412"/>
                    <a:pt x="2209" y="418"/>
                  </a:cubicBezTo>
                  <a:cubicBezTo>
                    <a:pt x="2192" y="328"/>
                    <a:pt x="2104" y="13"/>
                    <a:pt x="1710" y="0"/>
                  </a:cubicBezTo>
                  <a:cubicBezTo>
                    <a:pt x="1700" y="0"/>
                    <a:pt x="1691" y="0"/>
                    <a:pt x="1682" y="0"/>
                  </a:cubicBezTo>
                  <a:cubicBezTo>
                    <a:pt x="1356" y="0"/>
                    <a:pt x="1231" y="189"/>
                    <a:pt x="1198" y="254"/>
                  </a:cubicBezTo>
                  <a:cubicBezTo>
                    <a:pt x="1160" y="238"/>
                    <a:pt x="1073" y="208"/>
                    <a:pt x="972" y="208"/>
                  </a:cubicBezTo>
                  <a:cubicBezTo>
                    <a:pt x="862" y="208"/>
                    <a:pt x="768" y="243"/>
                    <a:pt x="693" y="311"/>
                  </a:cubicBezTo>
                  <a:cubicBezTo>
                    <a:pt x="525" y="463"/>
                    <a:pt x="522" y="615"/>
                    <a:pt x="531" y="680"/>
                  </a:cubicBezTo>
                  <a:cubicBezTo>
                    <a:pt x="516" y="678"/>
                    <a:pt x="497" y="677"/>
                    <a:pt x="474" y="677"/>
                  </a:cubicBezTo>
                  <a:cubicBezTo>
                    <a:pt x="377" y="677"/>
                    <a:pt x="196" y="700"/>
                    <a:pt x="85" y="848"/>
                  </a:cubicBezTo>
                  <a:cubicBezTo>
                    <a:pt x="6" y="954"/>
                    <a:pt x="0" y="1106"/>
                    <a:pt x="69" y="1244"/>
                  </a:cubicBezTo>
                  <a:cubicBezTo>
                    <a:pt x="131" y="1368"/>
                    <a:pt x="238" y="1446"/>
                    <a:pt x="350" y="1449"/>
                  </a:cubicBezTo>
                  <a:cubicBezTo>
                    <a:pt x="371" y="1485"/>
                    <a:pt x="445" y="1585"/>
                    <a:pt x="603" y="1585"/>
                  </a:cubicBezTo>
                  <a:cubicBezTo>
                    <a:pt x="644" y="1585"/>
                    <a:pt x="689" y="1578"/>
                    <a:pt x="735" y="1564"/>
                  </a:cubicBezTo>
                  <a:cubicBezTo>
                    <a:pt x="767" y="1628"/>
                    <a:pt x="890" y="1833"/>
                    <a:pt x="1174" y="1833"/>
                  </a:cubicBezTo>
                  <a:close/>
                </a:path>
              </a:pathLst>
            </a:custGeom>
            <a:grpFill/>
            <a:ln w="44450"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61" name="Subtitle 4"/>
            <p:cNvSpPr txBox="1"/>
            <p:nvPr/>
          </p:nvSpPr>
          <p:spPr>
            <a:xfrm>
              <a:off x="7985955" y="3175800"/>
              <a:ext cx="3980169" cy="852149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ctr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id-ID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2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rPr>
                <a:t>Problem</a:t>
              </a:r>
              <a:endParaRPr kumimoji="0" lang="id-ID" sz="20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id-ID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2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rPr>
                <a:t>Solving</a:t>
              </a:r>
              <a:endParaRPr kumimoji="0" lang="id-ID" sz="20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500"/>
                            </p:stCondLst>
                            <p:childTnLst>
                              <p:par>
                                <p:cTn id="7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30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3500"/>
                            </p:stCondLst>
                            <p:childTnLst>
                              <p:par>
                                <p:cTn id="10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4000"/>
                            </p:stCondLst>
                            <p:childTnLst>
                              <p:par>
                                <p:cTn id="1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4500"/>
                            </p:stCondLst>
                            <p:childTnLst>
                              <p:par>
                                <p:cTn id="1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5000"/>
                            </p:stCondLst>
                            <p:childTnLst>
                              <p:par>
                                <p:cTn id="1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5500"/>
                            </p:stCondLst>
                            <p:childTnLst>
                              <p:par>
                                <p:cTn id="1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6000"/>
                            </p:stCondLst>
                            <p:childTnLst>
                              <p:par>
                                <p:cTn id="1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6500"/>
                            </p:stCondLst>
                            <p:childTnLst>
                              <p:par>
                                <p:cTn id="1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7000"/>
                            </p:stCondLst>
                            <p:childTnLst>
                              <p:par>
                                <p:cTn id="1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7500"/>
                            </p:stCondLst>
                            <p:childTnLst>
                              <p:par>
                                <p:cTn id="1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8000"/>
                            </p:stCondLst>
                            <p:childTnLst>
                              <p:par>
                                <p:cTn id="19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8500"/>
                            </p:stCondLst>
                            <p:childTnLst>
                              <p:par>
                                <p:cTn id="2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>
                            <p:stCondLst>
                              <p:cond delay="9000"/>
                            </p:stCondLst>
                            <p:childTnLst>
                              <p:par>
                                <p:cTn id="23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  <p:bldP spid="16" grpId="0" bldLvl="0" animBg="1"/>
      <p:bldP spid="17" grpId="0"/>
      <p:bldP spid="18" grpId="0"/>
      <p:bldP spid="19" grpId="0"/>
      <p:bldP spid="20" grpId="0"/>
      <p:bldP spid="21" grpId="0" bldLvl="0" animBg="1"/>
      <p:bldP spid="22" grpId="0" bldLvl="0" animBg="1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3" grpId="0" bldLvl="0" animBg="1"/>
      <p:bldP spid="34" grpId="0"/>
      <p:bldP spid="35" grpId="0"/>
      <p:bldP spid="36" grpId="0"/>
      <p:bldP spid="37" grpId="0" bldLvl="0" animBg="1"/>
      <p:bldP spid="38" grpId="0" bldLvl="0" animBg="1"/>
      <p:bldP spid="39" grpId="0" bldLvl="0" animBg="1"/>
      <p:bldP spid="40" grpId="0" bldLvl="0" animBg="1"/>
      <p:bldP spid="41" grpId="0"/>
      <p:bldP spid="42" grpId="0"/>
      <p:bldP spid="43" grpId="0" bldLvl="0" animBg="1"/>
      <p:bldP spid="44" grpId="0"/>
      <p:bldP spid="45" grpId="0"/>
      <p:bldP spid="46" grpId="0"/>
      <p:bldP spid="47" grpId="0" bldLvl="0" animBg="1"/>
      <p:bldP spid="48" grpId="0"/>
      <p:bldP spid="49" grpId="0"/>
      <p:bldP spid="50" grpId="0" bldLvl="0" animBg="1"/>
      <p:bldP spid="51" grpId="0"/>
      <p:bldP spid="52" grpId="0"/>
      <p:bldP spid="53" grpId="0" bldLvl="0" animBg="1"/>
      <p:bldP spid="54" grpId="0" bldLvl="0" animBg="1"/>
      <p:bldP spid="55" grpId="0" bldLvl="0" animBg="1"/>
      <p:bldP spid="56" grpId="0"/>
      <p:bldP spid="57" grpId="0"/>
      <p:bldP spid="5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45761" y="623789"/>
            <a:ext cx="10515600" cy="911682"/>
          </a:xfrm>
        </p:spPr>
        <p:txBody>
          <a:bodyPr/>
          <a:lstStyle/>
          <a:p>
            <a:r>
              <a:rPr lang="id-ID" dirty="0"/>
              <a:t>Funnel Diagram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845761" y="1341975"/>
            <a:ext cx="10515600" cy="366712"/>
          </a:xfrm>
        </p:spPr>
        <p:txBody>
          <a:bodyPr>
            <a:normAutofit fontScale="77500" lnSpcReduction="20000"/>
          </a:bodyPr>
          <a:lstStyle/>
          <a:p>
            <a:r>
              <a:rPr lang="id-ID" dirty="0"/>
              <a:t>Our Process</a:t>
            </a:r>
            <a:endParaRPr lang="id-ID" dirty="0"/>
          </a:p>
        </p:txBody>
      </p:sp>
      <p:grpSp>
        <p:nvGrpSpPr>
          <p:cNvPr id="4" name="Group 3"/>
          <p:cNvGrpSpPr/>
          <p:nvPr/>
        </p:nvGrpSpPr>
        <p:grpSpPr>
          <a:xfrm>
            <a:off x="2571232" y="5136133"/>
            <a:ext cx="660307" cy="661206"/>
            <a:chOff x="2753860" y="5508625"/>
            <a:chExt cx="731838" cy="792163"/>
          </a:xfrm>
        </p:grpSpPr>
        <p:sp>
          <p:nvSpPr>
            <p:cNvPr id="5" name="Freeform 5"/>
            <p:cNvSpPr/>
            <p:nvPr/>
          </p:nvSpPr>
          <p:spPr bwMode="auto">
            <a:xfrm>
              <a:off x="2753860" y="5557838"/>
              <a:ext cx="731838" cy="742950"/>
            </a:xfrm>
            <a:custGeom>
              <a:avLst/>
              <a:gdLst>
                <a:gd name="T0" fmla="*/ 319 w 319"/>
                <a:gd name="T1" fmla="*/ 0 h 324"/>
                <a:gd name="T2" fmla="*/ 0 w 319"/>
                <a:gd name="T3" fmla="*/ 0 h 324"/>
                <a:gd name="T4" fmla="*/ 95 w 319"/>
                <a:gd name="T5" fmla="*/ 181 h 324"/>
                <a:gd name="T6" fmla="*/ 95 w 319"/>
                <a:gd name="T7" fmla="*/ 301 h 324"/>
                <a:gd name="T8" fmla="*/ 124 w 319"/>
                <a:gd name="T9" fmla="*/ 324 h 324"/>
                <a:gd name="T10" fmla="*/ 196 w 319"/>
                <a:gd name="T11" fmla="*/ 324 h 324"/>
                <a:gd name="T12" fmla="*/ 224 w 319"/>
                <a:gd name="T13" fmla="*/ 301 h 324"/>
                <a:gd name="T14" fmla="*/ 224 w 319"/>
                <a:gd name="T15" fmla="*/ 181 h 324"/>
                <a:gd name="T16" fmla="*/ 319 w 319"/>
                <a:gd name="T17" fmla="*/ 0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9" h="324">
                  <a:moveTo>
                    <a:pt x="319" y="0"/>
                  </a:moveTo>
                  <a:cubicBezTo>
                    <a:pt x="213" y="3"/>
                    <a:pt x="106" y="3"/>
                    <a:pt x="0" y="0"/>
                  </a:cubicBezTo>
                  <a:cubicBezTo>
                    <a:pt x="95" y="181"/>
                    <a:pt x="95" y="181"/>
                    <a:pt x="95" y="181"/>
                  </a:cubicBezTo>
                  <a:cubicBezTo>
                    <a:pt x="95" y="301"/>
                    <a:pt x="95" y="301"/>
                    <a:pt x="95" y="301"/>
                  </a:cubicBezTo>
                  <a:cubicBezTo>
                    <a:pt x="95" y="314"/>
                    <a:pt x="108" y="324"/>
                    <a:pt x="124" y="324"/>
                  </a:cubicBezTo>
                  <a:cubicBezTo>
                    <a:pt x="196" y="324"/>
                    <a:pt x="196" y="324"/>
                    <a:pt x="196" y="324"/>
                  </a:cubicBezTo>
                  <a:cubicBezTo>
                    <a:pt x="211" y="324"/>
                    <a:pt x="224" y="314"/>
                    <a:pt x="224" y="301"/>
                  </a:cubicBezTo>
                  <a:cubicBezTo>
                    <a:pt x="224" y="181"/>
                    <a:pt x="224" y="181"/>
                    <a:pt x="224" y="181"/>
                  </a:cubicBezTo>
                  <a:lnTo>
                    <a:pt x="319" y="0"/>
                  </a:lnTo>
                  <a:close/>
                </a:path>
              </a:pathLst>
            </a:custGeom>
            <a:gradFill>
              <a:gsLst>
                <a:gs pos="80000">
                  <a:schemeClr val="accent4"/>
                </a:gs>
                <a:gs pos="20000">
                  <a:schemeClr val="accent4"/>
                </a:gs>
                <a:gs pos="50000">
                  <a:schemeClr val="accent4">
                    <a:lumMod val="60000"/>
                    <a:lumOff val="40000"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6" name="Oval 6"/>
            <p:cNvSpPr>
              <a:spLocks noChangeArrowheads="1"/>
            </p:cNvSpPr>
            <p:nvPr/>
          </p:nvSpPr>
          <p:spPr bwMode="auto">
            <a:xfrm>
              <a:off x="2755448" y="5508625"/>
              <a:ext cx="727075" cy="100013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2087103" y="4236417"/>
            <a:ext cx="1629999" cy="833464"/>
            <a:chOff x="2217285" y="4430713"/>
            <a:chExt cx="1806575" cy="998538"/>
          </a:xfrm>
        </p:grpSpPr>
        <p:sp>
          <p:nvSpPr>
            <p:cNvPr id="8" name="Freeform 7"/>
            <p:cNvSpPr/>
            <p:nvPr/>
          </p:nvSpPr>
          <p:spPr bwMode="auto">
            <a:xfrm>
              <a:off x="2220460" y="4545013"/>
              <a:ext cx="1797050" cy="884238"/>
            </a:xfrm>
            <a:custGeom>
              <a:avLst/>
              <a:gdLst>
                <a:gd name="T0" fmla="*/ 0 w 783"/>
                <a:gd name="T1" fmla="*/ 0 h 386"/>
                <a:gd name="T2" fmla="*/ 201 w 783"/>
                <a:gd name="T3" fmla="*/ 383 h 386"/>
                <a:gd name="T4" fmla="*/ 582 w 783"/>
                <a:gd name="T5" fmla="*/ 383 h 386"/>
                <a:gd name="T6" fmla="*/ 783 w 783"/>
                <a:gd name="T7" fmla="*/ 0 h 386"/>
                <a:gd name="T8" fmla="*/ 0 w 783"/>
                <a:gd name="T9" fmla="*/ 0 h 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3" h="386">
                  <a:moveTo>
                    <a:pt x="0" y="0"/>
                  </a:moveTo>
                  <a:cubicBezTo>
                    <a:pt x="201" y="383"/>
                    <a:pt x="201" y="383"/>
                    <a:pt x="201" y="383"/>
                  </a:cubicBezTo>
                  <a:cubicBezTo>
                    <a:pt x="328" y="386"/>
                    <a:pt x="455" y="386"/>
                    <a:pt x="582" y="383"/>
                  </a:cubicBezTo>
                  <a:cubicBezTo>
                    <a:pt x="783" y="0"/>
                    <a:pt x="783" y="0"/>
                    <a:pt x="783" y="0"/>
                  </a:cubicBezTo>
                  <a:cubicBezTo>
                    <a:pt x="522" y="14"/>
                    <a:pt x="261" y="14"/>
                    <a:pt x="0" y="0"/>
                  </a:cubicBezTo>
                  <a:close/>
                </a:path>
              </a:pathLst>
            </a:custGeom>
            <a:gradFill>
              <a:gsLst>
                <a:gs pos="80000">
                  <a:schemeClr val="accent3"/>
                </a:gs>
                <a:gs pos="20000">
                  <a:schemeClr val="accent3"/>
                </a:gs>
                <a:gs pos="50000">
                  <a:schemeClr val="accent3">
                    <a:lumMod val="60000"/>
                    <a:lumOff val="40000"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9" name="Oval 8"/>
            <p:cNvSpPr>
              <a:spLocks noChangeArrowheads="1"/>
            </p:cNvSpPr>
            <p:nvPr/>
          </p:nvSpPr>
          <p:spPr bwMode="auto">
            <a:xfrm>
              <a:off x="2217285" y="4430713"/>
              <a:ext cx="1806575" cy="209550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1558571" y="3249245"/>
            <a:ext cx="2684198" cy="997772"/>
            <a:chOff x="1631498" y="3248025"/>
            <a:chExt cx="2974975" cy="1195388"/>
          </a:xfrm>
        </p:grpSpPr>
        <p:sp>
          <p:nvSpPr>
            <p:cNvPr id="11" name="Freeform 9"/>
            <p:cNvSpPr/>
            <p:nvPr/>
          </p:nvSpPr>
          <p:spPr bwMode="auto">
            <a:xfrm>
              <a:off x="1631498" y="3417888"/>
              <a:ext cx="2974975" cy="1025525"/>
            </a:xfrm>
            <a:custGeom>
              <a:avLst/>
              <a:gdLst>
                <a:gd name="T0" fmla="*/ 1072 w 1297"/>
                <a:gd name="T1" fmla="*/ 430 h 447"/>
                <a:gd name="T2" fmla="*/ 1297 w 1297"/>
                <a:gd name="T3" fmla="*/ 0 h 447"/>
                <a:gd name="T4" fmla="*/ 0 w 1297"/>
                <a:gd name="T5" fmla="*/ 0 h 447"/>
                <a:gd name="T6" fmla="*/ 226 w 1297"/>
                <a:gd name="T7" fmla="*/ 430 h 447"/>
                <a:gd name="T8" fmla="*/ 1072 w 1297"/>
                <a:gd name="T9" fmla="*/ 430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7" h="447">
                  <a:moveTo>
                    <a:pt x="1072" y="430"/>
                  </a:moveTo>
                  <a:cubicBezTo>
                    <a:pt x="1297" y="0"/>
                    <a:pt x="1297" y="0"/>
                    <a:pt x="1297" y="0"/>
                  </a:cubicBezTo>
                  <a:cubicBezTo>
                    <a:pt x="865" y="43"/>
                    <a:pt x="432" y="43"/>
                    <a:pt x="0" y="0"/>
                  </a:cubicBezTo>
                  <a:cubicBezTo>
                    <a:pt x="226" y="430"/>
                    <a:pt x="226" y="430"/>
                    <a:pt x="226" y="430"/>
                  </a:cubicBezTo>
                  <a:cubicBezTo>
                    <a:pt x="507" y="447"/>
                    <a:pt x="790" y="447"/>
                    <a:pt x="1072" y="430"/>
                  </a:cubicBezTo>
                  <a:close/>
                </a:path>
              </a:pathLst>
            </a:custGeom>
            <a:gradFill>
              <a:gsLst>
                <a:gs pos="80000">
                  <a:schemeClr val="accent2"/>
                </a:gs>
                <a:gs pos="20000">
                  <a:schemeClr val="accent2"/>
                </a:gs>
                <a:gs pos="50000">
                  <a:schemeClr val="accent2">
                    <a:lumMod val="60000"/>
                    <a:lumOff val="40000"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2" name="Oval 10"/>
            <p:cNvSpPr>
              <a:spLocks noChangeArrowheads="1"/>
            </p:cNvSpPr>
            <p:nvPr/>
          </p:nvSpPr>
          <p:spPr bwMode="auto">
            <a:xfrm>
              <a:off x="1634673" y="3248025"/>
              <a:ext cx="2971800" cy="347663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885373" y="2015613"/>
            <a:ext cx="4032027" cy="1347588"/>
            <a:chOff x="885373" y="1770063"/>
            <a:chExt cx="4468813" cy="1614487"/>
          </a:xfrm>
        </p:grpSpPr>
        <p:sp>
          <p:nvSpPr>
            <p:cNvPr id="14" name="Freeform 11"/>
            <p:cNvSpPr/>
            <p:nvPr/>
          </p:nvSpPr>
          <p:spPr bwMode="auto">
            <a:xfrm>
              <a:off x="888548" y="2000250"/>
              <a:ext cx="4462463" cy="1384300"/>
            </a:xfrm>
            <a:custGeom>
              <a:avLst/>
              <a:gdLst>
                <a:gd name="T0" fmla="*/ 1654 w 1945"/>
                <a:gd name="T1" fmla="*/ 555 h 603"/>
                <a:gd name="T2" fmla="*/ 1945 w 1945"/>
                <a:gd name="T3" fmla="*/ 0 h 603"/>
                <a:gd name="T4" fmla="*/ 0 w 1945"/>
                <a:gd name="T5" fmla="*/ 0 h 603"/>
                <a:gd name="T6" fmla="*/ 291 w 1945"/>
                <a:gd name="T7" fmla="*/ 555 h 603"/>
                <a:gd name="T8" fmla="*/ 1654 w 1945"/>
                <a:gd name="T9" fmla="*/ 555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45" h="603">
                  <a:moveTo>
                    <a:pt x="1654" y="555"/>
                  </a:moveTo>
                  <a:cubicBezTo>
                    <a:pt x="1945" y="0"/>
                    <a:pt x="1945" y="0"/>
                    <a:pt x="194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91" y="555"/>
                    <a:pt x="291" y="555"/>
                    <a:pt x="291" y="555"/>
                  </a:cubicBezTo>
                  <a:cubicBezTo>
                    <a:pt x="745" y="603"/>
                    <a:pt x="1200" y="603"/>
                    <a:pt x="1654" y="555"/>
                  </a:cubicBezTo>
                  <a:close/>
                </a:path>
              </a:pathLst>
            </a:custGeom>
            <a:gradFill flip="none" rotWithShape="1">
              <a:gsLst>
                <a:gs pos="80000">
                  <a:schemeClr val="accent1"/>
                </a:gs>
                <a:gs pos="20000">
                  <a:schemeClr val="accent1"/>
                </a:gs>
                <a:gs pos="5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5" name="Oval 12"/>
            <p:cNvSpPr>
              <a:spLocks noChangeArrowheads="1"/>
            </p:cNvSpPr>
            <p:nvPr/>
          </p:nvSpPr>
          <p:spPr bwMode="auto">
            <a:xfrm>
              <a:off x="885373" y="1770063"/>
              <a:ext cx="4468813" cy="441325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cxnSp>
        <p:nvCxnSpPr>
          <p:cNvPr id="16" name="Straight Arrow Connector 15"/>
          <p:cNvCxnSpPr/>
          <p:nvPr/>
        </p:nvCxnSpPr>
        <p:spPr>
          <a:xfrm>
            <a:off x="3635921" y="4709315"/>
            <a:ext cx="2904215" cy="0"/>
          </a:xfrm>
          <a:prstGeom prst="straightConnector1">
            <a:avLst/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3288936" y="5550235"/>
            <a:ext cx="3251200" cy="0"/>
          </a:xfrm>
          <a:prstGeom prst="straightConnector1">
            <a:avLst/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4900021" y="2592211"/>
            <a:ext cx="1640115" cy="0"/>
          </a:xfrm>
          <a:prstGeom prst="straightConnector1">
            <a:avLst/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4210593" y="3652947"/>
            <a:ext cx="2329543" cy="0"/>
          </a:xfrm>
          <a:prstGeom prst="straightConnector1">
            <a:avLst/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429691" y="2253657"/>
            <a:ext cx="10374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Product 1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429692" y="2490247"/>
            <a:ext cx="271631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categories business and personal presentation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29691" y="3295486"/>
            <a:ext cx="10583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Product 2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429692" y="3561893"/>
            <a:ext cx="271631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categories business and personal presentation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429691" y="4324670"/>
            <a:ext cx="10583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Product 3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429692" y="4561260"/>
            <a:ext cx="271631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categories business and personal presentation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419628" y="5211681"/>
            <a:ext cx="10583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Product 4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419628" y="5468757"/>
            <a:ext cx="271631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categories business and personal presentation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6789822" y="2384284"/>
            <a:ext cx="494061" cy="487103"/>
            <a:chOff x="9934575" y="-392112"/>
            <a:chExt cx="450850" cy="444500"/>
          </a:xfrm>
          <a:solidFill>
            <a:schemeClr val="accent1"/>
          </a:solidFill>
        </p:grpSpPr>
        <p:sp>
          <p:nvSpPr>
            <p:cNvPr id="29" name="Freeform 5"/>
            <p:cNvSpPr>
              <a:spLocks noEditPoints="1"/>
            </p:cNvSpPr>
            <p:nvPr/>
          </p:nvSpPr>
          <p:spPr bwMode="auto">
            <a:xfrm>
              <a:off x="9934575" y="-392112"/>
              <a:ext cx="450850" cy="444500"/>
            </a:xfrm>
            <a:custGeom>
              <a:avLst/>
              <a:gdLst>
                <a:gd name="T0" fmla="*/ 111 w 120"/>
                <a:gd name="T1" fmla="*/ 0 h 118"/>
                <a:gd name="T2" fmla="*/ 9 w 120"/>
                <a:gd name="T3" fmla="*/ 0 h 118"/>
                <a:gd name="T4" fmla="*/ 0 w 120"/>
                <a:gd name="T5" fmla="*/ 9 h 118"/>
                <a:gd name="T6" fmla="*/ 0 w 120"/>
                <a:gd name="T7" fmla="*/ 103 h 118"/>
                <a:gd name="T8" fmla="*/ 9 w 120"/>
                <a:gd name="T9" fmla="*/ 112 h 118"/>
                <a:gd name="T10" fmla="*/ 16 w 120"/>
                <a:gd name="T11" fmla="*/ 112 h 118"/>
                <a:gd name="T12" fmla="*/ 16 w 120"/>
                <a:gd name="T13" fmla="*/ 112 h 118"/>
                <a:gd name="T14" fmla="*/ 22 w 120"/>
                <a:gd name="T15" fmla="*/ 118 h 118"/>
                <a:gd name="T16" fmla="*/ 28 w 120"/>
                <a:gd name="T17" fmla="*/ 112 h 118"/>
                <a:gd name="T18" fmla="*/ 28 w 120"/>
                <a:gd name="T19" fmla="*/ 112 h 118"/>
                <a:gd name="T20" fmla="*/ 92 w 120"/>
                <a:gd name="T21" fmla="*/ 112 h 118"/>
                <a:gd name="T22" fmla="*/ 92 w 120"/>
                <a:gd name="T23" fmla="*/ 112 h 118"/>
                <a:gd name="T24" fmla="*/ 98 w 120"/>
                <a:gd name="T25" fmla="*/ 118 h 118"/>
                <a:gd name="T26" fmla="*/ 104 w 120"/>
                <a:gd name="T27" fmla="*/ 112 h 118"/>
                <a:gd name="T28" fmla="*/ 104 w 120"/>
                <a:gd name="T29" fmla="*/ 112 h 118"/>
                <a:gd name="T30" fmla="*/ 111 w 120"/>
                <a:gd name="T31" fmla="*/ 112 h 118"/>
                <a:gd name="T32" fmla="*/ 120 w 120"/>
                <a:gd name="T33" fmla="*/ 103 h 118"/>
                <a:gd name="T34" fmla="*/ 120 w 120"/>
                <a:gd name="T35" fmla="*/ 9 h 118"/>
                <a:gd name="T36" fmla="*/ 111 w 120"/>
                <a:gd name="T37" fmla="*/ 0 h 118"/>
                <a:gd name="T38" fmla="*/ 112 w 120"/>
                <a:gd name="T39" fmla="*/ 103 h 118"/>
                <a:gd name="T40" fmla="*/ 111 w 120"/>
                <a:gd name="T41" fmla="*/ 104 h 118"/>
                <a:gd name="T42" fmla="*/ 9 w 120"/>
                <a:gd name="T43" fmla="*/ 104 h 118"/>
                <a:gd name="T44" fmla="*/ 8 w 120"/>
                <a:gd name="T45" fmla="*/ 103 h 118"/>
                <a:gd name="T46" fmla="*/ 8 w 120"/>
                <a:gd name="T47" fmla="*/ 9 h 118"/>
                <a:gd name="T48" fmla="*/ 9 w 120"/>
                <a:gd name="T49" fmla="*/ 8 h 118"/>
                <a:gd name="T50" fmla="*/ 111 w 120"/>
                <a:gd name="T51" fmla="*/ 8 h 118"/>
                <a:gd name="T52" fmla="*/ 112 w 120"/>
                <a:gd name="T53" fmla="*/ 9 h 118"/>
                <a:gd name="T54" fmla="*/ 112 w 120"/>
                <a:gd name="T55" fmla="*/ 103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20" h="118">
                  <a:moveTo>
                    <a:pt x="111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0" y="108"/>
                    <a:pt x="4" y="112"/>
                    <a:pt x="9" y="112"/>
                  </a:cubicBezTo>
                  <a:cubicBezTo>
                    <a:pt x="16" y="112"/>
                    <a:pt x="16" y="112"/>
                    <a:pt x="16" y="112"/>
                  </a:cubicBezTo>
                  <a:cubicBezTo>
                    <a:pt x="16" y="112"/>
                    <a:pt x="16" y="112"/>
                    <a:pt x="16" y="112"/>
                  </a:cubicBezTo>
                  <a:cubicBezTo>
                    <a:pt x="16" y="115"/>
                    <a:pt x="19" y="118"/>
                    <a:pt x="22" y="118"/>
                  </a:cubicBezTo>
                  <a:cubicBezTo>
                    <a:pt x="25" y="118"/>
                    <a:pt x="28" y="115"/>
                    <a:pt x="28" y="112"/>
                  </a:cubicBezTo>
                  <a:cubicBezTo>
                    <a:pt x="28" y="112"/>
                    <a:pt x="28" y="112"/>
                    <a:pt x="28" y="112"/>
                  </a:cubicBezTo>
                  <a:cubicBezTo>
                    <a:pt x="92" y="112"/>
                    <a:pt x="92" y="112"/>
                    <a:pt x="92" y="112"/>
                  </a:cubicBezTo>
                  <a:cubicBezTo>
                    <a:pt x="92" y="112"/>
                    <a:pt x="92" y="112"/>
                    <a:pt x="92" y="112"/>
                  </a:cubicBezTo>
                  <a:cubicBezTo>
                    <a:pt x="92" y="115"/>
                    <a:pt x="95" y="118"/>
                    <a:pt x="98" y="118"/>
                  </a:cubicBezTo>
                  <a:cubicBezTo>
                    <a:pt x="101" y="118"/>
                    <a:pt x="104" y="115"/>
                    <a:pt x="104" y="112"/>
                  </a:cubicBezTo>
                  <a:cubicBezTo>
                    <a:pt x="104" y="112"/>
                    <a:pt x="104" y="112"/>
                    <a:pt x="104" y="112"/>
                  </a:cubicBezTo>
                  <a:cubicBezTo>
                    <a:pt x="111" y="112"/>
                    <a:pt x="111" y="112"/>
                    <a:pt x="111" y="112"/>
                  </a:cubicBezTo>
                  <a:cubicBezTo>
                    <a:pt x="116" y="112"/>
                    <a:pt x="120" y="108"/>
                    <a:pt x="120" y="103"/>
                  </a:cubicBezTo>
                  <a:cubicBezTo>
                    <a:pt x="120" y="9"/>
                    <a:pt x="120" y="9"/>
                    <a:pt x="120" y="9"/>
                  </a:cubicBezTo>
                  <a:cubicBezTo>
                    <a:pt x="120" y="4"/>
                    <a:pt x="116" y="0"/>
                    <a:pt x="111" y="0"/>
                  </a:cubicBezTo>
                  <a:close/>
                  <a:moveTo>
                    <a:pt x="112" y="103"/>
                  </a:moveTo>
                  <a:cubicBezTo>
                    <a:pt x="112" y="104"/>
                    <a:pt x="112" y="104"/>
                    <a:pt x="111" y="104"/>
                  </a:cubicBezTo>
                  <a:cubicBezTo>
                    <a:pt x="9" y="104"/>
                    <a:pt x="9" y="104"/>
                    <a:pt x="9" y="104"/>
                  </a:cubicBezTo>
                  <a:cubicBezTo>
                    <a:pt x="8" y="104"/>
                    <a:pt x="8" y="104"/>
                    <a:pt x="8" y="103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8" y="8"/>
                    <a:pt x="8" y="8"/>
                    <a:pt x="9" y="8"/>
                  </a:cubicBezTo>
                  <a:cubicBezTo>
                    <a:pt x="111" y="8"/>
                    <a:pt x="111" y="8"/>
                    <a:pt x="111" y="8"/>
                  </a:cubicBezTo>
                  <a:cubicBezTo>
                    <a:pt x="112" y="8"/>
                    <a:pt x="112" y="8"/>
                    <a:pt x="112" y="9"/>
                  </a:cubicBezTo>
                  <a:lnTo>
                    <a:pt x="112" y="1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0" name="Freeform 6"/>
            <p:cNvSpPr>
              <a:spLocks noEditPoints="1"/>
            </p:cNvSpPr>
            <p:nvPr/>
          </p:nvSpPr>
          <p:spPr bwMode="auto">
            <a:xfrm>
              <a:off x="10061575" y="-279400"/>
              <a:ext cx="195263" cy="196850"/>
            </a:xfrm>
            <a:custGeom>
              <a:avLst/>
              <a:gdLst>
                <a:gd name="T0" fmla="*/ 26 w 52"/>
                <a:gd name="T1" fmla="*/ 0 h 52"/>
                <a:gd name="T2" fmla="*/ 0 w 52"/>
                <a:gd name="T3" fmla="*/ 26 h 52"/>
                <a:gd name="T4" fmla="*/ 26 w 52"/>
                <a:gd name="T5" fmla="*/ 52 h 52"/>
                <a:gd name="T6" fmla="*/ 52 w 52"/>
                <a:gd name="T7" fmla="*/ 26 h 52"/>
                <a:gd name="T8" fmla="*/ 26 w 52"/>
                <a:gd name="T9" fmla="*/ 0 h 52"/>
                <a:gd name="T10" fmla="*/ 26 w 52"/>
                <a:gd name="T11" fmla="*/ 48 h 52"/>
                <a:gd name="T12" fmla="*/ 4 w 52"/>
                <a:gd name="T13" fmla="*/ 26 h 52"/>
                <a:gd name="T14" fmla="*/ 26 w 52"/>
                <a:gd name="T15" fmla="*/ 4 h 52"/>
                <a:gd name="T16" fmla="*/ 48 w 52"/>
                <a:gd name="T17" fmla="*/ 26 h 52"/>
                <a:gd name="T18" fmla="*/ 26 w 52"/>
                <a:gd name="T19" fmla="*/ 48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2" h="52">
                  <a:moveTo>
                    <a:pt x="26" y="0"/>
                  </a:moveTo>
                  <a:cubicBezTo>
                    <a:pt x="12" y="0"/>
                    <a:pt x="0" y="12"/>
                    <a:pt x="0" y="26"/>
                  </a:cubicBezTo>
                  <a:cubicBezTo>
                    <a:pt x="0" y="40"/>
                    <a:pt x="12" y="52"/>
                    <a:pt x="26" y="52"/>
                  </a:cubicBezTo>
                  <a:cubicBezTo>
                    <a:pt x="40" y="52"/>
                    <a:pt x="52" y="40"/>
                    <a:pt x="52" y="26"/>
                  </a:cubicBezTo>
                  <a:cubicBezTo>
                    <a:pt x="52" y="12"/>
                    <a:pt x="40" y="0"/>
                    <a:pt x="26" y="0"/>
                  </a:cubicBezTo>
                  <a:close/>
                  <a:moveTo>
                    <a:pt x="26" y="48"/>
                  </a:moveTo>
                  <a:cubicBezTo>
                    <a:pt x="14" y="48"/>
                    <a:pt x="4" y="38"/>
                    <a:pt x="4" y="26"/>
                  </a:cubicBezTo>
                  <a:cubicBezTo>
                    <a:pt x="4" y="14"/>
                    <a:pt x="14" y="4"/>
                    <a:pt x="26" y="4"/>
                  </a:cubicBezTo>
                  <a:cubicBezTo>
                    <a:pt x="38" y="4"/>
                    <a:pt x="48" y="14"/>
                    <a:pt x="48" y="26"/>
                  </a:cubicBezTo>
                  <a:cubicBezTo>
                    <a:pt x="48" y="38"/>
                    <a:pt x="38" y="48"/>
                    <a:pt x="26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1" name="Freeform 7"/>
            <p:cNvSpPr>
              <a:spLocks noEditPoints="1"/>
            </p:cNvSpPr>
            <p:nvPr/>
          </p:nvSpPr>
          <p:spPr bwMode="auto">
            <a:xfrm>
              <a:off x="10121900" y="-246062"/>
              <a:ext cx="74613" cy="103188"/>
            </a:xfrm>
            <a:custGeom>
              <a:avLst/>
              <a:gdLst>
                <a:gd name="T0" fmla="*/ 12 w 20"/>
                <a:gd name="T1" fmla="*/ 7 h 27"/>
                <a:gd name="T2" fmla="*/ 12 w 20"/>
                <a:gd name="T3" fmla="*/ 2 h 27"/>
                <a:gd name="T4" fmla="*/ 10 w 20"/>
                <a:gd name="T5" fmla="*/ 0 h 27"/>
                <a:gd name="T6" fmla="*/ 8 w 20"/>
                <a:gd name="T7" fmla="*/ 2 h 27"/>
                <a:gd name="T8" fmla="*/ 8 w 20"/>
                <a:gd name="T9" fmla="*/ 7 h 27"/>
                <a:gd name="T10" fmla="*/ 0 w 20"/>
                <a:gd name="T11" fmla="*/ 17 h 27"/>
                <a:gd name="T12" fmla="*/ 10 w 20"/>
                <a:gd name="T13" fmla="*/ 27 h 27"/>
                <a:gd name="T14" fmla="*/ 20 w 20"/>
                <a:gd name="T15" fmla="*/ 17 h 27"/>
                <a:gd name="T16" fmla="*/ 12 w 20"/>
                <a:gd name="T17" fmla="*/ 7 h 27"/>
                <a:gd name="T18" fmla="*/ 10 w 20"/>
                <a:gd name="T19" fmla="*/ 23 h 27"/>
                <a:gd name="T20" fmla="*/ 4 w 20"/>
                <a:gd name="T21" fmla="*/ 17 h 27"/>
                <a:gd name="T22" fmla="*/ 8 w 20"/>
                <a:gd name="T23" fmla="*/ 11 h 27"/>
                <a:gd name="T24" fmla="*/ 8 w 20"/>
                <a:gd name="T25" fmla="*/ 14 h 27"/>
                <a:gd name="T26" fmla="*/ 10 w 20"/>
                <a:gd name="T27" fmla="*/ 16 h 27"/>
                <a:gd name="T28" fmla="*/ 12 w 20"/>
                <a:gd name="T29" fmla="*/ 14 h 27"/>
                <a:gd name="T30" fmla="*/ 12 w 20"/>
                <a:gd name="T31" fmla="*/ 11 h 27"/>
                <a:gd name="T32" fmla="*/ 16 w 20"/>
                <a:gd name="T33" fmla="*/ 17 h 27"/>
                <a:gd name="T34" fmla="*/ 10 w 20"/>
                <a:gd name="T35" fmla="*/ 2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" h="27">
                  <a:moveTo>
                    <a:pt x="12" y="7"/>
                  </a:moveTo>
                  <a:cubicBezTo>
                    <a:pt x="12" y="2"/>
                    <a:pt x="12" y="2"/>
                    <a:pt x="12" y="2"/>
                  </a:cubicBezTo>
                  <a:cubicBezTo>
                    <a:pt x="12" y="1"/>
                    <a:pt x="11" y="0"/>
                    <a:pt x="10" y="0"/>
                  </a:cubicBezTo>
                  <a:cubicBezTo>
                    <a:pt x="9" y="0"/>
                    <a:pt x="8" y="1"/>
                    <a:pt x="8" y="2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3" y="8"/>
                    <a:pt x="0" y="12"/>
                    <a:pt x="0" y="17"/>
                  </a:cubicBezTo>
                  <a:cubicBezTo>
                    <a:pt x="0" y="23"/>
                    <a:pt x="4" y="27"/>
                    <a:pt x="10" y="27"/>
                  </a:cubicBezTo>
                  <a:cubicBezTo>
                    <a:pt x="16" y="27"/>
                    <a:pt x="20" y="23"/>
                    <a:pt x="20" y="17"/>
                  </a:cubicBezTo>
                  <a:cubicBezTo>
                    <a:pt x="20" y="12"/>
                    <a:pt x="17" y="8"/>
                    <a:pt x="12" y="7"/>
                  </a:cubicBezTo>
                  <a:close/>
                  <a:moveTo>
                    <a:pt x="10" y="23"/>
                  </a:moveTo>
                  <a:cubicBezTo>
                    <a:pt x="7" y="23"/>
                    <a:pt x="4" y="20"/>
                    <a:pt x="4" y="17"/>
                  </a:cubicBezTo>
                  <a:cubicBezTo>
                    <a:pt x="4" y="14"/>
                    <a:pt x="6" y="12"/>
                    <a:pt x="8" y="11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5"/>
                    <a:pt x="9" y="16"/>
                    <a:pt x="10" y="16"/>
                  </a:cubicBezTo>
                  <a:cubicBezTo>
                    <a:pt x="11" y="16"/>
                    <a:pt x="12" y="15"/>
                    <a:pt x="12" y="14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4" y="12"/>
                    <a:pt x="16" y="14"/>
                    <a:pt x="16" y="17"/>
                  </a:cubicBezTo>
                  <a:cubicBezTo>
                    <a:pt x="16" y="20"/>
                    <a:pt x="13" y="23"/>
                    <a:pt x="10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2" name="Freeform 8"/>
            <p:cNvSpPr>
              <a:spLocks noEditPoints="1"/>
            </p:cNvSpPr>
            <p:nvPr/>
          </p:nvSpPr>
          <p:spPr bwMode="auto">
            <a:xfrm>
              <a:off x="9994900" y="-331787"/>
              <a:ext cx="344488" cy="301625"/>
            </a:xfrm>
            <a:custGeom>
              <a:avLst/>
              <a:gdLst>
                <a:gd name="T0" fmla="*/ 88 w 92"/>
                <a:gd name="T1" fmla="*/ 13 h 80"/>
                <a:gd name="T2" fmla="*/ 88 w 92"/>
                <a:gd name="T3" fmla="*/ 5 h 80"/>
                <a:gd name="T4" fmla="*/ 83 w 92"/>
                <a:gd name="T5" fmla="*/ 0 h 80"/>
                <a:gd name="T6" fmla="*/ 5 w 92"/>
                <a:gd name="T7" fmla="*/ 0 h 80"/>
                <a:gd name="T8" fmla="*/ 0 w 92"/>
                <a:gd name="T9" fmla="*/ 5 h 80"/>
                <a:gd name="T10" fmla="*/ 0 w 92"/>
                <a:gd name="T11" fmla="*/ 75 h 80"/>
                <a:gd name="T12" fmla="*/ 5 w 92"/>
                <a:gd name="T13" fmla="*/ 80 h 80"/>
                <a:gd name="T14" fmla="*/ 83 w 92"/>
                <a:gd name="T15" fmla="*/ 80 h 80"/>
                <a:gd name="T16" fmla="*/ 88 w 92"/>
                <a:gd name="T17" fmla="*/ 75 h 80"/>
                <a:gd name="T18" fmla="*/ 88 w 92"/>
                <a:gd name="T19" fmla="*/ 69 h 80"/>
                <a:gd name="T20" fmla="*/ 92 w 92"/>
                <a:gd name="T21" fmla="*/ 63 h 80"/>
                <a:gd name="T22" fmla="*/ 92 w 92"/>
                <a:gd name="T23" fmla="*/ 59 h 80"/>
                <a:gd name="T24" fmla="*/ 88 w 92"/>
                <a:gd name="T25" fmla="*/ 53 h 80"/>
                <a:gd name="T26" fmla="*/ 88 w 92"/>
                <a:gd name="T27" fmla="*/ 29 h 80"/>
                <a:gd name="T28" fmla="*/ 92 w 92"/>
                <a:gd name="T29" fmla="*/ 23 h 80"/>
                <a:gd name="T30" fmla="*/ 92 w 92"/>
                <a:gd name="T31" fmla="*/ 19 h 80"/>
                <a:gd name="T32" fmla="*/ 88 w 92"/>
                <a:gd name="T33" fmla="*/ 13 h 80"/>
                <a:gd name="T34" fmla="*/ 83 w 92"/>
                <a:gd name="T35" fmla="*/ 76 h 80"/>
                <a:gd name="T36" fmla="*/ 5 w 92"/>
                <a:gd name="T37" fmla="*/ 76 h 80"/>
                <a:gd name="T38" fmla="*/ 4 w 92"/>
                <a:gd name="T39" fmla="*/ 75 h 80"/>
                <a:gd name="T40" fmla="*/ 4 w 92"/>
                <a:gd name="T41" fmla="*/ 5 h 80"/>
                <a:gd name="T42" fmla="*/ 5 w 92"/>
                <a:gd name="T43" fmla="*/ 4 h 80"/>
                <a:gd name="T44" fmla="*/ 83 w 92"/>
                <a:gd name="T45" fmla="*/ 4 h 80"/>
                <a:gd name="T46" fmla="*/ 84 w 92"/>
                <a:gd name="T47" fmla="*/ 5 h 80"/>
                <a:gd name="T48" fmla="*/ 84 w 92"/>
                <a:gd name="T49" fmla="*/ 13 h 80"/>
                <a:gd name="T50" fmla="*/ 80 w 92"/>
                <a:gd name="T51" fmla="*/ 19 h 80"/>
                <a:gd name="T52" fmla="*/ 80 w 92"/>
                <a:gd name="T53" fmla="*/ 23 h 80"/>
                <a:gd name="T54" fmla="*/ 84 w 92"/>
                <a:gd name="T55" fmla="*/ 29 h 80"/>
                <a:gd name="T56" fmla="*/ 84 w 92"/>
                <a:gd name="T57" fmla="*/ 53 h 80"/>
                <a:gd name="T58" fmla="*/ 80 w 92"/>
                <a:gd name="T59" fmla="*/ 59 h 80"/>
                <a:gd name="T60" fmla="*/ 80 w 92"/>
                <a:gd name="T61" fmla="*/ 63 h 80"/>
                <a:gd name="T62" fmla="*/ 84 w 92"/>
                <a:gd name="T63" fmla="*/ 69 h 80"/>
                <a:gd name="T64" fmla="*/ 84 w 92"/>
                <a:gd name="T65" fmla="*/ 75 h 80"/>
                <a:gd name="T66" fmla="*/ 83 w 92"/>
                <a:gd name="T67" fmla="*/ 76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2" h="80">
                  <a:moveTo>
                    <a:pt x="88" y="13"/>
                  </a:moveTo>
                  <a:cubicBezTo>
                    <a:pt x="88" y="5"/>
                    <a:pt x="88" y="5"/>
                    <a:pt x="88" y="5"/>
                  </a:cubicBezTo>
                  <a:cubicBezTo>
                    <a:pt x="88" y="2"/>
                    <a:pt x="86" y="0"/>
                    <a:pt x="8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2"/>
                    <a:pt x="0" y="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8"/>
                    <a:pt x="2" y="80"/>
                    <a:pt x="5" y="80"/>
                  </a:cubicBezTo>
                  <a:cubicBezTo>
                    <a:pt x="83" y="80"/>
                    <a:pt x="83" y="80"/>
                    <a:pt x="83" y="80"/>
                  </a:cubicBezTo>
                  <a:cubicBezTo>
                    <a:pt x="86" y="80"/>
                    <a:pt x="88" y="78"/>
                    <a:pt x="88" y="75"/>
                  </a:cubicBezTo>
                  <a:cubicBezTo>
                    <a:pt x="88" y="69"/>
                    <a:pt x="88" y="69"/>
                    <a:pt x="88" y="69"/>
                  </a:cubicBezTo>
                  <a:cubicBezTo>
                    <a:pt x="90" y="68"/>
                    <a:pt x="92" y="66"/>
                    <a:pt x="92" y="63"/>
                  </a:cubicBezTo>
                  <a:cubicBezTo>
                    <a:pt x="92" y="59"/>
                    <a:pt x="92" y="59"/>
                    <a:pt x="92" y="59"/>
                  </a:cubicBezTo>
                  <a:cubicBezTo>
                    <a:pt x="92" y="56"/>
                    <a:pt x="90" y="54"/>
                    <a:pt x="88" y="53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90" y="28"/>
                    <a:pt x="92" y="26"/>
                    <a:pt x="92" y="23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92" y="16"/>
                    <a:pt x="90" y="14"/>
                    <a:pt x="88" y="13"/>
                  </a:cubicBezTo>
                  <a:close/>
                  <a:moveTo>
                    <a:pt x="83" y="76"/>
                  </a:moveTo>
                  <a:cubicBezTo>
                    <a:pt x="5" y="76"/>
                    <a:pt x="5" y="76"/>
                    <a:pt x="5" y="76"/>
                  </a:cubicBezTo>
                  <a:cubicBezTo>
                    <a:pt x="4" y="76"/>
                    <a:pt x="4" y="76"/>
                    <a:pt x="4" y="7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4"/>
                    <a:pt x="4" y="4"/>
                    <a:pt x="5" y="4"/>
                  </a:cubicBezTo>
                  <a:cubicBezTo>
                    <a:pt x="83" y="4"/>
                    <a:pt x="83" y="4"/>
                    <a:pt x="83" y="4"/>
                  </a:cubicBezTo>
                  <a:cubicBezTo>
                    <a:pt x="84" y="4"/>
                    <a:pt x="84" y="4"/>
                    <a:pt x="84" y="5"/>
                  </a:cubicBezTo>
                  <a:cubicBezTo>
                    <a:pt x="84" y="13"/>
                    <a:pt x="84" y="13"/>
                    <a:pt x="84" y="13"/>
                  </a:cubicBezTo>
                  <a:cubicBezTo>
                    <a:pt x="82" y="14"/>
                    <a:pt x="80" y="16"/>
                    <a:pt x="80" y="19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80" y="26"/>
                    <a:pt x="82" y="28"/>
                    <a:pt x="84" y="29"/>
                  </a:cubicBezTo>
                  <a:cubicBezTo>
                    <a:pt x="84" y="53"/>
                    <a:pt x="84" y="53"/>
                    <a:pt x="84" y="53"/>
                  </a:cubicBezTo>
                  <a:cubicBezTo>
                    <a:pt x="82" y="54"/>
                    <a:pt x="80" y="56"/>
                    <a:pt x="80" y="59"/>
                  </a:cubicBezTo>
                  <a:cubicBezTo>
                    <a:pt x="80" y="63"/>
                    <a:pt x="80" y="63"/>
                    <a:pt x="80" y="63"/>
                  </a:cubicBezTo>
                  <a:cubicBezTo>
                    <a:pt x="80" y="66"/>
                    <a:pt x="82" y="68"/>
                    <a:pt x="84" y="69"/>
                  </a:cubicBezTo>
                  <a:cubicBezTo>
                    <a:pt x="84" y="75"/>
                    <a:pt x="84" y="75"/>
                    <a:pt x="84" y="75"/>
                  </a:cubicBezTo>
                  <a:cubicBezTo>
                    <a:pt x="84" y="76"/>
                    <a:pt x="84" y="76"/>
                    <a:pt x="83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6767424" y="3402796"/>
            <a:ext cx="538856" cy="515813"/>
            <a:chOff x="9886950" y="1016001"/>
            <a:chExt cx="482600" cy="461963"/>
          </a:xfrm>
          <a:solidFill>
            <a:schemeClr val="accent2"/>
          </a:solidFill>
        </p:grpSpPr>
        <p:sp>
          <p:nvSpPr>
            <p:cNvPr id="34" name="Freeform 36"/>
            <p:cNvSpPr>
              <a:spLocks noEditPoints="1"/>
            </p:cNvSpPr>
            <p:nvPr/>
          </p:nvSpPr>
          <p:spPr bwMode="auto">
            <a:xfrm>
              <a:off x="9886950" y="1016001"/>
              <a:ext cx="482600" cy="461963"/>
            </a:xfrm>
            <a:custGeom>
              <a:avLst/>
              <a:gdLst>
                <a:gd name="T0" fmla="*/ 117 w 128"/>
                <a:gd name="T1" fmla="*/ 0 h 122"/>
                <a:gd name="T2" fmla="*/ 11 w 128"/>
                <a:gd name="T3" fmla="*/ 0 h 122"/>
                <a:gd name="T4" fmla="*/ 0 w 128"/>
                <a:gd name="T5" fmla="*/ 11 h 122"/>
                <a:gd name="T6" fmla="*/ 0 w 128"/>
                <a:gd name="T7" fmla="*/ 93 h 122"/>
                <a:gd name="T8" fmla="*/ 11 w 128"/>
                <a:gd name="T9" fmla="*/ 104 h 122"/>
                <a:gd name="T10" fmla="*/ 43 w 128"/>
                <a:gd name="T11" fmla="*/ 104 h 122"/>
                <a:gd name="T12" fmla="*/ 37 w 128"/>
                <a:gd name="T13" fmla="*/ 110 h 122"/>
                <a:gd name="T14" fmla="*/ 34 w 128"/>
                <a:gd name="T15" fmla="*/ 113 h 122"/>
                <a:gd name="T16" fmla="*/ 34 w 128"/>
                <a:gd name="T17" fmla="*/ 118 h 122"/>
                <a:gd name="T18" fmla="*/ 42 w 128"/>
                <a:gd name="T19" fmla="*/ 122 h 122"/>
                <a:gd name="T20" fmla="*/ 86 w 128"/>
                <a:gd name="T21" fmla="*/ 122 h 122"/>
                <a:gd name="T22" fmla="*/ 94 w 128"/>
                <a:gd name="T23" fmla="*/ 118 h 122"/>
                <a:gd name="T24" fmla="*/ 94 w 128"/>
                <a:gd name="T25" fmla="*/ 113 h 122"/>
                <a:gd name="T26" fmla="*/ 91 w 128"/>
                <a:gd name="T27" fmla="*/ 110 h 122"/>
                <a:gd name="T28" fmla="*/ 85 w 128"/>
                <a:gd name="T29" fmla="*/ 104 h 122"/>
                <a:gd name="T30" fmla="*/ 117 w 128"/>
                <a:gd name="T31" fmla="*/ 104 h 122"/>
                <a:gd name="T32" fmla="*/ 128 w 128"/>
                <a:gd name="T33" fmla="*/ 93 h 122"/>
                <a:gd name="T34" fmla="*/ 128 w 128"/>
                <a:gd name="T35" fmla="*/ 11 h 122"/>
                <a:gd name="T36" fmla="*/ 117 w 128"/>
                <a:gd name="T37" fmla="*/ 0 h 122"/>
                <a:gd name="T38" fmla="*/ 88 w 128"/>
                <a:gd name="T39" fmla="*/ 113 h 122"/>
                <a:gd name="T40" fmla="*/ 90 w 128"/>
                <a:gd name="T41" fmla="*/ 116 h 122"/>
                <a:gd name="T42" fmla="*/ 90 w 128"/>
                <a:gd name="T43" fmla="*/ 116 h 122"/>
                <a:gd name="T44" fmla="*/ 86 w 128"/>
                <a:gd name="T45" fmla="*/ 118 h 122"/>
                <a:gd name="T46" fmla="*/ 42 w 128"/>
                <a:gd name="T47" fmla="*/ 118 h 122"/>
                <a:gd name="T48" fmla="*/ 38 w 128"/>
                <a:gd name="T49" fmla="*/ 116 h 122"/>
                <a:gd name="T50" fmla="*/ 38 w 128"/>
                <a:gd name="T51" fmla="*/ 116 h 122"/>
                <a:gd name="T52" fmla="*/ 38 w 128"/>
                <a:gd name="T53" fmla="*/ 116 h 122"/>
                <a:gd name="T54" fmla="*/ 40 w 128"/>
                <a:gd name="T55" fmla="*/ 113 h 122"/>
                <a:gd name="T56" fmla="*/ 48 w 128"/>
                <a:gd name="T57" fmla="*/ 104 h 122"/>
                <a:gd name="T58" fmla="*/ 80 w 128"/>
                <a:gd name="T59" fmla="*/ 104 h 122"/>
                <a:gd name="T60" fmla="*/ 88 w 128"/>
                <a:gd name="T61" fmla="*/ 113 h 122"/>
                <a:gd name="T62" fmla="*/ 120 w 128"/>
                <a:gd name="T63" fmla="*/ 93 h 122"/>
                <a:gd name="T64" fmla="*/ 117 w 128"/>
                <a:gd name="T65" fmla="*/ 96 h 122"/>
                <a:gd name="T66" fmla="*/ 11 w 128"/>
                <a:gd name="T67" fmla="*/ 96 h 122"/>
                <a:gd name="T68" fmla="*/ 8 w 128"/>
                <a:gd name="T69" fmla="*/ 93 h 122"/>
                <a:gd name="T70" fmla="*/ 8 w 128"/>
                <a:gd name="T71" fmla="*/ 11 h 122"/>
                <a:gd name="T72" fmla="*/ 11 w 128"/>
                <a:gd name="T73" fmla="*/ 8 h 122"/>
                <a:gd name="T74" fmla="*/ 117 w 128"/>
                <a:gd name="T75" fmla="*/ 8 h 122"/>
                <a:gd name="T76" fmla="*/ 120 w 128"/>
                <a:gd name="T77" fmla="*/ 11 h 122"/>
                <a:gd name="T78" fmla="*/ 120 w 128"/>
                <a:gd name="T79" fmla="*/ 93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8" h="122">
                  <a:moveTo>
                    <a:pt x="117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9"/>
                    <a:pt x="5" y="104"/>
                    <a:pt x="11" y="104"/>
                  </a:cubicBezTo>
                  <a:cubicBezTo>
                    <a:pt x="43" y="104"/>
                    <a:pt x="43" y="104"/>
                    <a:pt x="43" y="104"/>
                  </a:cubicBezTo>
                  <a:cubicBezTo>
                    <a:pt x="41" y="106"/>
                    <a:pt x="39" y="109"/>
                    <a:pt x="37" y="110"/>
                  </a:cubicBezTo>
                  <a:cubicBezTo>
                    <a:pt x="36" y="111"/>
                    <a:pt x="35" y="112"/>
                    <a:pt x="34" y="113"/>
                  </a:cubicBezTo>
                  <a:cubicBezTo>
                    <a:pt x="34" y="114"/>
                    <a:pt x="33" y="116"/>
                    <a:pt x="34" y="118"/>
                  </a:cubicBezTo>
                  <a:cubicBezTo>
                    <a:pt x="35" y="120"/>
                    <a:pt x="37" y="122"/>
                    <a:pt x="42" y="122"/>
                  </a:cubicBezTo>
                  <a:cubicBezTo>
                    <a:pt x="86" y="122"/>
                    <a:pt x="86" y="122"/>
                    <a:pt x="86" y="122"/>
                  </a:cubicBezTo>
                  <a:cubicBezTo>
                    <a:pt x="91" y="122"/>
                    <a:pt x="93" y="120"/>
                    <a:pt x="94" y="118"/>
                  </a:cubicBezTo>
                  <a:cubicBezTo>
                    <a:pt x="95" y="116"/>
                    <a:pt x="94" y="114"/>
                    <a:pt x="94" y="113"/>
                  </a:cubicBezTo>
                  <a:cubicBezTo>
                    <a:pt x="93" y="112"/>
                    <a:pt x="92" y="111"/>
                    <a:pt x="91" y="110"/>
                  </a:cubicBezTo>
                  <a:cubicBezTo>
                    <a:pt x="89" y="109"/>
                    <a:pt x="87" y="106"/>
                    <a:pt x="85" y="104"/>
                  </a:cubicBezTo>
                  <a:cubicBezTo>
                    <a:pt x="117" y="104"/>
                    <a:pt x="117" y="104"/>
                    <a:pt x="117" y="104"/>
                  </a:cubicBezTo>
                  <a:cubicBezTo>
                    <a:pt x="123" y="104"/>
                    <a:pt x="128" y="99"/>
                    <a:pt x="128" y="93"/>
                  </a:cubicBezTo>
                  <a:cubicBezTo>
                    <a:pt x="128" y="11"/>
                    <a:pt x="128" y="11"/>
                    <a:pt x="128" y="11"/>
                  </a:cubicBezTo>
                  <a:cubicBezTo>
                    <a:pt x="128" y="5"/>
                    <a:pt x="123" y="0"/>
                    <a:pt x="117" y="0"/>
                  </a:cubicBezTo>
                  <a:close/>
                  <a:moveTo>
                    <a:pt x="88" y="113"/>
                  </a:moveTo>
                  <a:cubicBezTo>
                    <a:pt x="89" y="114"/>
                    <a:pt x="90" y="115"/>
                    <a:pt x="90" y="116"/>
                  </a:cubicBezTo>
                  <a:cubicBezTo>
                    <a:pt x="90" y="116"/>
                    <a:pt x="91" y="116"/>
                    <a:pt x="90" y="116"/>
                  </a:cubicBezTo>
                  <a:cubicBezTo>
                    <a:pt x="90" y="117"/>
                    <a:pt x="88" y="118"/>
                    <a:pt x="86" y="118"/>
                  </a:cubicBezTo>
                  <a:cubicBezTo>
                    <a:pt x="42" y="118"/>
                    <a:pt x="42" y="118"/>
                    <a:pt x="42" y="118"/>
                  </a:cubicBezTo>
                  <a:cubicBezTo>
                    <a:pt x="40" y="118"/>
                    <a:pt x="38" y="117"/>
                    <a:pt x="38" y="116"/>
                  </a:cubicBezTo>
                  <a:cubicBezTo>
                    <a:pt x="38" y="116"/>
                    <a:pt x="38" y="116"/>
                    <a:pt x="38" y="116"/>
                  </a:cubicBezTo>
                  <a:cubicBezTo>
                    <a:pt x="38" y="116"/>
                    <a:pt x="38" y="116"/>
                    <a:pt x="38" y="116"/>
                  </a:cubicBezTo>
                  <a:cubicBezTo>
                    <a:pt x="38" y="115"/>
                    <a:pt x="39" y="114"/>
                    <a:pt x="40" y="113"/>
                  </a:cubicBezTo>
                  <a:cubicBezTo>
                    <a:pt x="44" y="109"/>
                    <a:pt x="47" y="106"/>
                    <a:pt x="48" y="104"/>
                  </a:cubicBezTo>
                  <a:cubicBezTo>
                    <a:pt x="80" y="104"/>
                    <a:pt x="80" y="104"/>
                    <a:pt x="80" y="104"/>
                  </a:cubicBezTo>
                  <a:cubicBezTo>
                    <a:pt x="81" y="106"/>
                    <a:pt x="84" y="109"/>
                    <a:pt x="88" y="113"/>
                  </a:cubicBezTo>
                  <a:close/>
                  <a:moveTo>
                    <a:pt x="120" y="93"/>
                  </a:moveTo>
                  <a:cubicBezTo>
                    <a:pt x="120" y="95"/>
                    <a:pt x="119" y="96"/>
                    <a:pt x="117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9" y="96"/>
                    <a:pt x="8" y="95"/>
                    <a:pt x="8" y="93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9"/>
                    <a:pt x="9" y="8"/>
                    <a:pt x="11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9" y="8"/>
                    <a:pt x="120" y="9"/>
                    <a:pt x="120" y="11"/>
                  </a:cubicBezTo>
                  <a:lnTo>
                    <a:pt x="120" y="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5" name="Freeform 37"/>
            <p:cNvSpPr>
              <a:spLocks noEditPoints="1"/>
            </p:cNvSpPr>
            <p:nvPr/>
          </p:nvSpPr>
          <p:spPr bwMode="auto">
            <a:xfrm>
              <a:off x="9947275" y="1076326"/>
              <a:ext cx="361950" cy="242888"/>
            </a:xfrm>
            <a:custGeom>
              <a:avLst/>
              <a:gdLst>
                <a:gd name="T0" fmla="*/ 89 w 96"/>
                <a:gd name="T1" fmla="*/ 0 h 64"/>
                <a:gd name="T2" fmla="*/ 7 w 96"/>
                <a:gd name="T3" fmla="*/ 0 h 64"/>
                <a:gd name="T4" fmla="*/ 0 w 96"/>
                <a:gd name="T5" fmla="*/ 7 h 64"/>
                <a:gd name="T6" fmla="*/ 0 w 96"/>
                <a:gd name="T7" fmla="*/ 57 h 64"/>
                <a:gd name="T8" fmla="*/ 7 w 96"/>
                <a:gd name="T9" fmla="*/ 64 h 64"/>
                <a:gd name="T10" fmla="*/ 89 w 96"/>
                <a:gd name="T11" fmla="*/ 64 h 64"/>
                <a:gd name="T12" fmla="*/ 96 w 96"/>
                <a:gd name="T13" fmla="*/ 57 h 64"/>
                <a:gd name="T14" fmla="*/ 96 w 96"/>
                <a:gd name="T15" fmla="*/ 7 h 64"/>
                <a:gd name="T16" fmla="*/ 89 w 96"/>
                <a:gd name="T17" fmla="*/ 0 h 64"/>
                <a:gd name="T18" fmla="*/ 92 w 96"/>
                <a:gd name="T19" fmla="*/ 57 h 64"/>
                <a:gd name="T20" fmla="*/ 89 w 96"/>
                <a:gd name="T21" fmla="*/ 60 h 64"/>
                <a:gd name="T22" fmla="*/ 7 w 96"/>
                <a:gd name="T23" fmla="*/ 60 h 64"/>
                <a:gd name="T24" fmla="*/ 4 w 96"/>
                <a:gd name="T25" fmla="*/ 57 h 64"/>
                <a:gd name="T26" fmla="*/ 4 w 96"/>
                <a:gd name="T27" fmla="*/ 7 h 64"/>
                <a:gd name="T28" fmla="*/ 7 w 96"/>
                <a:gd name="T29" fmla="*/ 4 h 64"/>
                <a:gd name="T30" fmla="*/ 89 w 96"/>
                <a:gd name="T31" fmla="*/ 4 h 64"/>
                <a:gd name="T32" fmla="*/ 92 w 96"/>
                <a:gd name="T33" fmla="*/ 7 h 64"/>
                <a:gd name="T34" fmla="*/ 92 w 96"/>
                <a:gd name="T35" fmla="*/ 57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6" h="64">
                  <a:moveTo>
                    <a:pt x="89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61"/>
                    <a:pt x="3" y="64"/>
                    <a:pt x="7" y="64"/>
                  </a:cubicBezTo>
                  <a:cubicBezTo>
                    <a:pt x="89" y="64"/>
                    <a:pt x="89" y="64"/>
                    <a:pt x="89" y="64"/>
                  </a:cubicBezTo>
                  <a:cubicBezTo>
                    <a:pt x="93" y="64"/>
                    <a:pt x="96" y="61"/>
                    <a:pt x="96" y="5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3"/>
                    <a:pt x="93" y="0"/>
                    <a:pt x="89" y="0"/>
                  </a:cubicBezTo>
                  <a:close/>
                  <a:moveTo>
                    <a:pt x="92" y="57"/>
                  </a:moveTo>
                  <a:cubicBezTo>
                    <a:pt x="92" y="59"/>
                    <a:pt x="91" y="60"/>
                    <a:pt x="89" y="60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5" y="60"/>
                    <a:pt x="4" y="59"/>
                    <a:pt x="4" y="5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5"/>
                    <a:pt x="5" y="4"/>
                    <a:pt x="7" y="4"/>
                  </a:cubicBezTo>
                  <a:cubicBezTo>
                    <a:pt x="89" y="4"/>
                    <a:pt x="89" y="4"/>
                    <a:pt x="89" y="4"/>
                  </a:cubicBezTo>
                  <a:cubicBezTo>
                    <a:pt x="91" y="4"/>
                    <a:pt x="92" y="5"/>
                    <a:pt x="92" y="7"/>
                  </a:cubicBezTo>
                  <a:lnTo>
                    <a:pt x="92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6" name="Freeform 38"/>
            <p:cNvSpPr>
              <a:spLocks noEditPoints="1"/>
            </p:cNvSpPr>
            <p:nvPr/>
          </p:nvSpPr>
          <p:spPr bwMode="auto">
            <a:xfrm>
              <a:off x="10104438" y="1327151"/>
              <a:ext cx="46037" cy="44450"/>
            </a:xfrm>
            <a:custGeom>
              <a:avLst/>
              <a:gdLst>
                <a:gd name="T0" fmla="*/ 6 w 12"/>
                <a:gd name="T1" fmla="*/ 0 h 12"/>
                <a:gd name="T2" fmla="*/ 0 w 12"/>
                <a:gd name="T3" fmla="*/ 6 h 12"/>
                <a:gd name="T4" fmla="*/ 6 w 12"/>
                <a:gd name="T5" fmla="*/ 12 h 12"/>
                <a:gd name="T6" fmla="*/ 12 w 12"/>
                <a:gd name="T7" fmla="*/ 6 h 12"/>
                <a:gd name="T8" fmla="*/ 6 w 12"/>
                <a:gd name="T9" fmla="*/ 0 h 12"/>
                <a:gd name="T10" fmla="*/ 6 w 12"/>
                <a:gd name="T11" fmla="*/ 8 h 12"/>
                <a:gd name="T12" fmla="*/ 4 w 12"/>
                <a:gd name="T13" fmla="*/ 6 h 12"/>
                <a:gd name="T14" fmla="*/ 6 w 12"/>
                <a:gd name="T15" fmla="*/ 4 h 12"/>
                <a:gd name="T16" fmla="*/ 8 w 12"/>
                <a:gd name="T17" fmla="*/ 6 h 12"/>
                <a:gd name="T18" fmla="*/ 6 w 12"/>
                <a:gd name="T19" fmla="*/ 8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12">
                  <a:moveTo>
                    <a:pt x="6" y="0"/>
                  </a:moveTo>
                  <a:cubicBezTo>
                    <a:pt x="3" y="0"/>
                    <a:pt x="0" y="3"/>
                    <a:pt x="0" y="6"/>
                  </a:cubicBezTo>
                  <a:cubicBezTo>
                    <a:pt x="0" y="9"/>
                    <a:pt x="3" y="12"/>
                    <a:pt x="6" y="12"/>
                  </a:cubicBezTo>
                  <a:cubicBezTo>
                    <a:pt x="9" y="12"/>
                    <a:pt x="12" y="9"/>
                    <a:pt x="12" y="6"/>
                  </a:cubicBezTo>
                  <a:cubicBezTo>
                    <a:pt x="12" y="3"/>
                    <a:pt x="9" y="0"/>
                    <a:pt x="6" y="0"/>
                  </a:cubicBezTo>
                  <a:close/>
                  <a:moveTo>
                    <a:pt x="6" y="8"/>
                  </a:moveTo>
                  <a:cubicBezTo>
                    <a:pt x="5" y="8"/>
                    <a:pt x="4" y="7"/>
                    <a:pt x="4" y="6"/>
                  </a:cubicBezTo>
                  <a:cubicBezTo>
                    <a:pt x="4" y="5"/>
                    <a:pt x="5" y="4"/>
                    <a:pt x="6" y="4"/>
                  </a:cubicBezTo>
                  <a:cubicBezTo>
                    <a:pt x="7" y="4"/>
                    <a:pt x="8" y="5"/>
                    <a:pt x="8" y="6"/>
                  </a:cubicBezTo>
                  <a:cubicBezTo>
                    <a:pt x="8" y="7"/>
                    <a:pt x="7" y="8"/>
                    <a:pt x="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7" name="Freeform 39"/>
            <p:cNvSpPr/>
            <p:nvPr/>
          </p:nvSpPr>
          <p:spPr bwMode="auto">
            <a:xfrm>
              <a:off x="10067925" y="1198563"/>
              <a:ext cx="44450" cy="90488"/>
            </a:xfrm>
            <a:custGeom>
              <a:avLst/>
              <a:gdLst>
                <a:gd name="T0" fmla="*/ 9 w 12"/>
                <a:gd name="T1" fmla="*/ 0 h 24"/>
                <a:gd name="T2" fmla="*/ 3 w 12"/>
                <a:gd name="T3" fmla="*/ 0 h 24"/>
                <a:gd name="T4" fmla="*/ 0 w 12"/>
                <a:gd name="T5" fmla="*/ 3 h 24"/>
                <a:gd name="T6" fmla="*/ 0 w 12"/>
                <a:gd name="T7" fmla="*/ 21 h 24"/>
                <a:gd name="T8" fmla="*/ 3 w 12"/>
                <a:gd name="T9" fmla="*/ 24 h 24"/>
                <a:gd name="T10" fmla="*/ 9 w 12"/>
                <a:gd name="T11" fmla="*/ 24 h 24"/>
                <a:gd name="T12" fmla="*/ 12 w 12"/>
                <a:gd name="T13" fmla="*/ 21 h 24"/>
                <a:gd name="T14" fmla="*/ 12 w 12"/>
                <a:gd name="T15" fmla="*/ 3 h 24"/>
                <a:gd name="T16" fmla="*/ 9 w 12"/>
                <a:gd name="T17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" h="24">
                  <a:moveTo>
                    <a:pt x="9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2"/>
                    <a:pt x="1" y="24"/>
                    <a:pt x="3" y="24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1" y="24"/>
                    <a:pt x="12" y="22"/>
                    <a:pt x="12" y="21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1"/>
                    <a:pt x="11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8" name="Freeform 40"/>
            <p:cNvSpPr/>
            <p:nvPr/>
          </p:nvSpPr>
          <p:spPr bwMode="auto">
            <a:xfrm>
              <a:off x="10218738" y="1106488"/>
              <a:ext cx="44450" cy="182563"/>
            </a:xfrm>
            <a:custGeom>
              <a:avLst/>
              <a:gdLst>
                <a:gd name="T0" fmla="*/ 9 w 12"/>
                <a:gd name="T1" fmla="*/ 0 h 48"/>
                <a:gd name="T2" fmla="*/ 3 w 12"/>
                <a:gd name="T3" fmla="*/ 0 h 48"/>
                <a:gd name="T4" fmla="*/ 0 w 12"/>
                <a:gd name="T5" fmla="*/ 3 h 48"/>
                <a:gd name="T6" fmla="*/ 0 w 12"/>
                <a:gd name="T7" fmla="*/ 45 h 48"/>
                <a:gd name="T8" fmla="*/ 3 w 12"/>
                <a:gd name="T9" fmla="*/ 48 h 48"/>
                <a:gd name="T10" fmla="*/ 9 w 12"/>
                <a:gd name="T11" fmla="*/ 48 h 48"/>
                <a:gd name="T12" fmla="*/ 12 w 12"/>
                <a:gd name="T13" fmla="*/ 45 h 48"/>
                <a:gd name="T14" fmla="*/ 12 w 12"/>
                <a:gd name="T15" fmla="*/ 3 h 48"/>
                <a:gd name="T16" fmla="*/ 9 w 12"/>
                <a:gd name="T1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" h="48">
                  <a:moveTo>
                    <a:pt x="9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47"/>
                    <a:pt x="1" y="48"/>
                    <a:pt x="3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11" y="48"/>
                    <a:pt x="12" y="47"/>
                    <a:pt x="12" y="45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1"/>
                    <a:pt x="11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9" name="Freeform 41"/>
            <p:cNvSpPr/>
            <p:nvPr/>
          </p:nvSpPr>
          <p:spPr bwMode="auto">
            <a:xfrm>
              <a:off x="10142538" y="1166813"/>
              <a:ext cx="46037" cy="122238"/>
            </a:xfrm>
            <a:custGeom>
              <a:avLst/>
              <a:gdLst>
                <a:gd name="T0" fmla="*/ 9 w 12"/>
                <a:gd name="T1" fmla="*/ 0 h 32"/>
                <a:gd name="T2" fmla="*/ 3 w 12"/>
                <a:gd name="T3" fmla="*/ 0 h 32"/>
                <a:gd name="T4" fmla="*/ 0 w 12"/>
                <a:gd name="T5" fmla="*/ 3 h 32"/>
                <a:gd name="T6" fmla="*/ 0 w 12"/>
                <a:gd name="T7" fmla="*/ 29 h 32"/>
                <a:gd name="T8" fmla="*/ 3 w 12"/>
                <a:gd name="T9" fmla="*/ 32 h 32"/>
                <a:gd name="T10" fmla="*/ 9 w 12"/>
                <a:gd name="T11" fmla="*/ 32 h 32"/>
                <a:gd name="T12" fmla="*/ 12 w 12"/>
                <a:gd name="T13" fmla="*/ 29 h 32"/>
                <a:gd name="T14" fmla="*/ 12 w 12"/>
                <a:gd name="T15" fmla="*/ 3 h 32"/>
                <a:gd name="T16" fmla="*/ 9 w 12"/>
                <a:gd name="T1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" h="32">
                  <a:moveTo>
                    <a:pt x="9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1"/>
                    <a:pt x="1" y="32"/>
                    <a:pt x="3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11" y="32"/>
                    <a:pt x="12" y="31"/>
                    <a:pt x="12" y="29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1"/>
                    <a:pt x="11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0" name="Freeform 42"/>
            <p:cNvSpPr/>
            <p:nvPr/>
          </p:nvSpPr>
          <p:spPr bwMode="auto">
            <a:xfrm>
              <a:off x="9991725" y="1136651"/>
              <a:ext cx="46037" cy="152400"/>
            </a:xfrm>
            <a:custGeom>
              <a:avLst/>
              <a:gdLst>
                <a:gd name="T0" fmla="*/ 9 w 12"/>
                <a:gd name="T1" fmla="*/ 0 h 40"/>
                <a:gd name="T2" fmla="*/ 3 w 12"/>
                <a:gd name="T3" fmla="*/ 0 h 40"/>
                <a:gd name="T4" fmla="*/ 0 w 12"/>
                <a:gd name="T5" fmla="*/ 3 h 40"/>
                <a:gd name="T6" fmla="*/ 0 w 12"/>
                <a:gd name="T7" fmla="*/ 37 h 40"/>
                <a:gd name="T8" fmla="*/ 3 w 12"/>
                <a:gd name="T9" fmla="*/ 40 h 40"/>
                <a:gd name="T10" fmla="*/ 9 w 12"/>
                <a:gd name="T11" fmla="*/ 40 h 40"/>
                <a:gd name="T12" fmla="*/ 12 w 12"/>
                <a:gd name="T13" fmla="*/ 37 h 40"/>
                <a:gd name="T14" fmla="*/ 12 w 12"/>
                <a:gd name="T15" fmla="*/ 3 h 40"/>
                <a:gd name="T16" fmla="*/ 9 w 12"/>
                <a:gd name="T17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" h="40">
                  <a:moveTo>
                    <a:pt x="9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39"/>
                    <a:pt x="1" y="40"/>
                    <a:pt x="3" y="40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11" y="40"/>
                    <a:pt x="12" y="39"/>
                    <a:pt x="12" y="37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1"/>
                    <a:pt x="11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6730703" y="4475323"/>
            <a:ext cx="612298" cy="467984"/>
            <a:chOff x="5516563" y="84138"/>
            <a:chExt cx="1414463" cy="1081087"/>
          </a:xfrm>
          <a:solidFill>
            <a:schemeClr val="accent3"/>
          </a:solidFill>
        </p:grpSpPr>
        <p:sp>
          <p:nvSpPr>
            <p:cNvPr id="42" name="Freeform 13"/>
            <p:cNvSpPr>
              <a:spLocks noEditPoints="1"/>
            </p:cNvSpPr>
            <p:nvPr/>
          </p:nvSpPr>
          <p:spPr bwMode="auto">
            <a:xfrm>
              <a:off x="5688013" y="249238"/>
              <a:ext cx="896938" cy="698500"/>
            </a:xfrm>
            <a:custGeom>
              <a:avLst/>
              <a:gdLst>
                <a:gd name="T0" fmla="*/ 214 w 239"/>
                <a:gd name="T1" fmla="*/ 9 h 186"/>
                <a:gd name="T2" fmla="*/ 120 w 239"/>
                <a:gd name="T3" fmla="*/ 0 h 186"/>
                <a:gd name="T4" fmla="*/ 26 w 239"/>
                <a:gd name="T5" fmla="*/ 9 h 186"/>
                <a:gd name="T6" fmla="*/ 17 w 239"/>
                <a:gd name="T7" fmla="*/ 17 h 186"/>
                <a:gd name="T8" fmla="*/ 17 w 239"/>
                <a:gd name="T9" fmla="*/ 169 h 186"/>
                <a:gd name="T10" fmla="*/ 26 w 239"/>
                <a:gd name="T11" fmla="*/ 177 h 186"/>
                <a:gd name="T12" fmla="*/ 120 w 239"/>
                <a:gd name="T13" fmla="*/ 186 h 186"/>
                <a:gd name="T14" fmla="*/ 214 w 239"/>
                <a:gd name="T15" fmla="*/ 177 h 186"/>
                <a:gd name="T16" fmla="*/ 222 w 239"/>
                <a:gd name="T17" fmla="*/ 169 h 186"/>
                <a:gd name="T18" fmla="*/ 222 w 239"/>
                <a:gd name="T19" fmla="*/ 17 h 186"/>
                <a:gd name="T20" fmla="*/ 214 w 239"/>
                <a:gd name="T21" fmla="*/ 9 h 186"/>
                <a:gd name="T22" fmla="*/ 211 w 239"/>
                <a:gd name="T23" fmla="*/ 165 h 186"/>
                <a:gd name="T24" fmla="*/ 28 w 239"/>
                <a:gd name="T25" fmla="*/ 165 h 186"/>
                <a:gd name="T26" fmla="*/ 28 w 239"/>
                <a:gd name="T27" fmla="*/ 21 h 186"/>
                <a:gd name="T28" fmla="*/ 211 w 239"/>
                <a:gd name="T29" fmla="*/ 21 h 186"/>
                <a:gd name="T30" fmla="*/ 211 w 239"/>
                <a:gd name="T31" fmla="*/ 165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39" h="186">
                  <a:moveTo>
                    <a:pt x="214" y="9"/>
                  </a:moveTo>
                  <a:cubicBezTo>
                    <a:pt x="182" y="3"/>
                    <a:pt x="151" y="0"/>
                    <a:pt x="120" y="0"/>
                  </a:cubicBezTo>
                  <a:cubicBezTo>
                    <a:pt x="88" y="0"/>
                    <a:pt x="57" y="3"/>
                    <a:pt x="26" y="9"/>
                  </a:cubicBezTo>
                  <a:cubicBezTo>
                    <a:pt x="22" y="10"/>
                    <a:pt x="18" y="13"/>
                    <a:pt x="17" y="17"/>
                  </a:cubicBezTo>
                  <a:cubicBezTo>
                    <a:pt x="0" y="67"/>
                    <a:pt x="0" y="118"/>
                    <a:pt x="17" y="169"/>
                  </a:cubicBezTo>
                  <a:cubicBezTo>
                    <a:pt x="18" y="173"/>
                    <a:pt x="22" y="176"/>
                    <a:pt x="26" y="177"/>
                  </a:cubicBezTo>
                  <a:cubicBezTo>
                    <a:pt x="57" y="183"/>
                    <a:pt x="88" y="186"/>
                    <a:pt x="120" y="186"/>
                  </a:cubicBezTo>
                  <a:cubicBezTo>
                    <a:pt x="151" y="186"/>
                    <a:pt x="182" y="183"/>
                    <a:pt x="214" y="177"/>
                  </a:cubicBezTo>
                  <a:cubicBezTo>
                    <a:pt x="218" y="176"/>
                    <a:pt x="221" y="173"/>
                    <a:pt x="222" y="169"/>
                  </a:cubicBezTo>
                  <a:cubicBezTo>
                    <a:pt x="239" y="118"/>
                    <a:pt x="239" y="67"/>
                    <a:pt x="222" y="17"/>
                  </a:cubicBezTo>
                  <a:cubicBezTo>
                    <a:pt x="221" y="13"/>
                    <a:pt x="218" y="10"/>
                    <a:pt x="214" y="9"/>
                  </a:cubicBezTo>
                  <a:close/>
                  <a:moveTo>
                    <a:pt x="211" y="165"/>
                  </a:moveTo>
                  <a:cubicBezTo>
                    <a:pt x="150" y="178"/>
                    <a:pt x="89" y="178"/>
                    <a:pt x="28" y="165"/>
                  </a:cubicBezTo>
                  <a:cubicBezTo>
                    <a:pt x="12" y="117"/>
                    <a:pt x="12" y="69"/>
                    <a:pt x="28" y="21"/>
                  </a:cubicBezTo>
                  <a:cubicBezTo>
                    <a:pt x="89" y="8"/>
                    <a:pt x="150" y="8"/>
                    <a:pt x="211" y="21"/>
                  </a:cubicBezTo>
                  <a:cubicBezTo>
                    <a:pt x="227" y="69"/>
                    <a:pt x="227" y="117"/>
                    <a:pt x="211" y="16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3" name="Freeform 14"/>
            <p:cNvSpPr>
              <a:spLocks noEditPoints="1"/>
            </p:cNvSpPr>
            <p:nvPr/>
          </p:nvSpPr>
          <p:spPr bwMode="auto">
            <a:xfrm>
              <a:off x="5516563" y="84138"/>
              <a:ext cx="1414463" cy="1081087"/>
            </a:xfrm>
            <a:custGeom>
              <a:avLst/>
              <a:gdLst>
                <a:gd name="T0" fmla="*/ 359 w 377"/>
                <a:gd name="T1" fmla="*/ 27 h 288"/>
                <a:gd name="T2" fmla="*/ 340 w 377"/>
                <a:gd name="T3" fmla="*/ 9 h 288"/>
                <a:gd name="T4" fmla="*/ 189 w 377"/>
                <a:gd name="T5" fmla="*/ 0 h 288"/>
                <a:gd name="T6" fmla="*/ 37 w 377"/>
                <a:gd name="T7" fmla="*/ 9 h 288"/>
                <a:gd name="T8" fmla="*/ 18 w 377"/>
                <a:gd name="T9" fmla="*/ 27 h 288"/>
                <a:gd name="T10" fmla="*/ 18 w 377"/>
                <a:gd name="T11" fmla="*/ 250 h 288"/>
                <a:gd name="T12" fmla="*/ 37 w 377"/>
                <a:gd name="T13" fmla="*/ 267 h 288"/>
                <a:gd name="T14" fmla="*/ 110 w 377"/>
                <a:gd name="T15" fmla="*/ 274 h 288"/>
                <a:gd name="T16" fmla="*/ 108 w 377"/>
                <a:gd name="T17" fmla="*/ 276 h 288"/>
                <a:gd name="T18" fmla="*/ 189 w 377"/>
                <a:gd name="T19" fmla="*/ 288 h 288"/>
                <a:gd name="T20" fmla="*/ 269 w 377"/>
                <a:gd name="T21" fmla="*/ 276 h 288"/>
                <a:gd name="T22" fmla="*/ 267 w 377"/>
                <a:gd name="T23" fmla="*/ 274 h 288"/>
                <a:gd name="T24" fmla="*/ 340 w 377"/>
                <a:gd name="T25" fmla="*/ 267 h 288"/>
                <a:gd name="T26" fmla="*/ 359 w 377"/>
                <a:gd name="T27" fmla="*/ 250 h 288"/>
                <a:gd name="T28" fmla="*/ 359 w 377"/>
                <a:gd name="T29" fmla="*/ 27 h 288"/>
                <a:gd name="T30" fmla="*/ 337 w 377"/>
                <a:gd name="T31" fmla="*/ 244 h 288"/>
                <a:gd name="T32" fmla="*/ 40 w 377"/>
                <a:gd name="T33" fmla="*/ 244 h 288"/>
                <a:gd name="T34" fmla="*/ 40 w 377"/>
                <a:gd name="T35" fmla="*/ 32 h 288"/>
                <a:gd name="T36" fmla="*/ 337 w 377"/>
                <a:gd name="T37" fmla="*/ 32 h 288"/>
                <a:gd name="T38" fmla="*/ 337 w 377"/>
                <a:gd name="T39" fmla="*/ 244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77" h="288">
                  <a:moveTo>
                    <a:pt x="359" y="27"/>
                  </a:moveTo>
                  <a:cubicBezTo>
                    <a:pt x="357" y="17"/>
                    <a:pt x="349" y="10"/>
                    <a:pt x="340" y="9"/>
                  </a:cubicBezTo>
                  <a:cubicBezTo>
                    <a:pt x="290" y="3"/>
                    <a:pt x="239" y="0"/>
                    <a:pt x="189" y="0"/>
                  </a:cubicBezTo>
                  <a:cubicBezTo>
                    <a:pt x="138" y="0"/>
                    <a:pt x="87" y="3"/>
                    <a:pt x="37" y="9"/>
                  </a:cubicBezTo>
                  <a:cubicBezTo>
                    <a:pt x="28" y="10"/>
                    <a:pt x="20" y="17"/>
                    <a:pt x="18" y="27"/>
                  </a:cubicBezTo>
                  <a:cubicBezTo>
                    <a:pt x="0" y="101"/>
                    <a:pt x="0" y="176"/>
                    <a:pt x="18" y="250"/>
                  </a:cubicBezTo>
                  <a:cubicBezTo>
                    <a:pt x="20" y="259"/>
                    <a:pt x="28" y="266"/>
                    <a:pt x="37" y="267"/>
                  </a:cubicBezTo>
                  <a:cubicBezTo>
                    <a:pt x="61" y="270"/>
                    <a:pt x="86" y="272"/>
                    <a:pt x="110" y="274"/>
                  </a:cubicBezTo>
                  <a:cubicBezTo>
                    <a:pt x="109" y="275"/>
                    <a:pt x="108" y="275"/>
                    <a:pt x="108" y="276"/>
                  </a:cubicBezTo>
                  <a:cubicBezTo>
                    <a:pt x="108" y="283"/>
                    <a:pt x="144" y="288"/>
                    <a:pt x="189" y="288"/>
                  </a:cubicBezTo>
                  <a:cubicBezTo>
                    <a:pt x="233" y="288"/>
                    <a:pt x="269" y="283"/>
                    <a:pt x="269" y="276"/>
                  </a:cubicBezTo>
                  <a:cubicBezTo>
                    <a:pt x="269" y="275"/>
                    <a:pt x="268" y="275"/>
                    <a:pt x="267" y="274"/>
                  </a:cubicBezTo>
                  <a:cubicBezTo>
                    <a:pt x="291" y="272"/>
                    <a:pt x="316" y="270"/>
                    <a:pt x="340" y="267"/>
                  </a:cubicBezTo>
                  <a:cubicBezTo>
                    <a:pt x="349" y="266"/>
                    <a:pt x="357" y="259"/>
                    <a:pt x="359" y="250"/>
                  </a:cubicBezTo>
                  <a:cubicBezTo>
                    <a:pt x="377" y="176"/>
                    <a:pt x="377" y="101"/>
                    <a:pt x="359" y="27"/>
                  </a:cubicBezTo>
                  <a:close/>
                  <a:moveTo>
                    <a:pt x="337" y="244"/>
                  </a:moveTo>
                  <a:cubicBezTo>
                    <a:pt x="238" y="256"/>
                    <a:pt x="139" y="256"/>
                    <a:pt x="40" y="244"/>
                  </a:cubicBezTo>
                  <a:cubicBezTo>
                    <a:pt x="23" y="174"/>
                    <a:pt x="23" y="103"/>
                    <a:pt x="40" y="32"/>
                  </a:cubicBezTo>
                  <a:cubicBezTo>
                    <a:pt x="139" y="20"/>
                    <a:pt x="238" y="20"/>
                    <a:pt x="337" y="32"/>
                  </a:cubicBezTo>
                  <a:cubicBezTo>
                    <a:pt x="354" y="103"/>
                    <a:pt x="354" y="174"/>
                    <a:pt x="337" y="2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4" name="Freeform 15"/>
            <p:cNvSpPr>
              <a:spLocks noEditPoints="1"/>
            </p:cNvSpPr>
            <p:nvPr/>
          </p:nvSpPr>
          <p:spPr bwMode="auto">
            <a:xfrm>
              <a:off x="6611938" y="301625"/>
              <a:ext cx="131763" cy="128587"/>
            </a:xfrm>
            <a:custGeom>
              <a:avLst/>
              <a:gdLst>
                <a:gd name="T0" fmla="*/ 17 w 35"/>
                <a:gd name="T1" fmla="*/ 34 h 34"/>
                <a:gd name="T2" fmla="*/ 35 w 35"/>
                <a:gd name="T3" fmla="*/ 17 h 34"/>
                <a:gd name="T4" fmla="*/ 17 w 35"/>
                <a:gd name="T5" fmla="*/ 0 h 34"/>
                <a:gd name="T6" fmla="*/ 0 w 35"/>
                <a:gd name="T7" fmla="*/ 17 h 34"/>
                <a:gd name="T8" fmla="*/ 17 w 35"/>
                <a:gd name="T9" fmla="*/ 34 h 34"/>
                <a:gd name="T10" fmla="*/ 17 w 35"/>
                <a:gd name="T11" fmla="*/ 11 h 34"/>
                <a:gd name="T12" fmla="*/ 23 w 35"/>
                <a:gd name="T13" fmla="*/ 17 h 34"/>
                <a:gd name="T14" fmla="*/ 17 w 35"/>
                <a:gd name="T15" fmla="*/ 23 h 34"/>
                <a:gd name="T16" fmla="*/ 12 w 35"/>
                <a:gd name="T17" fmla="*/ 17 h 34"/>
                <a:gd name="T18" fmla="*/ 17 w 35"/>
                <a:gd name="T19" fmla="*/ 1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" h="34">
                  <a:moveTo>
                    <a:pt x="17" y="34"/>
                  </a:moveTo>
                  <a:cubicBezTo>
                    <a:pt x="27" y="34"/>
                    <a:pt x="35" y="26"/>
                    <a:pt x="35" y="17"/>
                  </a:cubicBezTo>
                  <a:cubicBezTo>
                    <a:pt x="35" y="7"/>
                    <a:pt x="27" y="0"/>
                    <a:pt x="17" y="0"/>
                  </a:cubicBezTo>
                  <a:cubicBezTo>
                    <a:pt x="8" y="0"/>
                    <a:pt x="0" y="7"/>
                    <a:pt x="0" y="17"/>
                  </a:cubicBezTo>
                  <a:cubicBezTo>
                    <a:pt x="0" y="26"/>
                    <a:pt x="8" y="34"/>
                    <a:pt x="17" y="34"/>
                  </a:cubicBezTo>
                  <a:close/>
                  <a:moveTo>
                    <a:pt x="17" y="11"/>
                  </a:moveTo>
                  <a:cubicBezTo>
                    <a:pt x="21" y="11"/>
                    <a:pt x="23" y="14"/>
                    <a:pt x="23" y="17"/>
                  </a:cubicBezTo>
                  <a:cubicBezTo>
                    <a:pt x="23" y="20"/>
                    <a:pt x="21" y="23"/>
                    <a:pt x="17" y="23"/>
                  </a:cubicBezTo>
                  <a:cubicBezTo>
                    <a:pt x="14" y="23"/>
                    <a:pt x="12" y="20"/>
                    <a:pt x="12" y="17"/>
                  </a:cubicBezTo>
                  <a:cubicBezTo>
                    <a:pt x="12" y="14"/>
                    <a:pt x="14" y="11"/>
                    <a:pt x="17" y="1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5" name="Freeform 16"/>
            <p:cNvSpPr/>
            <p:nvPr/>
          </p:nvSpPr>
          <p:spPr bwMode="auto">
            <a:xfrm>
              <a:off x="6570663" y="860425"/>
              <a:ext cx="173038" cy="46037"/>
            </a:xfrm>
            <a:custGeom>
              <a:avLst/>
              <a:gdLst>
                <a:gd name="T0" fmla="*/ 40 w 46"/>
                <a:gd name="T1" fmla="*/ 0 h 12"/>
                <a:gd name="T2" fmla="*/ 5 w 46"/>
                <a:gd name="T3" fmla="*/ 0 h 12"/>
                <a:gd name="T4" fmla="*/ 0 w 46"/>
                <a:gd name="T5" fmla="*/ 6 h 12"/>
                <a:gd name="T6" fmla="*/ 5 w 46"/>
                <a:gd name="T7" fmla="*/ 12 h 12"/>
                <a:gd name="T8" fmla="*/ 40 w 46"/>
                <a:gd name="T9" fmla="*/ 12 h 12"/>
                <a:gd name="T10" fmla="*/ 46 w 46"/>
                <a:gd name="T11" fmla="*/ 6 h 12"/>
                <a:gd name="T12" fmla="*/ 40 w 46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" h="12">
                  <a:moveTo>
                    <a:pt x="40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3"/>
                    <a:pt x="0" y="6"/>
                  </a:cubicBezTo>
                  <a:cubicBezTo>
                    <a:pt x="0" y="9"/>
                    <a:pt x="2" y="12"/>
                    <a:pt x="5" y="12"/>
                  </a:cubicBezTo>
                  <a:cubicBezTo>
                    <a:pt x="40" y="12"/>
                    <a:pt x="40" y="12"/>
                    <a:pt x="40" y="12"/>
                  </a:cubicBezTo>
                  <a:cubicBezTo>
                    <a:pt x="43" y="12"/>
                    <a:pt x="46" y="9"/>
                    <a:pt x="46" y="6"/>
                  </a:cubicBezTo>
                  <a:cubicBezTo>
                    <a:pt x="46" y="3"/>
                    <a:pt x="43" y="0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6" name="Freeform 17"/>
            <p:cNvSpPr/>
            <p:nvPr/>
          </p:nvSpPr>
          <p:spPr bwMode="auto">
            <a:xfrm>
              <a:off x="6611938" y="733425"/>
              <a:ext cx="173038" cy="41275"/>
            </a:xfrm>
            <a:custGeom>
              <a:avLst/>
              <a:gdLst>
                <a:gd name="T0" fmla="*/ 40 w 46"/>
                <a:gd name="T1" fmla="*/ 0 h 11"/>
                <a:gd name="T2" fmla="*/ 6 w 46"/>
                <a:gd name="T3" fmla="*/ 0 h 11"/>
                <a:gd name="T4" fmla="*/ 0 w 46"/>
                <a:gd name="T5" fmla="*/ 5 h 11"/>
                <a:gd name="T6" fmla="*/ 6 w 46"/>
                <a:gd name="T7" fmla="*/ 11 h 11"/>
                <a:gd name="T8" fmla="*/ 40 w 46"/>
                <a:gd name="T9" fmla="*/ 11 h 11"/>
                <a:gd name="T10" fmla="*/ 46 w 46"/>
                <a:gd name="T11" fmla="*/ 5 h 11"/>
                <a:gd name="T12" fmla="*/ 40 w 46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" h="11">
                  <a:moveTo>
                    <a:pt x="40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2"/>
                    <a:pt x="0" y="5"/>
                  </a:cubicBezTo>
                  <a:cubicBezTo>
                    <a:pt x="0" y="9"/>
                    <a:pt x="3" y="11"/>
                    <a:pt x="6" y="11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4" y="11"/>
                    <a:pt x="46" y="9"/>
                    <a:pt x="46" y="5"/>
                  </a:cubicBezTo>
                  <a:cubicBezTo>
                    <a:pt x="46" y="2"/>
                    <a:pt x="44" y="0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7" name="Freeform 18"/>
            <p:cNvSpPr/>
            <p:nvPr/>
          </p:nvSpPr>
          <p:spPr bwMode="auto">
            <a:xfrm>
              <a:off x="6611938" y="601663"/>
              <a:ext cx="173038" cy="46037"/>
            </a:xfrm>
            <a:custGeom>
              <a:avLst/>
              <a:gdLst>
                <a:gd name="T0" fmla="*/ 40 w 46"/>
                <a:gd name="T1" fmla="*/ 0 h 12"/>
                <a:gd name="T2" fmla="*/ 6 w 46"/>
                <a:gd name="T3" fmla="*/ 0 h 12"/>
                <a:gd name="T4" fmla="*/ 0 w 46"/>
                <a:gd name="T5" fmla="*/ 6 h 12"/>
                <a:gd name="T6" fmla="*/ 6 w 46"/>
                <a:gd name="T7" fmla="*/ 12 h 12"/>
                <a:gd name="T8" fmla="*/ 40 w 46"/>
                <a:gd name="T9" fmla="*/ 12 h 12"/>
                <a:gd name="T10" fmla="*/ 46 w 46"/>
                <a:gd name="T11" fmla="*/ 6 h 12"/>
                <a:gd name="T12" fmla="*/ 40 w 46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" h="12">
                  <a:moveTo>
                    <a:pt x="40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9"/>
                    <a:pt x="3" y="12"/>
                    <a:pt x="6" y="12"/>
                  </a:cubicBezTo>
                  <a:cubicBezTo>
                    <a:pt x="40" y="12"/>
                    <a:pt x="40" y="12"/>
                    <a:pt x="40" y="12"/>
                  </a:cubicBezTo>
                  <a:cubicBezTo>
                    <a:pt x="44" y="12"/>
                    <a:pt x="46" y="9"/>
                    <a:pt x="46" y="6"/>
                  </a:cubicBezTo>
                  <a:cubicBezTo>
                    <a:pt x="46" y="3"/>
                    <a:pt x="44" y="0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8" name="Freeform 19"/>
            <p:cNvSpPr/>
            <p:nvPr/>
          </p:nvSpPr>
          <p:spPr bwMode="auto">
            <a:xfrm>
              <a:off x="5880100" y="422275"/>
              <a:ext cx="258763" cy="179387"/>
            </a:xfrm>
            <a:custGeom>
              <a:avLst/>
              <a:gdLst>
                <a:gd name="T0" fmla="*/ 63 w 69"/>
                <a:gd name="T1" fmla="*/ 0 h 48"/>
                <a:gd name="T2" fmla="*/ 10 w 69"/>
                <a:gd name="T3" fmla="*/ 4 h 48"/>
                <a:gd name="T4" fmla="*/ 3 w 69"/>
                <a:gd name="T5" fmla="*/ 10 h 48"/>
                <a:gd name="T6" fmla="*/ 0 w 69"/>
                <a:gd name="T7" fmla="*/ 42 h 48"/>
                <a:gd name="T8" fmla="*/ 5 w 69"/>
                <a:gd name="T9" fmla="*/ 48 h 48"/>
                <a:gd name="T10" fmla="*/ 11 w 69"/>
                <a:gd name="T11" fmla="*/ 42 h 48"/>
                <a:gd name="T12" fmla="*/ 13 w 69"/>
                <a:gd name="T13" fmla="*/ 21 h 48"/>
                <a:gd name="T14" fmla="*/ 20 w 69"/>
                <a:gd name="T15" fmla="*/ 14 h 48"/>
                <a:gd name="T16" fmla="*/ 63 w 69"/>
                <a:gd name="T17" fmla="*/ 11 h 48"/>
                <a:gd name="T18" fmla="*/ 69 w 69"/>
                <a:gd name="T19" fmla="*/ 5 h 48"/>
                <a:gd name="T20" fmla="*/ 63 w 69"/>
                <a:gd name="T2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9" h="48">
                  <a:moveTo>
                    <a:pt x="63" y="0"/>
                  </a:moveTo>
                  <a:cubicBezTo>
                    <a:pt x="10" y="4"/>
                    <a:pt x="10" y="4"/>
                    <a:pt x="10" y="4"/>
                  </a:cubicBezTo>
                  <a:cubicBezTo>
                    <a:pt x="7" y="4"/>
                    <a:pt x="4" y="7"/>
                    <a:pt x="3" y="10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46"/>
                    <a:pt x="2" y="48"/>
                    <a:pt x="5" y="48"/>
                  </a:cubicBezTo>
                  <a:cubicBezTo>
                    <a:pt x="8" y="48"/>
                    <a:pt x="11" y="46"/>
                    <a:pt x="11" y="4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17"/>
                    <a:pt x="16" y="15"/>
                    <a:pt x="20" y="14"/>
                  </a:cubicBezTo>
                  <a:cubicBezTo>
                    <a:pt x="63" y="11"/>
                    <a:pt x="63" y="11"/>
                    <a:pt x="63" y="11"/>
                  </a:cubicBezTo>
                  <a:cubicBezTo>
                    <a:pt x="66" y="11"/>
                    <a:pt x="69" y="9"/>
                    <a:pt x="69" y="5"/>
                  </a:cubicBezTo>
                  <a:cubicBezTo>
                    <a:pt x="69" y="2"/>
                    <a:pt x="66" y="0"/>
                    <a:pt x="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6763782" y="5301674"/>
            <a:ext cx="546140" cy="461393"/>
            <a:chOff x="13828713" y="2805113"/>
            <a:chExt cx="1381125" cy="1166812"/>
          </a:xfrm>
          <a:solidFill>
            <a:schemeClr val="accent4"/>
          </a:solidFill>
        </p:grpSpPr>
        <p:sp>
          <p:nvSpPr>
            <p:cNvPr id="50" name="Freeform 10"/>
            <p:cNvSpPr>
              <a:spLocks noEditPoints="1"/>
            </p:cNvSpPr>
            <p:nvPr/>
          </p:nvSpPr>
          <p:spPr bwMode="auto">
            <a:xfrm>
              <a:off x="14173200" y="3109913"/>
              <a:ext cx="690563" cy="690562"/>
            </a:xfrm>
            <a:custGeom>
              <a:avLst/>
              <a:gdLst>
                <a:gd name="T0" fmla="*/ 92 w 184"/>
                <a:gd name="T1" fmla="*/ 0 h 184"/>
                <a:gd name="T2" fmla="*/ 0 w 184"/>
                <a:gd name="T3" fmla="*/ 92 h 184"/>
                <a:gd name="T4" fmla="*/ 92 w 184"/>
                <a:gd name="T5" fmla="*/ 184 h 184"/>
                <a:gd name="T6" fmla="*/ 184 w 184"/>
                <a:gd name="T7" fmla="*/ 92 h 184"/>
                <a:gd name="T8" fmla="*/ 92 w 184"/>
                <a:gd name="T9" fmla="*/ 0 h 184"/>
                <a:gd name="T10" fmla="*/ 144 w 184"/>
                <a:gd name="T11" fmla="*/ 137 h 184"/>
                <a:gd name="T12" fmla="*/ 47 w 184"/>
                <a:gd name="T13" fmla="*/ 144 h 184"/>
                <a:gd name="T14" fmla="*/ 39 w 184"/>
                <a:gd name="T15" fmla="*/ 47 h 184"/>
                <a:gd name="T16" fmla="*/ 137 w 184"/>
                <a:gd name="T17" fmla="*/ 39 h 184"/>
                <a:gd name="T18" fmla="*/ 144 w 184"/>
                <a:gd name="T19" fmla="*/ 137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84" h="184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  <a:moveTo>
                    <a:pt x="144" y="137"/>
                  </a:moveTo>
                  <a:cubicBezTo>
                    <a:pt x="119" y="166"/>
                    <a:pt x="76" y="169"/>
                    <a:pt x="47" y="144"/>
                  </a:cubicBezTo>
                  <a:cubicBezTo>
                    <a:pt x="18" y="120"/>
                    <a:pt x="15" y="76"/>
                    <a:pt x="39" y="47"/>
                  </a:cubicBezTo>
                  <a:cubicBezTo>
                    <a:pt x="64" y="18"/>
                    <a:pt x="108" y="15"/>
                    <a:pt x="137" y="39"/>
                  </a:cubicBezTo>
                  <a:cubicBezTo>
                    <a:pt x="166" y="64"/>
                    <a:pt x="169" y="108"/>
                    <a:pt x="144" y="1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51" name="Freeform 11"/>
            <p:cNvSpPr/>
            <p:nvPr/>
          </p:nvSpPr>
          <p:spPr bwMode="auto">
            <a:xfrm>
              <a:off x="14346238" y="3281363"/>
              <a:ext cx="195263" cy="195262"/>
            </a:xfrm>
            <a:custGeom>
              <a:avLst/>
              <a:gdLst>
                <a:gd name="T0" fmla="*/ 46 w 52"/>
                <a:gd name="T1" fmla="*/ 0 h 52"/>
                <a:gd name="T2" fmla="*/ 0 w 52"/>
                <a:gd name="T3" fmla="*/ 46 h 52"/>
                <a:gd name="T4" fmla="*/ 0 w 52"/>
                <a:gd name="T5" fmla="*/ 46 h 52"/>
                <a:gd name="T6" fmla="*/ 6 w 52"/>
                <a:gd name="T7" fmla="*/ 52 h 52"/>
                <a:gd name="T8" fmla="*/ 11 w 52"/>
                <a:gd name="T9" fmla="*/ 46 h 52"/>
                <a:gd name="T10" fmla="*/ 11 w 52"/>
                <a:gd name="T11" fmla="*/ 46 h 52"/>
                <a:gd name="T12" fmla="*/ 46 w 52"/>
                <a:gd name="T13" fmla="*/ 11 h 52"/>
                <a:gd name="T14" fmla="*/ 52 w 52"/>
                <a:gd name="T15" fmla="*/ 6 h 52"/>
                <a:gd name="T16" fmla="*/ 46 w 52"/>
                <a:gd name="T17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2">
                  <a:moveTo>
                    <a:pt x="46" y="0"/>
                  </a:moveTo>
                  <a:cubicBezTo>
                    <a:pt x="20" y="0"/>
                    <a:pt x="0" y="20"/>
                    <a:pt x="0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49"/>
                    <a:pt x="2" y="52"/>
                    <a:pt x="6" y="52"/>
                  </a:cubicBezTo>
                  <a:cubicBezTo>
                    <a:pt x="9" y="52"/>
                    <a:pt x="11" y="49"/>
                    <a:pt x="11" y="46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1" y="27"/>
                    <a:pt x="27" y="11"/>
                    <a:pt x="46" y="11"/>
                  </a:cubicBezTo>
                  <a:cubicBezTo>
                    <a:pt x="49" y="11"/>
                    <a:pt x="52" y="9"/>
                    <a:pt x="52" y="6"/>
                  </a:cubicBezTo>
                  <a:cubicBezTo>
                    <a:pt x="52" y="2"/>
                    <a:pt x="49" y="0"/>
                    <a:pt x="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52" name="Freeform 12"/>
            <p:cNvSpPr>
              <a:spLocks noEditPoints="1"/>
            </p:cNvSpPr>
            <p:nvPr/>
          </p:nvSpPr>
          <p:spPr bwMode="auto">
            <a:xfrm>
              <a:off x="13828713" y="2805113"/>
              <a:ext cx="1381125" cy="1166812"/>
            </a:xfrm>
            <a:custGeom>
              <a:avLst/>
              <a:gdLst>
                <a:gd name="T0" fmla="*/ 339 w 368"/>
                <a:gd name="T1" fmla="*/ 70 h 311"/>
                <a:gd name="T2" fmla="*/ 289 w 368"/>
                <a:gd name="T3" fmla="*/ 61 h 311"/>
                <a:gd name="T4" fmla="*/ 273 w 368"/>
                <a:gd name="T5" fmla="*/ 22 h 311"/>
                <a:gd name="T6" fmla="*/ 241 w 368"/>
                <a:gd name="T7" fmla="*/ 0 h 311"/>
                <a:gd name="T8" fmla="*/ 126 w 368"/>
                <a:gd name="T9" fmla="*/ 0 h 311"/>
                <a:gd name="T10" fmla="*/ 94 w 368"/>
                <a:gd name="T11" fmla="*/ 22 h 311"/>
                <a:gd name="T12" fmla="*/ 78 w 368"/>
                <a:gd name="T13" fmla="*/ 61 h 311"/>
                <a:gd name="T14" fmla="*/ 29 w 368"/>
                <a:gd name="T15" fmla="*/ 70 h 311"/>
                <a:gd name="T16" fmla="*/ 0 w 368"/>
                <a:gd name="T17" fmla="*/ 104 h 311"/>
                <a:gd name="T18" fmla="*/ 0 w 368"/>
                <a:gd name="T19" fmla="*/ 277 h 311"/>
                <a:gd name="T20" fmla="*/ 34 w 368"/>
                <a:gd name="T21" fmla="*/ 311 h 311"/>
                <a:gd name="T22" fmla="*/ 333 w 368"/>
                <a:gd name="T23" fmla="*/ 311 h 311"/>
                <a:gd name="T24" fmla="*/ 368 w 368"/>
                <a:gd name="T25" fmla="*/ 277 h 311"/>
                <a:gd name="T26" fmla="*/ 368 w 368"/>
                <a:gd name="T27" fmla="*/ 104 h 311"/>
                <a:gd name="T28" fmla="*/ 339 w 368"/>
                <a:gd name="T29" fmla="*/ 70 h 311"/>
                <a:gd name="T30" fmla="*/ 345 w 368"/>
                <a:gd name="T31" fmla="*/ 277 h 311"/>
                <a:gd name="T32" fmla="*/ 333 w 368"/>
                <a:gd name="T33" fmla="*/ 288 h 311"/>
                <a:gd name="T34" fmla="*/ 34 w 368"/>
                <a:gd name="T35" fmla="*/ 288 h 311"/>
                <a:gd name="T36" fmla="*/ 23 w 368"/>
                <a:gd name="T37" fmla="*/ 277 h 311"/>
                <a:gd name="T38" fmla="*/ 23 w 368"/>
                <a:gd name="T39" fmla="*/ 104 h 311"/>
                <a:gd name="T40" fmla="*/ 32 w 368"/>
                <a:gd name="T41" fmla="*/ 92 h 311"/>
                <a:gd name="T42" fmla="*/ 95 w 368"/>
                <a:gd name="T43" fmla="*/ 82 h 311"/>
                <a:gd name="T44" fmla="*/ 116 w 368"/>
                <a:gd name="T45" fmla="*/ 31 h 311"/>
                <a:gd name="T46" fmla="*/ 126 w 368"/>
                <a:gd name="T47" fmla="*/ 23 h 311"/>
                <a:gd name="T48" fmla="*/ 241 w 368"/>
                <a:gd name="T49" fmla="*/ 23 h 311"/>
                <a:gd name="T50" fmla="*/ 252 w 368"/>
                <a:gd name="T51" fmla="*/ 31 h 311"/>
                <a:gd name="T52" fmla="*/ 273 w 368"/>
                <a:gd name="T53" fmla="*/ 82 h 311"/>
                <a:gd name="T54" fmla="*/ 335 w 368"/>
                <a:gd name="T55" fmla="*/ 92 h 311"/>
                <a:gd name="T56" fmla="*/ 345 w 368"/>
                <a:gd name="T57" fmla="*/ 104 h 311"/>
                <a:gd name="T58" fmla="*/ 345 w 368"/>
                <a:gd name="T59" fmla="*/ 277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68" h="311">
                  <a:moveTo>
                    <a:pt x="339" y="70"/>
                  </a:moveTo>
                  <a:cubicBezTo>
                    <a:pt x="289" y="61"/>
                    <a:pt x="289" y="61"/>
                    <a:pt x="289" y="61"/>
                  </a:cubicBezTo>
                  <a:cubicBezTo>
                    <a:pt x="273" y="22"/>
                    <a:pt x="273" y="22"/>
                    <a:pt x="273" y="22"/>
                  </a:cubicBezTo>
                  <a:cubicBezTo>
                    <a:pt x="268" y="9"/>
                    <a:pt x="256" y="0"/>
                    <a:pt x="241" y="0"/>
                  </a:cubicBezTo>
                  <a:cubicBezTo>
                    <a:pt x="126" y="0"/>
                    <a:pt x="126" y="0"/>
                    <a:pt x="126" y="0"/>
                  </a:cubicBezTo>
                  <a:cubicBezTo>
                    <a:pt x="112" y="0"/>
                    <a:pt x="99" y="9"/>
                    <a:pt x="94" y="22"/>
                  </a:cubicBezTo>
                  <a:cubicBezTo>
                    <a:pt x="78" y="61"/>
                    <a:pt x="78" y="61"/>
                    <a:pt x="78" y="61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12" y="73"/>
                    <a:pt x="0" y="87"/>
                    <a:pt x="0" y="104"/>
                  </a:cubicBezTo>
                  <a:cubicBezTo>
                    <a:pt x="0" y="277"/>
                    <a:pt x="0" y="277"/>
                    <a:pt x="0" y="277"/>
                  </a:cubicBezTo>
                  <a:cubicBezTo>
                    <a:pt x="0" y="296"/>
                    <a:pt x="15" y="311"/>
                    <a:pt x="34" y="311"/>
                  </a:cubicBezTo>
                  <a:cubicBezTo>
                    <a:pt x="333" y="311"/>
                    <a:pt x="333" y="311"/>
                    <a:pt x="333" y="311"/>
                  </a:cubicBezTo>
                  <a:cubicBezTo>
                    <a:pt x="353" y="311"/>
                    <a:pt x="368" y="296"/>
                    <a:pt x="368" y="277"/>
                  </a:cubicBezTo>
                  <a:cubicBezTo>
                    <a:pt x="368" y="104"/>
                    <a:pt x="368" y="104"/>
                    <a:pt x="368" y="104"/>
                  </a:cubicBezTo>
                  <a:cubicBezTo>
                    <a:pt x="368" y="87"/>
                    <a:pt x="356" y="73"/>
                    <a:pt x="339" y="70"/>
                  </a:cubicBezTo>
                  <a:close/>
                  <a:moveTo>
                    <a:pt x="345" y="277"/>
                  </a:moveTo>
                  <a:cubicBezTo>
                    <a:pt x="345" y="283"/>
                    <a:pt x="340" y="288"/>
                    <a:pt x="333" y="288"/>
                  </a:cubicBezTo>
                  <a:cubicBezTo>
                    <a:pt x="34" y="288"/>
                    <a:pt x="34" y="288"/>
                    <a:pt x="34" y="288"/>
                  </a:cubicBezTo>
                  <a:cubicBezTo>
                    <a:pt x="28" y="288"/>
                    <a:pt x="23" y="283"/>
                    <a:pt x="23" y="277"/>
                  </a:cubicBezTo>
                  <a:cubicBezTo>
                    <a:pt x="23" y="104"/>
                    <a:pt x="23" y="104"/>
                    <a:pt x="23" y="104"/>
                  </a:cubicBezTo>
                  <a:cubicBezTo>
                    <a:pt x="23" y="98"/>
                    <a:pt x="27" y="93"/>
                    <a:pt x="32" y="92"/>
                  </a:cubicBezTo>
                  <a:cubicBezTo>
                    <a:pt x="95" y="82"/>
                    <a:pt x="95" y="82"/>
                    <a:pt x="95" y="82"/>
                  </a:cubicBezTo>
                  <a:cubicBezTo>
                    <a:pt x="116" y="31"/>
                    <a:pt x="116" y="31"/>
                    <a:pt x="116" y="31"/>
                  </a:cubicBezTo>
                  <a:cubicBezTo>
                    <a:pt x="117" y="26"/>
                    <a:pt x="122" y="23"/>
                    <a:pt x="126" y="23"/>
                  </a:cubicBezTo>
                  <a:cubicBezTo>
                    <a:pt x="241" y="23"/>
                    <a:pt x="241" y="23"/>
                    <a:pt x="241" y="23"/>
                  </a:cubicBezTo>
                  <a:cubicBezTo>
                    <a:pt x="246" y="23"/>
                    <a:pt x="250" y="26"/>
                    <a:pt x="252" y="31"/>
                  </a:cubicBezTo>
                  <a:cubicBezTo>
                    <a:pt x="273" y="82"/>
                    <a:pt x="273" y="82"/>
                    <a:pt x="273" y="82"/>
                  </a:cubicBezTo>
                  <a:cubicBezTo>
                    <a:pt x="335" y="92"/>
                    <a:pt x="335" y="92"/>
                    <a:pt x="335" y="92"/>
                  </a:cubicBezTo>
                  <a:cubicBezTo>
                    <a:pt x="341" y="93"/>
                    <a:pt x="345" y="98"/>
                    <a:pt x="345" y="104"/>
                  </a:cubicBezTo>
                  <a:lnTo>
                    <a:pt x="345" y="27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00"/>
                            </p:stCondLst>
                            <p:childTnLst>
                              <p:par>
                                <p:cTn id="3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6000"/>
                            </p:stCondLst>
                            <p:childTnLst>
                              <p:par>
                                <p:cTn id="5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5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70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7500"/>
                            </p:stCondLst>
                            <p:childTnLst>
                              <p:par>
                                <p:cTn id="6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00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85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9000"/>
                            </p:stCondLst>
                            <p:childTnLst>
                              <p:par>
                                <p:cTn id="8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950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45761" y="623789"/>
            <a:ext cx="10515600" cy="911682"/>
          </a:xfrm>
        </p:spPr>
        <p:txBody>
          <a:bodyPr/>
          <a:lstStyle/>
          <a:p>
            <a:r>
              <a:rPr lang="id-ID" dirty="0"/>
              <a:t>Arrow Diagram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845761" y="1341975"/>
            <a:ext cx="10515600" cy="366712"/>
          </a:xfrm>
        </p:spPr>
        <p:txBody>
          <a:bodyPr>
            <a:normAutofit fontScale="77500" lnSpcReduction="20000"/>
          </a:bodyPr>
          <a:lstStyle/>
          <a:p>
            <a:r>
              <a:rPr lang="id-ID" dirty="0"/>
              <a:t>Our workflow</a:t>
            </a:r>
            <a:endParaRPr lang="id-ID" dirty="0"/>
          </a:p>
        </p:txBody>
      </p:sp>
      <p:sp>
        <p:nvSpPr>
          <p:cNvPr id="4" name="Shape 3"/>
          <p:cNvSpPr/>
          <p:nvPr/>
        </p:nvSpPr>
        <p:spPr>
          <a:xfrm rot="290520">
            <a:off x="2339388" y="1853523"/>
            <a:ext cx="7513225" cy="4695766"/>
          </a:xfrm>
          <a:prstGeom prst="swooshArrow">
            <a:avLst>
              <a:gd name="adj1" fmla="val 25000"/>
              <a:gd name="adj2" fmla="val 25000"/>
            </a:avLst>
          </a:prstGeom>
          <a:solidFill>
            <a:schemeClr val="tx1">
              <a:alpha val="20000"/>
            </a:schemeClr>
          </a:solidFill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accent5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5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0" name="TextBox 9"/>
          <p:cNvSpPr txBox="1"/>
          <p:nvPr/>
        </p:nvSpPr>
        <p:spPr>
          <a:xfrm>
            <a:off x="1411437" y="3885432"/>
            <a:ext cx="12009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Description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11741" y="4129397"/>
            <a:ext cx="210066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category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, Lorem Ipsum is not simply random text.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514541" y="2625445"/>
            <a:ext cx="12009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Description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34895" y="2869410"/>
            <a:ext cx="248061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category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, Lorem Ipsum is not simply random text.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610829" y="1897116"/>
            <a:ext cx="12009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Description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610829" y="2141081"/>
            <a:ext cx="248061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category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, Lorem Ipsum is not simply random text.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783229" y="4826397"/>
            <a:ext cx="12009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Description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783229" y="5070362"/>
            <a:ext cx="248061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category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, Lorem Ipsum is not simply random text.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371669" y="4902200"/>
            <a:ext cx="12009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Description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092023" y="5146165"/>
            <a:ext cx="248061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category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, Lorem Ipsum is not simply random text.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cxnSp>
        <p:nvCxnSpPr>
          <p:cNvPr id="24" name="Straight Arrow Connector 23"/>
          <p:cNvCxnSpPr/>
          <p:nvPr/>
        </p:nvCxnSpPr>
        <p:spPr>
          <a:xfrm flipV="1">
            <a:off x="2878989" y="4545316"/>
            <a:ext cx="0" cy="648000"/>
          </a:xfrm>
          <a:prstGeom prst="straightConnector1">
            <a:avLst/>
          </a:prstGeom>
          <a:ln w="19050">
            <a:solidFill>
              <a:schemeClr val="accent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/>
          <p:cNvGrpSpPr/>
          <p:nvPr/>
        </p:nvGrpSpPr>
        <p:grpSpPr>
          <a:xfrm>
            <a:off x="2733788" y="4010910"/>
            <a:ext cx="292968" cy="421057"/>
            <a:chOff x="9132888" y="2062163"/>
            <a:chExt cx="341312" cy="490537"/>
          </a:xfrm>
          <a:solidFill>
            <a:schemeClr val="accent2"/>
          </a:solidFill>
        </p:grpSpPr>
        <p:sp>
          <p:nvSpPr>
            <p:cNvPr id="26" name="Freeform 326"/>
            <p:cNvSpPr>
              <a:spLocks noEditPoints="1"/>
            </p:cNvSpPr>
            <p:nvPr/>
          </p:nvSpPr>
          <p:spPr bwMode="auto">
            <a:xfrm>
              <a:off x="9132888" y="2062163"/>
              <a:ext cx="341312" cy="490537"/>
            </a:xfrm>
            <a:custGeom>
              <a:avLst/>
              <a:gdLst>
                <a:gd name="T0" fmla="*/ 44 w 88"/>
                <a:gd name="T1" fmla="*/ 0 h 128"/>
                <a:gd name="T2" fmla="*/ 0 w 88"/>
                <a:gd name="T3" fmla="*/ 44 h 128"/>
                <a:gd name="T4" fmla="*/ 20 w 88"/>
                <a:gd name="T5" fmla="*/ 92 h 128"/>
                <a:gd name="T6" fmla="*/ 44 w 88"/>
                <a:gd name="T7" fmla="*/ 128 h 128"/>
                <a:gd name="T8" fmla="*/ 68 w 88"/>
                <a:gd name="T9" fmla="*/ 92 h 128"/>
                <a:gd name="T10" fmla="*/ 88 w 88"/>
                <a:gd name="T11" fmla="*/ 44 h 128"/>
                <a:gd name="T12" fmla="*/ 44 w 88"/>
                <a:gd name="T13" fmla="*/ 0 h 128"/>
                <a:gd name="T14" fmla="*/ 54 w 88"/>
                <a:gd name="T15" fmla="*/ 109 h 128"/>
                <a:gd name="T16" fmla="*/ 35 w 88"/>
                <a:gd name="T17" fmla="*/ 111 h 128"/>
                <a:gd name="T18" fmla="*/ 32 w 88"/>
                <a:gd name="T19" fmla="*/ 104 h 128"/>
                <a:gd name="T20" fmla="*/ 32 w 88"/>
                <a:gd name="T21" fmla="*/ 103 h 128"/>
                <a:gd name="T22" fmla="*/ 57 w 88"/>
                <a:gd name="T23" fmla="*/ 100 h 128"/>
                <a:gd name="T24" fmla="*/ 56 w 88"/>
                <a:gd name="T25" fmla="*/ 104 h 128"/>
                <a:gd name="T26" fmla="*/ 54 w 88"/>
                <a:gd name="T27" fmla="*/ 109 h 128"/>
                <a:gd name="T28" fmla="*/ 31 w 88"/>
                <a:gd name="T29" fmla="*/ 100 h 128"/>
                <a:gd name="T30" fmla="*/ 28 w 88"/>
                <a:gd name="T31" fmla="*/ 92 h 128"/>
                <a:gd name="T32" fmla="*/ 60 w 88"/>
                <a:gd name="T33" fmla="*/ 92 h 128"/>
                <a:gd name="T34" fmla="*/ 58 w 88"/>
                <a:gd name="T35" fmla="*/ 96 h 128"/>
                <a:gd name="T36" fmla="*/ 31 w 88"/>
                <a:gd name="T37" fmla="*/ 100 h 128"/>
                <a:gd name="T38" fmla="*/ 44 w 88"/>
                <a:gd name="T39" fmla="*/ 120 h 128"/>
                <a:gd name="T40" fmla="*/ 36 w 88"/>
                <a:gd name="T41" fmla="*/ 115 h 128"/>
                <a:gd name="T42" fmla="*/ 53 w 88"/>
                <a:gd name="T43" fmla="*/ 113 h 128"/>
                <a:gd name="T44" fmla="*/ 44 w 88"/>
                <a:gd name="T45" fmla="*/ 120 h 128"/>
                <a:gd name="T46" fmla="*/ 63 w 88"/>
                <a:gd name="T47" fmla="*/ 84 h 128"/>
                <a:gd name="T48" fmla="*/ 25 w 88"/>
                <a:gd name="T49" fmla="*/ 84 h 128"/>
                <a:gd name="T50" fmla="*/ 19 w 88"/>
                <a:gd name="T51" fmla="*/ 71 h 128"/>
                <a:gd name="T52" fmla="*/ 8 w 88"/>
                <a:gd name="T53" fmla="*/ 44 h 128"/>
                <a:gd name="T54" fmla="*/ 44 w 88"/>
                <a:gd name="T55" fmla="*/ 8 h 128"/>
                <a:gd name="T56" fmla="*/ 80 w 88"/>
                <a:gd name="T57" fmla="*/ 44 h 128"/>
                <a:gd name="T58" fmla="*/ 69 w 88"/>
                <a:gd name="T59" fmla="*/ 71 h 128"/>
                <a:gd name="T60" fmla="*/ 63 w 88"/>
                <a:gd name="T61" fmla="*/ 84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88" h="128">
                  <a:moveTo>
                    <a:pt x="44" y="0"/>
                  </a:moveTo>
                  <a:cubicBezTo>
                    <a:pt x="20" y="0"/>
                    <a:pt x="0" y="20"/>
                    <a:pt x="0" y="44"/>
                  </a:cubicBezTo>
                  <a:cubicBezTo>
                    <a:pt x="0" y="60"/>
                    <a:pt x="15" y="77"/>
                    <a:pt x="20" y="92"/>
                  </a:cubicBezTo>
                  <a:cubicBezTo>
                    <a:pt x="28" y="115"/>
                    <a:pt x="27" y="128"/>
                    <a:pt x="44" y="128"/>
                  </a:cubicBezTo>
                  <a:cubicBezTo>
                    <a:pt x="61" y="128"/>
                    <a:pt x="60" y="115"/>
                    <a:pt x="68" y="92"/>
                  </a:cubicBezTo>
                  <a:cubicBezTo>
                    <a:pt x="73" y="77"/>
                    <a:pt x="88" y="60"/>
                    <a:pt x="88" y="44"/>
                  </a:cubicBezTo>
                  <a:cubicBezTo>
                    <a:pt x="88" y="20"/>
                    <a:pt x="68" y="0"/>
                    <a:pt x="44" y="0"/>
                  </a:cubicBezTo>
                  <a:close/>
                  <a:moveTo>
                    <a:pt x="54" y="109"/>
                  </a:moveTo>
                  <a:cubicBezTo>
                    <a:pt x="35" y="111"/>
                    <a:pt x="35" y="111"/>
                    <a:pt x="35" y="111"/>
                  </a:cubicBezTo>
                  <a:cubicBezTo>
                    <a:pt x="34" y="109"/>
                    <a:pt x="33" y="107"/>
                    <a:pt x="32" y="104"/>
                  </a:cubicBezTo>
                  <a:cubicBezTo>
                    <a:pt x="32" y="104"/>
                    <a:pt x="32" y="104"/>
                    <a:pt x="32" y="103"/>
                  </a:cubicBezTo>
                  <a:cubicBezTo>
                    <a:pt x="57" y="100"/>
                    <a:pt x="57" y="100"/>
                    <a:pt x="57" y="100"/>
                  </a:cubicBezTo>
                  <a:cubicBezTo>
                    <a:pt x="57" y="102"/>
                    <a:pt x="56" y="103"/>
                    <a:pt x="56" y="104"/>
                  </a:cubicBezTo>
                  <a:cubicBezTo>
                    <a:pt x="55" y="106"/>
                    <a:pt x="55" y="107"/>
                    <a:pt x="54" y="109"/>
                  </a:cubicBezTo>
                  <a:close/>
                  <a:moveTo>
                    <a:pt x="31" y="100"/>
                  </a:moveTo>
                  <a:cubicBezTo>
                    <a:pt x="30" y="97"/>
                    <a:pt x="29" y="95"/>
                    <a:pt x="28" y="92"/>
                  </a:cubicBezTo>
                  <a:cubicBezTo>
                    <a:pt x="60" y="92"/>
                    <a:pt x="60" y="92"/>
                    <a:pt x="60" y="92"/>
                  </a:cubicBezTo>
                  <a:cubicBezTo>
                    <a:pt x="59" y="93"/>
                    <a:pt x="59" y="95"/>
                    <a:pt x="58" y="96"/>
                  </a:cubicBezTo>
                  <a:lnTo>
                    <a:pt x="31" y="100"/>
                  </a:lnTo>
                  <a:close/>
                  <a:moveTo>
                    <a:pt x="44" y="120"/>
                  </a:moveTo>
                  <a:cubicBezTo>
                    <a:pt x="40" y="120"/>
                    <a:pt x="38" y="120"/>
                    <a:pt x="36" y="115"/>
                  </a:cubicBezTo>
                  <a:cubicBezTo>
                    <a:pt x="53" y="113"/>
                    <a:pt x="53" y="113"/>
                    <a:pt x="53" y="113"/>
                  </a:cubicBezTo>
                  <a:cubicBezTo>
                    <a:pt x="51" y="119"/>
                    <a:pt x="49" y="120"/>
                    <a:pt x="44" y="120"/>
                  </a:cubicBezTo>
                  <a:close/>
                  <a:moveTo>
                    <a:pt x="63" y="84"/>
                  </a:moveTo>
                  <a:cubicBezTo>
                    <a:pt x="25" y="84"/>
                    <a:pt x="25" y="84"/>
                    <a:pt x="25" y="84"/>
                  </a:cubicBezTo>
                  <a:cubicBezTo>
                    <a:pt x="23" y="80"/>
                    <a:pt x="21" y="75"/>
                    <a:pt x="19" y="71"/>
                  </a:cubicBezTo>
                  <a:cubicBezTo>
                    <a:pt x="13" y="62"/>
                    <a:pt x="8" y="52"/>
                    <a:pt x="8" y="44"/>
                  </a:cubicBezTo>
                  <a:cubicBezTo>
                    <a:pt x="8" y="24"/>
                    <a:pt x="24" y="8"/>
                    <a:pt x="44" y="8"/>
                  </a:cubicBezTo>
                  <a:cubicBezTo>
                    <a:pt x="64" y="8"/>
                    <a:pt x="80" y="24"/>
                    <a:pt x="80" y="44"/>
                  </a:cubicBezTo>
                  <a:cubicBezTo>
                    <a:pt x="80" y="52"/>
                    <a:pt x="75" y="62"/>
                    <a:pt x="69" y="71"/>
                  </a:cubicBezTo>
                  <a:cubicBezTo>
                    <a:pt x="67" y="75"/>
                    <a:pt x="65" y="80"/>
                    <a:pt x="63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7" name="Freeform 327"/>
            <p:cNvSpPr/>
            <p:nvPr/>
          </p:nvSpPr>
          <p:spPr bwMode="auto">
            <a:xfrm>
              <a:off x="9209088" y="2138363"/>
              <a:ext cx="101600" cy="100012"/>
            </a:xfrm>
            <a:custGeom>
              <a:avLst/>
              <a:gdLst>
                <a:gd name="T0" fmla="*/ 24 w 26"/>
                <a:gd name="T1" fmla="*/ 0 h 26"/>
                <a:gd name="T2" fmla="*/ 0 w 26"/>
                <a:gd name="T3" fmla="*/ 24 h 26"/>
                <a:gd name="T4" fmla="*/ 2 w 26"/>
                <a:gd name="T5" fmla="*/ 26 h 26"/>
                <a:gd name="T6" fmla="*/ 4 w 26"/>
                <a:gd name="T7" fmla="*/ 24 h 26"/>
                <a:gd name="T8" fmla="*/ 24 w 26"/>
                <a:gd name="T9" fmla="*/ 4 h 26"/>
                <a:gd name="T10" fmla="*/ 26 w 26"/>
                <a:gd name="T11" fmla="*/ 2 h 26"/>
                <a:gd name="T12" fmla="*/ 24 w 26"/>
                <a:gd name="T13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26">
                  <a:moveTo>
                    <a:pt x="24" y="0"/>
                  </a:moveTo>
                  <a:cubicBezTo>
                    <a:pt x="11" y="0"/>
                    <a:pt x="0" y="11"/>
                    <a:pt x="0" y="24"/>
                  </a:cubicBezTo>
                  <a:cubicBezTo>
                    <a:pt x="0" y="25"/>
                    <a:pt x="1" y="26"/>
                    <a:pt x="2" y="26"/>
                  </a:cubicBezTo>
                  <a:cubicBezTo>
                    <a:pt x="3" y="26"/>
                    <a:pt x="4" y="25"/>
                    <a:pt x="4" y="24"/>
                  </a:cubicBezTo>
                  <a:cubicBezTo>
                    <a:pt x="4" y="13"/>
                    <a:pt x="13" y="4"/>
                    <a:pt x="24" y="4"/>
                  </a:cubicBezTo>
                  <a:cubicBezTo>
                    <a:pt x="25" y="4"/>
                    <a:pt x="26" y="3"/>
                    <a:pt x="26" y="2"/>
                  </a:cubicBezTo>
                  <a:cubicBezTo>
                    <a:pt x="26" y="1"/>
                    <a:pt x="25" y="0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cxnSp>
        <p:nvCxnSpPr>
          <p:cNvPr id="28" name="Straight Arrow Connector 27"/>
          <p:cNvCxnSpPr/>
          <p:nvPr/>
        </p:nvCxnSpPr>
        <p:spPr>
          <a:xfrm flipV="1">
            <a:off x="3933089" y="3213100"/>
            <a:ext cx="0" cy="1260000"/>
          </a:xfrm>
          <a:prstGeom prst="straightConnector1">
            <a:avLst/>
          </a:prstGeom>
          <a:ln w="19050">
            <a:solidFill>
              <a:schemeClr val="accent3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reeform 10"/>
          <p:cNvSpPr>
            <a:spLocks noEditPoints="1"/>
          </p:cNvSpPr>
          <p:nvPr/>
        </p:nvSpPr>
        <p:spPr bwMode="auto">
          <a:xfrm>
            <a:off x="3724985" y="2704269"/>
            <a:ext cx="403346" cy="389261"/>
          </a:xfrm>
          <a:custGeom>
            <a:avLst/>
            <a:gdLst>
              <a:gd name="T0" fmla="*/ 94 w 132"/>
              <a:gd name="T1" fmla="*/ 0 h 128"/>
              <a:gd name="T2" fmla="*/ 56 w 132"/>
              <a:gd name="T3" fmla="*/ 27 h 128"/>
              <a:gd name="T4" fmla="*/ 55 w 132"/>
              <a:gd name="T5" fmla="*/ 27 h 128"/>
              <a:gd name="T6" fmla="*/ 14 w 132"/>
              <a:gd name="T7" fmla="*/ 69 h 128"/>
              <a:gd name="T8" fmla="*/ 1 w 132"/>
              <a:gd name="T9" fmla="*/ 110 h 128"/>
              <a:gd name="T10" fmla="*/ 14 w 132"/>
              <a:gd name="T11" fmla="*/ 128 h 128"/>
              <a:gd name="T12" fmla="*/ 53 w 132"/>
              <a:gd name="T13" fmla="*/ 118 h 128"/>
              <a:gd name="T14" fmla="*/ 120 w 132"/>
              <a:gd name="T15" fmla="*/ 53 h 128"/>
              <a:gd name="T16" fmla="*/ 64 w 132"/>
              <a:gd name="T17" fmla="*/ 95 h 128"/>
              <a:gd name="T18" fmla="*/ 99 w 132"/>
              <a:gd name="T19" fmla="*/ 47 h 128"/>
              <a:gd name="T20" fmla="*/ 95 w 132"/>
              <a:gd name="T21" fmla="*/ 67 h 128"/>
              <a:gd name="T22" fmla="*/ 64 w 132"/>
              <a:gd name="T23" fmla="*/ 98 h 128"/>
              <a:gd name="T24" fmla="*/ 59 w 132"/>
              <a:gd name="T25" fmla="*/ 81 h 128"/>
              <a:gd name="T26" fmla="*/ 46 w 132"/>
              <a:gd name="T27" fmla="*/ 68 h 128"/>
              <a:gd name="T28" fmla="*/ 92 w 132"/>
              <a:gd name="T29" fmla="*/ 36 h 128"/>
              <a:gd name="T30" fmla="*/ 59 w 132"/>
              <a:gd name="T31" fmla="*/ 81 h 128"/>
              <a:gd name="T32" fmla="*/ 30 w 132"/>
              <a:gd name="T33" fmla="*/ 64 h 128"/>
              <a:gd name="T34" fmla="*/ 80 w 132"/>
              <a:gd name="T35" fmla="*/ 29 h 128"/>
              <a:gd name="T36" fmla="*/ 17 w 132"/>
              <a:gd name="T37" fmla="*/ 119 h 128"/>
              <a:gd name="T38" fmla="*/ 8 w 132"/>
              <a:gd name="T39" fmla="*/ 114 h 128"/>
              <a:gd name="T40" fmla="*/ 13 w 132"/>
              <a:gd name="T41" fmla="*/ 96 h 128"/>
              <a:gd name="T42" fmla="*/ 32 w 132"/>
              <a:gd name="T43" fmla="*/ 116 h 128"/>
              <a:gd name="T44" fmla="*/ 35 w 132"/>
              <a:gd name="T45" fmla="*/ 115 h 128"/>
              <a:gd name="T46" fmla="*/ 14 w 132"/>
              <a:gd name="T47" fmla="*/ 92 h 128"/>
              <a:gd name="T48" fmla="*/ 19 w 132"/>
              <a:gd name="T49" fmla="*/ 75 h 128"/>
              <a:gd name="T50" fmla="*/ 52 w 132"/>
              <a:gd name="T51" fmla="*/ 110 h 128"/>
              <a:gd name="T52" fmla="*/ 35 w 132"/>
              <a:gd name="T53" fmla="*/ 115 h 128"/>
              <a:gd name="T54" fmla="*/ 108 w 132"/>
              <a:gd name="T55" fmla="*/ 54 h 128"/>
              <a:gd name="T56" fmla="*/ 98 w 132"/>
              <a:gd name="T57" fmla="*/ 30 h 128"/>
              <a:gd name="T58" fmla="*/ 81 w 132"/>
              <a:gd name="T59" fmla="*/ 13 h 128"/>
              <a:gd name="T60" fmla="*/ 112 w 132"/>
              <a:gd name="T61" fmla="*/ 16 h 128"/>
              <a:gd name="T62" fmla="*/ 115 w 132"/>
              <a:gd name="T63" fmla="*/ 47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32" h="128">
                <a:moveTo>
                  <a:pt x="118" y="10"/>
                </a:moveTo>
                <a:cubicBezTo>
                  <a:pt x="111" y="4"/>
                  <a:pt x="102" y="0"/>
                  <a:pt x="94" y="0"/>
                </a:cubicBezTo>
                <a:cubicBezTo>
                  <a:pt x="87" y="0"/>
                  <a:pt x="80" y="3"/>
                  <a:pt x="75" y="8"/>
                </a:cubicBezTo>
                <a:cubicBezTo>
                  <a:pt x="56" y="27"/>
                  <a:pt x="56" y="27"/>
                  <a:pt x="56" y="27"/>
                </a:cubicBezTo>
                <a:cubicBezTo>
                  <a:pt x="56" y="27"/>
                  <a:pt x="56" y="27"/>
                  <a:pt x="55" y="27"/>
                </a:cubicBezTo>
                <a:cubicBezTo>
                  <a:pt x="55" y="27"/>
                  <a:pt x="55" y="27"/>
                  <a:pt x="55" y="27"/>
                </a:cubicBezTo>
                <a:cubicBezTo>
                  <a:pt x="55" y="27"/>
                  <a:pt x="55" y="27"/>
                  <a:pt x="55" y="27"/>
                </a:cubicBezTo>
                <a:cubicBezTo>
                  <a:pt x="14" y="69"/>
                  <a:pt x="14" y="69"/>
                  <a:pt x="14" y="69"/>
                </a:cubicBezTo>
                <a:cubicBezTo>
                  <a:pt x="12" y="71"/>
                  <a:pt x="11" y="73"/>
                  <a:pt x="10" y="76"/>
                </a:cubicBezTo>
                <a:cubicBezTo>
                  <a:pt x="1" y="110"/>
                  <a:pt x="1" y="110"/>
                  <a:pt x="1" y="110"/>
                </a:cubicBezTo>
                <a:cubicBezTo>
                  <a:pt x="1" y="110"/>
                  <a:pt x="0" y="113"/>
                  <a:pt x="0" y="114"/>
                </a:cubicBezTo>
                <a:cubicBezTo>
                  <a:pt x="0" y="122"/>
                  <a:pt x="6" y="128"/>
                  <a:pt x="14" y="128"/>
                </a:cubicBezTo>
                <a:cubicBezTo>
                  <a:pt x="16" y="128"/>
                  <a:pt x="19" y="127"/>
                  <a:pt x="19" y="127"/>
                </a:cubicBezTo>
                <a:cubicBezTo>
                  <a:pt x="53" y="118"/>
                  <a:pt x="53" y="118"/>
                  <a:pt x="53" y="118"/>
                </a:cubicBezTo>
                <a:cubicBezTo>
                  <a:pt x="55" y="118"/>
                  <a:pt x="57" y="116"/>
                  <a:pt x="59" y="114"/>
                </a:cubicBezTo>
                <a:cubicBezTo>
                  <a:pt x="120" y="53"/>
                  <a:pt x="120" y="53"/>
                  <a:pt x="120" y="53"/>
                </a:cubicBezTo>
                <a:cubicBezTo>
                  <a:pt x="132" y="42"/>
                  <a:pt x="130" y="23"/>
                  <a:pt x="118" y="10"/>
                </a:cubicBezTo>
                <a:close/>
                <a:moveTo>
                  <a:pt x="64" y="95"/>
                </a:moveTo>
                <a:cubicBezTo>
                  <a:pt x="64" y="92"/>
                  <a:pt x="63" y="88"/>
                  <a:pt x="61" y="85"/>
                </a:cubicBezTo>
                <a:cubicBezTo>
                  <a:pt x="99" y="47"/>
                  <a:pt x="99" y="47"/>
                  <a:pt x="99" y="47"/>
                </a:cubicBezTo>
                <a:cubicBezTo>
                  <a:pt x="101" y="54"/>
                  <a:pt x="100" y="62"/>
                  <a:pt x="95" y="67"/>
                </a:cubicBezTo>
                <a:cubicBezTo>
                  <a:pt x="95" y="67"/>
                  <a:pt x="95" y="67"/>
                  <a:pt x="95" y="67"/>
                </a:cubicBezTo>
                <a:cubicBezTo>
                  <a:pt x="95" y="67"/>
                  <a:pt x="95" y="67"/>
                  <a:pt x="95" y="67"/>
                </a:cubicBezTo>
                <a:cubicBezTo>
                  <a:pt x="64" y="98"/>
                  <a:pt x="64" y="98"/>
                  <a:pt x="64" y="98"/>
                </a:cubicBezTo>
                <a:cubicBezTo>
                  <a:pt x="64" y="97"/>
                  <a:pt x="64" y="96"/>
                  <a:pt x="64" y="95"/>
                </a:cubicBezTo>
                <a:close/>
                <a:moveTo>
                  <a:pt x="59" y="81"/>
                </a:moveTo>
                <a:cubicBezTo>
                  <a:pt x="58" y="79"/>
                  <a:pt x="56" y="76"/>
                  <a:pt x="54" y="74"/>
                </a:cubicBezTo>
                <a:cubicBezTo>
                  <a:pt x="51" y="72"/>
                  <a:pt x="49" y="70"/>
                  <a:pt x="46" y="68"/>
                </a:cubicBezTo>
                <a:cubicBezTo>
                  <a:pt x="84" y="30"/>
                  <a:pt x="84" y="30"/>
                  <a:pt x="84" y="30"/>
                </a:cubicBezTo>
                <a:cubicBezTo>
                  <a:pt x="87" y="31"/>
                  <a:pt x="90" y="33"/>
                  <a:pt x="92" y="36"/>
                </a:cubicBezTo>
                <a:cubicBezTo>
                  <a:pt x="94" y="38"/>
                  <a:pt x="96" y="40"/>
                  <a:pt x="97" y="43"/>
                </a:cubicBezTo>
                <a:lnTo>
                  <a:pt x="59" y="81"/>
                </a:lnTo>
                <a:close/>
                <a:moveTo>
                  <a:pt x="42" y="66"/>
                </a:moveTo>
                <a:cubicBezTo>
                  <a:pt x="38" y="65"/>
                  <a:pt x="34" y="64"/>
                  <a:pt x="30" y="64"/>
                </a:cubicBezTo>
                <a:cubicBezTo>
                  <a:pt x="61" y="33"/>
                  <a:pt x="61" y="33"/>
                  <a:pt x="61" y="33"/>
                </a:cubicBezTo>
                <a:cubicBezTo>
                  <a:pt x="66" y="28"/>
                  <a:pt x="73" y="27"/>
                  <a:pt x="80" y="29"/>
                </a:cubicBezTo>
                <a:lnTo>
                  <a:pt x="42" y="66"/>
                </a:lnTo>
                <a:close/>
                <a:moveTo>
                  <a:pt x="17" y="119"/>
                </a:moveTo>
                <a:cubicBezTo>
                  <a:pt x="16" y="120"/>
                  <a:pt x="15" y="120"/>
                  <a:pt x="14" y="120"/>
                </a:cubicBezTo>
                <a:cubicBezTo>
                  <a:pt x="11" y="120"/>
                  <a:pt x="8" y="117"/>
                  <a:pt x="8" y="114"/>
                </a:cubicBezTo>
                <a:cubicBezTo>
                  <a:pt x="8" y="113"/>
                  <a:pt x="8" y="112"/>
                  <a:pt x="8" y="112"/>
                </a:cubicBezTo>
                <a:cubicBezTo>
                  <a:pt x="13" y="96"/>
                  <a:pt x="13" y="96"/>
                  <a:pt x="13" y="96"/>
                </a:cubicBezTo>
                <a:cubicBezTo>
                  <a:pt x="17" y="96"/>
                  <a:pt x="22" y="98"/>
                  <a:pt x="26" y="102"/>
                </a:cubicBezTo>
                <a:cubicBezTo>
                  <a:pt x="30" y="106"/>
                  <a:pt x="32" y="111"/>
                  <a:pt x="32" y="116"/>
                </a:cubicBezTo>
                <a:lnTo>
                  <a:pt x="17" y="119"/>
                </a:lnTo>
                <a:close/>
                <a:moveTo>
                  <a:pt x="35" y="115"/>
                </a:moveTo>
                <a:cubicBezTo>
                  <a:pt x="35" y="109"/>
                  <a:pt x="33" y="104"/>
                  <a:pt x="29" y="99"/>
                </a:cubicBezTo>
                <a:cubicBezTo>
                  <a:pt x="25" y="95"/>
                  <a:pt x="19" y="93"/>
                  <a:pt x="14" y="92"/>
                </a:cubicBezTo>
                <a:cubicBezTo>
                  <a:pt x="18" y="78"/>
                  <a:pt x="18" y="78"/>
                  <a:pt x="18" y="78"/>
                </a:cubicBezTo>
                <a:cubicBezTo>
                  <a:pt x="18" y="77"/>
                  <a:pt x="19" y="76"/>
                  <a:pt x="19" y="75"/>
                </a:cubicBezTo>
                <a:cubicBezTo>
                  <a:pt x="27" y="69"/>
                  <a:pt x="40" y="71"/>
                  <a:pt x="48" y="80"/>
                </a:cubicBezTo>
                <a:cubicBezTo>
                  <a:pt x="57" y="89"/>
                  <a:pt x="59" y="102"/>
                  <a:pt x="52" y="110"/>
                </a:cubicBezTo>
                <a:cubicBezTo>
                  <a:pt x="51" y="110"/>
                  <a:pt x="51" y="111"/>
                  <a:pt x="50" y="111"/>
                </a:cubicBezTo>
                <a:lnTo>
                  <a:pt x="35" y="115"/>
                </a:lnTo>
                <a:close/>
                <a:moveTo>
                  <a:pt x="115" y="47"/>
                </a:moveTo>
                <a:cubicBezTo>
                  <a:pt x="108" y="54"/>
                  <a:pt x="108" y="54"/>
                  <a:pt x="108" y="54"/>
                </a:cubicBezTo>
                <a:cubicBezTo>
                  <a:pt x="108" y="53"/>
                  <a:pt x="108" y="52"/>
                  <a:pt x="108" y="51"/>
                </a:cubicBezTo>
                <a:cubicBezTo>
                  <a:pt x="107" y="43"/>
                  <a:pt x="104" y="36"/>
                  <a:pt x="98" y="30"/>
                </a:cubicBezTo>
                <a:cubicBezTo>
                  <a:pt x="91" y="24"/>
                  <a:pt x="83" y="20"/>
                  <a:pt x="74" y="20"/>
                </a:cubicBezTo>
                <a:cubicBezTo>
                  <a:pt x="81" y="13"/>
                  <a:pt x="81" y="13"/>
                  <a:pt x="81" y="13"/>
                </a:cubicBezTo>
                <a:cubicBezTo>
                  <a:pt x="84" y="10"/>
                  <a:pt x="89" y="8"/>
                  <a:pt x="94" y="8"/>
                </a:cubicBezTo>
                <a:cubicBezTo>
                  <a:pt x="100" y="8"/>
                  <a:pt x="107" y="11"/>
                  <a:pt x="112" y="16"/>
                </a:cubicBezTo>
                <a:cubicBezTo>
                  <a:pt x="117" y="21"/>
                  <a:pt x="120" y="27"/>
                  <a:pt x="120" y="33"/>
                </a:cubicBezTo>
                <a:cubicBezTo>
                  <a:pt x="120" y="38"/>
                  <a:pt x="118" y="43"/>
                  <a:pt x="115" y="4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6860509" y="3655939"/>
            <a:ext cx="0" cy="1284361"/>
          </a:xfrm>
          <a:prstGeom prst="straightConnector1">
            <a:avLst/>
          </a:prstGeom>
          <a:ln w="19050">
            <a:solidFill>
              <a:schemeClr val="accent5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V="1">
            <a:off x="5261510" y="2575927"/>
            <a:ext cx="0" cy="1260000"/>
          </a:xfrm>
          <a:prstGeom prst="straightConnector1">
            <a:avLst/>
          </a:prstGeom>
          <a:ln w="19050">
            <a:solidFill>
              <a:schemeClr val="accent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Freeform 344"/>
          <p:cNvSpPr>
            <a:spLocks noEditPoints="1"/>
          </p:cNvSpPr>
          <p:nvPr/>
        </p:nvSpPr>
        <p:spPr bwMode="auto">
          <a:xfrm>
            <a:off x="5105088" y="2089593"/>
            <a:ext cx="338951" cy="338951"/>
          </a:xfrm>
          <a:custGeom>
            <a:avLst/>
            <a:gdLst>
              <a:gd name="T0" fmla="*/ 60 w 64"/>
              <a:gd name="T1" fmla="*/ 5 h 64"/>
              <a:gd name="T2" fmla="*/ 32 w 64"/>
              <a:gd name="T3" fmla="*/ 0 h 64"/>
              <a:gd name="T4" fmla="*/ 4 w 64"/>
              <a:gd name="T5" fmla="*/ 5 h 64"/>
              <a:gd name="T6" fmla="*/ 0 w 64"/>
              <a:gd name="T7" fmla="*/ 10 h 64"/>
              <a:gd name="T8" fmla="*/ 0 w 64"/>
              <a:gd name="T9" fmla="*/ 54 h 64"/>
              <a:gd name="T10" fmla="*/ 4 w 64"/>
              <a:gd name="T11" fmla="*/ 59 h 64"/>
              <a:gd name="T12" fmla="*/ 32 w 64"/>
              <a:gd name="T13" fmla="*/ 64 h 64"/>
              <a:gd name="T14" fmla="*/ 60 w 64"/>
              <a:gd name="T15" fmla="*/ 59 h 64"/>
              <a:gd name="T16" fmla="*/ 64 w 64"/>
              <a:gd name="T17" fmla="*/ 54 h 64"/>
              <a:gd name="T18" fmla="*/ 64 w 64"/>
              <a:gd name="T19" fmla="*/ 10 h 64"/>
              <a:gd name="T20" fmla="*/ 60 w 64"/>
              <a:gd name="T21" fmla="*/ 5 h 64"/>
              <a:gd name="T22" fmla="*/ 32 w 64"/>
              <a:gd name="T23" fmla="*/ 4 h 64"/>
              <a:gd name="T24" fmla="*/ 60 w 64"/>
              <a:gd name="T25" fmla="*/ 10 h 64"/>
              <a:gd name="T26" fmla="*/ 32 w 64"/>
              <a:gd name="T27" fmla="*/ 16 h 64"/>
              <a:gd name="T28" fmla="*/ 4 w 64"/>
              <a:gd name="T29" fmla="*/ 10 h 64"/>
              <a:gd name="T30" fmla="*/ 32 w 64"/>
              <a:gd name="T31" fmla="*/ 4 h 64"/>
              <a:gd name="T32" fmla="*/ 32 w 64"/>
              <a:gd name="T33" fmla="*/ 20 h 64"/>
              <a:gd name="T34" fmla="*/ 60 w 64"/>
              <a:gd name="T35" fmla="*/ 15 h 64"/>
              <a:gd name="T36" fmla="*/ 60 w 64"/>
              <a:gd name="T37" fmla="*/ 24 h 64"/>
              <a:gd name="T38" fmla="*/ 60 w 64"/>
              <a:gd name="T39" fmla="*/ 24 h 64"/>
              <a:gd name="T40" fmla="*/ 32 w 64"/>
              <a:gd name="T41" fmla="*/ 30 h 64"/>
              <a:gd name="T42" fmla="*/ 4 w 64"/>
              <a:gd name="T43" fmla="*/ 24 h 64"/>
              <a:gd name="T44" fmla="*/ 4 w 64"/>
              <a:gd name="T45" fmla="*/ 24 h 64"/>
              <a:gd name="T46" fmla="*/ 4 w 64"/>
              <a:gd name="T47" fmla="*/ 15 h 64"/>
              <a:gd name="T48" fmla="*/ 32 w 64"/>
              <a:gd name="T49" fmla="*/ 20 h 64"/>
              <a:gd name="T50" fmla="*/ 60 w 64"/>
              <a:gd name="T51" fmla="*/ 54 h 64"/>
              <a:gd name="T52" fmla="*/ 60 w 64"/>
              <a:gd name="T53" fmla="*/ 54 h 64"/>
              <a:gd name="T54" fmla="*/ 32 w 64"/>
              <a:gd name="T55" fmla="*/ 60 h 64"/>
              <a:gd name="T56" fmla="*/ 4 w 64"/>
              <a:gd name="T57" fmla="*/ 54 h 64"/>
              <a:gd name="T58" fmla="*/ 4 w 64"/>
              <a:gd name="T59" fmla="*/ 54 h 64"/>
              <a:gd name="T60" fmla="*/ 4 w 64"/>
              <a:gd name="T61" fmla="*/ 43 h 64"/>
              <a:gd name="T62" fmla="*/ 32 w 64"/>
              <a:gd name="T63" fmla="*/ 48 h 64"/>
              <a:gd name="T64" fmla="*/ 60 w 64"/>
              <a:gd name="T65" fmla="*/ 43 h 64"/>
              <a:gd name="T66" fmla="*/ 60 w 64"/>
              <a:gd name="T67" fmla="*/ 54 h 64"/>
              <a:gd name="T68" fmla="*/ 60 w 64"/>
              <a:gd name="T69" fmla="*/ 38 h 64"/>
              <a:gd name="T70" fmla="*/ 60 w 64"/>
              <a:gd name="T71" fmla="*/ 38 h 64"/>
              <a:gd name="T72" fmla="*/ 32 w 64"/>
              <a:gd name="T73" fmla="*/ 44 h 64"/>
              <a:gd name="T74" fmla="*/ 4 w 64"/>
              <a:gd name="T75" fmla="*/ 38 h 64"/>
              <a:gd name="T76" fmla="*/ 4 w 64"/>
              <a:gd name="T77" fmla="*/ 38 h 64"/>
              <a:gd name="T78" fmla="*/ 4 w 64"/>
              <a:gd name="T79" fmla="*/ 29 h 64"/>
              <a:gd name="T80" fmla="*/ 32 w 64"/>
              <a:gd name="T81" fmla="*/ 34 h 64"/>
              <a:gd name="T82" fmla="*/ 60 w 64"/>
              <a:gd name="T83" fmla="*/ 29 h 64"/>
              <a:gd name="T84" fmla="*/ 60 w 64"/>
              <a:gd name="T85" fmla="*/ 38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64" h="64">
                <a:moveTo>
                  <a:pt x="60" y="5"/>
                </a:moveTo>
                <a:cubicBezTo>
                  <a:pt x="55" y="2"/>
                  <a:pt x="44" y="0"/>
                  <a:pt x="32" y="0"/>
                </a:cubicBezTo>
                <a:cubicBezTo>
                  <a:pt x="20" y="0"/>
                  <a:pt x="9" y="2"/>
                  <a:pt x="4" y="5"/>
                </a:cubicBezTo>
                <a:cubicBezTo>
                  <a:pt x="1" y="7"/>
                  <a:pt x="0" y="8"/>
                  <a:pt x="0" y="10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6"/>
                  <a:pt x="1" y="57"/>
                  <a:pt x="4" y="59"/>
                </a:cubicBezTo>
                <a:cubicBezTo>
                  <a:pt x="9" y="62"/>
                  <a:pt x="20" y="64"/>
                  <a:pt x="32" y="64"/>
                </a:cubicBezTo>
                <a:cubicBezTo>
                  <a:pt x="44" y="64"/>
                  <a:pt x="55" y="62"/>
                  <a:pt x="60" y="59"/>
                </a:cubicBezTo>
                <a:cubicBezTo>
                  <a:pt x="63" y="57"/>
                  <a:pt x="64" y="56"/>
                  <a:pt x="64" y="54"/>
                </a:cubicBezTo>
                <a:cubicBezTo>
                  <a:pt x="64" y="10"/>
                  <a:pt x="64" y="10"/>
                  <a:pt x="64" y="10"/>
                </a:cubicBezTo>
                <a:cubicBezTo>
                  <a:pt x="64" y="8"/>
                  <a:pt x="63" y="7"/>
                  <a:pt x="60" y="5"/>
                </a:cubicBezTo>
                <a:close/>
                <a:moveTo>
                  <a:pt x="32" y="4"/>
                </a:moveTo>
                <a:cubicBezTo>
                  <a:pt x="49" y="4"/>
                  <a:pt x="58" y="8"/>
                  <a:pt x="60" y="10"/>
                </a:cubicBezTo>
                <a:cubicBezTo>
                  <a:pt x="58" y="12"/>
                  <a:pt x="49" y="16"/>
                  <a:pt x="32" y="16"/>
                </a:cubicBezTo>
                <a:cubicBezTo>
                  <a:pt x="15" y="16"/>
                  <a:pt x="6" y="12"/>
                  <a:pt x="4" y="10"/>
                </a:cubicBezTo>
                <a:cubicBezTo>
                  <a:pt x="6" y="8"/>
                  <a:pt x="15" y="4"/>
                  <a:pt x="32" y="4"/>
                </a:cubicBezTo>
                <a:close/>
                <a:moveTo>
                  <a:pt x="32" y="20"/>
                </a:moveTo>
                <a:cubicBezTo>
                  <a:pt x="44" y="20"/>
                  <a:pt x="55" y="18"/>
                  <a:pt x="60" y="15"/>
                </a:cubicBezTo>
                <a:cubicBezTo>
                  <a:pt x="60" y="24"/>
                  <a:pt x="60" y="24"/>
                  <a:pt x="60" y="24"/>
                </a:cubicBezTo>
                <a:cubicBezTo>
                  <a:pt x="60" y="24"/>
                  <a:pt x="60" y="24"/>
                  <a:pt x="60" y="24"/>
                </a:cubicBezTo>
                <a:cubicBezTo>
                  <a:pt x="58" y="26"/>
                  <a:pt x="49" y="30"/>
                  <a:pt x="32" y="30"/>
                </a:cubicBezTo>
                <a:cubicBezTo>
                  <a:pt x="15" y="30"/>
                  <a:pt x="6" y="26"/>
                  <a:pt x="4" y="24"/>
                </a:cubicBezTo>
                <a:cubicBezTo>
                  <a:pt x="4" y="24"/>
                  <a:pt x="4" y="24"/>
                  <a:pt x="4" y="24"/>
                </a:cubicBezTo>
                <a:cubicBezTo>
                  <a:pt x="4" y="15"/>
                  <a:pt x="4" y="15"/>
                  <a:pt x="4" y="15"/>
                </a:cubicBezTo>
                <a:cubicBezTo>
                  <a:pt x="9" y="18"/>
                  <a:pt x="20" y="20"/>
                  <a:pt x="32" y="20"/>
                </a:cubicBezTo>
                <a:close/>
                <a:moveTo>
                  <a:pt x="60" y="54"/>
                </a:moveTo>
                <a:cubicBezTo>
                  <a:pt x="60" y="54"/>
                  <a:pt x="60" y="54"/>
                  <a:pt x="60" y="54"/>
                </a:cubicBezTo>
                <a:cubicBezTo>
                  <a:pt x="58" y="56"/>
                  <a:pt x="49" y="60"/>
                  <a:pt x="32" y="60"/>
                </a:cubicBezTo>
                <a:cubicBezTo>
                  <a:pt x="15" y="60"/>
                  <a:pt x="6" y="56"/>
                  <a:pt x="4" y="54"/>
                </a:cubicBezTo>
                <a:cubicBezTo>
                  <a:pt x="4" y="54"/>
                  <a:pt x="4" y="54"/>
                  <a:pt x="4" y="54"/>
                </a:cubicBezTo>
                <a:cubicBezTo>
                  <a:pt x="4" y="43"/>
                  <a:pt x="4" y="43"/>
                  <a:pt x="4" y="43"/>
                </a:cubicBezTo>
                <a:cubicBezTo>
                  <a:pt x="9" y="46"/>
                  <a:pt x="20" y="48"/>
                  <a:pt x="32" y="48"/>
                </a:cubicBezTo>
                <a:cubicBezTo>
                  <a:pt x="44" y="48"/>
                  <a:pt x="55" y="46"/>
                  <a:pt x="60" y="43"/>
                </a:cubicBezTo>
                <a:lnTo>
                  <a:pt x="60" y="54"/>
                </a:lnTo>
                <a:close/>
                <a:moveTo>
                  <a:pt x="60" y="38"/>
                </a:moveTo>
                <a:cubicBezTo>
                  <a:pt x="60" y="38"/>
                  <a:pt x="60" y="38"/>
                  <a:pt x="60" y="38"/>
                </a:cubicBezTo>
                <a:cubicBezTo>
                  <a:pt x="58" y="40"/>
                  <a:pt x="49" y="44"/>
                  <a:pt x="32" y="44"/>
                </a:cubicBezTo>
                <a:cubicBezTo>
                  <a:pt x="15" y="44"/>
                  <a:pt x="6" y="40"/>
                  <a:pt x="4" y="38"/>
                </a:cubicBezTo>
                <a:cubicBezTo>
                  <a:pt x="4" y="38"/>
                  <a:pt x="4" y="38"/>
                  <a:pt x="4" y="38"/>
                </a:cubicBezTo>
                <a:cubicBezTo>
                  <a:pt x="4" y="29"/>
                  <a:pt x="4" y="29"/>
                  <a:pt x="4" y="29"/>
                </a:cubicBezTo>
                <a:cubicBezTo>
                  <a:pt x="9" y="32"/>
                  <a:pt x="20" y="34"/>
                  <a:pt x="32" y="34"/>
                </a:cubicBezTo>
                <a:cubicBezTo>
                  <a:pt x="44" y="34"/>
                  <a:pt x="55" y="32"/>
                  <a:pt x="60" y="29"/>
                </a:cubicBezTo>
                <a:lnTo>
                  <a:pt x="60" y="3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3" name="Freeform 9"/>
          <p:cNvSpPr>
            <a:spLocks noEditPoints="1"/>
          </p:cNvSpPr>
          <p:nvPr/>
        </p:nvSpPr>
        <p:spPr bwMode="auto">
          <a:xfrm>
            <a:off x="6753199" y="5066907"/>
            <a:ext cx="214619" cy="525051"/>
          </a:xfrm>
          <a:custGeom>
            <a:avLst/>
            <a:gdLst>
              <a:gd name="T0" fmla="*/ 229 w 280"/>
              <a:gd name="T1" fmla="*/ 44 h 685"/>
              <a:gd name="T2" fmla="*/ 206 w 280"/>
              <a:gd name="T3" fmla="*/ 0 h 685"/>
              <a:gd name="T4" fmla="*/ 75 w 280"/>
              <a:gd name="T5" fmla="*/ 0 h 685"/>
              <a:gd name="T6" fmla="*/ 49 w 280"/>
              <a:gd name="T7" fmla="*/ 42 h 685"/>
              <a:gd name="T8" fmla="*/ 79 w 280"/>
              <a:gd name="T9" fmla="*/ 140 h 685"/>
              <a:gd name="T10" fmla="*/ 0 w 280"/>
              <a:gd name="T11" fmla="*/ 534 h 685"/>
              <a:gd name="T12" fmla="*/ 140 w 280"/>
              <a:gd name="T13" fmla="*/ 685 h 685"/>
              <a:gd name="T14" fmla="*/ 280 w 280"/>
              <a:gd name="T15" fmla="*/ 534 h 685"/>
              <a:gd name="T16" fmla="*/ 199 w 280"/>
              <a:gd name="T17" fmla="*/ 139 h 685"/>
              <a:gd name="T18" fmla="*/ 229 w 280"/>
              <a:gd name="T19" fmla="*/ 44 h 685"/>
              <a:gd name="T20" fmla="*/ 95 w 280"/>
              <a:gd name="T21" fmla="*/ 35 h 685"/>
              <a:gd name="T22" fmla="*/ 185 w 280"/>
              <a:gd name="T23" fmla="*/ 35 h 685"/>
              <a:gd name="T24" fmla="*/ 192 w 280"/>
              <a:gd name="T25" fmla="*/ 47 h 685"/>
              <a:gd name="T26" fmla="*/ 168 w 280"/>
              <a:gd name="T27" fmla="*/ 122 h 685"/>
              <a:gd name="T28" fmla="*/ 110 w 280"/>
              <a:gd name="T29" fmla="*/ 122 h 685"/>
              <a:gd name="T30" fmla="*/ 86 w 280"/>
              <a:gd name="T31" fmla="*/ 47 h 685"/>
              <a:gd name="T32" fmla="*/ 95 w 280"/>
              <a:gd name="T33" fmla="*/ 35 h 685"/>
              <a:gd name="T34" fmla="*/ 61 w 280"/>
              <a:gd name="T35" fmla="*/ 406 h 685"/>
              <a:gd name="T36" fmla="*/ 209 w 280"/>
              <a:gd name="T37" fmla="*/ 559 h 685"/>
              <a:gd name="T38" fmla="*/ 181 w 280"/>
              <a:gd name="T39" fmla="*/ 589 h 685"/>
              <a:gd name="T40" fmla="*/ 50 w 280"/>
              <a:gd name="T41" fmla="*/ 459 h 685"/>
              <a:gd name="T42" fmla="*/ 61 w 280"/>
              <a:gd name="T43" fmla="*/ 406 h 685"/>
              <a:gd name="T44" fmla="*/ 65 w 280"/>
              <a:gd name="T45" fmla="*/ 386 h 685"/>
              <a:gd name="T46" fmla="*/ 76 w 280"/>
              <a:gd name="T47" fmla="*/ 331 h 685"/>
              <a:gd name="T48" fmla="*/ 238 w 280"/>
              <a:gd name="T49" fmla="*/ 500 h 685"/>
              <a:gd name="T50" fmla="*/ 242 w 280"/>
              <a:gd name="T51" fmla="*/ 523 h 685"/>
              <a:gd name="T52" fmla="*/ 221 w 280"/>
              <a:gd name="T53" fmla="*/ 546 h 685"/>
              <a:gd name="T54" fmla="*/ 65 w 280"/>
              <a:gd name="T55" fmla="*/ 386 h 685"/>
              <a:gd name="T56" fmla="*/ 80 w 280"/>
              <a:gd name="T57" fmla="*/ 311 h 685"/>
              <a:gd name="T58" fmla="*/ 90 w 280"/>
              <a:gd name="T59" fmla="*/ 262 h 685"/>
              <a:gd name="T60" fmla="*/ 214 w 280"/>
              <a:gd name="T61" fmla="*/ 385 h 685"/>
              <a:gd name="T62" fmla="*/ 231 w 280"/>
              <a:gd name="T63" fmla="*/ 468 h 685"/>
              <a:gd name="T64" fmla="*/ 80 w 280"/>
              <a:gd name="T65" fmla="*/ 311 h 685"/>
              <a:gd name="T66" fmla="*/ 94 w 280"/>
              <a:gd name="T67" fmla="*/ 242 h 685"/>
              <a:gd name="T68" fmla="*/ 105 w 280"/>
              <a:gd name="T69" fmla="*/ 187 h 685"/>
              <a:gd name="T70" fmla="*/ 192 w 280"/>
              <a:gd name="T71" fmla="*/ 278 h 685"/>
              <a:gd name="T72" fmla="*/ 208 w 280"/>
              <a:gd name="T73" fmla="*/ 355 h 685"/>
              <a:gd name="T74" fmla="*/ 94 w 280"/>
              <a:gd name="T75" fmla="*/ 242 h 685"/>
              <a:gd name="T76" fmla="*/ 46 w 280"/>
              <a:gd name="T77" fmla="*/ 479 h 685"/>
              <a:gd name="T78" fmla="*/ 169 w 280"/>
              <a:gd name="T79" fmla="*/ 602 h 685"/>
              <a:gd name="T80" fmla="*/ 140 w 280"/>
              <a:gd name="T81" fmla="*/ 634 h 685"/>
              <a:gd name="T82" fmla="*/ 37 w 280"/>
              <a:gd name="T83" fmla="*/ 523 h 685"/>
              <a:gd name="T84" fmla="*/ 46 w 280"/>
              <a:gd name="T85" fmla="*/ 479 h 685"/>
              <a:gd name="T86" fmla="*/ 168 w 280"/>
              <a:gd name="T87" fmla="*/ 156 h 685"/>
              <a:gd name="T88" fmla="*/ 185 w 280"/>
              <a:gd name="T89" fmla="*/ 246 h 685"/>
              <a:gd name="T90" fmla="*/ 109 w 280"/>
              <a:gd name="T91" fmla="*/ 166 h 685"/>
              <a:gd name="T92" fmla="*/ 111 w 280"/>
              <a:gd name="T93" fmla="*/ 156 h 685"/>
              <a:gd name="T94" fmla="*/ 168 w 280"/>
              <a:gd name="T95" fmla="*/ 156 h 6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80" h="685">
                <a:moveTo>
                  <a:pt x="229" y="44"/>
                </a:moveTo>
                <a:lnTo>
                  <a:pt x="206" y="0"/>
                </a:lnTo>
                <a:lnTo>
                  <a:pt x="75" y="0"/>
                </a:lnTo>
                <a:lnTo>
                  <a:pt x="49" y="42"/>
                </a:lnTo>
                <a:lnTo>
                  <a:pt x="79" y="140"/>
                </a:lnTo>
                <a:lnTo>
                  <a:pt x="0" y="534"/>
                </a:lnTo>
                <a:lnTo>
                  <a:pt x="140" y="685"/>
                </a:lnTo>
                <a:lnTo>
                  <a:pt x="280" y="534"/>
                </a:lnTo>
                <a:lnTo>
                  <a:pt x="199" y="139"/>
                </a:lnTo>
                <a:lnTo>
                  <a:pt x="229" y="44"/>
                </a:lnTo>
                <a:close/>
                <a:moveTo>
                  <a:pt x="95" y="35"/>
                </a:moveTo>
                <a:lnTo>
                  <a:pt x="185" y="35"/>
                </a:lnTo>
                <a:lnTo>
                  <a:pt x="192" y="47"/>
                </a:lnTo>
                <a:lnTo>
                  <a:pt x="168" y="122"/>
                </a:lnTo>
                <a:lnTo>
                  <a:pt x="110" y="122"/>
                </a:lnTo>
                <a:lnTo>
                  <a:pt x="86" y="47"/>
                </a:lnTo>
                <a:lnTo>
                  <a:pt x="95" y="35"/>
                </a:lnTo>
                <a:close/>
                <a:moveTo>
                  <a:pt x="61" y="406"/>
                </a:moveTo>
                <a:lnTo>
                  <a:pt x="209" y="559"/>
                </a:lnTo>
                <a:lnTo>
                  <a:pt x="181" y="589"/>
                </a:lnTo>
                <a:lnTo>
                  <a:pt x="50" y="459"/>
                </a:lnTo>
                <a:lnTo>
                  <a:pt x="61" y="406"/>
                </a:lnTo>
                <a:close/>
                <a:moveTo>
                  <a:pt x="65" y="386"/>
                </a:moveTo>
                <a:lnTo>
                  <a:pt x="76" y="331"/>
                </a:lnTo>
                <a:lnTo>
                  <a:pt x="238" y="500"/>
                </a:lnTo>
                <a:lnTo>
                  <a:pt x="242" y="523"/>
                </a:lnTo>
                <a:lnTo>
                  <a:pt x="221" y="546"/>
                </a:lnTo>
                <a:lnTo>
                  <a:pt x="65" y="386"/>
                </a:lnTo>
                <a:close/>
                <a:moveTo>
                  <a:pt x="80" y="311"/>
                </a:moveTo>
                <a:lnTo>
                  <a:pt x="90" y="262"/>
                </a:lnTo>
                <a:lnTo>
                  <a:pt x="214" y="385"/>
                </a:lnTo>
                <a:lnTo>
                  <a:pt x="231" y="468"/>
                </a:lnTo>
                <a:lnTo>
                  <a:pt x="80" y="311"/>
                </a:lnTo>
                <a:close/>
                <a:moveTo>
                  <a:pt x="94" y="242"/>
                </a:moveTo>
                <a:lnTo>
                  <a:pt x="105" y="187"/>
                </a:lnTo>
                <a:lnTo>
                  <a:pt x="192" y="278"/>
                </a:lnTo>
                <a:lnTo>
                  <a:pt x="208" y="355"/>
                </a:lnTo>
                <a:lnTo>
                  <a:pt x="94" y="242"/>
                </a:lnTo>
                <a:close/>
                <a:moveTo>
                  <a:pt x="46" y="479"/>
                </a:moveTo>
                <a:lnTo>
                  <a:pt x="169" y="602"/>
                </a:lnTo>
                <a:lnTo>
                  <a:pt x="140" y="634"/>
                </a:lnTo>
                <a:lnTo>
                  <a:pt x="37" y="523"/>
                </a:lnTo>
                <a:lnTo>
                  <a:pt x="46" y="479"/>
                </a:lnTo>
                <a:close/>
                <a:moveTo>
                  <a:pt x="168" y="156"/>
                </a:moveTo>
                <a:lnTo>
                  <a:pt x="185" y="246"/>
                </a:lnTo>
                <a:lnTo>
                  <a:pt x="109" y="166"/>
                </a:lnTo>
                <a:lnTo>
                  <a:pt x="111" y="156"/>
                </a:lnTo>
                <a:lnTo>
                  <a:pt x="168" y="156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cxnSp>
        <p:nvCxnSpPr>
          <p:cNvPr id="34" name="Straight Arrow Connector 33"/>
          <p:cNvCxnSpPr/>
          <p:nvPr/>
        </p:nvCxnSpPr>
        <p:spPr>
          <a:xfrm>
            <a:off x="8498809" y="3465106"/>
            <a:ext cx="0" cy="1475194"/>
          </a:xfrm>
          <a:prstGeom prst="straightConnector1">
            <a:avLst/>
          </a:prstGeom>
          <a:ln w="19050">
            <a:solidFill>
              <a:schemeClr val="accent6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Group 34"/>
          <p:cNvGrpSpPr/>
          <p:nvPr/>
        </p:nvGrpSpPr>
        <p:grpSpPr>
          <a:xfrm>
            <a:off x="8276942" y="5138420"/>
            <a:ext cx="434061" cy="410703"/>
            <a:chOff x="5738813" y="3094038"/>
            <a:chExt cx="708026" cy="669925"/>
          </a:xfrm>
          <a:solidFill>
            <a:schemeClr val="accent6"/>
          </a:solidFill>
        </p:grpSpPr>
        <p:sp>
          <p:nvSpPr>
            <p:cNvPr id="36" name="Freeform 35"/>
            <p:cNvSpPr>
              <a:spLocks noEditPoints="1"/>
            </p:cNvSpPr>
            <p:nvPr/>
          </p:nvSpPr>
          <p:spPr bwMode="auto">
            <a:xfrm>
              <a:off x="5738813" y="3292476"/>
              <a:ext cx="487363" cy="373063"/>
            </a:xfrm>
            <a:custGeom>
              <a:avLst/>
              <a:gdLst>
                <a:gd name="T0" fmla="*/ 113 w 128"/>
                <a:gd name="T1" fmla="*/ 0 h 98"/>
                <a:gd name="T2" fmla="*/ 98 w 128"/>
                <a:gd name="T3" fmla="*/ 15 h 98"/>
                <a:gd name="T4" fmla="*/ 103 w 128"/>
                <a:gd name="T5" fmla="*/ 27 h 98"/>
                <a:gd name="T6" fmla="*/ 85 w 128"/>
                <a:gd name="T7" fmla="*/ 54 h 98"/>
                <a:gd name="T8" fmla="*/ 79 w 128"/>
                <a:gd name="T9" fmla="*/ 53 h 98"/>
                <a:gd name="T10" fmla="*/ 66 w 128"/>
                <a:gd name="T11" fmla="*/ 61 h 98"/>
                <a:gd name="T12" fmla="*/ 55 w 128"/>
                <a:gd name="T13" fmla="*/ 55 h 98"/>
                <a:gd name="T14" fmla="*/ 57 w 128"/>
                <a:gd name="T15" fmla="*/ 49 h 98"/>
                <a:gd name="T16" fmla="*/ 41 w 128"/>
                <a:gd name="T17" fmla="*/ 34 h 98"/>
                <a:gd name="T18" fmla="*/ 26 w 128"/>
                <a:gd name="T19" fmla="*/ 49 h 98"/>
                <a:gd name="T20" fmla="*/ 32 w 128"/>
                <a:gd name="T21" fmla="*/ 60 h 98"/>
                <a:gd name="T22" fmla="*/ 24 w 128"/>
                <a:gd name="T23" fmla="*/ 71 h 98"/>
                <a:gd name="T24" fmla="*/ 15 w 128"/>
                <a:gd name="T25" fmla="*/ 68 h 98"/>
                <a:gd name="T26" fmla="*/ 0 w 128"/>
                <a:gd name="T27" fmla="*/ 83 h 98"/>
                <a:gd name="T28" fmla="*/ 15 w 128"/>
                <a:gd name="T29" fmla="*/ 98 h 98"/>
                <a:gd name="T30" fmla="*/ 30 w 128"/>
                <a:gd name="T31" fmla="*/ 83 h 98"/>
                <a:gd name="T32" fmla="*/ 27 w 128"/>
                <a:gd name="T33" fmla="*/ 73 h 98"/>
                <a:gd name="T34" fmla="*/ 35 w 128"/>
                <a:gd name="T35" fmla="*/ 63 h 98"/>
                <a:gd name="T36" fmla="*/ 41 w 128"/>
                <a:gd name="T37" fmla="*/ 64 h 98"/>
                <a:gd name="T38" fmla="*/ 54 w 128"/>
                <a:gd name="T39" fmla="*/ 58 h 98"/>
                <a:gd name="T40" fmla="*/ 65 w 128"/>
                <a:gd name="T41" fmla="*/ 64 h 98"/>
                <a:gd name="T42" fmla="*/ 64 w 128"/>
                <a:gd name="T43" fmla="*/ 68 h 98"/>
                <a:gd name="T44" fmla="*/ 79 w 128"/>
                <a:gd name="T45" fmla="*/ 83 h 98"/>
                <a:gd name="T46" fmla="*/ 94 w 128"/>
                <a:gd name="T47" fmla="*/ 68 h 98"/>
                <a:gd name="T48" fmla="*/ 88 w 128"/>
                <a:gd name="T49" fmla="*/ 56 h 98"/>
                <a:gd name="T50" fmla="*/ 106 w 128"/>
                <a:gd name="T51" fmla="*/ 29 h 98"/>
                <a:gd name="T52" fmla="*/ 113 w 128"/>
                <a:gd name="T53" fmla="*/ 30 h 98"/>
                <a:gd name="T54" fmla="*/ 128 w 128"/>
                <a:gd name="T55" fmla="*/ 15 h 98"/>
                <a:gd name="T56" fmla="*/ 113 w 128"/>
                <a:gd name="T57" fmla="*/ 0 h 98"/>
                <a:gd name="T58" fmla="*/ 15 w 128"/>
                <a:gd name="T59" fmla="*/ 91 h 98"/>
                <a:gd name="T60" fmla="*/ 8 w 128"/>
                <a:gd name="T61" fmla="*/ 83 h 98"/>
                <a:gd name="T62" fmla="*/ 15 w 128"/>
                <a:gd name="T63" fmla="*/ 76 h 98"/>
                <a:gd name="T64" fmla="*/ 23 w 128"/>
                <a:gd name="T65" fmla="*/ 83 h 98"/>
                <a:gd name="T66" fmla="*/ 15 w 128"/>
                <a:gd name="T67" fmla="*/ 91 h 98"/>
                <a:gd name="T68" fmla="*/ 41 w 128"/>
                <a:gd name="T69" fmla="*/ 57 h 98"/>
                <a:gd name="T70" fmla="*/ 34 w 128"/>
                <a:gd name="T71" fmla="*/ 49 h 98"/>
                <a:gd name="T72" fmla="*/ 41 w 128"/>
                <a:gd name="T73" fmla="*/ 42 h 98"/>
                <a:gd name="T74" fmla="*/ 49 w 128"/>
                <a:gd name="T75" fmla="*/ 49 h 98"/>
                <a:gd name="T76" fmla="*/ 41 w 128"/>
                <a:gd name="T77" fmla="*/ 57 h 98"/>
                <a:gd name="T78" fmla="*/ 79 w 128"/>
                <a:gd name="T79" fmla="*/ 76 h 98"/>
                <a:gd name="T80" fmla="*/ 72 w 128"/>
                <a:gd name="T81" fmla="*/ 68 h 98"/>
                <a:gd name="T82" fmla="*/ 79 w 128"/>
                <a:gd name="T83" fmla="*/ 60 h 98"/>
                <a:gd name="T84" fmla="*/ 87 w 128"/>
                <a:gd name="T85" fmla="*/ 68 h 98"/>
                <a:gd name="T86" fmla="*/ 79 w 128"/>
                <a:gd name="T87" fmla="*/ 76 h 98"/>
                <a:gd name="T88" fmla="*/ 113 w 128"/>
                <a:gd name="T89" fmla="*/ 23 h 98"/>
                <a:gd name="T90" fmla="*/ 106 w 128"/>
                <a:gd name="T91" fmla="*/ 15 h 98"/>
                <a:gd name="T92" fmla="*/ 113 w 128"/>
                <a:gd name="T93" fmla="*/ 8 h 98"/>
                <a:gd name="T94" fmla="*/ 120 w 128"/>
                <a:gd name="T95" fmla="*/ 15 h 98"/>
                <a:gd name="T96" fmla="*/ 113 w 128"/>
                <a:gd name="T97" fmla="*/ 23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8" h="98">
                  <a:moveTo>
                    <a:pt x="113" y="0"/>
                  </a:moveTo>
                  <a:cubicBezTo>
                    <a:pt x="105" y="0"/>
                    <a:pt x="98" y="7"/>
                    <a:pt x="98" y="15"/>
                  </a:cubicBezTo>
                  <a:cubicBezTo>
                    <a:pt x="98" y="20"/>
                    <a:pt x="100" y="24"/>
                    <a:pt x="103" y="27"/>
                  </a:cubicBezTo>
                  <a:cubicBezTo>
                    <a:pt x="85" y="54"/>
                    <a:pt x="85" y="54"/>
                    <a:pt x="85" y="54"/>
                  </a:cubicBezTo>
                  <a:cubicBezTo>
                    <a:pt x="83" y="53"/>
                    <a:pt x="81" y="53"/>
                    <a:pt x="79" y="53"/>
                  </a:cubicBezTo>
                  <a:cubicBezTo>
                    <a:pt x="73" y="53"/>
                    <a:pt x="68" y="56"/>
                    <a:pt x="66" y="61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6" y="53"/>
                    <a:pt x="57" y="51"/>
                    <a:pt x="57" y="49"/>
                  </a:cubicBezTo>
                  <a:cubicBezTo>
                    <a:pt x="57" y="41"/>
                    <a:pt x="50" y="34"/>
                    <a:pt x="41" y="34"/>
                  </a:cubicBezTo>
                  <a:cubicBezTo>
                    <a:pt x="33" y="34"/>
                    <a:pt x="26" y="41"/>
                    <a:pt x="26" y="49"/>
                  </a:cubicBezTo>
                  <a:cubicBezTo>
                    <a:pt x="26" y="54"/>
                    <a:pt x="28" y="58"/>
                    <a:pt x="32" y="60"/>
                  </a:cubicBezTo>
                  <a:cubicBezTo>
                    <a:pt x="24" y="71"/>
                    <a:pt x="24" y="71"/>
                    <a:pt x="24" y="71"/>
                  </a:cubicBezTo>
                  <a:cubicBezTo>
                    <a:pt x="21" y="69"/>
                    <a:pt x="18" y="68"/>
                    <a:pt x="15" y="68"/>
                  </a:cubicBezTo>
                  <a:cubicBezTo>
                    <a:pt x="7" y="68"/>
                    <a:pt x="0" y="75"/>
                    <a:pt x="0" y="83"/>
                  </a:cubicBezTo>
                  <a:cubicBezTo>
                    <a:pt x="0" y="91"/>
                    <a:pt x="7" y="98"/>
                    <a:pt x="15" y="98"/>
                  </a:cubicBezTo>
                  <a:cubicBezTo>
                    <a:pt x="23" y="98"/>
                    <a:pt x="30" y="91"/>
                    <a:pt x="30" y="83"/>
                  </a:cubicBezTo>
                  <a:cubicBezTo>
                    <a:pt x="30" y="79"/>
                    <a:pt x="29" y="76"/>
                    <a:pt x="27" y="73"/>
                  </a:cubicBezTo>
                  <a:cubicBezTo>
                    <a:pt x="35" y="63"/>
                    <a:pt x="35" y="63"/>
                    <a:pt x="35" y="63"/>
                  </a:cubicBezTo>
                  <a:cubicBezTo>
                    <a:pt x="37" y="64"/>
                    <a:pt x="39" y="64"/>
                    <a:pt x="41" y="64"/>
                  </a:cubicBezTo>
                  <a:cubicBezTo>
                    <a:pt x="46" y="64"/>
                    <a:pt x="51" y="62"/>
                    <a:pt x="54" y="58"/>
                  </a:cubicBezTo>
                  <a:cubicBezTo>
                    <a:pt x="65" y="64"/>
                    <a:pt x="65" y="64"/>
                    <a:pt x="65" y="64"/>
                  </a:cubicBezTo>
                  <a:cubicBezTo>
                    <a:pt x="64" y="66"/>
                    <a:pt x="64" y="67"/>
                    <a:pt x="64" y="68"/>
                  </a:cubicBezTo>
                  <a:cubicBezTo>
                    <a:pt x="64" y="76"/>
                    <a:pt x="71" y="83"/>
                    <a:pt x="79" y="83"/>
                  </a:cubicBezTo>
                  <a:cubicBezTo>
                    <a:pt x="87" y="83"/>
                    <a:pt x="94" y="76"/>
                    <a:pt x="94" y="68"/>
                  </a:cubicBezTo>
                  <a:cubicBezTo>
                    <a:pt x="94" y="63"/>
                    <a:pt x="92" y="59"/>
                    <a:pt x="88" y="56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8" y="30"/>
                    <a:pt x="111" y="30"/>
                    <a:pt x="113" y="30"/>
                  </a:cubicBezTo>
                  <a:cubicBezTo>
                    <a:pt x="121" y="30"/>
                    <a:pt x="128" y="24"/>
                    <a:pt x="128" y="15"/>
                  </a:cubicBezTo>
                  <a:cubicBezTo>
                    <a:pt x="128" y="7"/>
                    <a:pt x="121" y="0"/>
                    <a:pt x="113" y="0"/>
                  </a:cubicBezTo>
                  <a:close/>
                  <a:moveTo>
                    <a:pt x="15" y="91"/>
                  </a:moveTo>
                  <a:cubicBezTo>
                    <a:pt x="11" y="91"/>
                    <a:pt x="8" y="87"/>
                    <a:pt x="8" y="83"/>
                  </a:cubicBezTo>
                  <a:cubicBezTo>
                    <a:pt x="8" y="79"/>
                    <a:pt x="11" y="76"/>
                    <a:pt x="15" y="76"/>
                  </a:cubicBezTo>
                  <a:cubicBezTo>
                    <a:pt x="19" y="76"/>
                    <a:pt x="23" y="79"/>
                    <a:pt x="23" y="83"/>
                  </a:cubicBezTo>
                  <a:cubicBezTo>
                    <a:pt x="23" y="87"/>
                    <a:pt x="19" y="91"/>
                    <a:pt x="15" y="91"/>
                  </a:cubicBezTo>
                  <a:close/>
                  <a:moveTo>
                    <a:pt x="41" y="57"/>
                  </a:moveTo>
                  <a:cubicBezTo>
                    <a:pt x="37" y="57"/>
                    <a:pt x="34" y="53"/>
                    <a:pt x="34" y="49"/>
                  </a:cubicBezTo>
                  <a:cubicBezTo>
                    <a:pt x="34" y="45"/>
                    <a:pt x="37" y="42"/>
                    <a:pt x="41" y="42"/>
                  </a:cubicBezTo>
                  <a:cubicBezTo>
                    <a:pt x="46" y="42"/>
                    <a:pt x="49" y="45"/>
                    <a:pt x="49" y="49"/>
                  </a:cubicBezTo>
                  <a:cubicBezTo>
                    <a:pt x="49" y="53"/>
                    <a:pt x="46" y="57"/>
                    <a:pt x="41" y="57"/>
                  </a:cubicBezTo>
                  <a:close/>
                  <a:moveTo>
                    <a:pt x="79" y="76"/>
                  </a:moveTo>
                  <a:cubicBezTo>
                    <a:pt x="75" y="76"/>
                    <a:pt x="72" y="72"/>
                    <a:pt x="72" y="68"/>
                  </a:cubicBezTo>
                  <a:cubicBezTo>
                    <a:pt x="72" y="64"/>
                    <a:pt x="75" y="60"/>
                    <a:pt x="79" y="60"/>
                  </a:cubicBezTo>
                  <a:cubicBezTo>
                    <a:pt x="83" y="60"/>
                    <a:pt x="87" y="64"/>
                    <a:pt x="87" y="68"/>
                  </a:cubicBezTo>
                  <a:cubicBezTo>
                    <a:pt x="87" y="72"/>
                    <a:pt x="83" y="76"/>
                    <a:pt x="79" y="76"/>
                  </a:cubicBezTo>
                  <a:close/>
                  <a:moveTo>
                    <a:pt x="113" y="23"/>
                  </a:moveTo>
                  <a:cubicBezTo>
                    <a:pt x="109" y="23"/>
                    <a:pt x="106" y="19"/>
                    <a:pt x="106" y="15"/>
                  </a:cubicBezTo>
                  <a:cubicBezTo>
                    <a:pt x="106" y="11"/>
                    <a:pt x="109" y="8"/>
                    <a:pt x="113" y="8"/>
                  </a:cubicBezTo>
                  <a:cubicBezTo>
                    <a:pt x="117" y="8"/>
                    <a:pt x="120" y="11"/>
                    <a:pt x="120" y="15"/>
                  </a:cubicBezTo>
                  <a:cubicBezTo>
                    <a:pt x="120" y="19"/>
                    <a:pt x="117" y="23"/>
                    <a:pt x="113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7" name="Freeform 36"/>
            <p:cNvSpPr>
              <a:spLocks noEditPoints="1"/>
            </p:cNvSpPr>
            <p:nvPr/>
          </p:nvSpPr>
          <p:spPr bwMode="auto">
            <a:xfrm>
              <a:off x="5883276" y="3094038"/>
              <a:ext cx="563563" cy="669925"/>
            </a:xfrm>
            <a:custGeom>
              <a:avLst/>
              <a:gdLst>
                <a:gd name="T0" fmla="*/ 132 w 148"/>
                <a:gd name="T1" fmla="*/ 0 h 176"/>
                <a:gd name="T2" fmla="*/ 44 w 148"/>
                <a:gd name="T3" fmla="*/ 0 h 176"/>
                <a:gd name="T4" fmla="*/ 27 w 148"/>
                <a:gd name="T5" fmla="*/ 16 h 176"/>
                <a:gd name="T6" fmla="*/ 27 w 148"/>
                <a:gd name="T7" fmla="*/ 27 h 176"/>
                <a:gd name="T8" fmla="*/ 16 w 148"/>
                <a:gd name="T9" fmla="*/ 27 h 176"/>
                <a:gd name="T10" fmla="*/ 0 w 148"/>
                <a:gd name="T11" fmla="*/ 44 h 176"/>
                <a:gd name="T12" fmla="*/ 0 w 148"/>
                <a:gd name="T13" fmla="*/ 81 h 176"/>
                <a:gd name="T14" fmla="*/ 3 w 148"/>
                <a:gd name="T15" fmla="*/ 80 h 176"/>
                <a:gd name="T16" fmla="*/ 11 w 148"/>
                <a:gd name="T17" fmla="*/ 82 h 176"/>
                <a:gd name="T18" fmla="*/ 11 w 148"/>
                <a:gd name="T19" fmla="*/ 44 h 176"/>
                <a:gd name="T20" fmla="*/ 16 w 148"/>
                <a:gd name="T21" fmla="*/ 38 h 176"/>
                <a:gd name="T22" fmla="*/ 104 w 148"/>
                <a:gd name="T23" fmla="*/ 38 h 176"/>
                <a:gd name="T24" fmla="*/ 110 w 148"/>
                <a:gd name="T25" fmla="*/ 44 h 176"/>
                <a:gd name="T26" fmla="*/ 110 w 148"/>
                <a:gd name="T27" fmla="*/ 160 h 176"/>
                <a:gd name="T28" fmla="*/ 104 w 148"/>
                <a:gd name="T29" fmla="*/ 165 h 176"/>
                <a:gd name="T30" fmla="*/ 16 w 148"/>
                <a:gd name="T31" fmla="*/ 165 h 176"/>
                <a:gd name="T32" fmla="*/ 11 w 148"/>
                <a:gd name="T33" fmla="*/ 160 h 176"/>
                <a:gd name="T34" fmla="*/ 11 w 148"/>
                <a:gd name="T35" fmla="*/ 121 h 176"/>
                <a:gd name="T36" fmla="*/ 3 w 148"/>
                <a:gd name="T37" fmla="*/ 122 h 176"/>
                <a:gd name="T38" fmla="*/ 0 w 148"/>
                <a:gd name="T39" fmla="*/ 122 h 176"/>
                <a:gd name="T40" fmla="*/ 0 w 148"/>
                <a:gd name="T41" fmla="*/ 160 h 176"/>
                <a:gd name="T42" fmla="*/ 16 w 148"/>
                <a:gd name="T43" fmla="*/ 176 h 176"/>
                <a:gd name="T44" fmla="*/ 104 w 148"/>
                <a:gd name="T45" fmla="*/ 176 h 176"/>
                <a:gd name="T46" fmla="*/ 121 w 148"/>
                <a:gd name="T47" fmla="*/ 160 h 176"/>
                <a:gd name="T48" fmla="*/ 121 w 148"/>
                <a:gd name="T49" fmla="*/ 148 h 176"/>
                <a:gd name="T50" fmla="*/ 132 w 148"/>
                <a:gd name="T51" fmla="*/ 148 h 176"/>
                <a:gd name="T52" fmla="*/ 148 w 148"/>
                <a:gd name="T53" fmla="*/ 132 h 176"/>
                <a:gd name="T54" fmla="*/ 148 w 148"/>
                <a:gd name="T55" fmla="*/ 16 h 176"/>
                <a:gd name="T56" fmla="*/ 132 w 148"/>
                <a:gd name="T57" fmla="*/ 0 h 176"/>
                <a:gd name="T58" fmla="*/ 137 w 148"/>
                <a:gd name="T59" fmla="*/ 132 h 176"/>
                <a:gd name="T60" fmla="*/ 132 w 148"/>
                <a:gd name="T61" fmla="*/ 137 h 176"/>
                <a:gd name="T62" fmla="*/ 121 w 148"/>
                <a:gd name="T63" fmla="*/ 137 h 176"/>
                <a:gd name="T64" fmla="*/ 121 w 148"/>
                <a:gd name="T65" fmla="*/ 44 h 176"/>
                <a:gd name="T66" fmla="*/ 104 w 148"/>
                <a:gd name="T67" fmla="*/ 27 h 176"/>
                <a:gd name="T68" fmla="*/ 38 w 148"/>
                <a:gd name="T69" fmla="*/ 27 h 176"/>
                <a:gd name="T70" fmla="*/ 38 w 148"/>
                <a:gd name="T71" fmla="*/ 16 h 176"/>
                <a:gd name="T72" fmla="*/ 44 w 148"/>
                <a:gd name="T73" fmla="*/ 11 h 176"/>
                <a:gd name="T74" fmla="*/ 132 w 148"/>
                <a:gd name="T75" fmla="*/ 11 h 176"/>
                <a:gd name="T76" fmla="*/ 137 w 148"/>
                <a:gd name="T77" fmla="*/ 16 h 176"/>
                <a:gd name="T78" fmla="*/ 137 w 148"/>
                <a:gd name="T79" fmla="*/ 132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48" h="176">
                  <a:moveTo>
                    <a:pt x="132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35" y="0"/>
                    <a:pt x="27" y="7"/>
                    <a:pt x="27" y="16"/>
                  </a:cubicBezTo>
                  <a:cubicBezTo>
                    <a:pt x="27" y="27"/>
                    <a:pt x="27" y="27"/>
                    <a:pt x="27" y="27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7" y="27"/>
                    <a:pt x="0" y="35"/>
                    <a:pt x="0" y="44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1" y="80"/>
                    <a:pt x="2" y="80"/>
                    <a:pt x="3" y="80"/>
                  </a:cubicBezTo>
                  <a:cubicBezTo>
                    <a:pt x="6" y="80"/>
                    <a:pt x="8" y="81"/>
                    <a:pt x="11" y="82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1" y="41"/>
                    <a:pt x="13" y="38"/>
                    <a:pt x="16" y="38"/>
                  </a:cubicBezTo>
                  <a:cubicBezTo>
                    <a:pt x="104" y="38"/>
                    <a:pt x="104" y="38"/>
                    <a:pt x="104" y="38"/>
                  </a:cubicBezTo>
                  <a:cubicBezTo>
                    <a:pt x="107" y="38"/>
                    <a:pt x="110" y="41"/>
                    <a:pt x="110" y="44"/>
                  </a:cubicBezTo>
                  <a:cubicBezTo>
                    <a:pt x="110" y="160"/>
                    <a:pt x="110" y="160"/>
                    <a:pt x="110" y="160"/>
                  </a:cubicBezTo>
                  <a:cubicBezTo>
                    <a:pt x="110" y="162"/>
                    <a:pt x="107" y="165"/>
                    <a:pt x="104" y="165"/>
                  </a:cubicBezTo>
                  <a:cubicBezTo>
                    <a:pt x="16" y="165"/>
                    <a:pt x="16" y="165"/>
                    <a:pt x="16" y="165"/>
                  </a:cubicBezTo>
                  <a:cubicBezTo>
                    <a:pt x="13" y="165"/>
                    <a:pt x="11" y="162"/>
                    <a:pt x="11" y="160"/>
                  </a:cubicBezTo>
                  <a:cubicBezTo>
                    <a:pt x="11" y="121"/>
                    <a:pt x="11" y="121"/>
                    <a:pt x="11" y="121"/>
                  </a:cubicBezTo>
                  <a:cubicBezTo>
                    <a:pt x="8" y="122"/>
                    <a:pt x="6" y="122"/>
                    <a:pt x="3" y="122"/>
                  </a:cubicBezTo>
                  <a:cubicBezTo>
                    <a:pt x="2" y="122"/>
                    <a:pt x="1" y="122"/>
                    <a:pt x="0" y="122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169"/>
                    <a:pt x="7" y="176"/>
                    <a:pt x="16" y="176"/>
                  </a:cubicBezTo>
                  <a:cubicBezTo>
                    <a:pt x="104" y="176"/>
                    <a:pt x="104" y="176"/>
                    <a:pt x="104" y="176"/>
                  </a:cubicBezTo>
                  <a:cubicBezTo>
                    <a:pt x="113" y="176"/>
                    <a:pt x="121" y="169"/>
                    <a:pt x="121" y="160"/>
                  </a:cubicBezTo>
                  <a:cubicBezTo>
                    <a:pt x="121" y="148"/>
                    <a:pt x="121" y="148"/>
                    <a:pt x="121" y="148"/>
                  </a:cubicBezTo>
                  <a:cubicBezTo>
                    <a:pt x="132" y="148"/>
                    <a:pt x="132" y="148"/>
                    <a:pt x="132" y="148"/>
                  </a:cubicBezTo>
                  <a:cubicBezTo>
                    <a:pt x="141" y="148"/>
                    <a:pt x="148" y="141"/>
                    <a:pt x="148" y="132"/>
                  </a:cubicBezTo>
                  <a:cubicBezTo>
                    <a:pt x="148" y="16"/>
                    <a:pt x="148" y="16"/>
                    <a:pt x="148" y="16"/>
                  </a:cubicBezTo>
                  <a:cubicBezTo>
                    <a:pt x="148" y="7"/>
                    <a:pt x="141" y="0"/>
                    <a:pt x="132" y="0"/>
                  </a:cubicBezTo>
                  <a:close/>
                  <a:moveTo>
                    <a:pt x="137" y="132"/>
                  </a:moveTo>
                  <a:cubicBezTo>
                    <a:pt x="137" y="135"/>
                    <a:pt x="135" y="137"/>
                    <a:pt x="132" y="137"/>
                  </a:cubicBezTo>
                  <a:cubicBezTo>
                    <a:pt x="121" y="137"/>
                    <a:pt x="121" y="137"/>
                    <a:pt x="121" y="137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35"/>
                    <a:pt x="113" y="27"/>
                    <a:pt x="104" y="27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13"/>
                    <a:pt x="41" y="11"/>
                    <a:pt x="44" y="11"/>
                  </a:cubicBezTo>
                  <a:cubicBezTo>
                    <a:pt x="132" y="11"/>
                    <a:pt x="132" y="11"/>
                    <a:pt x="132" y="11"/>
                  </a:cubicBezTo>
                  <a:cubicBezTo>
                    <a:pt x="135" y="11"/>
                    <a:pt x="137" y="13"/>
                    <a:pt x="137" y="16"/>
                  </a:cubicBezTo>
                  <a:lnTo>
                    <a:pt x="137" y="1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38" name="Freeform 50"/>
          <p:cNvSpPr/>
          <p:nvPr/>
        </p:nvSpPr>
        <p:spPr bwMode="auto">
          <a:xfrm>
            <a:off x="2615994" y="5187418"/>
            <a:ext cx="509745" cy="287120"/>
          </a:xfrm>
          <a:custGeom>
            <a:avLst/>
            <a:gdLst>
              <a:gd name="T0" fmla="*/ 1136 w 1232"/>
              <a:gd name="T1" fmla="*/ 300 h 694"/>
              <a:gd name="T2" fmla="*/ 1136 w 1232"/>
              <a:gd name="T3" fmla="*/ 297 h 694"/>
              <a:gd name="T4" fmla="*/ 971 w 1232"/>
              <a:gd name="T5" fmla="*/ 131 h 694"/>
              <a:gd name="T6" fmla="*/ 913 w 1232"/>
              <a:gd name="T7" fmla="*/ 142 h 694"/>
              <a:gd name="T8" fmla="*/ 688 w 1232"/>
              <a:gd name="T9" fmla="*/ 0 h 694"/>
              <a:gd name="T10" fmla="*/ 449 w 1232"/>
              <a:gd name="T11" fmla="*/ 181 h 694"/>
              <a:gd name="T12" fmla="*/ 358 w 1232"/>
              <a:gd name="T13" fmla="*/ 157 h 694"/>
              <a:gd name="T14" fmla="*/ 179 w 1232"/>
              <a:gd name="T15" fmla="*/ 336 h 694"/>
              <a:gd name="T16" fmla="*/ 0 w 1232"/>
              <a:gd name="T17" fmla="*/ 515 h 694"/>
              <a:gd name="T18" fmla="*/ 179 w 1232"/>
              <a:gd name="T19" fmla="*/ 694 h 694"/>
              <a:gd name="T20" fmla="*/ 1016 w 1232"/>
              <a:gd name="T21" fmla="*/ 694 h 694"/>
              <a:gd name="T22" fmla="*/ 1232 w 1232"/>
              <a:gd name="T23" fmla="*/ 479 h 694"/>
              <a:gd name="T24" fmla="*/ 1136 w 1232"/>
              <a:gd name="T25" fmla="*/ 300 h 6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232" h="694">
                <a:moveTo>
                  <a:pt x="1136" y="300"/>
                </a:moveTo>
                <a:cubicBezTo>
                  <a:pt x="1136" y="299"/>
                  <a:pt x="1136" y="298"/>
                  <a:pt x="1136" y="297"/>
                </a:cubicBezTo>
                <a:cubicBezTo>
                  <a:pt x="1136" y="205"/>
                  <a:pt x="1062" y="131"/>
                  <a:pt x="971" y="131"/>
                </a:cubicBezTo>
                <a:cubicBezTo>
                  <a:pt x="951" y="131"/>
                  <a:pt x="931" y="135"/>
                  <a:pt x="913" y="142"/>
                </a:cubicBezTo>
                <a:cubicBezTo>
                  <a:pt x="873" y="58"/>
                  <a:pt x="788" y="0"/>
                  <a:pt x="688" y="0"/>
                </a:cubicBezTo>
                <a:cubicBezTo>
                  <a:pt x="574" y="0"/>
                  <a:pt x="478" y="77"/>
                  <a:pt x="449" y="181"/>
                </a:cubicBezTo>
                <a:cubicBezTo>
                  <a:pt x="422" y="166"/>
                  <a:pt x="391" y="157"/>
                  <a:pt x="358" y="157"/>
                </a:cubicBezTo>
                <a:cubicBezTo>
                  <a:pt x="259" y="157"/>
                  <a:pt x="179" y="237"/>
                  <a:pt x="179" y="336"/>
                </a:cubicBezTo>
                <a:cubicBezTo>
                  <a:pt x="80" y="336"/>
                  <a:pt x="0" y="416"/>
                  <a:pt x="0" y="515"/>
                </a:cubicBezTo>
                <a:cubicBezTo>
                  <a:pt x="0" y="614"/>
                  <a:pt x="80" y="694"/>
                  <a:pt x="179" y="694"/>
                </a:cubicBezTo>
                <a:cubicBezTo>
                  <a:pt x="1016" y="694"/>
                  <a:pt x="1016" y="694"/>
                  <a:pt x="1016" y="694"/>
                </a:cubicBezTo>
                <a:cubicBezTo>
                  <a:pt x="1135" y="694"/>
                  <a:pt x="1232" y="598"/>
                  <a:pt x="1232" y="479"/>
                </a:cubicBezTo>
                <a:cubicBezTo>
                  <a:pt x="1232" y="404"/>
                  <a:pt x="1194" y="338"/>
                  <a:pt x="1136" y="30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9" name="Freeform 50"/>
          <p:cNvSpPr/>
          <p:nvPr/>
        </p:nvSpPr>
        <p:spPr bwMode="auto">
          <a:xfrm>
            <a:off x="3666936" y="4399719"/>
            <a:ext cx="509745" cy="287120"/>
          </a:xfrm>
          <a:custGeom>
            <a:avLst/>
            <a:gdLst>
              <a:gd name="T0" fmla="*/ 1136 w 1232"/>
              <a:gd name="T1" fmla="*/ 300 h 694"/>
              <a:gd name="T2" fmla="*/ 1136 w 1232"/>
              <a:gd name="T3" fmla="*/ 297 h 694"/>
              <a:gd name="T4" fmla="*/ 971 w 1232"/>
              <a:gd name="T5" fmla="*/ 131 h 694"/>
              <a:gd name="T6" fmla="*/ 913 w 1232"/>
              <a:gd name="T7" fmla="*/ 142 h 694"/>
              <a:gd name="T8" fmla="*/ 688 w 1232"/>
              <a:gd name="T9" fmla="*/ 0 h 694"/>
              <a:gd name="T10" fmla="*/ 449 w 1232"/>
              <a:gd name="T11" fmla="*/ 181 h 694"/>
              <a:gd name="T12" fmla="*/ 358 w 1232"/>
              <a:gd name="T13" fmla="*/ 157 h 694"/>
              <a:gd name="T14" fmla="*/ 179 w 1232"/>
              <a:gd name="T15" fmla="*/ 336 h 694"/>
              <a:gd name="T16" fmla="*/ 0 w 1232"/>
              <a:gd name="T17" fmla="*/ 515 h 694"/>
              <a:gd name="T18" fmla="*/ 179 w 1232"/>
              <a:gd name="T19" fmla="*/ 694 h 694"/>
              <a:gd name="T20" fmla="*/ 1016 w 1232"/>
              <a:gd name="T21" fmla="*/ 694 h 694"/>
              <a:gd name="T22" fmla="*/ 1232 w 1232"/>
              <a:gd name="T23" fmla="*/ 479 h 694"/>
              <a:gd name="T24" fmla="*/ 1136 w 1232"/>
              <a:gd name="T25" fmla="*/ 300 h 6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232" h="694">
                <a:moveTo>
                  <a:pt x="1136" y="300"/>
                </a:moveTo>
                <a:cubicBezTo>
                  <a:pt x="1136" y="299"/>
                  <a:pt x="1136" y="298"/>
                  <a:pt x="1136" y="297"/>
                </a:cubicBezTo>
                <a:cubicBezTo>
                  <a:pt x="1136" y="205"/>
                  <a:pt x="1062" y="131"/>
                  <a:pt x="971" y="131"/>
                </a:cubicBezTo>
                <a:cubicBezTo>
                  <a:pt x="951" y="131"/>
                  <a:pt x="931" y="135"/>
                  <a:pt x="913" y="142"/>
                </a:cubicBezTo>
                <a:cubicBezTo>
                  <a:pt x="873" y="58"/>
                  <a:pt x="788" y="0"/>
                  <a:pt x="688" y="0"/>
                </a:cubicBezTo>
                <a:cubicBezTo>
                  <a:pt x="574" y="0"/>
                  <a:pt x="478" y="77"/>
                  <a:pt x="449" y="181"/>
                </a:cubicBezTo>
                <a:cubicBezTo>
                  <a:pt x="422" y="166"/>
                  <a:pt x="391" y="157"/>
                  <a:pt x="358" y="157"/>
                </a:cubicBezTo>
                <a:cubicBezTo>
                  <a:pt x="259" y="157"/>
                  <a:pt x="179" y="237"/>
                  <a:pt x="179" y="336"/>
                </a:cubicBezTo>
                <a:cubicBezTo>
                  <a:pt x="80" y="336"/>
                  <a:pt x="0" y="416"/>
                  <a:pt x="0" y="515"/>
                </a:cubicBezTo>
                <a:cubicBezTo>
                  <a:pt x="0" y="614"/>
                  <a:pt x="80" y="694"/>
                  <a:pt x="179" y="694"/>
                </a:cubicBezTo>
                <a:cubicBezTo>
                  <a:pt x="1016" y="694"/>
                  <a:pt x="1016" y="694"/>
                  <a:pt x="1016" y="694"/>
                </a:cubicBezTo>
                <a:cubicBezTo>
                  <a:pt x="1135" y="694"/>
                  <a:pt x="1232" y="598"/>
                  <a:pt x="1232" y="479"/>
                </a:cubicBezTo>
                <a:cubicBezTo>
                  <a:pt x="1232" y="404"/>
                  <a:pt x="1194" y="338"/>
                  <a:pt x="1136" y="30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40" name="Freeform 50"/>
          <p:cNvSpPr/>
          <p:nvPr/>
        </p:nvSpPr>
        <p:spPr bwMode="auto">
          <a:xfrm>
            <a:off x="4923275" y="3711481"/>
            <a:ext cx="662154" cy="372966"/>
          </a:xfrm>
          <a:custGeom>
            <a:avLst/>
            <a:gdLst>
              <a:gd name="T0" fmla="*/ 1136 w 1232"/>
              <a:gd name="T1" fmla="*/ 300 h 694"/>
              <a:gd name="T2" fmla="*/ 1136 w 1232"/>
              <a:gd name="T3" fmla="*/ 297 h 694"/>
              <a:gd name="T4" fmla="*/ 971 w 1232"/>
              <a:gd name="T5" fmla="*/ 131 h 694"/>
              <a:gd name="T6" fmla="*/ 913 w 1232"/>
              <a:gd name="T7" fmla="*/ 142 h 694"/>
              <a:gd name="T8" fmla="*/ 688 w 1232"/>
              <a:gd name="T9" fmla="*/ 0 h 694"/>
              <a:gd name="T10" fmla="*/ 449 w 1232"/>
              <a:gd name="T11" fmla="*/ 181 h 694"/>
              <a:gd name="T12" fmla="*/ 358 w 1232"/>
              <a:gd name="T13" fmla="*/ 157 h 694"/>
              <a:gd name="T14" fmla="*/ 179 w 1232"/>
              <a:gd name="T15" fmla="*/ 336 h 694"/>
              <a:gd name="T16" fmla="*/ 0 w 1232"/>
              <a:gd name="T17" fmla="*/ 515 h 694"/>
              <a:gd name="T18" fmla="*/ 179 w 1232"/>
              <a:gd name="T19" fmla="*/ 694 h 694"/>
              <a:gd name="T20" fmla="*/ 1016 w 1232"/>
              <a:gd name="T21" fmla="*/ 694 h 694"/>
              <a:gd name="T22" fmla="*/ 1232 w 1232"/>
              <a:gd name="T23" fmla="*/ 479 h 694"/>
              <a:gd name="T24" fmla="*/ 1136 w 1232"/>
              <a:gd name="T25" fmla="*/ 300 h 6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232" h="694">
                <a:moveTo>
                  <a:pt x="1136" y="300"/>
                </a:moveTo>
                <a:cubicBezTo>
                  <a:pt x="1136" y="299"/>
                  <a:pt x="1136" y="298"/>
                  <a:pt x="1136" y="297"/>
                </a:cubicBezTo>
                <a:cubicBezTo>
                  <a:pt x="1136" y="205"/>
                  <a:pt x="1062" y="131"/>
                  <a:pt x="971" y="131"/>
                </a:cubicBezTo>
                <a:cubicBezTo>
                  <a:pt x="951" y="131"/>
                  <a:pt x="931" y="135"/>
                  <a:pt x="913" y="142"/>
                </a:cubicBezTo>
                <a:cubicBezTo>
                  <a:pt x="873" y="58"/>
                  <a:pt x="788" y="0"/>
                  <a:pt x="688" y="0"/>
                </a:cubicBezTo>
                <a:cubicBezTo>
                  <a:pt x="574" y="0"/>
                  <a:pt x="478" y="77"/>
                  <a:pt x="449" y="181"/>
                </a:cubicBezTo>
                <a:cubicBezTo>
                  <a:pt x="422" y="166"/>
                  <a:pt x="391" y="157"/>
                  <a:pt x="358" y="157"/>
                </a:cubicBezTo>
                <a:cubicBezTo>
                  <a:pt x="259" y="157"/>
                  <a:pt x="179" y="237"/>
                  <a:pt x="179" y="336"/>
                </a:cubicBezTo>
                <a:cubicBezTo>
                  <a:pt x="80" y="336"/>
                  <a:pt x="0" y="416"/>
                  <a:pt x="0" y="515"/>
                </a:cubicBezTo>
                <a:cubicBezTo>
                  <a:pt x="0" y="614"/>
                  <a:pt x="80" y="694"/>
                  <a:pt x="179" y="694"/>
                </a:cubicBezTo>
                <a:cubicBezTo>
                  <a:pt x="1016" y="694"/>
                  <a:pt x="1016" y="694"/>
                  <a:pt x="1016" y="694"/>
                </a:cubicBezTo>
                <a:cubicBezTo>
                  <a:pt x="1135" y="694"/>
                  <a:pt x="1232" y="598"/>
                  <a:pt x="1232" y="479"/>
                </a:cubicBezTo>
                <a:cubicBezTo>
                  <a:pt x="1232" y="404"/>
                  <a:pt x="1194" y="338"/>
                  <a:pt x="1136" y="30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41" name="Freeform 50"/>
          <p:cNvSpPr/>
          <p:nvPr/>
        </p:nvSpPr>
        <p:spPr bwMode="auto">
          <a:xfrm>
            <a:off x="6367353" y="3162300"/>
            <a:ext cx="986312" cy="555552"/>
          </a:xfrm>
          <a:custGeom>
            <a:avLst/>
            <a:gdLst>
              <a:gd name="T0" fmla="*/ 1136 w 1232"/>
              <a:gd name="T1" fmla="*/ 300 h 694"/>
              <a:gd name="T2" fmla="*/ 1136 w 1232"/>
              <a:gd name="T3" fmla="*/ 297 h 694"/>
              <a:gd name="T4" fmla="*/ 971 w 1232"/>
              <a:gd name="T5" fmla="*/ 131 h 694"/>
              <a:gd name="T6" fmla="*/ 913 w 1232"/>
              <a:gd name="T7" fmla="*/ 142 h 694"/>
              <a:gd name="T8" fmla="*/ 688 w 1232"/>
              <a:gd name="T9" fmla="*/ 0 h 694"/>
              <a:gd name="T10" fmla="*/ 449 w 1232"/>
              <a:gd name="T11" fmla="*/ 181 h 694"/>
              <a:gd name="T12" fmla="*/ 358 w 1232"/>
              <a:gd name="T13" fmla="*/ 157 h 694"/>
              <a:gd name="T14" fmla="*/ 179 w 1232"/>
              <a:gd name="T15" fmla="*/ 336 h 694"/>
              <a:gd name="T16" fmla="*/ 0 w 1232"/>
              <a:gd name="T17" fmla="*/ 515 h 694"/>
              <a:gd name="T18" fmla="*/ 179 w 1232"/>
              <a:gd name="T19" fmla="*/ 694 h 694"/>
              <a:gd name="T20" fmla="*/ 1016 w 1232"/>
              <a:gd name="T21" fmla="*/ 694 h 694"/>
              <a:gd name="T22" fmla="*/ 1232 w 1232"/>
              <a:gd name="T23" fmla="*/ 479 h 694"/>
              <a:gd name="T24" fmla="*/ 1136 w 1232"/>
              <a:gd name="T25" fmla="*/ 300 h 6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232" h="694">
                <a:moveTo>
                  <a:pt x="1136" y="300"/>
                </a:moveTo>
                <a:cubicBezTo>
                  <a:pt x="1136" y="299"/>
                  <a:pt x="1136" y="298"/>
                  <a:pt x="1136" y="297"/>
                </a:cubicBezTo>
                <a:cubicBezTo>
                  <a:pt x="1136" y="205"/>
                  <a:pt x="1062" y="131"/>
                  <a:pt x="971" y="131"/>
                </a:cubicBezTo>
                <a:cubicBezTo>
                  <a:pt x="951" y="131"/>
                  <a:pt x="931" y="135"/>
                  <a:pt x="913" y="142"/>
                </a:cubicBezTo>
                <a:cubicBezTo>
                  <a:pt x="873" y="58"/>
                  <a:pt x="788" y="0"/>
                  <a:pt x="688" y="0"/>
                </a:cubicBezTo>
                <a:cubicBezTo>
                  <a:pt x="574" y="0"/>
                  <a:pt x="478" y="77"/>
                  <a:pt x="449" y="181"/>
                </a:cubicBezTo>
                <a:cubicBezTo>
                  <a:pt x="422" y="166"/>
                  <a:pt x="391" y="157"/>
                  <a:pt x="358" y="157"/>
                </a:cubicBezTo>
                <a:cubicBezTo>
                  <a:pt x="259" y="157"/>
                  <a:pt x="179" y="237"/>
                  <a:pt x="179" y="336"/>
                </a:cubicBezTo>
                <a:cubicBezTo>
                  <a:pt x="80" y="336"/>
                  <a:pt x="0" y="416"/>
                  <a:pt x="0" y="515"/>
                </a:cubicBezTo>
                <a:cubicBezTo>
                  <a:pt x="0" y="614"/>
                  <a:pt x="80" y="694"/>
                  <a:pt x="179" y="694"/>
                </a:cubicBezTo>
                <a:cubicBezTo>
                  <a:pt x="1016" y="694"/>
                  <a:pt x="1016" y="694"/>
                  <a:pt x="1016" y="694"/>
                </a:cubicBezTo>
                <a:cubicBezTo>
                  <a:pt x="1135" y="694"/>
                  <a:pt x="1232" y="598"/>
                  <a:pt x="1232" y="479"/>
                </a:cubicBezTo>
                <a:cubicBezTo>
                  <a:pt x="1232" y="404"/>
                  <a:pt x="1194" y="338"/>
                  <a:pt x="1136" y="30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43" name="Freeform 50"/>
          <p:cNvSpPr/>
          <p:nvPr/>
        </p:nvSpPr>
        <p:spPr bwMode="auto">
          <a:xfrm>
            <a:off x="7866166" y="2844010"/>
            <a:ext cx="1260508" cy="709996"/>
          </a:xfrm>
          <a:custGeom>
            <a:avLst/>
            <a:gdLst>
              <a:gd name="T0" fmla="*/ 1136 w 1232"/>
              <a:gd name="T1" fmla="*/ 300 h 694"/>
              <a:gd name="T2" fmla="*/ 1136 w 1232"/>
              <a:gd name="T3" fmla="*/ 297 h 694"/>
              <a:gd name="T4" fmla="*/ 971 w 1232"/>
              <a:gd name="T5" fmla="*/ 131 h 694"/>
              <a:gd name="T6" fmla="*/ 913 w 1232"/>
              <a:gd name="T7" fmla="*/ 142 h 694"/>
              <a:gd name="T8" fmla="*/ 688 w 1232"/>
              <a:gd name="T9" fmla="*/ 0 h 694"/>
              <a:gd name="T10" fmla="*/ 449 w 1232"/>
              <a:gd name="T11" fmla="*/ 181 h 694"/>
              <a:gd name="T12" fmla="*/ 358 w 1232"/>
              <a:gd name="T13" fmla="*/ 157 h 694"/>
              <a:gd name="T14" fmla="*/ 179 w 1232"/>
              <a:gd name="T15" fmla="*/ 336 h 694"/>
              <a:gd name="T16" fmla="*/ 0 w 1232"/>
              <a:gd name="T17" fmla="*/ 515 h 694"/>
              <a:gd name="T18" fmla="*/ 179 w 1232"/>
              <a:gd name="T19" fmla="*/ 694 h 694"/>
              <a:gd name="T20" fmla="*/ 1016 w 1232"/>
              <a:gd name="T21" fmla="*/ 694 h 694"/>
              <a:gd name="T22" fmla="*/ 1232 w 1232"/>
              <a:gd name="T23" fmla="*/ 479 h 694"/>
              <a:gd name="T24" fmla="*/ 1136 w 1232"/>
              <a:gd name="T25" fmla="*/ 300 h 6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232" h="694">
                <a:moveTo>
                  <a:pt x="1136" y="300"/>
                </a:moveTo>
                <a:cubicBezTo>
                  <a:pt x="1136" y="299"/>
                  <a:pt x="1136" y="298"/>
                  <a:pt x="1136" y="297"/>
                </a:cubicBezTo>
                <a:cubicBezTo>
                  <a:pt x="1136" y="205"/>
                  <a:pt x="1062" y="131"/>
                  <a:pt x="971" y="131"/>
                </a:cubicBezTo>
                <a:cubicBezTo>
                  <a:pt x="951" y="131"/>
                  <a:pt x="931" y="135"/>
                  <a:pt x="913" y="142"/>
                </a:cubicBezTo>
                <a:cubicBezTo>
                  <a:pt x="873" y="58"/>
                  <a:pt x="788" y="0"/>
                  <a:pt x="688" y="0"/>
                </a:cubicBezTo>
                <a:cubicBezTo>
                  <a:pt x="574" y="0"/>
                  <a:pt x="478" y="77"/>
                  <a:pt x="449" y="181"/>
                </a:cubicBezTo>
                <a:cubicBezTo>
                  <a:pt x="422" y="166"/>
                  <a:pt x="391" y="157"/>
                  <a:pt x="358" y="157"/>
                </a:cubicBezTo>
                <a:cubicBezTo>
                  <a:pt x="259" y="157"/>
                  <a:pt x="179" y="237"/>
                  <a:pt x="179" y="336"/>
                </a:cubicBezTo>
                <a:cubicBezTo>
                  <a:pt x="80" y="336"/>
                  <a:pt x="0" y="416"/>
                  <a:pt x="0" y="515"/>
                </a:cubicBezTo>
                <a:cubicBezTo>
                  <a:pt x="0" y="614"/>
                  <a:pt x="80" y="694"/>
                  <a:pt x="179" y="694"/>
                </a:cubicBezTo>
                <a:cubicBezTo>
                  <a:pt x="1016" y="694"/>
                  <a:pt x="1016" y="694"/>
                  <a:pt x="1016" y="694"/>
                </a:cubicBezTo>
                <a:cubicBezTo>
                  <a:pt x="1135" y="694"/>
                  <a:pt x="1232" y="598"/>
                  <a:pt x="1232" y="479"/>
                </a:cubicBezTo>
                <a:cubicBezTo>
                  <a:pt x="1232" y="404"/>
                  <a:pt x="1194" y="338"/>
                  <a:pt x="1136" y="30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20" name="Group 19"/>
          <p:cNvGrpSpPr/>
          <p:nvPr/>
        </p:nvGrpSpPr>
        <p:grpSpPr>
          <a:xfrm rot="2558348">
            <a:off x="1838545" y="5570620"/>
            <a:ext cx="643909" cy="1122117"/>
            <a:chOff x="4732338" y="4783138"/>
            <a:chExt cx="703263" cy="1225550"/>
          </a:xfrm>
          <a:solidFill>
            <a:schemeClr val="accent1"/>
          </a:solidFill>
        </p:grpSpPr>
        <p:sp>
          <p:nvSpPr>
            <p:cNvPr id="21" name="Freeform 30"/>
            <p:cNvSpPr>
              <a:spLocks noEditPoints="1"/>
            </p:cNvSpPr>
            <p:nvPr/>
          </p:nvSpPr>
          <p:spPr bwMode="auto">
            <a:xfrm>
              <a:off x="4732338" y="4783138"/>
              <a:ext cx="703263" cy="1173163"/>
            </a:xfrm>
            <a:custGeom>
              <a:avLst/>
              <a:gdLst>
                <a:gd name="T0" fmla="*/ 50 w 184"/>
                <a:gd name="T1" fmla="*/ 310 h 310"/>
                <a:gd name="T2" fmla="*/ 32 w 184"/>
                <a:gd name="T3" fmla="*/ 282 h 310"/>
                <a:gd name="T4" fmla="*/ 10 w 184"/>
                <a:gd name="T5" fmla="*/ 199 h 310"/>
                <a:gd name="T6" fmla="*/ 39 w 184"/>
                <a:gd name="T7" fmla="*/ 171 h 310"/>
                <a:gd name="T8" fmla="*/ 30 w 184"/>
                <a:gd name="T9" fmla="*/ 116 h 310"/>
                <a:gd name="T10" fmla="*/ 36 w 184"/>
                <a:gd name="T11" fmla="*/ 73 h 310"/>
                <a:gd name="T12" fmla="*/ 36 w 184"/>
                <a:gd name="T13" fmla="*/ 72 h 310"/>
                <a:gd name="T14" fmla="*/ 92 w 184"/>
                <a:gd name="T15" fmla="*/ 0 h 310"/>
                <a:gd name="T16" fmla="*/ 148 w 184"/>
                <a:gd name="T17" fmla="*/ 72 h 310"/>
                <a:gd name="T18" fmla="*/ 148 w 184"/>
                <a:gd name="T19" fmla="*/ 73 h 310"/>
                <a:gd name="T20" fmla="*/ 155 w 184"/>
                <a:gd name="T21" fmla="*/ 116 h 310"/>
                <a:gd name="T22" fmla="*/ 145 w 184"/>
                <a:gd name="T23" fmla="*/ 171 h 310"/>
                <a:gd name="T24" fmla="*/ 174 w 184"/>
                <a:gd name="T25" fmla="*/ 199 h 310"/>
                <a:gd name="T26" fmla="*/ 153 w 184"/>
                <a:gd name="T27" fmla="*/ 282 h 310"/>
                <a:gd name="T28" fmla="*/ 134 w 184"/>
                <a:gd name="T29" fmla="*/ 310 h 310"/>
                <a:gd name="T30" fmla="*/ 134 w 184"/>
                <a:gd name="T31" fmla="*/ 276 h 310"/>
                <a:gd name="T32" fmla="*/ 118 w 184"/>
                <a:gd name="T33" fmla="*/ 239 h 310"/>
                <a:gd name="T34" fmla="*/ 118 w 184"/>
                <a:gd name="T35" fmla="*/ 240 h 310"/>
                <a:gd name="T36" fmla="*/ 115 w 184"/>
                <a:gd name="T37" fmla="*/ 246 h 310"/>
                <a:gd name="T38" fmla="*/ 108 w 184"/>
                <a:gd name="T39" fmla="*/ 245 h 310"/>
                <a:gd name="T40" fmla="*/ 76 w 184"/>
                <a:gd name="T41" fmla="*/ 245 h 310"/>
                <a:gd name="T42" fmla="*/ 69 w 184"/>
                <a:gd name="T43" fmla="*/ 246 h 310"/>
                <a:gd name="T44" fmla="*/ 66 w 184"/>
                <a:gd name="T45" fmla="*/ 240 h 310"/>
                <a:gd name="T46" fmla="*/ 66 w 184"/>
                <a:gd name="T47" fmla="*/ 239 h 310"/>
                <a:gd name="T48" fmla="*/ 50 w 184"/>
                <a:gd name="T49" fmla="*/ 276 h 310"/>
                <a:gd name="T50" fmla="*/ 50 w 184"/>
                <a:gd name="T51" fmla="*/ 310 h 310"/>
                <a:gd name="T52" fmla="*/ 55 w 184"/>
                <a:gd name="T53" fmla="*/ 79 h 310"/>
                <a:gd name="T54" fmla="*/ 50 w 184"/>
                <a:gd name="T55" fmla="*/ 116 h 310"/>
                <a:gd name="T56" fmla="*/ 61 w 184"/>
                <a:gd name="T57" fmla="*/ 174 h 310"/>
                <a:gd name="T58" fmla="*/ 64 w 184"/>
                <a:gd name="T59" fmla="*/ 184 h 310"/>
                <a:gd name="T60" fmla="*/ 54 w 184"/>
                <a:gd name="T61" fmla="*/ 187 h 310"/>
                <a:gd name="T62" fmla="*/ 29 w 184"/>
                <a:gd name="T63" fmla="*/ 205 h 310"/>
                <a:gd name="T64" fmla="*/ 36 w 184"/>
                <a:gd name="T65" fmla="*/ 247 h 310"/>
                <a:gd name="T66" fmla="*/ 65 w 184"/>
                <a:gd name="T67" fmla="*/ 215 h 310"/>
                <a:gd name="T68" fmla="*/ 74 w 184"/>
                <a:gd name="T69" fmla="*/ 209 h 310"/>
                <a:gd name="T70" fmla="*/ 79 w 184"/>
                <a:gd name="T71" fmla="*/ 219 h 310"/>
                <a:gd name="T72" fmla="*/ 82 w 184"/>
                <a:gd name="T73" fmla="*/ 225 h 310"/>
                <a:gd name="T74" fmla="*/ 103 w 184"/>
                <a:gd name="T75" fmla="*/ 225 h 310"/>
                <a:gd name="T76" fmla="*/ 105 w 184"/>
                <a:gd name="T77" fmla="*/ 219 h 310"/>
                <a:gd name="T78" fmla="*/ 110 w 184"/>
                <a:gd name="T79" fmla="*/ 209 h 310"/>
                <a:gd name="T80" fmla="*/ 120 w 184"/>
                <a:gd name="T81" fmla="*/ 215 h 310"/>
                <a:gd name="T82" fmla="*/ 148 w 184"/>
                <a:gd name="T83" fmla="*/ 247 h 310"/>
                <a:gd name="T84" fmla="*/ 155 w 184"/>
                <a:gd name="T85" fmla="*/ 205 h 310"/>
                <a:gd name="T86" fmla="*/ 130 w 184"/>
                <a:gd name="T87" fmla="*/ 187 h 310"/>
                <a:gd name="T88" fmla="*/ 120 w 184"/>
                <a:gd name="T89" fmla="*/ 184 h 310"/>
                <a:gd name="T90" fmla="*/ 123 w 184"/>
                <a:gd name="T91" fmla="*/ 174 h 310"/>
                <a:gd name="T92" fmla="*/ 135 w 184"/>
                <a:gd name="T93" fmla="*/ 116 h 310"/>
                <a:gd name="T94" fmla="*/ 129 w 184"/>
                <a:gd name="T95" fmla="*/ 79 h 310"/>
                <a:gd name="T96" fmla="*/ 92 w 184"/>
                <a:gd name="T97" fmla="*/ 21 h 310"/>
                <a:gd name="T98" fmla="*/ 55 w 184"/>
                <a:gd name="T99" fmla="*/ 79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84" h="310">
                  <a:moveTo>
                    <a:pt x="50" y="310"/>
                  </a:moveTo>
                  <a:cubicBezTo>
                    <a:pt x="32" y="282"/>
                    <a:pt x="32" y="282"/>
                    <a:pt x="32" y="282"/>
                  </a:cubicBezTo>
                  <a:cubicBezTo>
                    <a:pt x="28" y="276"/>
                    <a:pt x="0" y="230"/>
                    <a:pt x="10" y="199"/>
                  </a:cubicBezTo>
                  <a:cubicBezTo>
                    <a:pt x="14" y="187"/>
                    <a:pt x="24" y="178"/>
                    <a:pt x="39" y="171"/>
                  </a:cubicBezTo>
                  <a:cubicBezTo>
                    <a:pt x="33" y="151"/>
                    <a:pt x="30" y="132"/>
                    <a:pt x="30" y="116"/>
                  </a:cubicBezTo>
                  <a:cubicBezTo>
                    <a:pt x="30" y="102"/>
                    <a:pt x="32" y="87"/>
                    <a:pt x="36" y="73"/>
                  </a:cubicBezTo>
                  <a:cubicBezTo>
                    <a:pt x="36" y="72"/>
                    <a:pt x="36" y="72"/>
                    <a:pt x="36" y="72"/>
                  </a:cubicBezTo>
                  <a:cubicBezTo>
                    <a:pt x="50" y="35"/>
                    <a:pt x="77" y="0"/>
                    <a:pt x="92" y="0"/>
                  </a:cubicBezTo>
                  <a:cubicBezTo>
                    <a:pt x="107" y="0"/>
                    <a:pt x="134" y="35"/>
                    <a:pt x="148" y="72"/>
                  </a:cubicBezTo>
                  <a:cubicBezTo>
                    <a:pt x="148" y="73"/>
                    <a:pt x="148" y="73"/>
                    <a:pt x="148" y="73"/>
                  </a:cubicBezTo>
                  <a:cubicBezTo>
                    <a:pt x="152" y="87"/>
                    <a:pt x="155" y="102"/>
                    <a:pt x="155" y="116"/>
                  </a:cubicBezTo>
                  <a:cubicBezTo>
                    <a:pt x="155" y="132"/>
                    <a:pt x="152" y="151"/>
                    <a:pt x="145" y="171"/>
                  </a:cubicBezTo>
                  <a:cubicBezTo>
                    <a:pt x="160" y="178"/>
                    <a:pt x="170" y="187"/>
                    <a:pt x="174" y="199"/>
                  </a:cubicBezTo>
                  <a:cubicBezTo>
                    <a:pt x="184" y="230"/>
                    <a:pt x="156" y="276"/>
                    <a:pt x="153" y="282"/>
                  </a:cubicBezTo>
                  <a:cubicBezTo>
                    <a:pt x="134" y="310"/>
                    <a:pt x="134" y="310"/>
                    <a:pt x="134" y="310"/>
                  </a:cubicBezTo>
                  <a:cubicBezTo>
                    <a:pt x="134" y="276"/>
                    <a:pt x="134" y="276"/>
                    <a:pt x="134" y="276"/>
                  </a:cubicBezTo>
                  <a:cubicBezTo>
                    <a:pt x="134" y="262"/>
                    <a:pt x="128" y="248"/>
                    <a:pt x="118" y="239"/>
                  </a:cubicBezTo>
                  <a:cubicBezTo>
                    <a:pt x="118" y="239"/>
                    <a:pt x="118" y="239"/>
                    <a:pt x="118" y="240"/>
                  </a:cubicBezTo>
                  <a:cubicBezTo>
                    <a:pt x="115" y="246"/>
                    <a:pt x="115" y="246"/>
                    <a:pt x="115" y="246"/>
                  </a:cubicBezTo>
                  <a:cubicBezTo>
                    <a:pt x="108" y="245"/>
                    <a:pt x="108" y="245"/>
                    <a:pt x="108" y="245"/>
                  </a:cubicBezTo>
                  <a:cubicBezTo>
                    <a:pt x="98" y="245"/>
                    <a:pt x="87" y="245"/>
                    <a:pt x="76" y="245"/>
                  </a:cubicBezTo>
                  <a:cubicBezTo>
                    <a:pt x="69" y="246"/>
                    <a:pt x="69" y="246"/>
                    <a:pt x="69" y="246"/>
                  </a:cubicBezTo>
                  <a:cubicBezTo>
                    <a:pt x="66" y="240"/>
                    <a:pt x="66" y="240"/>
                    <a:pt x="66" y="240"/>
                  </a:cubicBezTo>
                  <a:cubicBezTo>
                    <a:pt x="66" y="239"/>
                    <a:pt x="66" y="239"/>
                    <a:pt x="66" y="239"/>
                  </a:cubicBezTo>
                  <a:cubicBezTo>
                    <a:pt x="56" y="249"/>
                    <a:pt x="50" y="262"/>
                    <a:pt x="50" y="276"/>
                  </a:cubicBezTo>
                  <a:lnTo>
                    <a:pt x="50" y="310"/>
                  </a:lnTo>
                  <a:close/>
                  <a:moveTo>
                    <a:pt x="55" y="79"/>
                  </a:moveTo>
                  <a:cubicBezTo>
                    <a:pt x="52" y="91"/>
                    <a:pt x="50" y="104"/>
                    <a:pt x="50" y="116"/>
                  </a:cubicBezTo>
                  <a:cubicBezTo>
                    <a:pt x="50" y="132"/>
                    <a:pt x="53" y="152"/>
                    <a:pt x="61" y="174"/>
                  </a:cubicBezTo>
                  <a:cubicBezTo>
                    <a:pt x="64" y="184"/>
                    <a:pt x="64" y="184"/>
                    <a:pt x="64" y="184"/>
                  </a:cubicBezTo>
                  <a:cubicBezTo>
                    <a:pt x="54" y="187"/>
                    <a:pt x="54" y="187"/>
                    <a:pt x="54" y="187"/>
                  </a:cubicBezTo>
                  <a:cubicBezTo>
                    <a:pt x="45" y="190"/>
                    <a:pt x="33" y="196"/>
                    <a:pt x="29" y="205"/>
                  </a:cubicBezTo>
                  <a:cubicBezTo>
                    <a:pt x="26" y="216"/>
                    <a:pt x="30" y="233"/>
                    <a:pt x="36" y="247"/>
                  </a:cubicBezTo>
                  <a:cubicBezTo>
                    <a:pt x="42" y="234"/>
                    <a:pt x="52" y="223"/>
                    <a:pt x="65" y="215"/>
                  </a:cubicBezTo>
                  <a:cubicBezTo>
                    <a:pt x="74" y="209"/>
                    <a:pt x="74" y="209"/>
                    <a:pt x="74" y="209"/>
                  </a:cubicBezTo>
                  <a:cubicBezTo>
                    <a:pt x="79" y="219"/>
                    <a:pt x="79" y="219"/>
                    <a:pt x="79" y="219"/>
                  </a:cubicBezTo>
                  <a:cubicBezTo>
                    <a:pt x="80" y="221"/>
                    <a:pt x="81" y="223"/>
                    <a:pt x="82" y="225"/>
                  </a:cubicBezTo>
                  <a:cubicBezTo>
                    <a:pt x="89" y="225"/>
                    <a:pt x="96" y="225"/>
                    <a:pt x="103" y="225"/>
                  </a:cubicBezTo>
                  <a:cubicBezTo>
                    <a:pt x="104" y="223"/>
                    <a:pt x="105" y="221"/>
                    <a:pt x="105" y="219"/>
                  </a:cubicBezTo>
                  <a:cubicBezTo>
                    <a:pt x="110" y="209"/>
                    <a:pt x="110" y="209"/>
                    <a:pt x="110" y="209"/>
                  </a:cubicBezTo>
                  <a:cubicBezTo>
                    <a:pt x="120" y="215"/>
                    <a:pt x="120" y="215"/>
                    <a:pt x="120" y="215"/>
                  </a:cubicBezTo>
                  <a:cubicBezTo>
                    <a:pt x="133" y="223"/>
                    <a:pt x="142" y="234"/>
                    <a:pt x="148" y="247"/>
                  </a:cubicBezTo>
                  <a:cubicBezTo>
                    <a:pt x="154" y="233"/>
                    <a:pt x="159" y="216"/>
                    <a:pt x="155" y="205"/>
                  </a:cubicBezTo>
                  <a:cubicBezTo>
                    <a:pt x="152" y="196"/>
                    <a:pt x="140" y="190"/>
                    <a:pt x="130" y="187"/>
                  </a:cubicBezTo>
                  <a:cubicBezTo>
                    <a:pt x="120" y="184"/>
                    <a:pt x="120" y="184"/>
                    <a:pt x="120" y="184"/>
                  </a:cubicBezTo>
                  <a:cubicBezTo>
                    <a:pt x="123" y="174"/>
                    <a:pt x="123" y="174"/>
                    <a:pt x="123" y="174"/>
                  </a:cubicBezTo>
                  <a:cubicBezTo>
                    <a:pt x="131" y="152"/>
                    <a:pt x="135" y="132"/>
                    <a:pt x="135" y="116"/>
                  </a:cubicBezTo>
                  <a:cubicBezTo>
                    <a:pt x="135" y="104"/>
                    <a:pt x="133" y="91"/>
                    <a:pt x="129" y="79"/>
                  </a:cubicBezTo>
                  <a:cubicBezTo>
                    <a:pt x="117" y="47"/>
                    <a:pt x="99" y="26"/>
                    <a:pt x="92" y="21"/>
                  </a:cubicBezTo>
                  <a:cubicBezTo>
                    <a:pt x="85" y="26"/>
                    <a:pt x="67" y="47"/>
                    <a:pt x="55" y="7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2" name="Freeform 31"/>
            <p:cNvSpPr>
              <a:spLocks noEditPoints="1"/>
            </p:cNvSpPr>
            <p:nvPr/>
          </p:nvSpPr>
          <p:spPr bwMode="auto">
            <a:xfrm>
              <a:off x="4960938" y="5127626"/>
              <a:ext cx="244475" cy="241300"/>
            </a:xfrm>
            <a:custGeom>
              <a:avLst/>
              <a:gdLst>
                <a:gd name="T0" fmla="*/ 32 w 64"/>
                <a:gd name="T1" fmla="*/ 64 h 64"/>
                <a:gd name="T2" fmla="*/ 0 w 64"/>
                <a:gd name="T3" fmla="*/ 32 h 64"/>
                <a:gd name="T4" fmla="*/ 32 w 64"/>
                <a:gd name="T5" fmla="*/ 0 h 64"/>
                <a:gd name="T6" fmla="*/ 64 w 64"/>
                <a:gd name="T7" fmla="*/ 32 h 64"/>
                <a:gd name="T8" fmla="*/ 32 w 64"/>
                <a:gd name="T9" fmla="*/ 64 h 64"/>
                <a:gd name="T10" fmla="*/ 32 w 64"/>
                <a:gd name="T11" fmla="*/ 12 h 64"/>
                <a:gd name="T12" fmla="*/ 12 w 64"/>
                <a:gd name="T13" fmla="*/ 32 h 64"/>
                <a:gd name="T14" fmla="*/ 32 w 64"/>
                <a:gd name="T15" fmla="*/ 52 h 64"/>
                <a:gd name="T16" fmla="*/ 52 w 64"/>
                <a:gd name="T17" fmla="*/ 32 h 64"/>
                <a:gd name="T18" fmla="*/ 32 w 64"/>
                <a:gd name="T19" fmla="*/ 12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4" h="64">
                  <a:moveTo>
                    <a:pt x="32" y="64"/>
                  </a:moveTo>
                  <a:cubicBezTo>
                    <a:pt x="14" y="64"/>
                    <a:pt x="0" y="50"/>
                    <a:pt x="0" y="32"/>
                  </a:cubicBezTo>
                  <a:cubicBezTo>
                    <a:pt x="0" y="14"/>
                    <a:pt x="14" y="0"/>
                    <a:pt x="32" y="0"/>
                  </a:cubicBezTo>
                  <a:cubicBezTo>
                    <a:pt x="50" y="0"/>
                    <a:pt x="64" y="14"/>
                    <a:pt x="64" y="32"/>
                  </a:cubicBezTo>
                  <a:cubicBezTo>
                    <a:pt x="64" y="50"/>
                    <a:pt x="50" y="64"/>
                    <a:pt x="32" y="64"/>
                  </a:cubicBezTo>
                  <a:close/>
                  <a:moveTo>
                    <a:pt x="32" y="12"/>
                  </a:moveTo>
                  <a:cubicBezTo>
                    <a:pt x="21" y="12"/>
                    <a:pt x="12" y="21"/>
                    <a:pt x="12" y="32"/>
                  </a:cubicBezTo>
                  <a:cubicBezTo>
                    <a:pt x="12" y="43"/>
                    <a:pt x="21" y="52"/>
                    <a:pt x="32" y="52"/>
                  </a:cubicBezTo>
                  <a:cubicBezTo>
                    <a:pt x="43" y="52"/>
                    <a:pt x="52" y="43"/>
                    <a:pt x="52" y="32"/>
                  </a:cubicBezTo>
                  <a:cubicBezTo>
                    <a:pt x="52" y="21"/>
                    <a:pt x="43" y="12"/>
                    <a:pt x="3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3" name="Freeform 32"/>
            <p:cNvSpPr>
              <a:spLocks noEditPoints="1"/>
            </p:cNvSpPr>
            <p:nvPr/>
          </p:nvSpPr>
          <p:spPr bwMode="auto">
            <a:xfrm>
              <a:off x="4973638" y="5649913"/>
              <a:ext cx="225425" cy="358775"/>
            </a:xfrm>
            <a:custGeom>
              <a:avLst/>
              <a:gdLst>
                <a:gd name="T0" fmla="*/ 29 w 59"/>
                <a:gd name="T1" fmla="*/ 95 h 95"/>
                <a:gd name="T2" fmla="*/ 24 w 59"/>
                <a:gd name="T3" fmla="*/ 85 h 95"/>
                <a:gd name="T4" fmla="*/ 0 w 59"/>
                <a:gd name="T5" fmla="*/ 26 h 95"/>
                <a:gd name="T6" fmla="*/ 29 w 59"/>
                <a:gd name="T7" fmla="*/ 0 h 95"/>
                <a:gd name="T8" fmla="*/ 59 w 59"/>
                <a:gd name="T9" fmla="*/ 26 h 95"/>
                <a:gd name="T10" fmla="*/ 34 w 59"/>
                <a:gd name="T11" fmla="*/ 85 h 95"/>
                <a:gd name="T12" fmla="*/ 29 w 59"/>
                <a:gd name="T13" fmla="*/ 95 h 95"/>
                <a:gd name="T14" fmla="*/ 29 w 59"/>
                <a:gd name="T15" fmla="*/ 12 h 95"/>
                <a:gd name="T16" fmla="*/ 12 w 59"/>
                <a:gd name="T17" fmla="*/ 26 h 95"/>
                <a:gd name="T18" fmla="*/ 29 w 59"/>
                <a:gd name="T19" fmla="*/ 69 h 95"/>
                <a:gd name="T20" fmla="*/ 47 w 59"/>
                <a:gd name="T21" fmla="*/ 26 h 95"/>
                <a:gd name="T22" fmla="*/ 29 w 59"/>
                <a:gd name="T23" fmla="*/ 12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9" h="95">
                  <a:moveTo>
                    <a:pt x="29" y="95"/>
                  </a:moveTo>
                  <a:cubicBezTo>
                    <a:pt x="24" y="85"/>
                    <a:pt x="24" y="85"/>
                    <a:pt x="24" y="85"/>
                  </a:cubicBezTo>
                  <a:cubicBezTo>
                    <a:pt x="20" y="77"/>
                    <a:pt x="0" y="38"/>
                    <a:pt x="0" y="26"/>
                  </a:cubicBezTo>
                  <a:cubicBezTo>
                    <a:pt x="0" y="12"/>
                    <a:pt x="13" y="0"/>
                    <a:pt x="29" y="0"/>
                  </a:cubicBezTo>
                  <a:cubicBezTo>
                    <a:pt x="45" y="0"/>
                    <a:pt x="59" y="12"/>
                    <a:pt x="59" y="26"/>
                  </a:cubicBezTo>
                  <a:cubicBezTo>
                    <a:pt x="59" y="38"/>
                    <a:pt x="39" y="77"/>
                    <a:pt x="34" y="85"/>
                  </a:cubicBezTo>
                  <a:lnTo>
                    <a:pt x="29" y="95"/>
                  </a:lnTo>
                  <a:close/>
                  <a:moveTo>
                    <a:pt x="29" y="12"/>
                  </a:moveTo>
                  <a:cubicBezTo>
                    <a:pt x="19" y="12"/>
                    <a:pt x="12" y="18"/>
                    <a:pt x="12" y="26"/>
                  </a:cubicBezTo>
                  <a:cubicBezTo>
                    <a:pt x="12" y="31"/>
                    <a:pt x="20" y="50"/>
                    <a:pt x="29" y="69"/>
                  </a:cubicBezTo>
                  <a:cubicBezTo>
                    <a:pt x="38" y="50"/>
                    <a:pt x="47" y="31"/>
                    <a:pt x="47" y="26"/>
                  </a:cubicBezTo>
                  <a:cubicBezTo>
                    <a:pt x="47" y="18"/>
                    <a:pt x="39" y="12"/>
                    <a:pt x="29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1.48148E-6 L 0.05065 -0.09699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26" y="-48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500"/>
                            </p:stCondLst>
                            <p:childTnLst>
                              <p:par>
                                <p:cTn id="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065 -0.09699 L 0.14258 -0.22315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96" y="-63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500"/>
                            </p:stCondLst>
                            <p:childTnLst>
                              <p:par>
                                <p:cTn id="5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30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600000">
                                      <p:cBhvr>
                                        <p:cTn id="7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258 -0.22315 L 0.25287 -0.32199 " pathEditMode="relative" rAng="0" ptsTypes="AA">
                                      <p:cBhvr>
                                        <p:cTn id="79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508" y="-495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500"/>
                            </p:stCondLst>
                            <p:childTnLst>
                              <p:par>
                                <p:cTn id="8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000"/>
                            </p:stCondLst>
                            <p:childTnLst>
                              <p:par>
                                <p:cTn id="8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250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3000"/>
                            </p:stCondLst>
                            <p:childTnLst>
                              <p:par>
                                <p:cTn id="9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5287 -0.32199 L 0.38256 -0.38611 " pathEditMode="relative" rAng="0" ptsTypes="AA">
                                      <p:cBhvr>
                                        <p:cTn id="106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484" y="-321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2000"/>
                            </p:stCondLst>
                            <p:childTnLst>
                              <p:par>
                                <p:cTn id="10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3500"/>
                            </p:stCondLst>
                            <p:childTnLst>
                              <p:par>
                                <p:cTn id="1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8256 -0.38611 L 0.50912 -0.4162 " pathEditMode="relative" rAng="0" ptsTypes="AA">
                                      <p:cBhvr>
                                        <p:cTn id="133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28" y="-15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2000"/>
                            </p:stCondLst>
                            <p:childTnLst>
                              <p:par>
                                <p:cTn id="1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0912 -0.4162 L 0.84154 -0.47083 " pathEditMode="relative" rAng="0" ptsTypes="AA">
                                      <p:cBhvr>
                                        <p:cTn id="153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615" y="-27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9" grpId="0" bldLvl="0" animBg="1"/>
      <p:bldP spid="32" grpId="0" bldLvl="0" animBg="1"/>
      <p:bldP spid="33" grpId="0" bldLvl="0" animBg="1"/>
      <p:bldP spid="38" grpId="0" bldLvl="0" animBg="1"/>
      <p:bldP spid="39" grpId="0" bldLvl="0" animBg="1"/>
      <p:bldP spid="40" grpId="0" bldLvl="0" animBg="1"/>
      <p:bldP spid="41" grpId="0" bldLvl="0" animBg="1"/>
      <p:bldP spid="43" grpId="0" bldLvl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roup 91"/>
          <p:cNvGrpSpPr/>
          <p:nvPr/>
        </p:nvGrpSpPr>
        <p:grpSpPr>
          <a:xfrm>
            <a:off x="5185411" y="1890684"/>
            <a:ext cx="1921573" cy="715546"/>
            <a:chOff x="8655050" y="1471613"/>
            <a:chExt cx="2508250" cy="934010"/>
          </a:xfrm>
        </p:grpSpPr>
        <p:sp>
          <p:nvSpPr>
            <p:cNvPr id="89" name="Freeform 15"/>
            <p:cNvSpPr/>
            <p:nvPr/>
          </p:nvSpPr>
          <p:spPr bwMode="auto">
            <a:xfrm>
              <a:off x="10499725" y="2037323"/>
              <a:ext cx="663575" cy="368300"/>
            </a:xfrm>
            <a:custGeom>
              <a:avLst/>
              <a:gdLst>
                <a:gd name="T0" fmla="*/ 116 w 176"/>
                <a:gd name="T1" fmla="*/ 72 h 97"/>
                <a:gd name="T2" fmla="*/ 82 w 176"/>
                <a:gd name="T3" fmla="*/ 59 h 97"/>
                <a:gd name="T4" fmla="*/ 39 w 176"/>
                <a:gd name="T5" fmla="*/ 84 h 97"/>
                <a:gd name="T6" fmla="*/ 0 w 176"/>
                <a:gd name="T7" fmla="*/ 66 h 97"/>
                <a:gd name="T8" fmla="*/ 47 w 176"/>
                <a:gd name="T9" fmla="*/ 97 h 97"/>
                <a:gd name="T10" fmla="*/ 90 w 176"/>
                <a:gd name="T11" fmla="*/ 72 h 97"/>
                <a:gd name="T12" fmla="*/ 124 w 176"/>
                <a:gd name="T13" fmla="*/ 85 h 97"/>
                <a:gd name="T14" fmla="*/ 176 w 176"/>
                <a:gd name="T15" fmla="*/ 33 h 97"/>
                <a:gd name="T16" fmla="*/ 164 w 176"/>
                <a:gd name="T17" fmla="*/ 0 h 97"/>
                <a:gd name="T18" fmla="*/ 168 w 176"/>
                <a:gd name="T19" fmla="*/ 20 h 97"/>
                <a:gd name="T20" fmla="*/ 116 w 176"/>
                <a:gd name="T21" fmla="*/ 72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6" h="97">
                  <a:moveTo>
                    <a:pt x="116" y="72"/>
                  </a:moveTo>
                  <a:cubicBezTo>
                    <a:pt x="103" y="72"/>
                    <a:pt x="91" y="67"/>
                    <a:pt x="82" y="59"/>
                  </a:cubicBezTo>
                  <a:cubicBezTo>
                    <a:pt x="73" y="74"/>
                    <a:pt x="57" y="84"/>
                    <a:pt x="39" y="84"/>
                  </a:cubicBezTo>
                  <a:cubicBezTo>
                    <a:pt x="23" y="84"/>
                    <a:pt x="9" y="77"/>
                    <a:pt x="0" y="66"/>
                  </a:cubicBezTo>
                  <a:cubicBezTo>
                    <a:pt x="8" y="84"/>
                    <a:pt x="26" y="97"/>
                    <a:pt x="47" y="97"/>
                  </a:cubicBezTo>
                  <a:cubicBezTo>
                    <a:pt x="65" y="97"/>
                    <a:pt x="81" y="87"/>
                    <a:pt x="90" y="72"/>
                  </a:cubicBezTo>
                  <a:cubicBezTo>
                    <a:pt x="99" y="80"/>
                    <a:pt x="111" y="85"/>
                    <a:pt x="124" y="85"/>
                  </a:cubicBezTo>
                  <a:cubicBezTo>
                    <a:pt x="153" y="85"/>
                    <a:pt x="176" y="62"/>
                    <a:pt x="176" y="33"/>
                  </a:cubicBezTo>
                  <a:cubicBezTo>
                    <a:pt x="176" y="21"/>
                    <a:pt x="172" y="9"/>
                    <a:pt x="164" y="0"/>
                  </a:cubicBezTo>
                  <a:cubicBezTo>
                    <a:pt x="167" y="6"/>
                    <a:pt x="168" y="13"/>
                    <a:pt x="168" y="20"/>
                  </a:cubicBezTo>
                  <a:cubicBezTo>
                    <a:pt x="168" y="49"/>
                    <a:pt x="145" y="72"/>
                    <a:pt x="116" y="72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90" name="Freeform 16"/>
            <p:cNvSpPr/>
            <p:nvPr/>
          </p:nvSpPr>
          <p:spPr bwMode="auto">
            <a:xfrm>
              <a:off x="8699500" y="2230998"/>
              <a:ext cx="1797050" cy="174625"/>
            </a:xfrm>
            <a:custGeom>
              <a:avLst/>
              <a:gdLst>
                <a:gd name="T0" fmla="*/ 469 w 477"/>
                <a:gd name="T1" fmla="*/ 0 h 46"/>
                <a:gd name="T2" fmla="*/ 410 w 477"/>
                <a:gd name="T3" fmla="*/ 30 h 46"/>
                <a:gd name="T4" fmla="*/ 354 w 477"/>
                <a:gd name="T5" fmla="*/ 4 h 46"/>
                <a:gd name="T6" fmla="*/ 299 w 477"/>
                <a:gd name="T7" fmla="*/ 30 h 46"/>
                <a:gd name="T8" fmla="*/ 245 w 477"/>
                <a:gd name="T9" fmla="*/ 7 h 46"/>
                <a:gd name="T10" fmla="*/ 192 w 477"/>
                <a:gd name="T11" fmla="*/ 30 h 46"/>
                <a:gd name="T12" fmla="*/ 147 w 477"/>
                <a:gd name="T13" fmla="*/ 15 h 46"/>
                <a:gd name="T14" fmla="*/ 108 w 477"/>
                <a:gd name="T15" fmla="*/ 33 h 46"/>
                <a:gd name="T16" fmla="*/ 68 w 477"/>
                <a:gd name="T17" fmla="*/ 13 h 46"/>
                <a:gd name="T18" fmla="*/ 40 w 477"/>
                <a:gd name="T19" fmla="*/ 21 h 46"/>
                <a:gd name="T20" fmla="*/ 0 w 477"/>
                <a:gd name="T21" fmla="*/ 2 h 46"/>
                <a:gd name="T22" fmla="*/ 48 w 477"/>
                <a:gd name="T23" fmla="*/ 34 h 46"/>
                <a:gd name="T24" fmla="*/ 76 w 477"/>
                <a:gd name="T25" fmla="*/ 26 h 46"/>
                <a:gd name="T26" fmla="*/ 116 w 477"/>
                <a:gd name="T27" fmla="*/ 46 h 46"/>
                <a:gd name="T28" fmla="*/ 155 w 477"/>
                <a:gd name="T29" fmla="*/ 28 h 46"/>
                <a:gd name="T30" fmla="*/ 200 w 477"/>
                <a:gd name="T31" fmla="*/ 43 h 46"/>
                <a:gd name="T32" fmla="*/ 254 w 477"/>
                <a:gd name="T33" fmla="*/ 20 h 46"/>
                <a:gd name="T34" fmla="*/ 307 w 477"/>
                <a:gd name="T35" fmla="*/ 43 h 46"/>
                <a:gd name="T36" fmla="*/ 362 w 477"/>
                <a:gd name="T37" fmla="*/ 18 h 46"/>
                <a:gd name="T38" fmla="*/ 418 w 477"/>
                <a:gd name="T39" fmla="*/ 43 h 46"/>
                <a:gd name="T40" fmla="*/ 477 w 477"/>
                <a:gd name="T41" fmla="*/ 14 h 46"/>
                <a:gd name="T42" fmla="*/ 469 w 477"/>
                <a:gd name="T43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77" h="46">
                  <a:moveTo>
                    <a:pt x="469" y="0"/>
                  </a:moveTo>
                  <a:cubicBezTo>
                    <a:pt x="456" y="18"/>
                    <a:pt x="434" y="30"/>
                    <a:pt x="410" y="30"/>
                  </a:cubicBezTo>
                  <a:cubicBezTo>
                    <a:pt x="388" y="30"/>
                    <a:pt x="368" y="20"/>
                    <a:pt x="354" y="4"/>
                  </a:cubicBezTo>
                  <a:cubicBezTo>
                    <a:pt x="341" y="20"/>
                    <a:pt x="321" y="30"/>
                    <a:pt x="299" y="30"/>
                  </a:cubicBezTo>
                  <a:cubicBezTo>
                    <a:pt x="278" y="30"/>
                    <a:pt x="259" y="21"/>
                    <a:pt x="245" y="7"/>
                  </a:cubicBezTo>
                  <a:cubicBezTo>
                    <a:pt x="232" y="21"/>
                    <a:pt x="213" y="30"/>
                    <a:pt x="192" y="30"/>
                  </a:cubicBezTo>
                  <a:cubicBezTo>
                    <a:pt x="175" y="30"/>
                    <a:pt x="160" y="24"/>
                    <a:pt x="147" y="15"/>
                  </a:cubicBezTo>
                  <a:cubicBezTo>
                    <a:pt x="138" y="26"/>
                    <a:pt x="124" y="33"/>
                    <a:pt x="108" y="33"/>
                  </a:cubicBezTo>
                  <a:cubicBezTo>
                    <a:pt x="92" y="33"/>
                    <a:pt x="77" y="25"/>
                    <a:pt x="68" y="13"/>
                  </a:cubicBezTo>
                  <a:cubicBezTo>
                    <a:pt x="60" y="18"/>
                    <a:pt x="50" y="21"/>
                    <a:pt x="40" y="21"/>
                  </a:cubicBezTo>
                  <a:cubicBezTo>
                    <a:pt x="24" y="21"/>
                    <a:pt x="9" y="14"/>
                    <a:pt x="0" y="2"/>
                  </a:cubicBezTo>
                  <a:cubicBezTo>
                    <a:pt x="8" y="21"/>
                    <a:pt x="26" y="34"/>
                    <a:pt x="48" y="34"/>
                  </a:cubicBezTo>
                  <a:cubicBezTo>
                    <a:pt x="58" y="34"/>
                    <a:pt x="68" y="31"/>
                    <a:pt x="76" y="26"/>
                  </a:cubicBezTo>
                  <a:cubicBezTo>
                    <a:pt x="85" y="38"/>
                    <a:pt x="100" y="46"/>
                    <a:pt x="116" y="46"/>
                  </a:cubicBezTo>
                  <a:cubicBezTo>
                    <a:pt x="132" y="46"/>
                    <a:pt x="146" y="39"/>
                    <a:pt x="155" y="28"/>
                  </a:cubicBezTo>
                  <a:cubicBezTo>
                    <a:pt x="168" y="38"/>
                    <a:pt x="183" y="43"/>
                    <a:pt x="200" y="43"/>
                  </a:cubicBezTo>
                  <a:cubicBezTo>
                    <a:pt x="221" y="43"/>
                    <a:pt x="240" y="34"/>
                    <a:pt x="254" y="20"/>
                  </a:cubicBezTo>
                  <a:cubicBezTo>
                    <a:pt x="267" y="34"/>
                    <a:pt x="286" y="43"/>
                    <a:pt x="307" y="43"/>
                  </a:cubicBezTo>
                  <a:cubicBezTo>
                    <a:pt x="329" y="43"/>
                    <a:pt x="349" y="33"/>
                    <a:pt x="362" y="18"/>
                  </a:cubicBezTo>
                  <a:cubicBezTo>
                    <a:pt x="376" y="33"/>
                    <a:pt x="396" y="43"/>
                    <a:pt x="418" y="43"/>
                  </a:cubicBezTo>
                  <a:cubicBezTo>
                    <a:pt x="442" y="43"/>
                    <a:pt x="464" y="32"/>
                    <a:pt x="477" y="14"/>
                  </a:cubicBezTo>
                  <a:cubicBezTo>
                    <a:pt x="474" y="9"/>
                    <a:pt x="471" y="5"/>
                    <a:pt x="469" y="0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91" name="Freeform 17"/>
            <p:cNvSpPr/>
            <p:nvPr/>
          </p:nvSpPr>
          <p:spPr bwMode="auto">
            <a:xfrm>
              <a:off x="8655050" y="1471613"/>
              <a:ext cx="2478088" cy="893763"/>
            </a:xfrm>
            <a:custGeom>
              <a:avLst/>
              <a:gdLst>
                <a:gd name="T0" fmla="*/ 52 w 658"/>
                <a:gd name="T1" fmla="*/ 223 h 235"/>
                <a:gd name="T2" fmla="*/ 80 w 658"/>
                <a:gd name="T3" fmla="*/ 215 h 235"/>
                <a:gd name="T4" fmla="*/ 120 w 658"/>
                <a:gd name="T5" fmla="*/ 235 h 235"/>
                <a:gd name="T6" fmla="*/ 159 w 658"/>
                <a:gd name="T7" fmla="*/ 217 h 235"/>
                <a:gd name="T8" fmla="*/ 204 w 658"/>
                <a:gd name="T9" fmla="*/ 232 h 235"/>
                <a:gd name="T10" fmla="*/ 257 w 658"/>
                <a:gd name="T11" fmla="*/ 209 h 235"/>
                <a:gd name="T12" fmla="*/ 311 w 658"/>
                <a:gd name="T13" fmla="*/ 232 h 235"/>
                <a:gd name="T14" fmla="*/ 366 w 658"/>
                <a:gd name="T15" fmla="*/ 206 h 235"/>
                <a:gd name="T16" fmla="*/ 422 w 658"/>
                <a:gd name="T17" fmla="*/ 232 h 235"/>
                <a:gd name="T18" fmla="*/ 481 w 658"/>
                <a:gd name="T19" fmla="*/ 202 h 235"/>
                <a:gd name="T20" fmla="*/ 489 w 658"/>
                <a:gd name="T21" fmla="*/ 216 h 235"/>
                <a:gd name="T22" fmla="*/ 490 w 658"/>
                <a:gd name="T23" fmla="*/ 217 h 235"/>
                <a:gd name="T24" fmla="*/ 529 w 658"/>
                <a:gd name="T25" fmla="*/ 235 h 235"/>
                <a:gd name="T26" fmla="*/ 572 w 658"/>
                <a:gd name="T27" fmla="*/ 210 h 235"/>
                <a:gd name="T28" fmla="*/ 606 w 658"/>
                <a:gd name="T29" fmla="*/ 223 h 235"/>
                <a:gd name="T30" fmla="*/ 658 w 658"/>
                <a:gd name="T31" fmla="*/ 171 h 235"/>
                <a:gd name="T32" fmla="*/ 654 w 658"/>
                <a:gd name="T33" fmla="*/ 151 h 235"/>
                <a:gd name="T34" fmla="*/ 606 w 658"/>
                <a:gd name="T35" fmla="*/ 119 h 235"/>
                <a:gd name="T36" fmla="*/ 594 w 658"/>
                <a:gd name="T37" fmla="*/ 121 h 235"/>
                <a:gd name="T38" fmla="*/ 535 w 658"/>
                <a:gd name="T39" fmla="*/ 83 h 235"/>
                <a:gd name="T40" fmla="*/ 497 w 658"/>
                <a:gd name="T41" fmla="*/ 95 h 235"/>
                <a:gd name="T42" fmla="*/ 496 w 658"/>
                <a:gd name="T43" fmla="*/ 95 h 235"/>
                <a:gd name="T44" fmla="*/ 494 w 658"/>
                <a:gd name="T45" fmla="*/ 91 h 235"/>
                <a:gd name="T46" fmla="*/ 419 w 658"/>
                <a:gd name="T47" fmla="*/ 43 h 235"/>
                <a:gd name="T48" fmla="*/ 381 w 658"/>
                <a:gd name="T49" fmla="*/ 52 h 235"/>
                <a:gd name="T50" fmla="*/ 379 w 658"/>
                <a:gd name="T51" fmla="*/ 53 h 235"/>
                <a:gd name="T52" fmla="*/ 375 w 658"/>
                <a:gd name="T53" fmla="*/ 42 h 235"/>
                <a:gd name="T54" fmla="*/ 311 w 658"/>
                <a:gd name="T55" fmla="*/ 0 h 235"/>
                <a:gd name="T56" fmla="*/ 244 w 658"/>
                <a:gd name="T57" fmla="*/ 48 h 235"/>
                <a:gd name="T58" fmla="*/ 216 w 658"/>
                <a:gd name="T59" fmla="*/ 43 h 235"/>
                <a:gd name="T60" fmla="*/ 142 w 658"/>
                <a:gd name="T61" fmla="*/ 88 h 235"/>
                <a:gd name="T62" fmla="*/ 117 w 658"/>
                <a:gd name="T63" fmla="*/ 83 h 235"/>
                <a:gd name="T64" fmla="*/ 58 w 658"/>
                <a:gd name="T65" fmla="*/ 120 h 235"/>
                <a:gd name="T66" fmla="*/ 52 w 658"/>
                <a:gd name="T67" fmla="*/ 119 h 235"/>
                <a:gd name="T68" fmla="*/ 0 w 658"/>
                <a:gd name="T69" fmla="*/ 171 h 235"/>
                <a:gd name="T70" fmla="*/ 12 w 658"/>
                <a:gd name="T71" fmla="*/ 204 h 235"/>
                <a:gd name="T72" fmla="*/ 52 w 658"/>
                <a:gd name="T73" fmla="*/ 223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58" h="235">
                  <a:moveTo>
                    <a:pt x="52" y="223"/>
                  </a:moveTo>
                  <a:cubicBezTo>
                    <a:pt x="62" y="223"/>
                    <a:pt x="72" y="220"/>
                    <a:pt x="80" y="215"/>
                  </a:cubicBezTo>
                  <a:cubicBezTo>
                    <a:pt x="89" y="227"/>
                    <a:pt x="104" y="235"/>
                    <a:pt x="120" y="235"/>
                  </a:cubicBezTo>
                  <a:cubicBezTo>
                    <a:pt x="136" y="235"/>
                    <a:pt x="150" y="228"/>
                    <a:pt x="159" y="217"/>
                  </a:cubicBezTo>
                  <a:cubicBezTo>
                    <a:pt x="172" y="226"/>
                    <a:pt x="187" y="232"/>
                    <a:pt x="204" y="232"/>
                  </a:cubicBezTo>
                  <a:cubicBezTo>
                    <a:pt x="225" y="232"/>
                    <a:pt x="244" y="223"/>
                    <a:pt x="257" y="209"/>
                  </a:cubicBezTo>
                  <a:cubicBezTo>
                    <a:pt x="271" y="223"/>
                    <a:pt x="290" y="232"/>
                    <a:pt x="311" y="232"/>
                  </a:cubicBezTo>
                  <a:cubicBezTo>
                    <a:pt x="333" y="232"/>
                    <a:pt x="353" y="222"/>
                    <a:pt x="366" y="206"/>
                  </a:cubicBezTo>
                  <a:cubicBezTo>
                    <a:pt x="380" y="222"/>
                    <a:pt x="400" y="232"/>
                    <a:pt x="422" y="232"/>
                  </a:cubicBezTo>
                  <a:cubicBezTo>
                    <a:pt x="446" y="232"/>
                    <a:pt x="468" y="220"/>
                    <a:pt x="481" y="202"/>
                  </a:cubicBezTo>
                  <a:cubicBezTo>
                    <a:pt x="483" y="207"/>
                    <a:pt x="486" y="211"/>
                    <a:pt x="489" y="216"/>
                  </a:cubicBezTo>
                  <a:cubicBezTo>
                    <a:pt x="489" y="216"/>
                    <a:pt x="490" y="217"/>
                    <a:pt x="490" y="217"/>
                  </a:cubicBezTo>
                  <a:cubicBezTo>
                    <a:pt x="499" y="228"/>
                    <a:pt x="513" y="235"/>
                    <a:pt x="529" y="235"/>
                  </a:cubicBezTo>
                  <a:cubicBezTo>
                    <a:pt x="547" y="235"/>
                    <a:pt x="563" y="225"/>
                    <a:pt x="572" y="210"/>
                  </a:cubicBezTo>
                  <a:cubicBezTo>
                    <a:pt x="581" y="218"/>
                    <a:pt x="593" y="223"/>
                    <a:pt x="606" y="223"/>
                  </a:cubicBezTo>
                  <a:cubicBezTo>
                    <a:pt x="635" y="223"/>
                    <a:pt x="658" y="200"/>
                    <a:pt x="658" y="171"/>
                  </a:cubicBezTo>
                  <a:cubicBezTo>
                    <a:pt x="658" y="164"/>
                    <a:pt x="657" y="157"/>
                    <a:pt x="654" y="151"/>
                  </a:cubicBezTo>
                  <a:cubicBezTo>
                    <a:pt x="646" y="133"/>
                    <a:pt x="628" y="119"/>
                    <a:pt x="606" y="119"/>
                  </a:cubicBezTo>
                  <a:cubicBezTo>
                    <a:pt x="602" y="119"/>
                    <a:pt x="598" y="120"/>
                    <a:pt x="594" y="121"/>
                  </a:cubicBezTo>
                  <a:cubicBezTo>
                    <a:pt x="584" y="98"/>
                    <a:pt x="561" y="83"/>
                    <a:pt x="535" y="83"/>
                  </a:cubicBezTo>
                  <a:cubicBezTo>
                    <a:pt x="521" y="83"/>
                    <a:pt x="508" y="87"/>
                    <a:pt x="497" y="95"/>
                  </a:cubicBezTo>
                  <a:cubicBezTo>
                    <a:pt x="497" y="95"/>
                    <a:pt x="497" y="95"/>
                    <a:pt x="496" y="95"/>
                  </a:cubicBezTo>
                  <a:cubicBezTo>
                    <a:pt x="496" y="94"/>
                    <a:pt x="495" y="92"/>
                    <a:pt x="494" y="91"/>
                  </a:cubicBezTo>
                  <a:cubicBezTo>
                    <a:pt x="481" y="63"/>
                    <a:pt x="452" y="43"/>
                    <a:pt x="419" y="43"/>
                  </a:cubicBezTo>
                  <a:cubicBezTo>
                    <a:pt x="405" y="43"/>
                    <a:pt x="393" y="46"/>
                    <a:pt x="381" y="52"/>
                  </a:cubicBezTo>
                  <a:cubicBezTo>
                    <a:pt x="380" y="53"/>
                    <a:pt x="380" y="53"/>
                    <a:pt x="379" y="53"/>
                  </a:cubicBezTo>
                  <a:cubicBezTo>
                    <a:pt x="378" y="49"/>
                    <a:pt x="376" y="45"/>
                    <a:pt x="375" y="42"/>
                  </a:cubicBezTo>
                  <a:cubicBezTo>
                    <a:pt x="364" y="17"/>
                    <a:pt x="339" y="0"/>
                    <a:pt x="311" y="0"/>
                  </a:cubicBezTo>
                  <a:cubicBezTo>
                    <a:pt x="280" y="0"/>
                    <a:pt x="254" y="20"/>
                    <a:pt x="244" y="48"/>
                  </a:cubicBezTo>
                  <a:cubicBezTo>
                    <a:pt x="236" y="45"/>
                    <a:pt x="226" y="43"/>
                    <a:pt x="216" y="43"/>
                  </a:cubicBezTo>
                  <a:cubicBezTo>
                    <a:pt x="184" y="43"/>
                    <a:pt x="156" y="61"/>
                    <a:pt x="142" y="88"/>
                  </a:cubicBezTo>
                  <a:cubicBezTo>
                    <a:pt x="135" y="84"/>
                    <a:pt x="126" y="83"/>
                    <a:pt x="117" y="83"/>
                  </a:cubicBezTo>
                  <a:cubicBezTo>
                    <a:pt x="91" y="83"/>
                    <a:pt x="69" y="98"/>
                    <a:pt x="58" y="120"/>
                  </a:cubicBezTo>
                  <a:cubicBezTo>
                    <a:pt x="56" y="119"/>
                    <a:pt x="54" y="119"/>
                    <a:pt x="52" y="119"/>
                  </a:cubicBezTo>
                  <a:cubicBezTo>
                    <a:pt x="23" y="119"/>
                    <a:pt x="0" y="142"/>
                    <a:pt x="0" y="171"/>
                  </a:cubicBezTo>
                  <a:cubicBezTo>
                    <a:pt x="0" y="184"/>
                    <a:pt x="5" y="195"/>
                    <a:pt x="12" y="204"/>
                  </a:cubicBezTo>
                  <a:cubicBezTo>
                    <a:pt x="21" y="216"/>
                    <a:pt x="36" y="223"/>
                    <a:pt x="52" y="22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45761" y="623789"/>
            <a:ext cx="10515600" cy="911682"/>
          </a:xfrm>
        </p:spPr>
        <p:txBody>
          <a:bodyPr/>
          <a:lstStyle/>
          <a:p>
            <a:r>
              <a:rPr lang="id-ID" dirty="0"/>
              <a:t>Tree Diagram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845761" y="1341975"/>
            <a:ext cx="10515600" cy="366712"/>
          </a:xfrm>
        </p:spPr>
        <p:txBody>
          <a:bodyPr>
            <a:normAutofit fontScale="77500" lnSpcReduction="20000"/>
          </a:bodyPr>
          <a:lstStyle/>
          <a:p>
            <a:r>
              <a:rPr lang="id-ID" dirty="0"/>
              <a:t>Our Workflow</a:t>
            </a:r>
            <a:endParaRPr lang="id-ID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6096000" y="2657930"/>
            <a:ext cx="0" cy="576000"/>
          </a:xfrm>
          <a:prstGeom prst="line">
            <a:avLst/>
          </a:prstGeom>
          <a:ln w="19050">
            <a:solidFill>
              <a:schemeClr val="tx2"/>
            </a:solidFill>
            <a:prstDash val="sysDash"/>
            <a:headEnd type="oval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2969419" y="3019880"/>
            <a:ext cx="6253162" cy="0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2964381" y="3019880"/>
            <a:ext cx="0" cy="216000"/>
          </a:xfrm>
          <a:prstGeom prst="line">
            <a:avLst/>
          </a:prstGeom>
          <a:ln w="19050">
            <a:solidFill>
              <a:schemeClr val="tx2"/>
            </a:solidFill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9222581" y="3019880"/>
            <a:ext cx="0" cy="216000"/>
          </a:xfrm>
          <a:prstGeom prst="line">
            <a:avLst/>
          </a:prstGeom>
          <a:ln w="19050">
            <a:solidFill>
              <a:schemeClr val="tx2"/>
            </a:solidFill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2964381" y="4132065"/>
            <a:ext cx="0" cy="288000"/>
          </a:xfrm>
          <a:prstGeom prst="line">
            <a:avLst/>
          </a:prstGeom>
          <a:ln w="19050">
            <a:solidFill>
              <a:schemeClr val="tx2"/>
            </a:solidFill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9222581" y="4132065"/>
            <a:ext cx="0" cy="288000"/>
          </a:xfrm>
          <a:prstGeom prst="line">
            <a:avLst/>
          </a:prstGeom>
          <a:ln w="19050">
            <a:solidFill>
              <a:schemeClr val="tx2"/>
            </a:solidFill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6110288" y="4132065"/>
            <a:ext cx="0" cy="288000"/>
          </a:xfrm>
          <a:prstGeom prst="line">
            <a:avLst/>
          </a:prstGeom>
          <a:ln w="19050">
            <a:solidFill>
              <a:schemeClr val="tx2"/>
            </a:solidFill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126651" y="4519931"/>
            <a:ext cx="16754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What kind of play?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90382" y="4412210"/>
            <a:ext cx="14398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So money-hard,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play-hard, or ?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475423" y="4519930"/>
            <a:ext cx="14943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Creative money?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cxnSp>
        <p:nvCxnSpPr>
          <p:cNvPr id="29" name="Straight Connector 28"/>
          <p:cNvCxnSpPr/>
          <p:nvPr/>
        </p:nvCxnSpPr>
        <p:spPr>
          <a:xfrm>
            <a:off x="2964381" y="4872674"/>
            <a:ext cx="0" cy="140217"/>
          </a:xfrm>
          <a:prstGeom prst="line">
            <a:avLst/>
          </a:prstGeom>
          <a:ln w="19050">
            <a:solidFill>
              <a:schemeClr val="tx2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2274844" y="5012891"/>
            <a:ext cx="1379074" cy="0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2274844" y="5012891"/>
            <a:ext cx="0" cy="285141"/>
          </a:xfrm>
          <a:prstGeom prst="line">
            <a:avLst/>
          </a:prstGeom>
          <a:ln w="19050">
            <a:solidFill>
              <a:schemeClr val="tx2"/>
            </a:solidFill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3651401" y="5012891"/>
            <a:ext cx="0" cy="285141"/>
          </a:xfrm>
          <a:prstGeom prst="line">
            <a:avLst/>
          </a:prstGeom>
          <a:ln w="19050">
            <a:solidFill>
              <a:schemeClr val="tx2"/>
            </a:solidFill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6110288" y="4872674"/>
            <a:ext cx="0" cy="140217"/>
          </a:xfrm>
          <a:prstGeom prst="line">
            <a:avLst/>
          </a:prstGeom>
          <a:ln w="19050">
            <a:solidFill>
              <a:schemeClr val="tx2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5420751" y="5012891"/>
            <a:ext cx="1379074" cy="0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5420751" y="5012891"/>
            <a:ext cx="0" cy="285141"/>
          </a:xfrm>
          <a:prstGeom prst="line">
            <a:avLst/>
          </a:prstGeom>
          <a:ln w="19050">
            <a:solidFill>
              <a:schemeClr val="tx2"/>
            </a:solidFill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6797308" y="5012891"/>
            <a:ext cx="0" cy="285141"/>
          </a:xfrm>
          <a:prstGeom prst="line">
            <a:avLst/>
          </a:prstGeom>
          <a:ln w="19050">
            <a:solidFill>
              <a:schemeClr val="tx2"/>
            </a:solidFill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9222581" y="4872674"/>
            <a:ext cx="0" cy="140217"/>
          </a:xfrm>
          <a:prstGeom prst="line">
            <a:avLst/>
          </a:prstGeom>
          <a:ln w="19050">
            <a:solidFill>
              <a:schemeClr val="tx2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8533044" y="5012891"/>
            <a:ext cx="1379074" cy="0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8533044" y="5012891"/>
            <a:ext cx="0" cy="285141"/>
          </a:xfrm>
          <a:prstGeom prst="line">
            <a:avLst/>
          </a:prstGeom>
          <a:ln w="19050">
            <a:solidFill>
              <a:schemeClr val="tx2"/>
            </a:solidFill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9909601" y="5012891"/>
            <a:ext cx="0" cy="285141"/>
          </a:xfrm>
          <a:prstGeom prst="line">
            <a:avLst/>
          </a:prstGeom>
          <a:ln w="19050">
            <a:solidFill>
              <a:schemeClr val="tx2"/>
            </a:solidFill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/>
          <p:cNvGrpSpPr/>
          <p:nvPr/>
        </p:nvGrpSpPr>
        <p:grpSpPr>
          <a:xfrm>
            <a:off x="1712129" y="5395379"/>
            <a:ext cx="1172550" cy="610471"/>
            <a:chOff x="1712129" y="5395379"/>
            <a:chExt cx="1172550" cy="610471"/>
          </a:xfrm>
        </p:grpSpPr>
        <p:grpSp>
          <p:nvGrpSpPr>
            <p:cNvPr id="105" name="Group 104"/>
            <p:cNvGrpSpPr/>
            <p:nvPr/>
          </p:nvGrpSpPr>
          <p:grpSpPr>
            <a:xfrm>
              <a:off x="1712129" y="5395379"/>
              <a:ext cx="1172550" cy="610471"/>
              <a:chOff x="9629775" y="2220912"/>
              <a:chExt cx="1500188" cy="781051"/>
            </a:xfrm>
          </p:grpSpPr>
          <p:sp>
            <p:nvSpPr>
              <p:cNvPr id="102" name="Freeform 21"/>
              <p:cNvSpPr/>
              <p:nvPr/>
            </p:nvSpPr>
            <p:spPr bwMode="auto">
              <a:xfrm>
                <a:off x="10128250" y="2792413"/>
                <a:ext cx="7938" cy="7938"/>
              </a:xfrm>
              <a:custGeom>
                <a:avLst/>
                <a:gdLst>
                  <a:gd name="T0" fmla="*/ 1 w 2"/>
                  <a:gd name="T1" fmla="*/ 0 h 2"/>
                  <a:gd name="T2" fmla="*/ 0 w 2"/>
                  <a:gd name="T3" fmla="*/ 2 h 2"/>
                  <a:gd name="T4" fmla="*/ 2 w 2"/>
                  <a:gd name="T5" fmla="*/ 0 h 2"/>
                  <a:gd name="T6" fmla="*/ 1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1" y="0"/>
                    </a:moveTo>
                    <a:cubicBezTo>
                      <a:pt x="1" y="0"/>
                      <a:pt x="0" y="1"/>
                      <a:pt x="0" y="2"/>
                    </a:cubicBezTo>
                    <a:cubicBezTo>
                      <a:pt x="0" y="1"/>
                      <a:pt x="1" y="1"/>
                      <a:pt x="2" y="0"/>
                    </a:cubicBezTo>
                    <a:cubicBezTo>
                      <a:pt x="2" y="0"/>
                      <a:pt x="2" y="0"/>
                      <a:pt x="1" y="0"/>
                    </a:cubicBezTo>
                    <a:close/>
                  </a:path>
                </a:pathLst>
              </a:custGeom>
              <a:solidFill>
                <a:srgbClr val="4743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103" name="Freeform 22"/>
              <p:cNvSpPr>
                <a:spLocks noEditPoints="1"/>
              </p:cNvSpPr>
              <p:nvPr/>
            </p:nvSpPr>
            <p:spPr bwMode="auto">
              <a:xfrm>
                <a:off x="9629775" y="2282825"/>
                <a:ext cx="1500188" cy="719138"/>
              </a:xfrm>
              <a:custGeom>
                <a:avLst/>
                <a:gdLst>
                  <a:gd name="T0" fmla="*/ 388 w 397"/>
                  <a:gd name="T1" fmla="*/ 189 h 189"/>
                  <a:gd name="T2" fmla="*/ 397 w 397"/>
                  <a:gd name="T3" fmla="*/ 156 h 189"/>
                  <a:gd name="T4" fmla="*/ 331 w 397"/>
                  <a:gd name="T5" fmla="*/ 91 h 189"/>
                  <a:gd name="T6" fmla="*/ 318 w 397"/>
                  <a:gd name="T7" fmla="*/ 92 h 189"/>
                  <a:gd name="T8" fmla="*/ 267 w 397"/>
                  <a:gd name="T9" fmla="*/ 52 h 189"/>
                  <a:gd name="T10" fmla="*/ 260 w 397"/>
                  <a:gd name="T11" fmla="*/ 53 h 189"/>
                  <a:gd name="T12" fmla="*/ 187 w 397"/>
                  <a:gd name="T13" fmla="*/ 0 h 189"/>
                  <a:gd name="T14" fmla="*/ 112 w 397"/>
                  <a:gd name="T15" fmla="*/ 57 h 189"/>
                  <a:gd name="T16" fmla="*/ 91 w 397"/>
                  <a:gd name="T17" fmla="*/ 52 h 189"/>
                  <a:gd name="T18" fmla="*/ 39 w 397"/>
                  <a:gd name="T19" fmla="*/ 104 h 189"/>
                  <a:gd name="T20" fmla="*/ 39 w 397"/>
                  <a:gd name="T21" fmla="*/ 106 h 189"/>
                  <a:gd name="T22" fmla="*/ 0 w 397"/>
                  <a:gd name="T23" fmla="*/ 161 h 189"/>
                  <a:gd name="T24" fmla="*/ 7 w 397"/>
                  <a:gd name="T25" fmla="*/ 189 h 189"/>
                  <a:gd name="T26" fmla="*/ 388 w 397"/>
                  <a:gd name="T27" fmla="*/ 189 h 189"/>
                  <a:gd name="T28" fmla="*/ 133 w 397"/>
                  <a:gd name="T29" fmla="*/ 134 h 189"/>
                  <a:gd name="T30" fmla="*/ 134 w 397"/>
                  <a:gd name="T31" fmla="*/ 134 h 189"/>
                  <a:gd name="T32" fmla="*/ 132 w 397"/>
                  <a:gd name="T33" fmla="*/ 136 h 189"/>
                  <a:gd name="T34" fmla="*/ 133 w 397"/>
                  <a:gd name="T35" fmla="*/ 134 h 189"/>
                  <a:gd name="T36" fmla="*/ 117 w 397"/>
                  <a:gd name="T37" fmla="*/ 149 h 189"/>
                  <a:gd name="T38" fmla="*/ 115 w 397"/>
                  <a:gd name="T39" fmla="*/ 152 h 189"/>
                  <a:gd name="T40" fmla="*/ 114 w 397"/>
                  <a:gd name="T41" fmla="*/ 150 h 189"/>
                  <a:gd name="T42" fmla="*/ 117 w 397"/>
                  <a:gd name="T43" fmla="*/ 149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97" h="189">
                    <a:moveTo>
                      <a:pt x="388" y="189"/>
                    </a:moveTo>
                    <a:cubicBezTo>
                      <a:pt x="394" y="179"/>
                      <a:pt x="397" y="168"/>
                      <a:pt x="397" y="156"/>
                    </a:cubicBezTo>
                    <a:cubicBezTo>
                      <a:pt x="397" y="120"/>
                      <a:pt x="368" y="91"/>
                      <a:pt x="331" y="91"/>
                    </a:cubicBezTo>
                    <a:cubicBezTo>
                      <a:pt x="327" y="91"/>
                      <a:pt x="322" y="91"/>
                      <a:pt x="318" y="92"/>
                    </a:cubicBezTo>
                    <a:cubicBezTo>
                      <a:pt x="312" y="69"/>
                      <a:pt x="292" y="52"/>
                      <a:pt x="267" y="52"/>
                    </a:cubicBezTo>
                    <a:cubicBezTo>
                      <a:pt x="265" y="52"/>
                      <a:pt x="263" y="53"/>
                      <a:pt x="260" y="53"/>
                    </a:cubicBezTo>
                    <a:cubicBezTo>
                      <a:pt x="250" y="22"/>
                      <a:pt x="221" y="0"/>
                      <a:pt x="187" y="0"/>
                    </a:cubicBezTo>
                    <a:cubicBezTo>
                      <a:pt x="151" y="0"/>
                      <a:pt x="121" y="24"/>
                      <a:pt x="112" y="57"/>
                    </a:cubicBezTo>
                    <a:cubicBezTo>
                      <a:pt x="105" y="54"/>
                      <a:pt x="98" y="52"/>
                      <a:pt x="91" y="52"/>
                    </a:cubicBezTo>
                    <a:cubicBezTo>
                      <a:pt x="62" y="52"/>
                      <a:pt x="39" y="76"/>
                      <a:pt x="39" y="104"/>
                    </a:cubicBezTo>
                    <a:cubicBezTo>
                      <a:pt x="39" y="105"/>
                      <a:pt x="39" y="105"/>
                      <a:pt x="39" y="106"/>
                    </a:cubicBezTo>
                    <a:cubicBezTo>
                      <a:pt x="16" y="114"/>
                      <a:pt x="0" y="135"/>
                      <a:pt x="0" y="161"/>
                    </a:cubicBezTo>
                    <a:cubicBezTo>
                      <a:pt x="0" y="171"/>
                      <a:pt x="2" y="180"/>
                      <a:pt x="7" y="189"/>
                    </a:cubicBezTo>
                    <a:lnTo>
                      <a:pt x="388" y="189"/>
                    </a:lnTo>
                    <a:close/>
                    <a:moveTo>
                      <a:pt x="133" y="134"/>
                    </a:moveTo>
                    <a:cubicBezTo>
                      <a:pt x="134" y="134"/>
                      <a:pt x="134" y="134"/>
                      <a:pt x="134" y="134"/>
                    </a:cubicBezTo>
                    <a:cubicBezTo>
                      <a:pt x="133" y="135"/>
                      <a:pt x="132" y="135"/>
                      <a:pt x="132" y="136"/>
                    </a:cubicBezTo>
                    <a:cubicBezTo>
                      <a:pt x="132" y="135"/>
                      <a:pt x="133" y="134"/>
                      <a:pt x="133" y="134"/>
                    </a:cubicBezTo>
                    <a:close/>
                    <a:moveTo>
                      <a:pt x="117" y="149"/>
                    </a:moveTo>
                    <a:cubicBezTo>
                      <a:pt x="116" y="150"/>
                      <a:pt x="115" y="151"/>
                      <a:pt x="115" y="152"/>
                    </a:cubicBezTo>
                    <a:cubicBezTo>
                      <a:pt x="115" y="151"/>
                      <a:pt x="114" y="151"/>
                      <a:pt x="114" y="150"/>
                    </a:cubicBezTo>
                    <a:cubicBezTo>
                      <a:pt x="115" y="150"/>
                      <a:pt x="116" y="149"/>
                      <a:pt x="117" y="149"/>
                    </a:cubicBez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104" name="Freeform 23"/>
              <p:cNvSpPr>
                <a:spLocks noEditPoints="1"/>
              </p:cNvSpPr>
              <p:nvPr/>
            </p:nvSpPr>
            <p:spPr bwMode="auto">
              <a:xfrm>
                <a:off x="9629775" y="2220912"/>
                <a:ext cx="1500188" cy="720725"/>
              </a:xfrm>
              <a:custGeom>
                <a:avLst/>
                <a:gdLst>
                  <a:gd name="T0" fmla="*/ 388 w 397"/>
                  <a:gd name="T1" fmla="*/ 189 h 189"/>
                  <a:gd name="T2" fmla="*/ 397 w 397"/>
                  <a:gd name="T3" fmla="*/ 156 h 189"/>
                  <a:gd name="T4" fmla="*/ 331 w 397"/>
                  <a:gd name="T5" fmla="*/ 91 h 189"/>
                  <a:gd name="T6" fmla="*/ 318 w 397"/>
                  <a:gd name="T7" fmla="*/ 92 h 189"/>
                  <a:gd name="T8" fmla="*/ 267 w 397"/>
                  <a:gd name="T9" fmla="*/ 52 h 189"/>
                  <a:gd name="T10" fmla="*/ 260 w 397"/>
                  <a:gd name="T11" fmla="*/ 53 h 189"/>
                  <a:gd name="T12" fmla="*/ 187 w 397"/>
                  <a:gd name="T13" fmla="*/ 0 h 189"/>
                  <a:gd name="T14" fmla="*/ 112 w 397"/>
                  <a:gd name="T15" fmla="*/ 57 h 189"/>
                  <a:gd name="T16" fmla="*/ 91 w 397"/>
                  <a:gd name="T17" fmla="*/ 52 h 189"/>
                  <a:gd name="T18" fmla="*/ 39 w 397"/>
                  <a:gd name="T19" fmla="*/ 104 h 189"/>
                  <a:gd name="T20" fmla="*/ 39 w 397"/>
                  <a:gd name="T21" fmla="*/ 106 h 189"/>
                  <a:gd name="T22" fmla="*/ 0 w 397"/>
                  <a:gd name="T23" fmla="*/ 161 h 189"/>
                  <a:gd name="T24" fmla="*/ 7 w 397"/>
                  <a:gd name="T25" fmla="*/ 189 h 189"/>
                  <a:gd name="T26" fmla="*/ 388 w 397"/>
                  <a:gd name="T27" fmla="*/ 189 h 189"/>
                  <a:gd name="T28" fmla="*/ 133 w 397"/>
                  <a:gd name="T29" fmla="*/ 134 h 189"/>
                  <a:gd name="T30" fmla="*/ 134 w 397"/>
                  <a:gd name="T31" fmla="*/ 134 h 189"/>
                  <a:gd name="T32" fmla="*/ 132 w 397"/>
                  <a:gd name="T33" fmla="*/ 136 h 189"/>
                  <a:gd name="T34" fmla="*/ 133 w 397"/>
                  <a:gd name="T35" fmla="*/ 134 h 189"/>
                  <a:gd name="T36" fmla="*/ 117 w 397"/>
                  <a:gd name="T37" fmla="*/ 149 h 189"/>
                  <a:gd name="T38" fmla="*/ 115 w 397"/>
                  <a:gd name="T39" fmla="*/ 152 h 189"/>
                  <a:gd name="T40" fmla="*/ 114 w 397"/>
                  <a:gd name="T41" fmla="*/ 150 h 189"/>
                  <a:gd name="T42" fmla="*/ 117 w 397"/>
                  <a:gd name="T43" fmla="*/ 149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97" h="189">
                    <a:moveTo>
                      <a:pt x="388" y="189"/>
                    </a:moveTo>
                    <a:cubicBezTo>
                      <a:pt x="394" y="179"/>
                      <a:pt x="397" y="168"/>
                      <a:pt x="397" y="156"/>
                    </a:cubicBezTo>
                    <a:cubicBezTo>
                      <a:pt x="397" y="120"/>
                      <a:pt x="368" y="91"/>
                      <a:pt x="331" y="91"/>
                    </a:cubicBezTo>
                    <a:cubicBezTo>
                      <a:pt x="327" y="91"/>
                      <a:pt x="322" y="91"/>
                      <a:pt x="318" y="92"/>
                    </a:cubicBezTo>
                    <a:cubicBezTo>
                      <a:pt x="312" y="69"/>
                      <a:pt x="292" y="52"/>
                      <a:pt x="267" y="52"/>
                    </a:cubicBezTo>
                    <a:cubicBezTo>
                      <a:pt x="265" y="52"/>
                      <a:pt x="263" y="53"/>
                      <a:pt x="260" y="53"/>
                    </a:cubicBezTo>
                    <a:cubicBezTo>
                      <a:pt x="250" y="22"/>
                      <a:pt x="221" y="0"/>
                      <a:pt x="187" y="0"/>
                    </a:cubicBezTo>
                    <a:cubicBezTo>
                      <a:pt x="151" y="0"/>
                      <a:pt x="121" y="24"/>
                      <a:pt x="112" y="57"/>
                    </a:cubicBezTo>
                    <a:cubicBezTo>
                      <a:pt x="105" y="54"/>
                      <a:pt x="98" y="52"/>
                      <a:pt x="91" y="52"/>
                    </a:cubicBezTo>
                    <a:cubicBezTo>
                      <a:pt x="62" y="52"/>
                      <a:pt x="39" y="76"/>
                      <a:pt x="39" y="104"/>
                    </a:cubicBezTo>
                    <a:cubicBezTo>
                      <a:pt x="39" y="105"/>
                      <a:pt x="39" y="105"/>
                      <a:pt x="39" y="106"/>
                    </a:cubicBezTo>
                    <a:cubicBezTo>
                      <a:pt x="16" y="114"/>
                      <a:pt x="0" y="135"/>
                      <a:pt x="0" y="161"/>
                    </a:cubicBezTo>
                    <a:cubicBezTo>
                      <a:pt x="0" y="171"/>
                      <a:pt x="2" y="180"/>
                      <a:pt x="7" y="189"/>
                    </a:cubicBezTo>
                    <a:lnTo>
                      <a:pt x="388" y="189"/>
                    </a:lnTo>
                    <a:close/>
                    <a:moveTo>
                      <a:pt x="133" y="134"/>
                    </a:moveTo>
                    <a:cubicBezTo>
                      <a:pt x="134" y="134"/>
                      <a:pt x="134" y="134"/>
                      <a:pt x="134" y="134"/>
                    </a:cubicBezTo>
                    <a:cubicBezTo>
                      <a:pt x="133" y="135"/>
                      <a:pt x="132" y="135"/>
                      <a:pt x="132" y="136"/>
                    </a:cubicBezTo>
                    <a:cubicBezTo>
                      <a:pt x="132" y="135"/>
                      <a:pt x="133" y="134"/>
                      <a:pt x="133" y="134"/>
                    </a:cubicBezTo>
                    <a:close/>
                    <a:moveTo>
                      <a:pt x="117" y="149"/>
                    </a:moveTo>
                    <a:cubicBezTo>
                      <a:pt x="116" y="150"/>
                      <a:pt x="115" y="151"/>
                      <a:pt x="115" y="152"/>
                    </a:cubicBezTo>
                    <a:cubicBezTo>
                      <a:pt x="115" y="151"/>
                      <a:pt x="114" y="151"/>
                      <a:pt x="114" y="150"/>
                    </a:cubicBezTo>
                    <a:cubicBezTo>
                      <a:pt x="115" y="150"/>
                      <a:pt x="116" y="149"/>
                      <a:pt x="117" y="14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</p:grpSp>
        <p:sp>
          <p:nvSpPr>
            <p:cNvPr id="43" name="TextBox 42"/>
            <p:cNvSpPr txBox="1"/>
            <p:nvPr/>
          </p:nvSpPr>
          <p:spPr>
            <a:xfrm>
              <a:off x="1791380" y="5642800"/>
              <a:ext cx="9669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id-ID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2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rPr>
                <a:t>FACEBOOK</a:t>
              </a:r>
              <a:endPara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3088596" y="5395379"/>
            <a:ext cx="1172550" cy="610471"/>
            <a:chOff x="3088596" y="5395379"/>
            <a:chExt cx="1172550" cy="610471"/>
          </a:xfrm>
        </p:grpSpPr>
        <p:grpSp>
          <p:nvGrpSpPr>
            <p:cNvPr id="106" name="Group 105"/>
            <p:cNvGrpSpPr/>
            <p:nvPr/>
          </p:nvGrpSpPr>
          <p:grpSpPr>
            <a:xfrm flipH="1">
              <a:off x="3088596" y="5395379"/>
              <a:ext cx="1172550" cy="610471"/>
              <a:chOff x="9629775" y="2220912"/>
              <a:chExt cx="1500188" cy="781051"/>
            </a:xfrm>
          </p:grpSpPr>
          <p:sp>
            <p:nvSpPr>
              <p:cNvPr id="107" name="Freeform 21"/>
              <p:cNvSpPr/>
              <p:nvPr/>
            </p:nvSpPr>
            <p:spPr bwMode="auto">
              <a:xfrm>
                <a:off x="10128250" y="2792413"/>
                <a:ext cx="7938" cy="7938"/>
              </a:xfrm>
              <a:custGeom>
                <a:avLst/>
                <a:gdLst>
                  <a:gd name="T0" fmla="*/ 1 w 2"/>
                  <a:gd name="T1" fmla="*/ 0 h 2"/>
                  <a:gd name="T2" fmla="*/ 0 w 2"/>
                  <a:gd name="T3" fmla="*/ 2 h 2"/>
                  <a:gd name="T4" fmla="*/ 2 w 2"/>
                  <a:gd name="T5" fmla="*/ 0 h 2"/>
                  <a:gd name="T6" fmla="*/ 1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1" y="0"/>
                    </a:moveTo>
                    <a:cubicBezTo>
                      <a:pt x="1" y="0"/>
                      <a:pt x="0" y="1"/>
                      <a:pt x="0" y="2"/>
                    </a:cubicBezTo>
                    <a:cubicBezTo>
                      <a:pt x="0" y="1"/>
                      <a:pt x="1" y="1"/>
                      <a:pt x="2" y="0"/>
                    </a:cubicBezTo>
                    <a:cubicBezTo>
                      <a:pt x="2" y="0"/>
                      <a:pt x="2" y="0"/>
                      <a:pt x="1" y="0"/>
                    </a:cubicBezTo>
                    <a:close/>
                  </a:path>
                </a:pathLst>
              </a:custGeom>
              <a:solidFill>
                <a:srgbClr val="4743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108" name="Freeform 22"/>
              <p:cNvSpPr>
                <a:spLocks noEditPoints="1"/>
              </p:cNvSpPr>
              <p:nvPr/>
            </p:nvSpPr>
            <p:spPr bwMode="auto">
              <a:xfrm>
                <a:off x="9629775" y="2282825"/>
                <a:ext cx="1500188" cy="719138"/>
              </a:xfrm>
              <a:custGeom>
                <a:avLst/>
                <a:gdLst>
                  <a:gd name="T0" fmla="*/ 388 w 397"/>
                  <a:gd name="T1" fmla="*/ 189 h 189"/>
                  <a:gd name="T2" fmla="*/ 397 w 397"/>
                  <a:gd name="T3" fmla="*/ 156 h 189"/>
                  <a:gd name="T4" fmla="*/ 331 w 397"/>
                  <a:gd name="T5" fmla="*/ 91 h 189"/>
                  <a:gd name="T6" fmla="*/ 318 w 397"/>
                  <a:gd name="T7" fmla="*/ 92 h 189"/>
                  <a:gd name="T8" fmla="*/ 267 w 397"/>
                  <a:gd name="T9" fmla="*/ 52 h 189"/>
                  <a:gd name="T10" fmla="*/ 260 w 397"/>
                  <a:gd name="T11" fmla="*/ 53 h 189"/>
                  <a:gd name="T12" fmla="*/ 187 w 397"/>
                  <a:gd name="T13" fmla="*/ 0 h 189"/>
                  <a:gd name="T14" fmla="*/ 112 w 397"/>
                  <a:gd name="T15" fmla="*/ 57 h 189"/>
                  <a:gd name="T16" fmla="*/ 91 w 397"/>
                  <a:gd name="T17" fmla="*/ 52 h 189"/>
                  <a:gd name="T18" fmla="*/ 39 w 397"/>
                  <a:gd name="T19" fmla="*/ 104 h 189"/>
                  <a:gd name="T20" fmla="*/ 39 w 397"/>
                  <a:gd name="T21" fmla="*/ 106 h 189"/>
                  <a:gd name="T22" fmla="*/ 0 w 397"/>
                  <a:gd name="T23" fmla="*/ 161 h 189"/>
                  <a:gd name="T24" fmla="*/ 7 w 397"/>
                  <a:gd name="T25" fmla="*/ 189 h 189"/>
                  <a:gd name="T26" fmla="*/ 388 w 397"/>
                  <a:gd name="T27" fmla="*/ 189 h 189"/>
                  <a:gd name="T28" fmla="*/ 133 w 397"/>
                  <a:gd name="T29" fmla="*/ 134 h 189"/>
                  <a:gd name="T30" fmla="*/ 134 w 397"/>
                  <a:gd name="T31" fmla="*/ 134 h 189"/>
                  <a:gd name="T32" fmla="*/ 132 w 397"/>
                  <a:gd name="T33" fmla="*/ 136 h 189"/>
                  <a:gd name="T34" fmla="*/ 133 w 397"/>
                  <a:gd name="T35" fmla="*/ 134 h 189"/>
                  <a:gd name="T36" fmla="*/ 117 w 397"/>
                  <a:gd name="T37" fmla="*/ 149 h 189"/>
                  <a:gd name="T38" fmla="*/ 115 w 397"/>
                  <a:gd name="T39" fmla="*/ 152 h 189"/>
                  <a:gd name="T40" fmla="*/ 114 w 397"/>
                  <a:gd name="T41" fmla="*/ 150 h 189"/>
                  <a:gd name="T42" fmla="*/ 117 w 397"/>
                  <a:gd name="T43" fmla="*/ 149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97" h="189">
                    <a:moveTo>
                      <a:pt x="388" y="189"/>
                    </a:moveTo>
                    <a:cubicBezTo>
                      <a:pt x="394" y="179"/>
                      <a:pt x="397" y="168"/>
                      <a:pt x="397" y="156"/>
                    </a:cubicBezTo>
                    <a:cubicBezTo>
                      <a:pt x="397" y="120"/>
                      <a:pt x="368" y="91"/>
                      <a:pt x="331" y="91"/>
                    </a:cubicBezTo>
                    <a:cubicBezTo>
                      <a:pt x="327" y="91"/>
                      <a:pt x="322" y="91"/>
                      <a:pt x="318" y="92"/>
                    </a:cubicBezTo>
                    <a:cubicBezTo>
                      <a:pt x="312" y="69"/>
                      <a:pt x="292" y="52"/>
                      <a:pt x="267" y="52"/>
                    </a:cubicBezTo>
                    <a:cubicBezTo>
                      <a:pt x="265" y="52"/>
                      <a:pt x="263" y="53"/>
                      <a:pt x="260" y="53"/>
                    </a:cubicBezTo>
                    <a:cubicBezTo>
                      <a:pt x="250" y="22"/>
                      <a:pt x="221" y="0"/>
                      <a:pt x="187" y="0"/>
                    </a:cubicBezTo>
                    <a:cubicBezTo>
                      <a:pt x="151" y="0"/>
                      <a:pt x="121" y="24"/>
                      <a:pt x="112" y="57"/>
                    </a:cubicBezTo>
                    <a:cubicBezTo>
                      <a:pt x="105" y="54"/>
                      <a:pt x="98" y="52"/>
                      <a:pt x="91" y="52"/>
                    </a:cubicBezTo>
                    <a:cubicBezTo>
                      <a:pt x="62" y="52"/>
                      <a:pt x="39" y="76"/>
                      <a:pt x="39" y="104"/>
                    </a:cubicBezTo>
                    <a:cubicBezTo>
                      <a:pt x="39" y="105"/>
                      <a:pt x="39" y="105"/>
                      <a:pt x="39" y="106"/>
                    </a:cubicBezTo>
                    <a:cubicBezTo>
                      <a:pt x="16" y="114"/>
                      <a:pt x="0" y="135"/>
                      <a:pt x="0" y="161"/>
                    </a:cubicBezTo>
                    <a:cubicBezTo>
                      <a:pt x="0" y="171"/>
                      <a:pt x="2" y="180"/>
                      <a:pt x="7" y="189"/>
                    </a:cubicBezTo>
                    <a:lnTo>
                      <a:pt x="388" y="189"/>
                    </a:lnTo>
                    <a:close/>
                    <a:moveTo>
                      <a:pt x="133" y="134"/>
                    </a:moveTo>
                    <a:cubicBezTo>
                      <a:pt x="134" y="134"/>
                      <a:pt x="134" y="134"/>
                      <a:pt x="134" y="134"/>
                    </a:cubicBezTo>
                    <a:cubicBezTo>
                      <a:pt x="133" y="135"/>
                      <a:pt x="132" y="135"/>
                      <a:pt x="132" y="136"/>
                    </a:cubicBezTo>
                    <a:cubicBezTo>
                      <a:pt x="132" y="135"/>
                      <a:pt x="133" y="134"/>
                      <a:pt x="133" y="134"/>
                    </a:cubicBezTo>
                    <a:close/>
                    <a:moveTo>
                      <a:pt x="117" y="149"/>
                    </a:moveTo>
                    <a:cubicBezTo>
                      <a:pt x="116" y="150"/>
                      <a:pt x="115" y="151"/>
                      <a:pt x="115" y="152"/>
                    </a:cubicBezTo>
                    <a:cubicBezTo>
                      <a:pt x="115" y="151"/>
                      <a:pt x="114" y="151"/>
                      <a:pt x="114" y="150"/>
                    </a:cubicBezTo>
                    <a:cubicBezTo>
                      <a:pt x="115" y="150"/>
                      <a:pt x="116" y="149"/>
                      <a:pt x="117" y="149"/>
                    </a:cubicBez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109" name="Freeform 23"/>
              <p:cNvSpPr>
                <a:spLocks noEditPoints="1"/>
              </p:cNvSpPr>
              <p:nvPr/>
            </p:nvSpPr>
            <p:spPr bwMode="auto">
              <a:xfrm>
                <a:off x="9629775" y="2220912"/>
                <a:ext cx="1500188" cy="720725"/>
              </a:xfrm>
              <a:custGeom>
                <a:avLst/>
                <a:gdLst>
                  <a:gd name="T0" fmla="*/ 388 w 397"/>
                  <a:gd name="T1" fmla="*/ 189 h 189"/>
                  <a:gd name="T2" fmla="*/ 397 w 397"/>
                  <a:gd name="T3" fmla="*/ 156 h 189"/>
                  <a:gd name="T4" fmla="*/ 331 w 397"/>
                  <a:gd name="T5" fmla="*/ 91 h 189"/>
                  <a:gd name="T6" fmla="*/ 318 w 397"/>
                  <a:gd name="T7" fmla="*/ 92 h 189"/>
                  <a:gd name="T8" fmla="*/ 267 w 397"/>
                  <a:gd name="T9" fmla="*/ 52 h 189"/>
                  <a:gd name="T10" fmla="*/ 260 w 397"/>
                  <a:gd name="T11" fmla="*/ 53 h 189"/>
                  <a:gd name="T12" fmla="*/ 187 w 397"/>
                  <a:gd name="T13" fmla="*/ 0 h 189"/>
                  <a:gd name="T14" fmla="*/ 112 w 397"/>
                  <a:gd name="T15" fmla="*/ 57 h 189"/>
                  <a:gd name="T16" fmla="*/ 91 w 397"/>
                  <a:gd name="T17" fmla="*/ 52 h 189"/>
                  <a:gd name="T18" fmla="*/ 39 w 397"/>
                  <a:gd name="T19" fmla="*/ 104 h 189"/>
                  <a:gd name="T20" fmla="*/ 39 w 397"/>
                  <a:gd name="T21" fmla="*/ 106 h 189"/>
                  <a:gd name="T22" fmla="*/ 0 w 397"/>
                  <a:gd name="T23" fmla="*/ 161 h 189"/>
                  <a:gd name="T24" fmla="*/ 7 w 397"/>
                  <a:gd name="T25" fmla="*/ 189 h 189"/>
                  <a:gd name="T26" fmla="*/ 388 w 397"/>
                  <a:gd name="T27" fmla="*/ 189 h 189"/>
                  <a:gd name="T28" fmla="*/ 133 w 397"/>
                  <a:gd name="T29" fmla="*/ 134 h 189"/>
                  <a:gd name="T30" fmla="*/ 134 w 397"/>
                  <a:gd name="T31" fmla="*/ 134 h 189"/>
                  <a:gd name="T32" fmla="*/ 132 w 397"/>
                  <a:gd name="T33" fmla="*/ 136 h 189"/>
                  <a:gd name="T34" fmla="*/ 133 w 397"/>
                  <a:gd name="T35" fmla="*/ 134 h 189"/>
                  <a:gd name="T36" fmla="*/ 117 w 397"/>
                  <a:gd name="T37" fmla="*/ 149 h 189"/>
                  <a:gd name="T38" fmla="*/ 115 w 397"/>
                  <a:gd name="T39" fmla="*/ 152 h 189"/>
                  <a:gd name="T40" fmla="*/ 114 w 397"/>
                  <a:gd name="T41" fmla="*/ 150 h 189"/>
                  <a:gd name="T42" fmla="*/ 117 w 397"/>
                  <a:gd name="T43" fmla="*/ 149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97" h="189">
                    <a:moveTo>
                      <a:pt x="388" y="189"/>
                    </a:moveTo>
                    <a:cubicBezTo>
                      <a:pt x="394" y="179"/>
                      <a:pt x="397" y="168"/>
                      <a:pt x="397" y="156"/>
                    </a:cubicBezTo>
                    <a:cubicBezTo>
                      <a:pt x="397" y="120"/>
                      <a:pt x="368" y="91"/>
                      <a:pt x="331" y="91"/>
                    </a:cubicBezTo>
                    <a:cubicBezTo>
                      <a:pt x="327" y="91"/>
                      <a:pt x="322" y="91"/>
                      <a:pt x="318" y="92"/>
                    </a:cubicBezTo>
                    <a:cubicBezTo>
                      <a:pt x="312" y="69"/>
                      <a:pt x="292" y="52"/>
                      <a:pt x="267" y="52"/>
                    </a:cubicBezTo>
                    <a:cubicBezTo>
                      <a:pt x="265" y="52"/>
                      <a:pt x="263" y="53"/>
                      <a:pt x="260" y="53"/>
                    </a:cubicBezTo>
                    <a:cubicBezTo>
                      <a:pt x="250" y="22"/>
                      <a:pt x="221" y="0"/>
                      <a:pt x="187" y="0"/>
                    </a:cubicBezTo>
                    <a:cubicBezTo>
                      <a:pt x="151" y="0"/>
                      <a:pt x="121" y="24"/>
                      <a:pt x="112" y="57"/>
                    </a:cubicBezTo>
                    <a:cubicBezTo>
                      <a:pt x="105" y="54"/>
                      <a:pt x="98" y="52"/>
                      <a:pt x="91" y="52"/>
                    </a:cubicBezTo>
                    <a:cubicBezTo>
                      <a:pt x="62" y="52"/>
                      <a:pt x="39" y="76"/>
                      <a:pt x="39" y="104"/>
                    </a:cubicBezTo>
                    <a:cubicBezTo>
                      <a:pt x="39" y="105"/>
                      <a:pt x="39" y="105"/>
                      <a:pt x="39" y="106"/>
                    </a:cubicBezTo>
                    <a:cubicBezTo>
                      <a:pt x="16" y="114"/>
                      <a:pt x="0" y="135"/>
                      <a:pt x="0" y="161"/>
                    </a:cubicBezTo>
                    <a:cubicBezTo>
                      <a:pt x="0" y="171"/>
                      <a:pt x="2" y="180"/>
                      <a:pt x="7" y="189"/>
                    </a:cubicBezTo>
                    <a:lnTo>
                      <a:pt x="388" y="189"/>
                    </a:lnTo>
                    <a:close/>
                    <a:moveTo>
                      <a:pt x="133" y="134"/>
                    </a:moveTo>
                    <a:cubicBezTo>
                      <a:pt x="134" y="134"/>
                      <a:pt x="134" y="134"/>
                      <a:pt x="134" y="134"/>
                    </a:cubicBezTo>
                    <a:cubicBezTo>
                      <a:pt x="133" y="135"/>
                      <a:pt x="132" y="135"/>
                      <a:pt x="132" y="136"/>
                    </a:cubicBezTo>
                    <a:cubicBezTo>
                      <a:pt x="132" y="135"/>
                      <a:pt x="133" y="134"/>
                      <a:pt x="133" y="134"/>
                    </a:cubicBezTo>
                    <a:close/>
                    <a:moveTo>
                      <a:pt x="117" y="149"/>
                    </a:moveTo>
                    <a:cubicBezTo>
                      <a:pt x="116" y="150"/>
                      <a:pt x="115" y="151"/>
                      <a:pt x="115" y="152"/>
                    </a:cubicBezTo>
                    <a:cubicBezTo>
                      <a:pt x="115" y="151"/>
                      <a:pt x="114" y="151"/>
                      <a:pt x="114" y="150"/>
                    </a:cubicBezTo>
                    <a:cubicBezTo>
                      <a:pt x="115" y="150"/>
                      <a:pt x="116" y="149"/>
                      <a:pt x="117" y="14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</p:grpSp>
        <p:sp>
          <p:nvSpPr>
            <p:cNvPr id="48" name="TextBox 47"/>
            <p:cNvSpPr txBox="1"/>
            <p:nvPr/>
          </p:nvSpPr>
          <p:spPr>
            <a:xfrm>
              <a:off x="3265437" y="5642800"/>
              <a:ext cx="7505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id-ID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2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rPr>
                <a:t>GAMING</a:t>
              </a:r>
              <a:endPara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4806155" y="5395379"/>
            <a:ext cx="1172550" cy="610471"/>
            <a:chOff x="4806155" y="5395379"/>
            <a:chExt cx="1172550" cy="610471"/>
          </a:xfrm>
        </p:grpSpPr>
        <p:grpSp>
          <p:nvGrpSpPr>
            <p:cNvPr id="114" name="Group 113"/>
            <p:cNvGrpSpPr/>
            <p:nvPr/>
          </p:nvGrpSpPr>
          <p:grpSpPr>
            <a:xfrm flipH="1">
              <a:off x="4806155" y="5395379"/>
              <a:ext cx="1172550" cy="610471"/>
              <a:chOff x="9629775" y="2220912"/>
              <a:chExt cx="1500188" cy="781051"/>
            </a:xfrm>
          </p:grpSpPr>
          <p:sp>
            <p:nvSpPr>
              <p:cNvPr id="115" name="Freeform 21"/>
              <p:cNvSpPr/>
              <p:nvPr/>
            </p:nvSpPr>
            <p:spPr bwMode="auto">
              <a:xfrm>
                <a:off x="10128250" y="2792413"/>
                <a:ext cx="7938" cy="7938"/>
              </a:xfrm>
              <a:custGeom>
                <a:avLst/>
                <a:gdLst>
                  <a:gd name="T0" fmla="*/ 1 w 2"/>
                  <a:gd name="T1" fmla="*/ 0 h 2"/>
                  <a:gd name="T2" fmla="*/ 0 w 2"/>
                  <a:gd name="T3" fmla="*/ 2 h 2"/>
                  <a:gd name="T4" fmla="*/ 2 w 2"/>
                  <a:gd name="T5" fmla="*/ 0 h 2"/>
                  <a:gd name="T6" fmla="*/ 1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1" y="0"/>
                    </a:moveTo>
                    <a:cubicBezTo>
                      <a:pt x="1" y="0"/>
                      <a:pt x="0" y="1"/>
                      <a:pt x="0" y="2"/>
                    </a:cubicBezTo>
                    <a:cubicBezTo>
                      <a:pt x="0" y="1"/>
                      <a:pt x="1" y="1"/>
                      <a:pt x="2" y="0"/>
                    </a:cubicBezTo>
                    <a:cubicBezTo>
                      <a:pt x="2" y="0"/>
                      <a:pt x="2" y="0"/>
                      <a:pt x="1" y="0"/>
                    </a:cubicBezTo>
                    <a:close/>
                  </a:path>
                </a:pathLst>
              </a:custGeom>
              <a:solidFill>
                <a:srgbClr val="4743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116" name="Freeform 22"/>
              <p:cNvSpPr>
                <a:spLocks noEditPoints="1"/>
              </p:cNvSpPr>
              <p:nvPr/>
            </p:nvSpPr>
            <p:spPr bwMode="auto">
              <a:xfrm>
                <a:off x="9629775" y="2282825"/>
                <a:ext cx="1500188" cy="719138"/>
              </a:xfrm>
              <a:custGeom>
                <a:avLst/>
                <a:gdLst>
                  <a:gd name="T0" fmla="*/ 388 w 397"/>
                  <a:gd name="T1" fmla="*/ 189 h 189"/>
                  <a:gd name="T2" fmla="*/ 397 w 397"/>
                  <a:gd name="T3" fmla="*/ 156 h 189"/>
                  <a:gd name="T4" fmla="*/ 331 w 397"/>
                  <a:gd name="T5" fmla="*/ 91 h 189"/>
                  <a:gd name="T6" fmla="*/ 318 w 397"/>
                  <a:gd name="T7" fmla="*/ 92 h 189"/>
                  <a:gd name="T8" fmla="*/ 267 w 397"/>
                  <a:gd name="T9" fmla="*/ 52 h 189"/>
                  <a:gd name="T10" fmla="*/ 260 w 397"/>
                  <a:gd name="T11" fmla="*/ 53 h 189"/>
                  <a:gd name="T12" fmla="*/ 187 w 397"/>
                  <a:gd name="T13" fmla="*/ 0 h 189"/>
                  <a:gd name="T14" fmla="*/ 112 w 397"/>
                  <a:gd name="T15" fmla="*/ 57 h 189"/>
                  <a:gd name="T16" fmla="*/ 91 w 397"/>
                  <a:gd name="T17" fmla="*/ 52 h 189"/>
                  <a:gd name="T18" fmla="*/ 39 w 397"/>
                  <a:gd name="T19" fmla="*/ 104 h 189"/>
                  <a:gd name="T20" fmla="*/ 39 w 397"/>
                  <a:gd name="T21" fmla="*/ 106 h 189"/>
                  <a:gd name="T22" fmla="*/ 0 w 397"/>
                  <a:gd name="T23" fmla="*/ 161 h 189"/>
                  <a:gd name="T24" fmla="*/ 7 w 397"/>
                  <a:gd name="T25" fmla="*/ 189 h 189"/>
                  <a:gd name="T26" fmla="*/ 388 w 397"/>
                  <a:gd name="T27" fmla="*/ 189 h 189"/>
                  <a:gd name="T28" fmla="*/ 133 w 397"/>
                  <a:gd name="T29" fmla="*/ 134 h 189"/>
                  <a:gd name="T30" fmla="*/ 134 w 397"/>
                  <a:gd name="T31" fmla="*/ 134 h 189"/>
                  <a:gd name="T32" fmla="*/ 132 w 397"/>
                  <a:gd name="T33" fmla="*/ 136 h 189"/>
                  <a:gd name="T34" fmla="*/ 133 w 397"/>
                  <a:gd name="T35" fmla="*/ 134 h 189"/>
                  <a:gd name="T36" fmla="*/ 117 w 397"/>
                  <a:gd name="T37" fmla="*/ 149 h 189"/>
                  <a:gd name="T38" fmla="*/ 115 w 397"/>
                  <a:gd name="T39" fmla="*/ 152 h 189"/>
                  <a:gd name="T40" fmla="*/ 114 w 397"/>
                  <a:gd name="T41" fmla="*/ 150 h 189"/>
                  <a:gd name="T42" fmla="*/ 117 w 397"/>
                  <a:gd name="T43" fmla="*/ 149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97" h="189">
                    <a:moveTo>
                      <a:pt x="388" y="189"/>
                    </a:moveTo>
                    <a:cubicBezTo>
                      <a:pt x="394" y="179"/>
                      <a:pt x="397" y="168"/>
                      <a:pt x="397" y="156"/>
                    </a:cubicBezTo>
                    <a:cubicBezTo>
                      <a:pt x="397" y="120"/>
                      <a:pt x="368" y="91"/>
                      <a:pt x="331" y="91"/>
                    </a:cubicBezTo>
                    <a:cubicBezTo>
                      <a:pt x="327" y="91"/>
                      <a:pt x="322" y="91"/>
                      <a:pt x="318" y="92"/>
                    </a:cubicBezTo>
                    <a:cubicBezTo>
                      <a:pt x="312" y="69"/>
                      <a:pt x="292" y="52"/>
                      <a:pt x="267" y="52"/>
                    </a:cubicBezTo>
                    <a:cubicBezTo>
                      <a:pt x="265" y="52"/>
                      <a:pt x="263" y="53"/>
                      <a:pt x="260" y="53"/>
                    </a:cubicBezTo>
                    <a:cubicBezTo>
                      <a:pt x="250" y="22"/>
                      <a:pt x="221" y="0"/>
                      <a:pt x="187" y="0"/>
                    </a:cubicBezTo>
                    <a:cubicBezTo>
                      <a:pt x="151" y="0"/>
                      <a:pt x="121" y="24"/>
                      <a:pt x="112" y="57"/>
                    </a:cubicBezTo>
                    <a:cubicBezTo>
                      <a:pt x="105" y="54"/>
                      <a:pt x="98" y="52"/>
                      <a:pt x="91" y="52"/>
                    </a:cubicBezTo>
                    <a:cubicBezTo>
                      <a:pt x="62" y="52"/>
                      <a:pt x="39" y="76"/>
                      <a:pt x="39" y="104"/>
                    </a:cubicBezTo>
                    <a:cubicBezTo>
                      <a:pt x="39" y="105"/>
                      <a:pt x="39" y="105"/>
                      <a:pt x="39" y="106"/>
                    </a:cubicBezTo>
                    <a:cubicBezTo>
                      <a:pt x="16" y="114"/>
                      <a:pt x="0" y="135"/>
                      <a:pt x="0" y="161"/>
                    </a:cubicBezTo>
                    <a:cubicBezTo>
                      <a:pt x="0" y="171"/>
                      <a:pt x="2" y="180"/>
                      <a:pt x="7" y="189"/>
                    </a:cubicBezTo>
                    <a:lnTo>
                      <a:pt x="388" y="189"/>
                    </a:lnTo>
                    <a:close/>
                    <a:moveTo>
                      <a:pt x="133" y="134"/>
                    </a:moveTo>
                    <a:cubicBezTo>
                      <a:pt x="134" y="134"/>
                      <a:pt x="134" y="134"/>
                      <a:pt x="134" y="134"/>
                    </a:cubicBezTo>
                    <a:cubicBezTo>
                      <a:pt x="133" y="135"/>
                      <a:pt x="132" y="135"/>
                      <a:pt x="132" y="136"/>
                    </a:cubicBezTo>
                    <a:cubicBezTo>
                      <a:pt x="132" y="135"/>
                      <a:pt x="133" y="134"/>
                      <a:pt x="133" y="134"/>
                    </a:cubicBezTo>
                    <a:close/>
                    <a:moveTo>
                      <a:pt x="117" y="149"/>
                    </a:moveTo>
                    <a:cubicBezTo>
                      <a:pt x="116" y="150"/>
                      <a:pt x="115" y="151"/>
                      <a:pt x="115" y="152"/>
                    </a:cubicBezTo>
                    <a:cubicBezTo>
                      <a:pt x="115" y="151"/>
                      <a:pt x="114" y="151"/>
                      <a:pt x="114" y="150"/>
                    </a:cubicBezTo>
                    <a:cubicBezTo>
                      <a:pt x="115" y="150"/>
                      <a:pt x="116" y="149"/>
                      <a:pt x="117" y="149"/>
                    </a:cubicBez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117" name="Freeform 23"/>
              <p:cNvSpPr>
                <a:spLocks noEditPoints="1"/>
              </p:cNvSpPr>
              <p:nvPr/>
            </p:nvSpPr>
            <p:spPr bwMode="auto">
              <a:xfrm>
                <a:off x="9629775" y="2220912"/>
                <a:ext cx="1500188" cy="720725"/>
              </a:xfrm>
              <a:custGeom>
                <a:avLst/>
                <a:gdLst>
                  <a:gd name="T0" fmla="*/ 388 w 397"/>
                  <a:gd name="T1" fmla="*/ 189 h 189"/>
                  <a:gd name="T2" fmla="*/ 397 w 397"/>
                  <a:gd name="T3" fmla="*/ 156 h 189"/>
                  <a:gd name="T4" fmla="*/ 331 w 397"/>
                  <a:gd name="T5" fmla="*/ 91 h 189"/>
                  <a:gd name="T6" fmla="*/ 318 w 397"/>
                  <a:gd name="T7" fmla="*/ 92 h 189"/>
                  <a:gd name="T8" fmla="*/ 267 w 397"/>
                  <a:gd name="T9" fmla="*/ 52 h 189"/>
                  <a:gd name="T10" fmla="*/ 260 w 397"/>
                  <a:gd name="T11" fmla="*/ 53 h 189"/>
                  <a:gd name="T12" fmla="*/ 187 w 397"/>
                  <a:gd name="T13" fmla="*/ 0 h 189"/>
                  <a:gd name="T14" fmla="*/ 112 w 397"/>
                  <a:gd name="T15" fmla="*/ 57 h 189"/>
                  <a:gd name="T16" fmla="*/ 91 w 397"/>
                  <a:gd name="T17" fmla="*/ 52 h 189"/>
                  <a:gd name="T18" fmla="*/ 39 w 397"/>
                  <a:gd name="T19" fmla="*/ 104 h 189"/>
                  <a:gd name="T20" fmla="*/ 39 w 397"/>
                  <a:gd name="T21" fmla="*/ 106 h 189"/>
                  <a:gd name="T22" fmla="*/ 0 w 397"/>
                  <a:gd name="T23" fmla="*/ 161 h 189"/>
                  <a:gd name="T24" fmla="*/ 7 w 397"/>
                  <a:gd name="T25" fmla="*/ 189 h 189"/>
                  <a:gd name="T26" fmla="*/ 388 w 397"/>
                  <a:gd name="T27" fmla="*/ 189 h 189"/>
                  <a:gd name="T28" fmla="*/ 133 w 397"/>
                  <a:gd name="T29" fmla="*/ 134 h 189"/>
                  <a:gd name="T30" fmla="*/ 134 w 397"/>
                  <a:gd name="T31" fmla="*/ 134 h 189"/>
                  <a:gd name="T32" fmla="*/ 132 w 397"/>
                  <a:gd name="T33" fmla="*/ 136 h 189"/>
                  <a:gd name="T34" fmla="*/ 133 w 397"/>
                  <a:gd name="T35" fmla="*/ 134 h 189"/>
                  <a:gd name="T36" fmla="*/ 117 w 397"/>
                  <a:gd name="T37" fmla="*/ 149 h 189"/>
                  <a:gd name="T38" fmla="*/ 115 w 397"/>
                  <a:gd name="T39" fmla="*/ 152 h 189"/>
                  <a:gd name="T40" fmla="*/ 114 w 397"/>
                  <a:gd name="T41" fmla="*/ 150 h 189"/>
                  <a:gd name="T42" fmla="*/ 117 w 397"/>
                  <a:gd name="T43" fmla="*/ 149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97" h="189">
                    <a:moveTo>
                      <a:pt x="388" y="189"/>
                    </a:moveTo>
                    <a:cubicBezTo>
                      <a:pt x="394" y="179"/>
                      <a:pt x="397" y="168"/>
                      <a:pt x="397" y="156"/>
                    </a:cubicBezTo>
                    <a:cubicBezTo>
                      <a:pt x="397" y="120"/>
                      <a:pt x="368" y="91"/>
                      <a:pt x="331" y="91"/>
                    </a:cubicBezTo>
                    <a:cubicBezTo>
                      <a:pt x="327" y="91"/>
                      <a:pt x="322" y="91"/>
                      <a:pt x="318" y="92"/>
                    </a:cubicBezTo>
                    <a:cubicBezTo>
                      <a:pt x="312" y="69"/>
                      <a:pt x="292" y="52"/>
                      <a:pt x="267" y="52"/>
                    </a:cubicBezTo>
                    <a:cubicBezTo>
                      <a:pt x="265" y="52"/>
                      <a:pt x="263" y="53"/>
                      <a:pt x="260" y="53"/>
                    </a:cubicBezTo>
                    <a:cubicBezTo>
                      <a:pt x="250" y="22"/>
                      <a:pt x="221" y="0"/>
                      <a:pt x="187" y="0"/>
                    </a:cubicBezTo>
                    <a:cubicBezTo>
                      <a:pt x="151" y="0"/>
                      <a:pt x="121" y="24"/>
                      <a:pt x="112" y="57"/>
                    </a:cubicBezTo>
                    <a:cubicBezTo>
                      <a:pt x="105" y="54"/>
                      <a:pt x="98" y="52"/>
                      <a:pt x="91" y="52"/>
                    </a:cubicBezTo>
                    <a:cubicBezTo>
                      <a:pt x="62" y="52"/>
                      <a:pt x="39" y="76"/>
                      <a:pt x="39" y="104"/>
                    </a:cubicBezTo>
                    <a:cubicBezTo>
                      <a:pt x="39" y="105"/>
                      <a:pt x="39" y="105"/>
                      <a:pt x="39" y="106"/>
                    </a:cubicBezTo>
                    <a:cubicBezTo>
                      <a:pt x="16" y="114"/>
                      <a:pt x="0" y="135"/>
                      <a:pt x="0" y="161"/>
                    </a:cubicBezTo>
                    <a:cubicBezTo>
                      <a:pt x="0" y="171"/>
                      <a:pt x="2" y="180"/>
                      <a:pt x="7" y="189"/>
                    </a:cubicBezTo>
                    <a:lnTo>
                      <a:pt x="388" y="189"/>
                    </a:lnTo>
                    <a:close/>
                    <a:moveTo>
                      <a:pt x="133" y="134"/>
                    </a:moveTo>
                    <a:cubicBezTo>
                      <a:pt x="134" y="134"/>
                      <a:pt x="134" y="134"/>
                      <a:pt x="134" y="134"/>
                    </a:cubicBezTo>
                    <a:cubicBezTo>
                      <a:pt x="133" y="135"/>
                      <a:pt x="132" y="135"/>
                      <a:pt x="132" y="136"/>
                    </a:cubicBezTo>
                    <a:cubicBezTo>
                      <a:pt x="132" y="135"/>
                      <a:pt x="133" y="134"/>
                      <a:pt x="133" y="134"/>
                    </a:cubicBezTo>
                    <a:close/>
                    <a:moveTo>
                      <a:pt x="117" y="149"/>
                    </a:moveTo>
                    <a:cubicBezTo>
                      <a:pt x="116" y="150"/>
                      <a:pt x="115" y="151"/>
                      <a:pt x="115" y="152"/>
                    </a:cubicBezTo>
                    <a:cubicBezTo>
                      <a:pt x="115" y="151"/>
                      <a:pt x="114" y="151"/>
                      <a:pt x="114" y="150"/>
                    </a:cubicBezTo>
                    <a:cubicBezTo>
                      <a:pt x="115" y="150"/>
                      <a:pt x="116" y="149"/>
                      <a:pt x="117" y="149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</p:grpSp>
        <p:sp>
          <p:nvSpPr>
            <p:cNvPr id="53" name="TextBox 52"/>
            <p:cNvSpPr txBox="1"/>
            <p:nvPr/>
          </p:nvSpPr>
          <p:spPr>
            <a:xfrm>
              <a:off x="5002071" y="5642800"/>
              <a:ext cx="84189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id-ID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2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rPr>
                <a:t>EXTREME</a:t>
              </a:r>
              <a:endPara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6218428" y="5395379"/>
            <a:ext cx="1172550" cy="610471"/>
            <a:chOff x="6218428" y="5395379"/>
            <a:chExt cx="1172550" cy="610471"/>
          </a:xfrm>
        </p:grpSpPr>
        <p:grpSp>
          <p:nvGrpSpPr>
            <p:cNvPr id="110" name="Group 109"/>
            <p:cNvGrpSpPr/>
            <p:nvPr/>
          </p:nvGrpSpPr>
          <p:grpSpPr>
            <a:xfrm>
              <a:off x="6218428" y="5395379"/>
              <a:ext cx="1172550" cy="610471"/>
              <a:chOff x="9629775" y="2220912"/>
              <a:chExt cx="1500188" cy="781051"/>
            </a:xfrm>
          </p:grpSpPr>
          <p:sp>
            <p:nvSpPr>
              <p:cNvPr id="111" name="Freeform 21"/>
              <p:cNvSpPr/>
              <p:nvPr/>
            </p:nvSpPr>
            <p:spPr bwMode="auto">
              <a:xfrm>
                <a:off x="10128250" y="2792413"/>
                <a:ext cx="7938" cy="7938"/>
              </a:xfrm>
              <a:custGeom>
                <a:avLst/>
                <a:gdLst>
                  <a:gd name="T0" fmla="*/ 1 w 2"/>
                  <a:gd name="T1" fmla="*/ 0 h 2"/>
                  <a:gd name="T2" fmla="*/ 0 w 2"/>
                  <a:gd name="T3" fmla="*/ 2 h 2"/>
                  <a:gd name="T4" fmla="*/ 2 w 2"/>
                  <a:gd name="T5" fmla="*/ 0 h 2"/>
                  <a:gd name="T6" fmla="*/ 1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1" y="0"/>
                    </a:moveTo>
                    <a:cubicBezTo>
                      <a:pt x="1" y="0"/>
                      <a:pt x="0" y="1"/>
                      <a:pt x="0" y="2"/>
                    </a:cubicBezTo>
                    <a:cubicBezTo>
                      <a:pt x="0" y="1"/>
                      <a:pt x="1" y="1"/>
                      <a:pt x="2" y="0"/>
                    </a:cubicBezTo>
                    <a:cubicBezTo>
                      <a:pt x="2" y="0"/>
                      <a:pt x="2" y="0"/>
                      <a:pt x="1" y="0"/>
                    </a:cubicBezTo>
                    <a:close/>
                  </a:path>
                </a:pathLst>
              </a:custGeom>
              <a:solidFill>
                <a:srgbClr val="4743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112" name="Freeform 22"/>
              <p:cNvSpPr>
                <a:spLocks noEditPoints="1"/>
              </p:cNvSpPr>
              <p:nvPr/>
            </p:nvSpPr>
            <p:spPr bwMode="auto">
              <a:xfrm>
                <a:off x="9629775" y="2282825"/>
                <a:ext cx="1500188" cy="719138"/>
              </a:xfrm>
              <a:custGeom>
                <a:avLst/>
                <a:gdLst>
                  <a:gd name="T0" fmla="*/ 388 w 397"/>
                  <a:gd name="T1" fmla="*/ 189 h 189"/>
                  <a:gd name="T2" fmla="*/ 397 w 397"/>
                  <a:gd name="T3" fmla="*/ 156 h 189"/>
                  <a:gd name="T4" fmla="*/ 331 w 397"/>
                  <a:gd name="T5" fmla="*/ 91 h 189"/>
                  <a:gd name="T6" fmla="*/ 318 w 397"/>
                  <a:gd name="T7" fmla="*/ 92 h 189"/>
                  <a:gd name="T8" fmla="*/ 267 w 397"/>
                  <a:gd name="T9" fmla="*/ 52 h 189"/>
                  <a:gd name="T10" fmla="*/ 260 w 397"/>
                  <a:gd name="T11" fmla="*/ 53 h 189"/>
                  <a:gd name="T12" fmla="*/ 187 w 397"/>
                  <a:gd name="T13" fmla="*/ 0 h 189"/>
                  <a:gd name="T14" fmla="*/ 112 w 397"/>
                  <a:gd name="T15" fmla="*/ 57 h 189"/>
                  <a:gd name="T16" fmla="*/ 91 w 397"/>
                  <a:gd name="T17" fmla="*/ 52 h 189"/>
                  <a:gd name="T18" fmla="*/ 39 w 397"/>
                  <a:gd name="T19" fmla="*/ 104 h 189"/>
                  <a:gd name="T20" fmla="*/ 39 w 397"/>
                  <a:gd name="T21" fmla="*/ 106 h 189"/>
                  <a:gd name="T22" fmla="*/ 0 w 397"/>
                  <a:gd name="T23" fmla="*/ 161 h 189"/>
                  <a:gd name="T24" fmla="*/ 7 w 397"/>
                  <a:gd name="T25" fmla="*/ 189 h 189"/>
                  <a:gd name="T26" fmla="*/ 388 w 397"/>
                  <a:gd name="T27" fmla="*/ 189 h 189"/>
                  <a:gd name="T28" fmla="*/ 133 w 397"/>
                  <a:gd name="T29" fmla="*/ 134 h 189"/>
                  <a:gd name="T30" fmla="*/ 134 w 397"/>
                  <a:gd name="T31" fmla="*/ 134 h 189"/>
                  <a:gd name="T32" fmla="*/ 132 w 397"/>
                  <a:gd name="T33" fmla="*/ 136 h 189"/>
                  <a:gd name="T34" fmla="*/ 133 w 397"/>
                  <a:gd name="T35" fmla="*/ 134 h 189"/>
                  <a:gd name="T36" fmla="*/ 117 w 397"/>
                  <a:gd name="T37" fmla="*/ 149 h 189"/>
                  <a:gd name="T38" fmla="*/ 115 w 397"/>
                  <a:gd name="T39" fmla="*/ 152 h 189"/>
                  <a:gd name="T40" fmla="*/ 114 w 397"/>
                  <a:gd name="T41" fmla="*/ 150 h 189"/>
                  <a:gd name="T42" fmla="*/ 117 w 397"/>
                  <a:gd name="T43" fmla="*/ 149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97" h="189">
                    <a:moveTo>
                      <a:pt x="388" y="189"/>
                    </a:moveTo>
                    <a:cubicBezTo>
                      <a:pt x="394" y="179"/>
                      <a:pt x="397" y="168"/>
                      <a:pt x="397" y="156"/>
                    </a:cubicBezTo>
                    <a:cubicBezTo>
                      <a:pt x="397" y="120"/>
                      <a:pt x="368" y="91"/>
                      <a:pt x="331" y="91"/>
                    </a:cubicBezTo>
                    <a:cubicBezTo>
                      <a:pt x="327" y="91"/>
                      <a:pt x="322" y="91"/>
                      <a:pt x="318" y="92"/>
                    </a:cubicBezTo>
                    <a:cubicBezTo>
                      <a:pt x="312" y="69"/>
                      <a:pt x="292" y="52"/>
                      <a:pt x="267" y="52"/>
                    </a:cubicBezTo>
                    <a:cubicBezTo>
                      <a:pt x="265" y="52"/>
                      <a:pt x="263" y="53"/>
                      <a:pt x="260" y="53"/>
                    </a:cubicBezTo>
                    <a:cubicBezTo>
                      <a:pt x="250" y="22"/>
                      <a:pt x="221" y="0"/>
                      <a:pt x="187" y="0"/>
                    </a:cubicBezTo>
                    <a:cubicBezTo>
                      <a:pt x="151" y="0"/>
                      <a:pt x="121" y="24"/>
                      <a:pt x="112" y="57"/>
                    </a:cubicBezTo>
                    <a:cubicBezTo>
                      <a:pt x="105" y="54"/>
                      <a:pt x="98" y="52"/>
                      <a:pt x="91" y="52"/>
                    </a:cubicBezTo>
                    <a:cubicBezTo>
                      <a:pt x="62" y="52"/>
                      <a:pt x="39" y="76"/>
                      <a:pt x="39" y="104"/>
                    </a:cubicBezTo>
                    <a:cubicBezTo>
                      <a:pt x="39" y="105"/>
                      <a:pt x="39" y="105"/>
                      <a:pt x="39" y="106"/>
                    </a:cubicBezTo>
                    <a:cubicBezTo>
                      <a:pt x="16" y="114"/>
                      <a:pt x="0" y="135"/>
                      <a:pt x="0" y="161"/>
                    </a:cubicBezTo>
                    <a:cubicBezTo>
                      <a:pt x="0" y="171"/>
                      <a:pt x="2" y="180"/>
                      <a:pt x="7" y="189"/>
                    </a:cubicBezTo>
                    <a:lnTo>
                      <a:pt x="388" y="189"/>
                    </a:lnTo>
                    <a:close/>
                    <a:moveTo>
                      <a:pt x="133" y="134"/>
                    </a:moveTo>
                    <a:cubicBezTo>
                      <a:pt x="134" y="134"/>
                      <a:pt x="134" y="134"/>
                      <a:pt x="134" y="134"/>
                    </a:cubicBezTo>
                    <a:cubicBezTo>
                      <a:pt x="133" y="135"/>
                      <a:pt x="132" y="135"/>
                      <a:pt x="132" y="136"/>
                    </a:cubicBezTo>
                    <a:cubicBezTo>
                      <a:pt x="132" y="135"/>
                      <a:pt x="133" y="134"/>
                      <a:pt x="133" y="134"/>
                    </a:cubicBezTo>
                    <a:close/>
                    <a:moveTo>
                      <a:pt x="117" y="149"/>
                    </a:moveTo>
                    <a:cubicBezTo>
                      <a:pt x="116" y="150"/>
                      <a:pt x="115" y="151"/>
                      <a:pt x="115" y="152"/>
                    </a:cubicBezTo>
                    <a:cubicBezTo>
                      <a:pt x="115" y="151"/>
                      <a:pt x="114" y="151"/>
                      <a:pt x="114" y="150"/>
                    </a:cubicBezTo>
                    <a:cubicBezTo>
                      <a:pt x="115" y="150"/>
                      <a:pt x="116" y="149"/>
                      <a:pt x="117" y="149"/>
                    </a:cubicBez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113" name="Freeform 23"/>
              <p:cNvSpPr>
                <a:spLocks noEditPoints="1"/>
              </p:cNvSpPr>
              <p:nvPr/>
            </p:nvSpPr>
            <p:spPr bwMode="auto">
              <a:xfrm>
                <a:off x="9629775" y="2220912"/>
                <a:ext cx="1500188" cy="720725"/>
              </a:xfrm>
              <a:custGeom>
                <a:avLst/>
                <a:gdLst>
                  <a:gd name="T0" fmla="*/ 388 w 397"/>
                  <a:gd name="T1" fmla="*/ 189 h 189"/>
                  <a:gd name="T2" fmla="*/ 397 w 397"/>
                  <a:gd name="T3" fmla="*/ 156 h 189"/>
                  <a:gd name="T4" fmla="*/ 331 w 397"/>
                  <a:gd name="T5" fmla="*/ 91 h 189"/>
                  <a:gd name="T6" fmla="*/ 318 w 397"/>
                  <a:gd name="T7" fmla="*/ 92 h 189"/>
                  <a:gd name="T8" fmla="*/ 267 w 397"/>
                  <a:gd name="T9" fmla="*/ 52 h 189"/>
                  <a:gd name="T10" fmla="*/ 260 w 397"/>
                  <a:gd name="T11" fmla="*/ 53 h 189"/>
                  <a:gd name="T12" fmla="*/ 187 w 397"/>
                  <a:gd name="T13" fmla="*/ 0 h 189"/>
                  <a:gd name="T14" fmla="*/ 112 w 397"/>
                  <a:gd name="T15" fmla="*/ 57 h 189"/>
                  <a:gd name="T16" fmla="*/ 91 w 397"/>
                  <a:gd name="T17" fmla="*/ 52 h 189"/>
                  <a:gd name="T18" fmla="*/ 39 w 397"/>
                  <a:gd name="T19" fmla="*/ 104 h 189"/>
                  <a:gd name="T20" fmla="*/ 39 w 397"/>
                  <a:gd name="T21" fmla="*/ 106 h 189"/>
                  <a:gd name="T22" fmla="*/ 0 w 397"/>
                  <a:gd name="T23" fmla="*/ 161 h 189"/>
                  <a:gd name="T24" fmla="*/ 7 w 397"/>
                  <a:gd name="T25" fmla="*/ 189 h 189"/>
                  <a:gd name="T26" fmla="*/ 388 w 397"/>
                  <a:gd name="T27" fmla="*/ 189 h 189"/>
                  <a:gd name="T28" fmla="*/ 133 w 397"/>
                  <a:gd name="T29" fmla="*/ 134 h 189"/>
                  <a:gd name="T30" fmla="*/ 134 w 397"/>
                  <a:gd name="T31" fmla="*/ 134 h 189"/>
                  <a:gd name="T32" fmla="*/ 132 w 397"/>
                  <a:gd name="T33" fmla="*/ 136 h 189"/>
                  <a:gd name="T34" fmla="*/ 133 w 397"/>
                  <a:gd name="T35" fmla="*/ 134 h 189"/>
                  <a:gd name="T36" fmla="*/ 117 w 397"/>
                  <a:gd name="T37" fmla="*/ 149 h 189"/>
                  <a:gd name="T38" fmla="*/ 115 w 397"/>
                  <a:gd name="T39" fmla="*/ 152 h 189"/>
                  <a:gd name="T40" fmla="*/ 114 w 397"/>
                  <a:gd name="T41" fmla="*/ 150 h 189"/>
                  <a:gd name="T42" fmla="*/ 117 w 397"/>
                  <a:gd name="T43" fmla="*/ 149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97" h="189">
                    <a:moveTo>
                      <a:pt x="388" y="189"/>
                    </a:moveTo>
                    <a:cubicBezTo>
                      <a:pt x="394" y="179"/>
                      <a:pt x="397" y="168"/>
                      <a:pt x="397" y="156"/>
                    </a:cubicBezTo>
                    <a:cubicBezTo>
                      <a:pt x="397" y="120"/>
                      <a:pt x="368" y="91"/>
                      <a:pt x="331" y="91"/>
                    </a:cubicBezTo>
                    <a:cubicBezTo>
                      <a:pt x="327" y="91"/>
                      <a:pt x="322" y="91"/>
                      <a:pt x="318" y="92"/>
                    </a:cubicBezTo>
                    <a:cubicBezTo>
                      <a:pt x="312" y="69"/>
                      <a:pt x="292" y="52"/>
                      <a:pt x="267" y="52"/>
                    </a:cubicBezTo>
                    <a:cubicBezTo>
                      <a:pt x="265" y="52"/>
                      <a:pt x="263" y="53"/>
                      <a:pt x="260" y="53"/>
                    </a:cubicBezTo>
                    <a:cubicBezTo>
                      <a:pt x="250" y="22"/>
                      <a:pt x="221" y="0"/>
                      <a:pt x="187" y="0"/>
                    </a:cubicBezTo>
                    <a:cubicBezTo>
                      <a:pt x="151" y="0"/>
                      <a:pt x="121" y="24"/>
                      <a:pt x="112" y="57"/>
                    </a:cubicBezTo>
                    <a:cubicBezTo>
                      <a:pt x="105" y="54"/>
                      <a:pt x="98" y="52"/>
                      <a:pt x="91" y="52"/>
                    </a:cubicBezTo>
                    <a:cubicBezTo>
                      <a:pt x="62" y="52"/>
                      <a:pt x="39" y="76"/>
                      <a:pt x="39" y="104"/>
                    </a:cubicBezTo>
                    <a:cubicBezTo>
                      <a:pt x="39" y="105"/>
                      <a:pt x="39" y="105"/>
                      <a:pt x="39" y="106"/>
                    </a:cubicBezTo>
                    <a:cubicBezTo>
                      <a:pt x="16" y="114"/>
                      <a:pt x="0" y="135"/>
                      <a:pt x="0" y="161"/>
                    </a:cubicBezTo>
                    <a:cubicBezTo>
                      <a:pt x="0" y="171"/>
                      <a:pt x="2" y="180"/>
                      <a:pt x="7" y="189"/>
                    </a:cubicBezTo>
                    <a:lnTo>
                      <a:pt x="388" y="189"/>
                    </a:lnTo>
                    <a:close/>
                    <a:moveTo>
                      <a:pt x="133" y="134"/>
                    </a:moveTo>
                    <a:cubicBezTo>
                      <a:pt x="134" y="134"/>
                      <a:pt x="134" y="134"/>
                      <a:pt x="134" y="134"/>
                    </a:cubicBezTo>
                    <a:cubicBezTo>
                      <a:pt x="133" y="135"/>
                      <a:pt x="132" y="135"/>
                      <a:pt x="132" y="136"/>
                    </a:cubicBezTo>
                    <a:cubicBezTo>
                      <a:pt x="132" y="135"/>
                      <a:pt x="133" y="134"/>
                      <a:pt x="133" y="134"/>
                    </a:cubicBezTo>
                    <a:close/>
                    <a:moveTo>
                      <a:pt x="117" y="149"/>
                    </a:moveTo>
                    <a:cubicBezTo>
                      <a:pt x="116" y="150"/>
                      <a:pt x="115" y="151"/>
                      <a:pt x="115" y="152"/>
                    </a:cubicBezTo>
                    <a:cubicBezTo>
                      <a:pt x="115" y="151"/>
                      <a:pt x="114" y="151"/>
                      <a:pt x="114" y="150"/>
                    </a:cubicBezTo>
                    <a:cubicBezTo>
                      <a:pt x="115" y="150"/>
                      <a:pt x="116" y="149"/>
                      <a:pt x="117" y="149"/>
                    </a:cubicBez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</p:grpSp>
        <p:sp>
          <p:nvSpPr>
            <p:cNvPr id="58" name="TextBox 57"/>
            <p:cNvSpPr txBox="1"/>
            <p:nvPr/>
          </p:nvSpPr>
          <p:spPr>
            <a:xfrm>
              <a:off x="6270948" y="5642800"/>
              <a:ext cx="103586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id-ID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2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rPr>
                <a:t>JUST NOTES</a:t>
              </a:r>
              <a:endPara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9362445" y="5395379"/>
            <a:ext cx="1172550" cy="610471"/>
            <a:chOff x="9362445" y="5395379"/>
            <a:chExt cx="1172550" cy="610471"/>
          </a:xfrm>
        </p:grpSpPr>
        <p:grpSp>
          <p:nvGrpSpPr>
            <p:cNvPr id="118" name="Group 117"/>
            <p:cNvGrpSpPr/>
            <p:nvPr/>
          </p:nvGrpSpPr>
          <p:grpSpPr>
            <a:xfrm>
              <a:off x="9362445" y="5395379"/>
              <a:ext cx="1172550" cy="610471"/>
              <a:chOff x="9629775" y="2220912"/>
              <a:chExt cx="1500188" cy="781051"/>
            </a:xfrm>
          </p:grpSpPr>
          <p:sp>
            <p:nvSpPr>
              <p:cNvPr id="119" name="Freeform 21"/>
              <p:cNvSpPr/>
              <p:nvPr/>
            </p:nvSpPr>
            <p:spPr bwMode="auto">
              <a:xfrm>
                <a:off x="10128250" y="2792413"/>
                <a:ext cx="7938" cy="7938"/>
              </a:xfrm>
              <a:custGeom>
                <a:avLst/>
                <a:gdLst>
                  <a:gd name="T0" fmla="*/ 1 w 2"/>
                  <a:gd name="T1" fmla="*/ 0 h 2"/>
                  <a:gd name="T2" fmla="*/ 0 w 2"/>
                  <a:gd name="T3" fmla="*/ 2 h 2"/>
                  <a:gd name="T4" fmla="*/ 2 w 2"/>
                  <a:gd name="T5" fmla="*/ 0 h 2"/>
                  <a:gd name="T6" fmla="*/ 1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1" y="0"/>
                    </a:moveTo>
                    <a:cubicBezTo>
                      <a:pt x="1" y="0"/>
                      <a:pt x="0" y="1"/>
                      <a:pt x="0" y="2"/>
                    </a:cubicBezTo>
                    <a:cubicBezTo>
                      <a:pt x="0" y="1"/>
                      <a:pt x="1" y="1"/>
                      <a:pt x="2" y="0"/>
                    </a:cubicBezTo>
                    <a:cubicBezTo>
                      <a:pt x="2" y="0"/>
                      <a:pt x="2" y="0"/>
                      <a:pt x="1" y="0"/>
                    </a:cubicBezTo>
                    <a:close/>
                  </a:path>
                </a:pathLst>
              </a:custGeom>
              <a:solidFill>
                <a:srgbClr val="4743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120" name="Freeform 22"/>
              <p:cNvSpPr>
                <a:spLocks noEditPoints="1"/>
              </p:cNvSpPr>
              <p:nvPr/>
            </p:nvSpPr>
            <p:spPr bwMode="auto">
              <a:xfrm>
                <a:off x="9629775" y="2282825"/>
                <a:ext cx="1500188" cy="719138"/>
              </a:xfrm>
              <a:custGeom>
                <a:avLst/>
                <a:gdLst>
                  <a:gd name="T0" fmla="*/ 388 w 397"/>
                  <a:gd name="T1" fmla="*/ 189 h 189"/>
                  <a:gd name="T2" fmla="*/ 397 w 397"/>
                  <a:gd name="T3" fmla="*/ 156 h 189"/>
                  <a:gd name="T4" fmla="*/ 331 w 397"/>
                  <a:gd name="T5" fmla="*/ 91 h 189"/>
                  <a:gd name="T6" fmla="*/ 318 w 397"/>
                  <a:gd name="T7" fmla="*/ 92 h 189"/>
                  <a:gd name="T8" fmla="*/ 267 w 397"/>
                  <a:gd name="T9" fmla="*/ 52 h 189"/>
                  <a:gd name="T10" fmla="*/ 260 w 397"/>
                  <a:gd name="T11" fmla="*/ 53 h 189"/>
                  <a:gd name="T12" fmla="*/ 187 w 397"/>
                  <a:gd name="T13" fmla="*/ 0 h 189"/>
                  <a:gd name="T14" fmla="*/ 112 w 397"/>
                  <a:gd name="T15" fmla="*/ 57 h 189"/>
                  <a:gd name="T16" fmla="*/ 91 w 397"/>
                  <a:gd name="T17" fmla="*/ 52 h 189"/>
                  <a:gd name="T18" fmla="*/ 39 w 397"/>
                  <a:gd name="T19" fmla="*/ 104 h 189"/>
                  <a:gd name="T20" fmla="*/ 39 w 397"/>
                  <a:gd name="T21" fmla="*/ 106 h 189"/>
                  <a:gd name="T22" fmla="*/ 0 w 397"/>
                  <a:gd name="T23" fmla="*/ 161 h 189"/>
                  <a:gd name="T24" fmla="*/ 7 w 397"/>
                  <a:gd name="T25" fmla="*/ 189 h 189"/>
                  <a:gd name="T26" fmla="*/ 388 w 397"/>
                  <a:gd name="T27" fmla="*/ 189 h 189"/>
                  <a:gd name="T28" fmla="*/ 133 w 397"/>
                  <a:gd name="T29" fmla="*/ 134 h 189"/>
                  <a:gd name="T30" fmla="*/ 134 w 397"/>
                  <a:gd name="T31" fmla="*/ 134 h 189"/>
                  <a:gd name="T32" fmla="*/ 132 w 397"/>
                  <a:gd name="T33" fmla="*/ 136 h 189"/>
                  <a:gd name="T34" fmla="*/ 133 w 397"/>
                  <a:gd name="T35" fmla="*/ 134 h 189"/>
                  <a:gd name="T36" fmla="*/ 117 w 397"/>
                  <a:gd name="T37" fmla="*/ 149 h 189"/>
                  <a:gd name="T38" fmla="*/ 115 w 397"/>
                  <a:gd name="T39" fmla="*/ 152 h 189"/>
                  <a:gd name="T40" fmla="*/ 114 w 397"/>
                  <a:gd name="T41" fmla="*/ 150 h 189"/>
                  <a:gd name="T42" fmla="*/ 117 w 397"/>
                  <a:gd name="T43" fmla="*/ 149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97" h="189">
                    <a:moveTo>
                      <a:pt x="388" y="189"/>
                    </a:moveTo>
                    <a:cubicBezTo>
                      <a:pt x="394" y="179"/>
                      <a:pt x="397" y="168"/>
                      <a:pt x="397" y="156"/>
                    </a:cubicBezTo>
                    <a:cubicBezTo>
                      <a:pt x="397" y="120"/>
                      <a:pt x="368" y="91"/>
                      <a:pt x="331" y="91"/>
                    </a:cubicBezTo>
                    <a:cubicBezTo>
                      <a:pt x="327" y="91"/>
                      <a:pt x="322" y="91"/>
                      <a:pt x="318" y="92"/>
                    </a:cubicBezTo>
                    <a:cubicBezTo>
                      <a:pt x="312" y="69"/>
                      <a:pt x="292" y="52"/>
                      <a:pt x="267" y="52"/>
                    </a:cubicBezTo>
                    <a:cubicBezTo>
                      <a:pt x="265" y="52"/>
                      <a:pt x="263" y="53"/>
                      <a:pt x="260" y="53"/>
                    </a:cubicBezTo>
                    <a:cubicBezTo>
                      <a:pt x="250" y="22"/>
                      <a:pt x="221" y="0"/>
                      <a:pt x="187" y="0"/>
                    </a:cubicBezTo>
                    <a:cubicBezTo>
                      <a:pt x="151" y="0"/>
                      <a:pt x="121" y="24"/>
                      <a:pt x="112" y="57"/>
                    </a:cubicBezTo>
                    <a:cubicBezTo>
                      <a:pt x="105" y="54"/>
                      <a:pt x="98" y="52"/>
                      <a:pt x="91" y="52"/>
                    </a:cubicBezTo>
                    <a:cubicBezTo>
                      <a:pt x="62" y="52"/>
                      <a:pt x="39" y="76"/>
                      <a:pt x="39" y="104"/>
                    </a:cubicBezTo>
                    <a:cubicBezTo>
                      <a:pt x="39" y="105"/>
                      <a:pt x="39" y="105"/>
                      <a:pt x="39" y="106"/>
                    </a:cubicBezTo>
                    <a:cubicBezTo>
                      <a:pt x="16" y="114"/>
                      <a:pt x="0" y="135"/>
                      <a:pt x="0" y="161"/>
                    </a:cubicBezTo>
                    <a:cubicBezTo>
                      <a:pt x="0" y="171"/>
                      <a:pt x="2" y="180"/>
                      <a:pt x="7" y="189"/>
                    </a:cubicBezTo>
                    <a:lnTo>
                      <a:pt x="388" y="189"/>
                    </a:lnTo>
                    <a:close/>
                    <a:moveTo>
                      <a:pt x="133" y="134"/>
                    </a:moveTo>
                    <a:cubicBezTo>
                      <a:pt x="134" y="134"/>
                      <a:pt x="134" y="134"/>
                      <a:pt x="134" y="134"/>
                    </a:cubicBezTo>
                    <a:cubicBezTo>
                      <a:pt x="133" y="135"/>
                      <a:pt x="132" y="135"/>
                      <a:pt x="132" y="136"/>
                    </a:cubicBezTo>
                    <a:cubicBezTo>
                      <a:pt x="132" y="135"/>
                      <a:pt x="133" y="134"/>
                      <a:pt x="133" y="134"/>
                    </a:cubicBezTo>
                    <a:close/>
                    <a:moveTo>
                      <a:pt x="117" y="149"/>
                    </a:moveTo>
                    <a:cubicBezTo>
                      <a:pt x="116" y="150"/>
                      <a:pt x="115" y="151"/>
                      <a:pt x="115" y="152"/>
                    </a:cubicBezTo>
                    <a:cubicBezTo>
                      <a:pt x="115" y="151"/>
                      <a:pt x="114" y="151"/>
                      <a:pt x="114" y="150"/>
                    </a:cubicBezTo>
                    <a:cubicBezTo>
                      <a:pt x="115" y="150"/>
                      <a:pt x="116" y="149"/>
                      <a:pt x="117" y="149"/>
                    </a:cubicBez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121" name="Freeform 23"/>
              <p:cNvSpPr>
                <a:spLocks noEditPoints="1"/>
              </p:cNvSpPr>
              <p:nvPr/>
            </p:nvSpPr>
            <p:spPr bwMode="auto">
              <a:xfrm>
                <a:off x="9629775" y="2220912"/>
                <a:ext cx="1500188" cy="720725"/>
              </a:xfrm>
              <a:custGeom>
                <a:avLst/>
                <a:gdLst>
                  <a:gd name="T0" fmla="*/ 388 w 397"/>
                  <a:gd name="T1" fmla="*/ 189 h 189"/>
                  <a:gd name="T2" fmla="*/ 397 w 397"/>
                  <a:gd name="T3" fmla="*/ 156 h 189"/>
                  <a:gd name="T4" fmla="*/ 331 w 397"/>
                  <a:gd name="T5" fmla="*/ 91 h 189"/>
                  <a:gd name="T6" fmla="*/ 318 w 397"/>
                  <a:gd name="T7" fmla="*/ 92 h 189"/>
                  <a:gd name="T8" fmla="*/ 267 w 397"/>
                  <a:gd name="T9" fmla="*/ 52 h 189"/>
                  <a:gd name="T10" fmla="*/ 260 w 397"/>
                  <a:gd name="T11" fmla="*/ 53 h 189"/>
                  <a:gd name="T12" fmla="*/ 187 w 397"/>
                  <a:gd name="T13" fmla="*/ 0 h 189"/>
                  <a:gd name="T14" fmla="*/ 112 w 397"/>
                  <a:gd name="T15" fmla="*/ 57 h 189"/>
                  <a:gd name="T16" fmla="*/ 91 w 397"/>
                  <a:gd name="T17" fmla="*/ 52 h 189"/>
                  <a:gd name="T18" fmla="*/ 39 w 397"/>
                  <a:gd name="T19" fmla="*/ 104 h 189"/>
                  <a:gd name="T20" fmla="*/ 39 w 397"/>
                  <a:gd name="T21" fmla="*/ 106 h 189"/>
                  <a:gd name="T22" fmla="*/ 0 w 397"/>
                  <a:gd name="T23" fmla="*/ 161 h 189"/>
                  <a:gd name="T24" fmla="*/ 7 w 397"/>
                  <a:gd name="T25" fmla="*/ 189 h 189"/>
                  <a:gd name="T26" fmla="*/ 388 w 397"/>
                  <a:gd name="T27" fmla="*/ 189 h 189"/>
                  <a:gd name="T28" fmla="*/ 133 w 397"/>
                  <a:gd name="T29" fmla="*/ 134 h 189"/>
                  <a:gd name="T30" fmla="*/ 134 w 397"/>
                  <a:gd name="T31" fmla="*/ 134 h 189"/>
                  <a:gd name="T32" fmla="*/ 132 w 397"/>
                  <a:gd name="T33" fmla="*/ 136 h 189"/>
                  <a:gd name="T34" fmla="*/ 133 w 397"/>
                  <a:gd name="T35" fmla="*/ 134 h 189"/>
                  <a:gd name="T36" fmla="*/ 117 w 397"/>
                  <a:gd name="T37" fmla="*/ 149 h 189"/>
                  <a:gd name="T38" fmla="*/ 115 w 397"/>
                  <a:gd name="T39" fmla="*/ 152 h 189"/>
                  <a:gd name="T40" fmla="*/ 114 w 397"/>
                  <a:gd name="T41" fmla="*/ 150 h 189"/>
                  <a:gd name="T42" fmla="*/ 117 w 397"/>
                  <a:gd name="T43" fmla="*/ 149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97" h="189">
                    <a:moveTo>
                      <a:pt x="388" y="189"/>
                    </a:moveTo>
                    <a:cubicBezTo>
                      <a:pt x="394" y="179"/>
                      <a:pt x="397" y="168"/>
                      <a:pt x="397" y="156"/>
                    </a:cubicBezTo>
                    <a:cubicBezTo>
                      <a:pt x="397" y="120"/>
                      <a:pt x="368" y="91"/>
                      <a:pt x="331" y="91"/>
                    </a:cubicBezTo>
                    <a:cubicBezTo>
                      <a:pt x="327" y="91"/>
                      <a:pt x="322" y="91"/>
                      <a:pt x="318" y="92"/>
                    </a:cubicBezTo>
                    <a:cubicBezTo>
                      <a:pt x="312" y="69"/>
                      <a:pt x="292" y="52"/>
                      <a:pt x="267" y="52"/>
                    </a:cubicBezTo>
                    <a:cubicBezTo>
                      <a:pt x="265" y="52"/>
                      <a:pt x="263" y="53"/>
                      <a:pt x="260" y="53"/>
                    </a:cubicBezTo>
                    <a:cubicBezTo>
                      <a:pt x="250" y="22"/>
                      <a:pt x="221" y="0"/>
                      <a:pt x="187" y="0"/>
                    </a:cubicBezTo>
                    <a:cubicBezTo>
                      <a:pt x="151" y="0"/>
                      <a:pt x="121" y="24"/>
                      <a:pt x="112" y="57"/>
                    </a:cubicBezTo>
                    <a:cubicBezTo>
                      <a:pt x="105" y="54"/>
                      <a:pt x="98" y="52"/>
                      <a:pt x="91" y="52"/>
                    </a:cubicBezTo>
                    <a:cubicBezTo>
                      <a:pt x="62" y="52"/>
                      <a:pt x="39" y="76"/>
                      <a:pt x="39" y="104"/>
                    </a:cubicBezTo>
                    <a:cubicBezTo>
                      <a:pt x="39" y="105"/>
                      <a:pt x="39" y="105"/>
                      <a:pt x="39" y="106"/>
                    </a:cubicBezTo>
                    <a:cubicBezTo>
                      <a:pt x="16" y="114"/>
                      <a:pt x="0" y="135"/>
                      <a:pt x="0" y="161"/>
                    </a:cubicBezTo>
                    <a:cubicBezTo>
                      <a:pt x="0" y="171"/>
                      <a:pt x="2" y="180"/>
                      <a:pt x="7" y="189"/>
                    </a:cubicBezTo>
                    <a:lnTo>
                      <a:pt x="388" y="189"/>
                    </a:lnTo>
                    <a:close/>
                    <a:moveTo>
                      <a:pt x="133" y="134"/>
                    </a:moveTo>
                    <a:cubicBezTo>
                      <a:pt x="134" y="134"/>
                      <a:pt x="134" y="134"/>
                      <a:pt x="134" y="134"/>
                    </a:cubicBezTo>
                    <a:cubicBezTo>
                      <a:pt x="133" y="135"/>
                      <a:pt x="132" y="135"/>
                      <a:pt x="132" y="136"/>
                    </a:cubicBezTo>
                    <a:cubicBezTo>
                      <a:pt x="132" y="135"/>
                      <a:pt x="133" y="134"/>
                      <a:pt x="133" y="134"/>
                    </a:cubicBezTo>
                    <a:close/>
                    <a:moveTo>
                      <a:pt x="117" y="149"/>
                    </a:moveTo>
                    <a:cubicBezTo>
                      <a:pt x="116" y="150"/>
                      <a:pt x="115" y="151"/>
                      <a:pt x="115" y="152"/>
                    </a:cubicBezTo>
                    <a:cubicBezTo>
                      <a:pt x="115" y="151"/>
                      <a:pt x="114" y="151"/>
                      <a:pt x="114" y="150"/>
                    </a:cubicBezTo>
                    <a:cubicBezTo>
                      <a:pt x="115" y="150"/>
                      <a:pt x="116" y="149"/>
                      <a:pt x="117" y="149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</p:grpSp>
        <p:sp>
          <p:nvSpPr>
            <p:cNvPr id="63" name="TextBox 62"/>
            <p:cNvSpPr txBox="1"/>
            <p:nvPr/>
          </p:nvSpPr>
          <p:spPr>
            <a:xfrm>
              <a:off x="9684217" y="5642800"/>
              <a:ext cx="45076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id-ID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2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rPr>
                <a:t>YES</a:t>
              </a:r>
              <a:endPara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7950172" y="5395379"/>
            <a:ext cx="1172550" cy="610471"/>
            <a:chOff x="7950172" y="5395379"/>
            <a:chExt cx="1172550" cy="610471"/>
          </a:xfrm>
        </p:grpSpPr>
        <p:grpSp>
          <p:nvGrpSpPr>
            <p:cNvPr id="122" name="Group 121"/>
            <p:cNvGrpSpPr/>
            <p:nvPr/>
          </p:nvGrpSpPr>
          <p:grpSpPr>
            <a:xfrm flipH="1">
              <a:off x="7950172" y="5395379"/>
              <a:ext cx="1172550" cy="610471"/>
              <a:chOff x="9629775" y="2220912"/>
              <a:chExt cx="1500188" cy="781051"/>
            </a:xfrm>
          </p:grpSpPr>
          <p:sp>
            <p:nvSpPr>
              <p:cNvPr id="123" name="Freeform 21"/>
              <p:cNvSpPr/>
              <p:nvPr/>
            </p:nvSpPr>
            <p:spPr bwMode="auto">
              <a:xfrm>
                <a:off x="10128250" y="2792413"/>
                <a:ext cx="7938" cy="7938"/>
              </a:xfrm>
              <a:custGeom>
                <a:avLst/>
                <a:gdLst>
                  <a:gd name="T0" fmla="*/ 1 w 2"/>
                  <a:gd name="T1" fmla="*/ 0 h 2"/>
                  <a:gd name="T2" fmla="*/ 0 w 2"/>
                  <a:gd name="T3" fmla="*/ 2 h 2"/>
                  <a:gd name="T4" fmla="*/ 2 w 2"/>
                  <a:gd name="T5" fmla="*/ 0 h 2"/>
                  <a:gd name="T6" fmla="*/ 1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1" y="0"/>
                    </a:moveTo>
                    <a:cubicBezTo>
                      <a:pt x="1" y="0"/>
                      <a:pt x="0" y="1"/>
                      <a:pt x="0" y="2"/>
                    </a:cubicBezTo>
                    <a:cubicBezTo>
                      <a:pt x="0" y="1"/>
                      <a:pt x="1" y="1"/>
                      <a:pt x="2" y="0"/>
                    </a:cubicBezTo>
                    <a:cubicBezTo>
                      <a:pt x="2" y="0"/>
                      <a:pt x="2" y="0"/>
                      <a:pt x="1" y="0"/>
                    </a:cubicBezTo>
                    <a:close/>
                  </a:path>
                </a:pathLst>
              </a:custGeom>
              <a:solidFill>
                <a:srgbClr val="4743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124" name="Freeform 22"/>
              <p:cNvSpPr>
                <a:spLocks noEditPoints="1"/>
              </p:cNvSpPr>
              <p:nvPr/>
            </p:nvSpPr>
            <p:spPr bwMode="auto">
              <a:xfrm>
                <a:off x="9629775" y="2282825"/>
                <a:ext cx="1500188" cy="719138"/>
              </a:xfrm>
              <a:custGeom>
                <a:avLst/>
                <a:gdLst>
                  <a:gd name="T0" fmla="*/ 388 w 397"/>
                  <a:gd name="T1" fmla="*/ 189 h 189"/>
                  <a:gd name="T2" fmla="*/ 397 w 397"/>
                  <a:gd name="T3" fmla="*/ 156 h 189"/>
                  <a:gd name="T4" fmla="*/ 331 w 397"/>
                  <a:gd name="T5" fmla="*/ 91 h 189"/>
                  <a:gd name="T6" fmla="*/ 318 w 397"/>
                  <a:gd name="T7" fmla="*/ 92 h 189"/>
                  <a:gd name="T8" fmla="*/ 267 w 397"/>
                  <a:gd name="T9" fmla="*/ 52 h 189"/>
                  <a:gd name="T10" fmla="*/ 260 w 397"/>
                  <a:gd name="T11" fmla="*/ 53 h 189"/>
                  <a:gd name="T12" fmla="*/ 187 w 397"/>
                  <a:gd name="T13" fmla="*/ 0 h 189"/>
                  <a:gd name="T14" fmla="*/ 112 w 397"/>
                  <a:gd name="T15" fmla="*/ 57 h 189"/>
                  <a:gd name="T16" fmla="*/ 91 w 397"/>
                  <a:gd name="T17" fmla="*/ 52 h 189"/>
                  <a:gd name="T18" fmla="*/ 39 w 397"/>
                  <a:gd name="T19" fmla="*/ 104 h 189"/>
                  <a:gd name="T20" fmla="*/ 39 w 397"/>
                  <a:gd name="T21" fmla="*/ 106 h 189"/>
                  <a:gd name="T22" fmla="*/ 0 w 397"/>
                  <a:gd name="T23" fmla="*/ 161 h 189"/>
                  <a:gd name="T24" fmla="*/ 7 w 397"/>
                  <a:gd name="T25" fmla="*/ 189 h 189"/>
                  <a:gd name="T26" fmla="*/ 388 w 397"/>
                  <a:gd name="T27" fmla="*/ 189 h 189"/>
                  <a:gd name="T28" fmla="*/ 133 w 397"/>
                  <a:gd name="T29" fmla="*/ 134 h 189"/>
                  <a:gd name="T30" fmla="*/ 134 w 397"/>
                  <a:gd name="T31" fmla="*/ 134 h 189"/>
                  <a:gd name="T32" fmla="*/ 132 w 397"/>
                  <a:gd name="T33" fmla="*/ 136 h 189"/>
                  <a:gd name="T34" fmla="*/ 133 w 397"/>
                  <a:gd name="T35" fmla="*/ 134 h 189"/>
                  <a:gd name="T36" fmla="*/ 117 w 397"/>
                  <a:gd name="T37" fmla="*/ 149 h 189"/>
                  <a:gd name="T38" fmla="*/ 115 w 397"/>
                  <a:gd name="T39" fmla="*/ 152 h 189"/>
                  <a:gd name="T40" fmla="*/ 114 w 397"/>
                  <a:gd name="T41" fmla="*/ 150 h 189"/>
                  <a:gd name="T42" fmla="*/ 117 w 397"/>
                  <a:gd name="T43" fmla="*/ 149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97" h="189">
                    <a:moveTo>
                      <a:pt x="388" y="189"/>
                    </a:moveTo>
                    <a:cubicBezTo>
                      <a:pt x="394" y="179"/>
                      <a:pt x="397" y="168"/>
                      <a:pt x="397" y="156"/>
                    </a:cubicBezTo>
                    <a:cubicBezTo>
                      <a:pt x="397" y="120"/>
                      <a:pt x="368" y="91"/>
                      <a:pt x="331" y="91"/>
                    </a:cubicBezTo>
                    <a:cubicBezTo>
                      <a:pt x="327" y="91"/>
                      <a:pt x="322" y="91"/>
                      <a:pt x="318" y="92"/>
                    </a:cubicBezTo>
                    <a:cubicBezTo>
                      <a:pt x="312" y="69"/>
                      <a:pt x="292" y="52"/>
                      <a:pt x="267" y="52"/>
                    </a:cubicBezTo>
                    <a:cubicBezTo>
                      <a:pt x="265" y="52"/>
                      <a:pt x="263" y="53"/>
                      <a:pt x="260" y="53"/>
                    </a:cubicBezTo>
                    <a:cubicBezTo>
                      <a:pt x="250" y="22"/>
                      <a:pt x="221" y="0"/>
                      <a:pt x="187" y="0"/>
                    </a:cubicBezTo>
                    <a:cubicBezTo>
                      <a:pt x="151" y="0"/>
                      <a:pt x="121" y="24"/>
                      <a:pt x="112" y="57"/>
                    </a:cubicBezTo>
                    <a:cubicBezTo>
                      <a:pt x="105" y="54"/>
                      <a:pt x="98" y="52"/>
                      <a:pt x="91" y="52"/>
                    </a:cubicBezTo>
                    <a:cubicBezTo>
                      <a:pt x="62" y="52"/>
                      <a:pt x="39" y="76"/>
                      <a:pt x="39" y="104"/>
                    </a:cubicBezTo>
                    <a:cubicBezTo>
                      <a:pt x="39" y="105"/>
                      <a:pt x="39" y="105"/>
                      <a:pt x="39" y="106"/>
                    </a:cubicBezTo>
                    <a:cubicBezTo>
                      <a:pt x="16" y="114"/>
                      <a:pt x="0" y="135"/>
                      <a:pt x="0" y="161"/>
                    </a:cubicBezTo>
                    <a:cubicBezTo>
                      <a:pt x="0" y="171"/>
                      <a:pt x="2" y="180"/>
                      <a:pt x="7" y="189"/>
                    </a:cubicBezTo>
                    <a:lnTo>
                      <a:pt x="388" y="189"/>
                    </a:lnTo>
                    <a:close/>
                    <a:moveTo>
                      <a:pt x="133" y="134"/>
                    </a:moveTo>
                    <a:cubicBezTo>
                      <a:pt x="134" y="134"/>
                      <a:pt x="134" y="134"/>
                      <a:pt x="134" y="134"/>
                    </a:cubicBezTo>
                    <a:cubicBezTo>
                      <a:pt x="133" y="135"/>
                      <a:pt x="132" y="135"/>
                      <a:pt x="132" y="136"/>
                    </a:cubicBezTo>
                    <a:cubicBezTo>
                      <a:pt x="132" y="135"/>
                      <a:pt x="133" y="134"/>
                      <a:pt x="133" y="134"/>
                    </a:cubicBezTo>
                    <a:close/>
                    <a:moveTo>
                      <a:pt x="117" y="149"/>
                    </a:moveTo>
                    <a:cubicBezTo>
                      <a:pt x="116" y="150"/>
                      <a:pt x="115" y="151"/>
                      <a:pt x="115" y="152"/>
                    </a:cubicBezTo>
                    <a:cubicBezTo>
                      <a:pt x="115" y="151"/>
                      <a:pt x="114" y="151"/>
                      <a:pt x="114" y="150"/>
                    </a:cubicBezTo>
                    <a:cubicBezTo>
                      <a:pt x="115" y="150"/>
                      <a:pt x="116" y="149"/>
                      <a:pt x="117" y="149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125" name="Freeform 23"/>
              <p:cNvSpPr>
                <a:spLocks noEditPoints="1"/>
              </p:cNvSpPr>
              <p:nvPr/>
            </p:nvSpPr>
            <p:spPr bwMode="auto">
              <a:xfrm>
                <a:off x="9629775" y="2220912"/>
                <a:ext cx="1500188" cy="720725"/>
              </a:xfrm>
              <a:custGeom>
                <a:avLst/>
                <a:gdLst>
                  <a:gd name="T0" fmla="*/ 388 w 397"/>
                  <a:gd name="T1" fmla="*/ 189 h 189"/>
                  <a:gd name="T2" fmla="*/ 397 w 397"/>
                  <a:gd name="T3" fmla="*/ 156 h 189"/>
                  <a:gd name="T4" fmla="*/ 331 w 397"/>
                  <a:gd name="T5" fmla="*/ 91 h 189"/>
                  <a:gd name="T6" fmla="*/ 318 w 397"/>
                  <a:gd name="T7" fmla="*/ 92 h 189"/>
                  <a:gd name="T8" fmla="*/ 267 w 397"/>
                  <a:gd name="T9" fmla="*/ 52 h 189"/>
                  <a:gd name="T10" fmla="*/ 260 w 397"/>
                  <a:gd name="T11" fmla="*/ 53 h 189"/>
                  <a:gd name="T12" fmla="*/ 187 w 397"/>
                  <a:gd name="T13" fmla="*/ 0 h 189"/>
                  <a:gd name="T14" fmla="*/ 112 w 397"/>
                  <a:gd name="T15" fmla="*/ 57 h 189"/>
                  <a:gd name="T16" fmla="*/ 91 w 397"/>
                  <a:gd name="T17" fmla="*/ 52 h 189"/>
                  <a:gd name="T18" fmla="*/ 39 w 397"/>
                  <a:gd name="T19" fmla="*/ 104 h 189"/>
                  <a:gd name="T20" fmla="*/ 39 w 397"/>
                  <a:gd name="T21" fmla="*/ 106 h 189"/>
                  <a:gd name="T22" fmla="*/ 0 w 397"/>
                  <a:gd name="T23" fmla="*/ 161 h 189"/>
                  <a:gd name="T24" fmla="*/ 7 w 397"/>
                  <a:gd name="T25" fmla="*/ 189 h 189"/>
                  <a:gd name="T26" fmla="*/ 388 w 397"/>
                  <a:gd name="T27" fmla="*/ 189 h 189"/>
                  <a:gd name="T28" fmla="*/ 133 w 397"/>
                  <a:gd name="T29" fmla="*/ 134 h 189"/>
                  <a:gd name="T30" fmla="*/ 134 w 397"/>
                  <a:gd name="T31" fmla="*/ 134 h 189"/>
                  <a:gd name="T32" fmla="*/ 132 w 397"/>
                  <a:gd name="T33" fmla="*/ 136 h 189"/>
                  <a:gd name="T34" fmla="*/ 133 w 397"/>
                  <a:gd name="T35" fmla="*/ 134 h 189"/>
                  <a:gd name="T36" fmla="*/ 117 w 397"/>
                  <a:gd name="T37" fmla="*/ 149 h 189"/>
                  <a:gd name="T38" fmla="*/ 115 w 397"/>
                  <a:gd name="T39" fmla="*/ 152 h 189"/>
                  <a:gd name="T40" fmla="*/ 114 w 397"/>
                  <a:gd name="T41" fmla="*/ 150 h 189"/>
                  <a:gd name="T42" fmla="*/ 117 w 397"/>
                  <a:gd name="T43" fmla="*/ 149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97" h="189">
                    <a:moveTo>
                      <a:pt x="388" y="189"/>
                    </a:moveTo>
                    <a:cubicBezTo>
                      <a:pt x="394" y="179"/>
                      <a:pt x="397" y="168"/>
                      <a:pt x="397" y="156"/>
                    </a:cubicBezTo>
                    <a:cubicBezTo>
                      <a:pt x="397" y="120"/>
                      <a:pt x="368" y="91"/>
                      <a:pt x="331" y="91"/>
                    </a:cubicBezTo>
                    <a:cubicBezTo>
                      <a:pt x="327" y="91"/>
                      <a:pt x="322" y="91"/>
                      <a:pt x="318" y="92"/>
                    </a:cubicBezTo>
                    <a:cubicBezTo>
                      <a:pt x="312" y="69"/>
                      <a:pt x="292" y="52"/>
                      <a:pt x="267" y="52"/>
                    </a:cubicBezTo>
                    <a:cubicBezTo>
                      <a:pt x="265" y="52"/>
                      <a:pt x="263" y="53"/>
                      <a:pt x="260" y="53"/>
                    </a:cubicBezTo>
                    <a:cubicBezTo>
                      <a:pt x="250" y="22"/>
                      <a:pt x="221" y="0"/>
                      <a:pt x="187" y="0"/>
                    </a:cubicBezTo>
                    <a:cubicBezTo>
                      <a:pt x="151" y="0"/>
                      <a:pt x="121" y="24"/>
                      <a:pt x="112" y="57"/>
                    </a:cubicBezTo>
                    <a:cubicBezTo>
                      <a:pt x="105" y="54"/>
                      <a:pt x="98" y="52"/>
                      <a:pt x="91" y="52"/>
                    </a:cubicBezTo>
                    <a:cubicBezTo>
                      <a:pt x="62" y="52"/>
                      <a:pt x="39" y="76"/>
                      <a:pt x="39" y="104"/>
                    </a:cubicBezTo>
                    <a:cubicBezTo>
                      <a:pt x="39" y="105"/>
                      <a:pt x="39" y="105"/>
                      <a:pt x="39" y="106"/>
                    </a:cubicBezTo>
                    <a:cubicBezTo>
                      <a:pt x="16" y="114"/>
                      <a:pt x="0" y="135"/>
                      <a:pt x="0" y="161"/>
                    </a:cubicBezTo>
                    <a:cubicBezTo>
                      <a:pt x="0" y="171"/>
                      <a:pt x="2" y="180"/>
                      <a:pt x="7" y="189"/>
                    </a:cubicBezTo>
                    <a:lnTo>
                      <a:pt x="388" y="189"/>
                    </a:lnTo>
                    <a:close/>
                    <a:moveTo>
                      <a:pt x="133" y="134"/>
                    </a:moveTo>
                    <a:cubicBezTo>
                      <a:pt x="134" y="134"/>
                      <a:pt x="134" y="134"/>
                      <a:pt x="134" y="134"/>
                    </a:cubicBezTo>
                    <a:cubicBezTo>
                      <a:pt x="133" y="135"/>
                      <a:pt x="132" y="135"/>
                      <a:pt x="132" y="136"/>
                    </a:cubicBezTo>
                    <a:cubicBezTo>
                      <a:pt x="132" y="135"/>
                      <a:pt x="133" y="134"/>
                      <a:pt x="133" y="134"/>
                    </a:cubicBezTo>
                    <a:close/>
                    <a:moveTo>
                      <a:pt x="117" y="149"/>
                    </a:moveTo>
                    <a:cubicBezTo>
                      <a:pt x="116" y="150"/>
                      <a:pt x="115" y="151"/>
                      <a:pt x="115" y="152"/>
                    </a:cubicBezTo>
                    <a:cubicBezTo>
                      <a:pt x="115" y="151"/>
                      <a:pt x="114" y="151"/>
                      <a:pt x="114" y="150"/>
                    </a:cubicBezTo>
                    <a:cubicBezTo>
                      <a:pt x="115" y="150"/>
                      <a:pt x="116" y="149"/>
                      <a:pt x="117" y="149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</p:grpSp>
        <p:sp>
          <p:nvSpPr>
            <p:cNvPr id="66" name="TextBox 65"/>
            <p:cNvSpPr txBox="1"/>
            <p:nvPr/>
          </p:nvSpPr>
          <p:spPr>
            <a:xfrm>
              <a:off x="8329300" y="5642800"/>
              <a:ext cx="40748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id-ID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2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rPr>
                <a:t>NO</a:t>
              </a:r>
              <a:endPara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69" name="TextBox 68"/>
          <p:cNvSpPr txBox="1"/>
          <p:nvPr/>
        </p:nvSpPr>
        <p:spPr>
          <a:xfrm>
            <a:off x="5367282" y="2167664"/>
            <a:ext cx="15039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HOW YOU WORKS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2118174" y="3258957"/>
            <a:ext cx="1667693" cy="803384"/>
            <a:chOff x="2118174" y="3258957"/>
            <a:chExt cx="1667693" cy="803384"/>
          </a:xfrm>
        </p:grpSpPr>
        <p:grpSp>
          <p:nvGrpSpPr>
            <p:cNvPr id="83" name="Group 82"/>
            <p:cNvGrpSpPr/>
            <p:nvPr/>
          </p:nvGrpSpPr>
          <p:grpSpPr>
            <a:xfrm>
              <a:off x="2118174" y="3258957"/>
              <a:ext cx="1667693" cy="803384"/>
              <a:chOff x="7859713" y="1771650"/>
              <a:chExt cx="1741487" cy="838933"/>
            </a:xfrm>
          </p:grpSpPr>
          <p:sp>
            <p:nvSpPr>
              <p:cNvPr id="84" name="Freeform 9"/>
              <p:cNvSpPr/>
              <p:nvPr/>
            </p:nvSpPr>
            <p:spPr bwMode="auto">
              <a:xfrm>
                <a:off x="7900988" y="2283558"/>
                <a:ext cx="1700212" cy="327025"/>
              </a:xfrm>
              <a:custGeom>
                <a:avLst/>
                <a:gdLst>
                  <a:gd name="T0" fmla="*/ 442 w 450"/>
                  <a:gd name="T1" fmla="*/ 18 h 86"/>
                  <a:gd name="T2" fmla="*/ 393 w 450"/>
                  <a:gd name="T3" fmla="*/ 68 h 86"/>
                  <a:gd name="T4" fmla="*/ 367 w 450"/>
                  <a:gd name="T5" fmla="*/ 61 h 86"/>
                  <a:gd name="T6" fmla="*/ 340 w 450"/>
                  <a:gd name="T7" fmla="*/ 68 h 86"/>
                  <a:gd name="T8" fmla="*/ 307 w 450"/>
                  <a:gd name="T9" fmla="*/ 58 h 86"/>
                  <a:gd name="T10" fmla="*/ 268 w 450"/>
                  <a:gd name="T11" fmla="*/ 73 h 86"/>
                  <a:gd name="T12" fmla="*/ 236 w 450"/>
                  <a:gd name="T13" fmla="*/ 63 h 86"/>
                  <a:gd name="T14" fmla="*/ 204 w 450"/>
                  <a:gd name="T15" fmla="*/ 73 h 86"/>
                  <a:gd name="T16" fmla="*/ 160 w 450"/>
                  <a:gd name="T17" fmla="*/ 52 h 86"/>
                  <a:gd name="T18" fmla="*/ 117 w 450"/>
                  <a:gd name="T19" fmla="*/ 71 h 86"/>
                  <a:gd name="T20" fmla="*/ 75 w 450"/>
                  <a:gd name="T21" fmla="*/ 53 h 86"/>
                  <a:gd name="T22" fmla="*/ 39 w 450"/>
                  <a:gd name="T23" fmla="*/ 68 h 86"/>
                  <a:gd name="T24" fmla="*/ 0 w 450"/>
                  <a:gd name="T25" fmla="*/ 50 h 86"/>
                  <a:gd name="T26" fmla="*/ 47 w 450"/>
                  <a:gd name="T27" fmla="*/ 82 h 86"/>
                  <a:gd name="T28" fmla="*/ 83 w 450"/>
                  <a:gd name="T29" fmla="*/ 66 h 86"/>
                  <a:gd name="T30" fmla="*/ 125 w 450"/>
                  <a:gd name="T31" fmla="*/ 84 h 86"/>
                  <a:gd name="T32" fmla="*/ 168 w 450"/>
                  <a:gd name="T33" fmla="*/ 65 h 86"/>
                  <a:gd name="T34" fmla="*/ 212 w 450"/>
                  <a:gd name="T35" fmla="*/ 86 h 86"/>
                  <a:gd name="T36" fmla="*/ 244 w 450"/>
                  <a:gd name="T37" fmla="*/ 76 h 86"/>
                  <a:gd name="T38" fmla="*/ 276 w 450"/>
                  <a:gd name="T39" fmla="*/ 86 h 86"/>
                  <a:gd name="T40" fmla="*/ 315 w 450"/>
                  <a:gd name="T41" fmla="*/ 71 h 86"/>
                  <a:gd name="T42" fmla="*/ 348 w 450"/>
                  <a:gd name="T43" fmla="*/ 82 h 86"/>
                  <a:gd name="T44" fmla="*/ 376 w 450"/>
                  <a:gd name="T45" fmla="*/ 75 h 86"/>
                  <a:gd name="T46" fmla="*/ 401 w 450"/>
                  <a:gd name="T47" fmla="*/ 82 h 86"/>
                  <a:gd name="T48" fmla="*/ 450 w 450"/>
                  <a:gd name="T49" fmla="*/ 32 h 86"/>
                  <a:gd name="T50" fmla="*/ 439 w 450"/>
                  <a:gd name="T51" fmla="*/ 0 h 86"/>
                  <a:gd name="T52" fmla="*/ 442 w 450"/>
                  <a:gd name="T53" fmla="*/ 18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50" h="86">
                    <a:moveTo>
                      <a:pt x="442" y="18"/>
                    </a:moveTo>
                    <a:cubicBezTo>
                      <a:pt x="442" y="46"/>
                      <a:pt x="420" y="68"/>
                      <a:pt x="393" y="68"/>
                    </a:cubicBezTo>
                    <a:cubicBezTo>
                      <a:pt x="383" y="68"/>
                      <a:pt x="375" y="66"/>
                      <a:pt x="367" y="61"/>
                    </a:cubicBezTo>
                    <a:cubicBezTo>
                      <a:pt x="359" y="66"/>
                      <a:pt x="350" y="68"/>
                      <a:pt x="340" y="68"/>
                    </a:cubicBezTo>
                    <a:cubicBezTo>
                      <a:pt x="328" y="68"/>
                      <a:pt x="316" y="64"/>
                      <a:pt x="307" y="58"/>
                    </a:cubicBezTo>
                    <a:cubicBezTo>
                      <a:pt x="297" y="67"/>
                      <a:pt x="283" y="73"/>
                      <a:pt x="268" y="73"/>
                    </a:cubicBezTo>
                    <a:cubicBezTo>
                      <a:pt x="256" y="73"/>
                      <a:pt x="245" y="69"/>
                      <a:pt x="236" y="63"/>
                    </a:cubicBezTo>
                    <a:cubicBezTo>
                      <a:pt x="227" y="69"/>
                      <a:pt x="216" y="73"/>
                      <a:pt x="204" y="73"/>
                    </a:cubicBezTo>
                    <a:cubicBezTo>
                      <a:pt x="186" y="73"/>
                      <a:pt x="170" y="65"/>
                      <a:pt x="160" y="52"/>
                    </a:cubicBezTo>
                    <a:cubicBezTo>
                      <a:pt x="149" y="64"/>
                      <a:pt x="134" y="71"/>
                      <a:pt x="117" y="71"/>
                    </a:cubicBezTo>
                    <a:cubicBezTo>
                      <a:pt x="100" y="71"/>
                      <a:pt x="85" y="64"/>
                      <a:pt x="75" y="53"/>
                    </a:cubicBezTo>
                    <a:cubicBezTo>
                      <a:pt x="66" y="62"/>
                      <a:pt x="53" y="68"/>
                      <a:pt x="39" y="68"/>
                    </a:cubicBezTo>
                    <a:cubicBezTo>
                      <a:pt x="23" y="68"/>
                      <a:pt x="10" y="61"/>
                      <a:pt x="0" y="50"/>
                    </a:cubicBezTo>
                    <a:cubicBezTo>
                      <a:pt x="8" y="69"/>
                      <a:pt x="26" y="82"/>
                      <a:pt x="47" y="82"/>
                    </a:cubicBezTo>
                    <a:cubicBezTo>
                      <a:pt x="61" y="82"/>
                      <a:pt x="74" y="76"/>
                      <a:pt x="83" y="66"/>
                    </a:cubicBezTo>
                    <a:cubicBezTo>
                      <a:pt x="93" y="77"/>
                      <a:pt x="108" y="84"/>
                      <a:pt x="125" y="84"/>
                    </a:cubicBezTo>
                    <a:cubicBezTo>
                      <a:pt x="142" y="84"/>
                      <a:pt x="157" y="77"/>
                      <a:pt x="168" y="65"/>
                    </a:cubicBezTo>
                    <a:cubicBezTo>
                      <a:pt x="178" y="78"/>
                      <a:pt x="194" y="86"/>
                      <a:pt x="212" y="86"/>
                    </a:cubicBezTo>
                    <a:cubicBezTo>
                      <a:pt x="224" y="86"/>
                      <a:pt x="235" y="82"/>
                      <a:pt x="244" y="76"/>
                    </a:cubicBezTo>
                    <a:cubicBezTo>
                      <a:pt x="253" y="82"/>
                      <a:pt x="264" y="86"/>
                      <a:pt x="276" y="86"/>
                    </a:cubicBezTo>
                    <a:cubicBezTo>
                      <a:pt x="291" y="86"/>
                      <a:pt x="305" y="80"/>
                      <a:pt x="315" y="71"/>
                    </a:cubicBezTo>
                    <a:cubicBezTo>
                      <a:pt x="324" y="78"/>
                      <a:pt x="336" y="82"/>
                      <a:pt x="348" y="82"/>
                    </a:cubicBezTo>
                    <a:cubicBezTo>
                      <a:pt x="358" y="82"/>
                      <a:pt x="367" y="79"/>
                      <a:pt x="376" y="75"/>
                    </a:cubicBezTo>
                    <a:cubicBezTo>
                      <a:pt x="383" y="79"/>
                      <a:pt x="391" y="82"/>
                      <a:pt x="401" y="82"/>
                    </a:cubicBezTo>
                    <a:cubicBezTo>
                      <a:pt x="428" y="82"/>
                      <a:pt x="450" y="59"/>
                      <a:pt x="450" y="32"/>
                    </a:cubicBezTo>
                    <a:cubicBezTo>
                      <a:pt x="450" y="19"/>
                      <a:pt x="446" y="8"/>
                      <a:pt x="439" y="0"/>
                    </a:cubicBezTo>
                    <a:cubicBezTo>
                      <a:pt x="441" y="5"/>
                      <a:pt x="442" y="12"/>
                      <a:pt x="442" y="18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85" name="Freeform 11"/>
              <p:cNvSpPr/>
              <p:nvPr/>
            </p:nvSpPr>
            <p:spPr bwMode="auto">
              <a:xfrm>
                <a:off x="7859713" y="1771650"/>
                <a:ext cx="1711325" cy="798513"/>
              </a:xfrm>
              <a:custGeom>
                <a:avLst/>
                <a:gdLst>
                  <a:gd name="T0" fmla="*/ 50 w 453"/>
                  <a:gd name="T1" fmla="*/ 205 h 210"/>
                  <a:gd name="T2" fmla="*/ 86 w 453"/>
                  <a:gd name="T3" fmla="*/ 190 h 210"/>
                  <a:gd name="T4" fmla="*/ 128 w 453"/>
                  <a:gd name="T5" fmla="*/ 208 h 210"/>
                  <a:gd name="T6" fmla="*/ 171 w 453"/>
                  <a:gd name="T7" fmla="*/ 189 h 210"/>
                  <a:gd name="T8" fmla="*/ 215 w 453"/>
                  <a:gd name="T9" fmla="*/ 210 h 210"/>
                  <a:gd name="T10" fmla="*/ 247 w 453"/>
                  <a:gd name="T11" fmla="*/ 200 h 210"/>
                  <a:gd name="T12" fmla="*/ 279 w 453"/>
                  <a:gd name="T13" fmla="*/ 210 h 210"/>
                  <a:gd name="T14" fmla="*/ 318 w 453"/>
                  <a:gd name="T15" fmla="*/ 195 h 210"/>
                  <a:gd name="T16" fmla="*/ 351 w 453"/>
                  <a:gd name="T17" fmla="*/ 205 h 210"/>
                  <a:gd name="T18" fmla="*/ 378 w 453"/>
                  <a:gd name="T19" fmla="*/ 198 h 210"/>
                  <a:gd name="T20" fmla="*/ 404 w 453"/>
                  <a:gd name="T21" fmla="*/ 205 h 210"/>
                  <a:gd name="T22" fmla="*/ 453 w 453"/>
                  <a:gd name="T23" fmla="*/ 155 h 210"/>
                  <a:gd name="T24" fmla="*/ 450 w 453"/>
                  <a:gd name="T25" fmla="*/ 137 h 210"/>
                  <a:gd name="T26" fmla="*/ 404 w 453"/>
                  <a:gd name="T27" fmla="*/ 105 h 210"/>
                  <a:gd name="T28" fmla="*/ 393 w 453"/>
                  <a:gd name="T29" fmla="*/ 107 h 210"/>
                  <a:gd name="T30" fmla="*/ 362 w 453"/>
                  <a:gd name="T31" fmla="*/ 90 h 210"/>
                  <a:gd name="T32" fmla="*/ 357 w 453"/>
                  <a:gd name="T33" fmla="*/ 90 h 210"/>
                  <a:gd name="T34" fmla="*/ 352 w 453"/>
                  <a:gd name="T35" fmla="*/ 72 h 210"/>
                  <a:gd name="T36" fmla="*/ 304 w 453"/>
                  <a:gd name="T37" fmla="*/ 37 h 210"/>
                  <a:gd name="T38" fmla="*/ 242 w 453"/>
                  <a:gd name="T39" fmla="*/ 0 h 210"/>
                  <a:gd name="T40" fmla="*/ 175 w 453"/>
                  <a:gd name="T41" fmla="*/ 50 h 210"/>
                  <a:gd name="T42" fmla="*/ 163 w 453"/>
                  <a:gd name="T43" fmla="*/ 49 h 210"/>
                  <a:gd name="T44" fmla="*/ 112 w 453"/>
                  <a:gd name="T45" fmla="*/ 95 h 210"/>
                  <a:gd name="T46" fmla="*/ 81 w 453"/>
                  <a:gd name="T47" fmla="*/ 117 h 210"/>
                  <a:gd name="T48" fmla="*/ 50 w 453"/>
                  <a:gd name="T49" fmla="*/ 105 h 210"/>
                  <a:gd name="T50" fmla="*/ 0 w 453"/>
                  <a:gd name="T51" fmla="*/ 155 h 210"/>
                  <a:gd name="T52" fmla="*/ 11 w 453"/>
                  <a:gd name="T53" fmla="*/ 187 h 210"/>
                  <a:gd name="T54" fmla="*/ 50 w 453"/>
                  <a:gd name="T55" fmla="*/ 205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53" h="210">
                    <a:moveTo>
                      <a:pt x="50" y="205"/>
                    </a:moveTo>
                    <a:cubicBezTo>
                      <a:pt x="64" y="205"/>
                      <a:pt x="77" y="199"/>
                      <a:pt x="86" y="190"/>
                    </a:cubicBezTo>
                    <a:cubicBezTo>
                      <a:pt x="96" y="201"/>
                      <a:pt x="111" y="208"/>
                      <a:pt x="128" y="208"/>
                    </a:cubicBezTo>
                    <a:cubicBezTo>
                      <a:pt x="145" y="208"/>
                      <a:pt x="160" y="201"/>
                      <a:pt x="171" y="189"/>
                    </a:cubicBezTo>
                    <a:cubicBezTo>
                      <a:pt x="181" y="202"/>
                      <a:pt x="197" y="210"/>
                      <a:pt x="215" y="210"/>
                    </a:cubicBezTo>
                    <a:cubicBezTo>
                      <a:pt x="227" y="210"/>
                      <a:pt x="238" y="206"/>
                      <a:pt x="247" y="200"/>
                    </a:cubicBezTo>
                    <a:cubicBezTo>
                      <a:pt x="256" y="206"/>
                      <a:pt x="267" y="210"/>
                      <a:pt x="279" y="210"/>
                    </a:cubicBezTo>
                    <a:cubicBezTo>
                      <a:pt x="294" y="210"/>
                      <a:pt x="308" y="204"/>
                      <a:pt x="318" y="195"/>
                    </a:cubicBezTo>
                    <a:cubicBezTo>
                      <a:pt x="327" y="201"/>
                      <a:pt x="339" y="205"/>
                      <a:pt x="351" y="205"/>
                    </a:cubicBezTo>
                    <a:cubicBezTo>
                      <a:pt x="361" y="205"/>
                      <a:pt x="370" y="203"/>
                      <a:pt x="378" y="198"/>
                    </a:cubicBezTo>
                    <a:cubicBezTo>
                      <a:pt x="386" y="203"/>
                      <a:pt x="394" y="205"/>
                      <a:pt x="404" y="205"/>
                    </a:cubicBezTo>
                    <a:cubicBezTo>
                      <a:pt x="431" y="205"/>
                      <a:pt x="453" y="183"/>
                      <a:pt x="453" y="155"/>
                    </a:cubicBezTo>
                    <a:cubicBezTo>
                      <a:pt x="453" y="149"/>
                      <a:pt x="452" y="142"/>
                      <a:pt x="450" y="137"/>
                    </a:cubicBezTo>
                    <a:cubicBezTo>
                      <a:pt x="442" y="118"/>
                      <a:pt x="424" y="105"/>
                      <a:pt x="404" y="105"/>
                    </a:cubicBezTo>
                    <a:cubicBezTo>
                      <a:pt x="400" y="105"/>
                      <a:pt x="396" y="106"/>
                      <a:pt x="393" y="107"/>
                    </a:cubicBezTo>
                    <a:cubicBezTo>
                      <a:pt x="384" y="98"/>
                      <a:pt x="374" y="93"/>
                      <a:pt x="362" y="90"/>
                    </a:cubicBezTo>
                    <a:cubicBezTo>
                      <a:pt x="360" y="90"/>
                      <a:pt x="358" y="90"/>
                      <a:pt x="357" y="90"/>
                    </a:cubicBezTo>
                    <a:cubicBezTo>
                      <a:pt x="356" y="84"/>
                      <a:pt x="355" y="78"/>
                      <a:pt x="352" y="72"/>
                    </a:cubicBezTo>
                    <a:cubicBezTo>
                      <a:pt x="344" y="53"/>
                      <a:pt x="326" y="39"/>
                      <a:pt x="304" y="37"/>
                    </a:cubicBezTo>
                    <a:cubicBezTo>
                      <a:pt x="293" y="15"/>
                      <a:pt x="269" y="0"/>
                      <a:pt x="242" y="0"/>
                    </a:cubicBezTo>
                    <a:cubicBezTo>
                      <a:pt x="211" y="0"/>
                      <a:pt x="184" y="21"/>
                      <a:pt x="175" y="50"/>
                    </a:cubicBezTo>
                    <a:cubicBezTo>
                      <a:pt x="171" y="49"/>
                      <a:pt x="167" y="49"/>
                      <a:pt x="163" y="49"/>
                    </a:cubicBezTo>
                    <a:cubicBezTo>
                      <a:pt x="137" y="49"/>
                      <a:pt x="115" y="69"/>
                      <a:pt x="112" y="95"/>
                    </a:cubicBezTo>
                    <a:cubicBezTo>
                      <a:pt x="99" y="98"/>
                      <a:pt x="88" y="106"/>
                      <a:pt x="81" y="117"/>
                    </a:cubicBezTo>
                    <a:cubicBezTo>
                      <a:pt x="72" y="110"/>
                      <a:pt x="62" y="105"/>
                      <a:pt x="50" y="105"/>
                    </a:cubicBezTo>
                    <a:cubicBezTo>
                      <a:pt x="22" y="105"/>
                      <a:pt x="0" y="128"/>
                      <a:pt x="0" y="155"/>
                    </a:cubicBezTo>
                    <a:cubicBezTo>
                      <a:pt x="0" y="167"/>
                      <a:pt x="4" y="179"/>
                      <a:pt x="11" y="187"/>
                    </a:cubicBezTo>
                    <a:cubicBezTo>
                      <a:pt x="21" y="198"/>
                      <a:pt x="34" y="205"/>
                      <a:pt x="50" y="2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</p:grpSp>
        <p:sp>
          <p:nvSpPr>
            <p:cNvPr id="16" name="TextBox 15"/>
            <p:cNvSpPr txBox="1"/>
            <p:nvPr/>
          </p:nvSpPr>
          <p:spPr>
            <a:xfrm>
              <a:off x="2650687" y="3596411"/>
              <a:ext cx="6094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id-ID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2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rPr>
                <a:t>PLAY</a:t>
              </a:r>
              <a:endPara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5212167" y="3258957"/>
            <a:ext cx="1667693" cy="803384"/>
            <a:chOff x="5212167" y="3258957"/>
            <a:chExt cx="1667693" cy="803384"/>
          </a:xfrm>
        </p:grpSpPr>
        <p:grpSp>
          <p:nvGrpSpPr>
            <p:cNvPr id="93" name="Group 92"/>
            <p:cNvGrpSpPr/>
            <p:nvPr/>
          </p:nvGrpSpPr>
          <p:grpSpPr>
            <a:xfrm>
              <a:off x="5212167" y="3258957"/>
              <a:ext cx="1667693" cy="803384"/>
              <a:chOff x="7859713" y="1771650"/>
              <a:chExt cx="1741487" cy="838933"/>
            </a:xfrm>
          </p:grpSpPr>
          <p:sp>
            <p:nvSpPr>
              <p:cNvPr id="94" name="Freeform 9"/>
              <p:cNvSpPr/>
              <p:nvPr/>
            </p:nvSpPr>
            <p:spPr bwMode="auto">
              <a:xfrm>
                <a:off x="7900988" y="2283558"/>
                <a:ext cx="1700212" cy="327025"/>
              </a:xfrm>
              <a:custGeom>
                <a:avLst/>
                <a:gdLst>
                  <a:gd name="T0" fmla="*/ 442 w 450"/>
                  <a:gd name="T1" fmla="*/ 18 h 86"/>
                  <a:gd name="T2" fmla="*/ 393 w 450"/>
                  <a:gd name="T3" fmla="*/ 68 h 86"/>
                  <a:gd name="T4" fmla="*/ 367 w 450"/>
                  <a:gd name="T5" fmla="*/ 61 h 86"/>
                  <a:gd name="T6" fmla="*/ 340 w 450"/>
                  <a:gd name="T7" fmla="*/ 68 h 86"/>
                  <a:gd name="T8" fmla="*/ 307 w 450"/>
                  <a:gd name="T9" fmla="*/ 58 h 86"/>
                  <a:gd name="T10" fmla="*/ 268 w 450"/>
                  <a:gd name="T11" fmla="*/ 73 h 86"/>
                  <a:gd name="T12" fmla="*/ 236 w 450"/>
                  <a:gd name="T13" fmla="*/ 63 h 86"/>
                  <a:gd name="T14" fmla="*/ 204 w 450"/>
                  <a:gd name="T15" fmla="*/ 73 h 86"/>
                  <a:gd name="T16" fmla="*/ 160 w 450"/>
                  <a:gd name="T17" fmla="*/ 52 h 86"/>
                  <a:gd name="T18" fmla="*/ 117 w 450"/>
                  <a:gd name="T19" fmla="*/ 71 h 86"/>
                  <a:gd name="T20" fmla="*/ 75 w 450"/>
                  <a:gd name="T21" fmla="*/ 53 h 86"/>
                  <a:gd name="T22" fmla="*/ 39 w 450"/>
                  <a:gd name="T23" fmla="*/ 68 h 86"/>
                  <a:gd name="T24" fmla="*/ 0 w 450"/>
                  <a:gd name="T25" fmla="*/ 50 h 86"/>
                  <a:gd name="T26" fmla="*/ 47 w 450"/>
                  <a:gd name="T27" fmla="*/ 82 h 86"/>
                  <a:gd name="T28" fmla="*/ 83 w 450"/>
                  <a:gd name="T29" fmla="*/ 66 h 86"/>
                  <a:gd name="T30" fmla="*/ 125 w 450"/>
                  <a:gd name="T31" fmla="*/ 84 h 86"/>
                  <a:gd name="T32" fmla="*/ 168 w 450"/>
                  <a:gd name="T33" fmla="*/ 65 h 86"/>
                  <a:gd name="T34" fmla="*/ 212 w 450"/>
                  <a:gd name="T35" fmla="*/ 86 h 86"/>
                  <a:gd name="T36" fmla="*/ 244 w 450"/>
                  <a:gd name="T37" fmla="*/ 76 h 86"/>
                  <a:gd name="T38" fmla="*/ 276 w 450"/>
                  <a:gd name="T39" fmla="*/ 86 h 86"/>
                  <a:gd name="T40" fmla="*/ 315 w 450"/>
                  <a:gd name="T41" fmla="*/ 71 h 86"/>
                  <a:gd name="T42" fmla="*/ 348 w 450"/>
                  <a:gd name="T43" fmla="*/ 82 h 86"/>
                  <a:gd name="T44" fmla="*/ 376 w 450"/>
                  <a:gd name="T45" fmla="*/ 75 h 86"/>
                  <a:gd name="T46" fmla="*/ 401 w 450"/>
                  <a:gd name="T47" fmla="*/ 82 h 86"/>
                  <a:gd name="T48" fmla="*/ 450 w 450"/>
                  <a:gd name="T49" fmla="*/ 32 h 86"/>
                  <a:gd name="T50" fmla="*/ 439 w 450"/>
                  <a:gd name="T51" fmla="*/ 0 h 86"/>
                  <a:gd name="T52" fmla="*/ 442 w 450"/>
                  <a:gd name="T53" fmla="*/ 18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50" h="86">
                    <a:moveTo>
                      <a:pt x="442" y="18"/>
                    </a:moveTo>
                    <a:cubicBezTo>
                      <a:pt x="442" y="46"/>
                      <a:pt x="420" y="68"/>
                      <a:pt x="393" y="68"/>
                    </a:cubicBezTo>
                    <a:cubicBezTo>
                      <a:pt x="383" y="68"/>
                      <a:pt x="375" y="66"/>
                      <a:pt x="367" y="61"/>
                    </a:cubicBezTo>
                    <a:cubicBezTo>
                      <a:pt x="359" y="66"/>
                      <a:pt x="350" y="68"/>
                      <a:pt x="340" y="68"/>
                    </a:cubicBezTo>
                    <a:cubicBezTo>
                      <a:pt x="328" y="68"/>
                      <a:pt x="316" y="64"/>
                      <a:pt x="307" y="58"/>
                    </a:cubicBezTo>
                    <a:cubicBezTo>
                      <a:pt x="297" y="67"/>
                      <a:pt x="283" y="73"/>
                      <a:pt x="268" y="73"/>
                    </a:cubicBezTo>
                    <a:cubicBezTo>
                      <a:pt x="256" y="73"/>
                      <a:pt x="245" y="69"/>
                      <a:pt x="236" y="63"/>
                    </a:cubicBezTo>
                    <a:cubicBezTo>
                      <a:pt x="227" y="69"/>
                      <a:pt x="216" y="73"/>
                      <a:pt x="204" y="73"/>
                    </a:cubicBezTo>
                    <a:cubicBezTo>
                      <a:pt x="186" y="73"/>
                      <a:pt x="170" y="65"/>
                      <a:pt x="160" y="52"/>
                    </a:cubicBezTo>
                    <a:cubicBezTo>
                      <a:pt x="149" y="64"/>
                      <a:pt x="134" y="71"/>
                      <a:pt x="117" y="71"/>
                    </a:cubicBezTo>
                    <a:cubicBezTo>
                      <a:pt x="100" y="71"/>
                      <a:pt x="85" y="64"/>
                      <a:pt x="75" y="53"/>
                    </a:cubicBezTo>
                    <a:cubicBezTo>
                      <a:pt x="66" y="62"/>
                      <a:pt x="53" y="68"/>
                      <a:pt x="39" y="68"/>
                    </a:cubicBezTo>
                    <a:cubicBezTo>
                      <a:pt x="23" y="68"/>
                      <a:pt x="10" y="61"/>
                      <a:pt x="0" y="50"/>
                    </a:cubicBezTo>
                    <a:cubicBezTo>
                      <a:pt x="8" y="69"/>
                      <a:pt x="26" y="82"/>
                      <a:pt x="47" y="82"/>
                    </a:cubicBezTo>
                    <a:cubicBezTo>
                      <a:pt x="61" y="82"/>
                      <a:pt x="74" y="76"/>
                      <a:pt x="83" y="66"/>
                    </a:cubicBezTo>
                    <a:cubicBezTo>
                      <a:pt x="93" y="77"/>
                      <a:pt x="108" y="84"/>
                      <a:pt x="125" y="84"/>
                    </a:cubicBezTo>
                    <a:cubicBezTo>
                      <a:pt x="142" y="84"/>
                      <a:pt x="157" y="77"/>
                      <a:pt x="168" y="65"/>
                    </a:cubicBezTo>
                    <a:cubicBezTo>
                      <a:pt x="178" y="78"/>
                      <a:pt x="194" y="86"/>
                      <a:pt x="212" y="86"/>
                    </a:cubicBezTo>
                    <a:cubicBezTo>
                      <a:pt x="224" y="86"/>
                      <a:pt x="235" y="82"/>
                      <a:pt x="244" y="76"/>
                    </a:cubicBezTo>
                    <a:cubicBezTo>
                      <a:pt x="253" y="82"/>
                      <a:pt x="264" y="86"/>
                      <a:pt x="276" y="86"/>
                    </a:cubicBezTo>
                    <a:cubicBezTo>
                      <a:pt x="291" y="86"/>
                      <a:pt x="305" y="80"/>
                      <a:pt x="315" y="71"/>
                    </a:cubicBezTo>
                    <a:cubicBezTo>
                      <a:pt x="324" y="78"/>
                      <a:pt x="336" y="82"/>
                      <a:pt x="348" y="82"/>
                    </a:cubicBezTo>
                    <a:cubicBezTo>
                      <a:pt x="358" y="82"/>
                      <a:pt x="367" y="79"/>
                      <a:pt x="376" y="75"/>
                    </a:cubicBezTo>
                    <a:cubicBezTo>
                      <a:pt x="383" y="79"/>
                      <a:pt x="391" y="82"/>
                      <a:pt x="401" y="82"/>
                    </a:cubicBezTo>
                    <a:cubicBezTo>
                      <a:pt x="428" y="82"/>
                      <a:pt x="450" y="59"/>
                      <a:pt x="450" y="32"/>
                    </a:cubicBezTo>
                    <a:cubicBezTo>
                      <a:pt x="450" y="19"/>
                      <a:pt x="446" y="8"/>
                      <a:pt x="439" y="0"/>
                    </a:cubicBezTo>
                    <a:cubicBezTo>
                      <a:pt x="441" y="5"/>
                      <a:pt x="442" y="12"/>
                      <a:pt x="442" y="18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95" name="Freeform 11"/>
              <p:cNvSpPr/>
              <p:nvPr/>
            </p:nvSpPr>
            <p:spPr bwMode="auto">
              <a:xfrm>
                <a:off x="7859713" y="1771650"/>
                <a:ext cx="1711325" cy="798513"/>
              </a:xfrm>
              <a:custGeom>
                <a:avLst/>
                <a:gdLst>
                  <a:gd name="T0" fmla="*/ 50 w 453"/>
                  <a:gd name="T1" fmla="*/ 205 h 210"/>
                  <a:gd name="T2" fmla="*/ 86 w 453"/>
                  <a:gd name="T3" fmla="*/ 190 h 210"/>
                  <a:gd name="T4" fmla="*/ 128 w 453"/>
                  <a:gd name="T5" fmla="*/ 208 h 210"/>
                  <a:gd name="T6" fmla="*/ 171 w 453"/>
                  <a:gd name="T7" fmla="*/ 189 h 210"/>
                  <a:gd name="T8" fmla="*/ 215 w 453"/>
                  <a:gd name="T9" fmla="*/ 210 h 210"/>
                  <a:gd name="T10" fmla="*/ 247 w 453"/>
                  <a:gd name="T11" fmla="*/ 200 h 210"/>
                  <a:gd name="T12" fmla="*/ 279 w 453"/>
                  <a:gd name="T13" fmla="*/ 210 h 210"/>
                  <a:gd name="T14" fmla="*/ 318 w 453"/>
                  <a:gd name="T15" fmla="*/ 195 h 210"/>
                  <a:gd name="T16" fmla="*/ 351 w 453"/>
                  <a:gd name="T17" fmla="*/ 205 h 210"/>
                  <a:gd name="T18" fmla="*/ 378 w 453"/>
                  <a:gd name="T19" fmla="*/ 198 h 210"/>
                  <a:gd name="T20" fmla="*/ 404 w 453"/>
                  <a:gd name="T21" fmla="*/ 205 h 210"/>
                  <a:gd name="T22" fmla="*/ 453 w 453"/>
                  <a:gd name="T23" fmla="*/ 155 h 210"/>
                  <a:gd name="T24" fmla="*/ 450 w 453"/>
                  <a:gd name="T25" fmla="*/ 137 h 210"/>
                  <a:gd name="T26" fmla="*/ 404 w 453"/>
                  <a:gd name="T27" fmla="*/ 105 h 210"/>
                  <a:gd name="T28" fmla="*/ 393 w 453"/>
                  <a:gd name="T29" fmla="*/ 107 h 210"/>
                  <a:gd name="T30" fmla="*/ 362 w 453"/>
                  <a:gd name="T31" fmla="*/ 90 h 210"/>
                  <a:gd name="T32" fmla="*/ 357 w 453"/>
                  <a:gd name="T33" fmla="*/ 90 h 210"/>
                  <a:gd name="T34" fmla="*/ 352 w 453"/>
                  <a:gd name="T35" fmla="*/ 72 h 210"/>
                  <a:gd name="T36" fmla="*/ 304 w 453"/>
                  <a:gd name="T37" fmla="*/ 37 h 210"/>
                  <a:gd name="T38" fmla="*/ 242 w 453"/>
                  <a:gd name="T39" fmla="*/ 0 h 210"/>
                  <a:gd name="T40" fmla="*/ 175 w 453"/>
                  <a:gd name="T41" fmla="*/ 50 h 210"/>
                  <a:gd name="T42" fmla="*/ 163 w 453"/>
                  <a:gd name="T43" fmla="*/ 49 h 210"/>
                  <a:gd name="T44" fmla="*/ 112 w 453"/>
                  <a:gd name="T45" fmla="*/ 95 h 210"/>
                  <a:gd name="T46" fmla="*/ 81 w 453"/>
                  <a:gd name="T47" fmla="*/ 117 h 210"/>
                  <a:gd name="T48" fmla="*/ 50 w 453"/>
                  <a:gd name="T49" fmla="*/ 105 h 210"/>
                  <a:gd name="T50" fmla="*/ 0 w 453"/>
                  <a:gd name="T51" fmla="*/ 155 h 210"/>
                  <a:gd name="T52" fmla="*/ 11 w 453"/>
                  <a:gd name="T53" fmla="*/ 187 h 210"/>
                  <a:gd name="T54" fmla="*/ 50 w 453"/>
                  <a:gd name="T55" fmla="*/ 205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53" h="210">
                    <a:moveTo>
                      <a:pt x="50" y="205"/>
                    </a:moveTo>
                    <a:cubicBezTo>
                      <a:pt x="64" y="205"/>
                      <a:pt x="77" y="199"/>
                      <a:pt x="86" y="190"/>
                    </a:cubicBezTo>
                    <a:cubicBezTo>
                      <a:pt x="96" y="201"/>
                      <a:pt x="111" y="208"/>
                      <a:pt x="128" y="208"/>
                    </a:cubicBezTo>
                    <a:cubicBezTo>
                      <a:pt x="145" y="208"/>
                      <a:pt x="160" y="201"/>
                      <a:pt x="171" y="189"/>
                    </a:cubicBezTo>
                    <a:cubicBezTo>
                      <a:pt x="181" y="202"/>
                      <a:pt x="197" y="210"/>
                      <a:pt x="215" y="210"/>
                    </a:cubicBezTo>
                    <a:cubicBezTo>
                      <a:pt x="227" y="210"/>
                      <a:pt x="238" y="206"/>
                      <a:pt x="247" y="200"/>
                    </a:cubicBezTo>
                    <a:cubicBezTo>
                      <a:pt x="256" y="206"/>
                      <a:pt x="267" y="210"/>
                      <a:pt x="279" y="210"/>
                    </a:cubicBezTo>
                    <a:cubicBezTo>
                      <a:pt x="294" y="210"/>
                      <a:pt x="308" y="204"/>
                      <a:pt x="318" y="195"/>
                    </a:cubicBezTo>
                    <a:cubicBezTo>
                      <a:pt x="327" y="201"/>
                      <a:pt x="339" y="205"/>
                      <a:pt x="351" y="205"/>
                    </a:cubicBezTo>
                    <a:cubicBezTo>
                      <a:pt x="361" y="205"/>
                      <a:pt x="370" y="203"/>
                      <a:pt x="378" y="198"/>
                    </a:cubicBezTo>
                    <a:cubicBezTo>
                      <a:pt x="386" y="203"/>
                      <a:pt x="394" y="205"/>
                      <a:pt x="404" y="205"/>
                    </a:cubicBezTo>
                    <a:cubicBezTo>
                      <a:pt x="431" y="205"/>
                      <a:pt x="453" y="183"/>
                      <a:pt x="453" y="155"/>
                    </a:cubicBezTo>
                    <a:cubicBezTo>
                      <a:pt x="453" y="149"/>
                      <a:pt x="452" y="142"/>
                      <a:pt x="450" y="137"/>
                    </a:cubicBezTo>
                    <a:cubicBezTo>
                      <a:pt x="442" y="118"/>
                      <a:pt x="424" y="105"/>
                      <a:pt x="404" y="105"/>
                    </a:cubicBezTo>
                    <a:cubicBezTo>
                      <a:pt x="400" y="105"/>
                      <a:pt x="396" y="106"/>
                      <a:pt x="393" y="107"/>
                    </a:cubicBezTo>
                    <a:cubicBezTo>
                      <a:pt x="384" y="98"/>
                      <a:pt x="374" y="93"/>
                      <a:pt x="362" y="90"/>
                    </a:cubicBezTo>
                    <a:cubicBezTo>
                      <a:pt x="360" y="90"/>
                      <a:pt x="358" y="90"/>
                      <a:pt x="357" y="90"/>
                    </a:cubicBezTo>
                    <a:cubicBezTo>
                      <a:pt x="356" y="84"/>
                      <a:pt x="355" y="78"/>
                      <a:pt x="352" y="72"/>
                    </a:cubicBezTo>
                    <a:cubicBezTo>
                      <a:pt x="344" y="53"/>
                      <a:pt x="326" y="39"/>
                      <a:pt x="304" y="37"/>
                    </a:cubicBezTo>
                    <a:cubicBezTo>
                      <a:pt x="293" y="15"/>
                      <a:pt x="269" y="0"/>
                      <a:pt x="242" y="0"/>
                    </a:cubicBezTo>
                    <a:cubicBezTo>
                      <a:pt x="211" y="0"/>
                      <a:pt x="184" y="21"/>
                      <a:pt x="175" y="50"/>
                    </a:cubicBezTo>
                    <a:cubicBezTo>
                      <a:pt x="171" y="49"/>
                      <a:pt x="167" y="49"/>
                      <a:pt x="163" y="49"/>
                    </a:cubicBezTo>
                    <a:cubicBezTo>
                      <a:pt x="137" y="49"/>
                      <a:pt x="115" y="69"/>
                      <a:pt x="112" y="95"/>
                    </a:cubicBezTo>
                    <a:cubicBezTo>
                      <a:pt x="99" y="98"/>
                      <a:pt x="88" y="106"/>
                      <a:pt x="81" y="117"/>
                    </a:cubicBezTo>
                    <a:cubicBezTo>
                      <a:pt x="72" y="110"/>
                      <a:pt x="62" y="105"/>
                      <a:pt x="50" y="105"/>
                    </a:cubicBezTo>
                    <a:cubicBezTo>
                      <a:pt x="22" y="105"/>
                      <a:pt x="0" y="128"/>
                      <a:pt x="0" y="155"/>
                    </a:cubicBezTo>
                    <a:cubicBezTo>
                      <a:pt x="0" y="167"/>
                      <a:pt x="4" y="179"/>
                      <a:pt x="11" y="187"/>
                    </a:cubicBezTo>
                    <a:cubicBezTo>
                      <a:pt x="21" y="198"/>
                      <a:pt x="34" y="205"/>
                      <a:pt x="50" y="20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</p:grpSp>
        <p:sp>
          <p:nvSpPr>
            <p:cNvPr id="21" name="TextBox 20"/>
            <p:cNvSpPr txBox="1"/>
            <p:nvPr/>
          </p:nvSpPr>
          <p:spPr>
            <a:xfrm>
              <a:off x="5404799" y="3596411"/>
              <a:ext cx="136447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id-ID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2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rPr>
                <a:t>WORK &amp; PLAY</a:t>
              </a:r>
              <a:endPara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8309911" y="3258957"/>
            <a:ext cx="1667693" cy="803384"/>
            <a:chOff x="8309911" y="3258957"/>
            <a:chExt cx="1667693" cy="803384"/>
          </a:xfrm>
        </p:grpSpPr>
        <p:grpSp>
          <p:nvGrpSpPr>
            <p:cNvPr id="96" name="Group 95"/>
            <p:cNvGrpSpPr/>
            <p:nvPr/>
          </p:nvGrpSpPr>
          <p:grpSpPr>
            <a:xfrm>
              <a:off x="8309911" y="3258957"/>
              <a:ext cx="1667693" cy="803384"/>
              <a:chOff x="7859713" y="1771650"/>
              <a:chExt cx="1741487" cy="838933"/>
            </a:xfrm>
          </p:grpSpPr>
          <p:sp>
            <p:nvSpPr>
              <p:cNvPr id="97" name="Freeform 9"/>
              <p:cNvSpPr/>
              <p:nvPr/>
            </p:nvSpPr>
            <p:spPr bwMode="auto">
              <a:xfrm>
                <a:off x="7900988" y="2283558"/>
                <a:ext cx="1700212" cy="327025"/>
              </a:xfrm>
              <a:custGeom>
                <a:avLst/>
                <a:gdLst>
                  <a:gd name="T0" fmla="*/ 442 w 450"/>
                  <a:gd name="T1" fmla="*/ 18 h 86"/>
                  <a:gd name="T2" fmla="*/ 393 w 450"/>
                  <a:gd name="T3" fmla="*/ 68 h 86"/>
                  <a:gd name="T4" fmla="*/ 367 w 450"/>
                  <a:gd name="T5" fmla="*/ 61 h 86"/>
                  <a:gd name="T6" fmla="*/ 340 w 450"/>
                  <a:gd name="T7" fmla="*/ 68 h 86"/>
                  <a:gd name="T8" fmla="*/ 307 w 450"/>
                  <a:gd name="T9" fmla="*/ 58 h 86"/>
                  <a:gd name="T10" fmla="*/ 268 w 450"/>
                  <a:gd name="T11" fmla="*/ 73 h 86"/>
                  <a:gd name="T12" fmla="*/ 236 w 450"/>
                  <a:gd name="T13" fmla="*/ 63 h 86"/>
                  <a:gd name="T14" fmla="*/ 204 w 450"/>
                  <a:gd name="T15" fmla="*/ 73 h 86"/>
                  <a:gd name="T16" fmla="*/ 160 w 450"/>
                  <a:gd name="T17" fmla="*/ 52 h 86"/>
                  <a:gd name="T18" fmla="*/ 117 w 450"/>
                  <a:gd name="T19" fmla="*/ 71 h 86"/>
                  <a:gd name="T20" fmla="*/ 75 w 450"/>
                  <a:gd name="T21" fmla="*/ 53 h 86"/>
                  <a:gd name="T22" fmla="*/ 39 w 450"/>
                  <a:gd name="T23" fmla="*/ 68 h 86"/>
                  <a:gd name="T24" fmla="*/ 0 w 450"/>
                  <a:gd name="T25" fmla="*/ 50 h 86"/>
                  <a:gd name="T26" fmla="*/ 47 w 450"/>
                  <a:gd name="T27" fmla="*/ 82 h 86"/>
                  <a:gd name="T28" fmla="*/ 83 w 450"/>
                  <a:gd name="T29" fmla="*/ 66 h 86"/>
                  <a:gd name="T30" fmla="*/ 125 w 450"/>
                  <a:gd name="T31" fmla="*/ 84 h 86"/>
                  <a:gd name="T32" fmla="*/ 168 w 450"/>
                  <a:gd name="T33" fmla="*/ 65 h 86"/>
                  <a:gd name="T34" fmla="*/ 212 w 450"/>
                  <a:gd name="T35" fmla="*/ 86 h 86"/>
                  <a:gd name="T36" fmla="*/ 244 w 450"/>
                  <a:gd name="T37" fmla="*/ 76 h 86"/>
                  <a:gd name="T38" fmla="*/ 276 w 450"/>
                  <a:gd name="T39" fmla="*/ 86 h 86"/>
                  <a:gd name="T40" fmla="*/ 315 w 450"/>
                  <a:gd name="T41" fmla="*/ 71 h 86"/>
                  <a:gd name="T42" fmla="*/ 348 w 450"/>
                  <a:gd name="T43" fmla="*/ 82 h 86"/>
                  <a:gd name="T44" fmla="*/ 376 w 450"/>
                  <a:gd name="T45" fmla="*/ 75 h 86"/>
                  <a:gd name="T46" fmla="*/ 401 w 450"/>
                  <a:gd name="T47" fmla="*/ 82 h 86"/>
                  <a:gd name="T48" fmla="*/ 450 w 450"/>
                  <a:gd name="T49" fmla="*/ 32 h 86"/>
                  <a:gd name="T50" fmla="*/ 439 w 450"/>
                  <a:gd name="T51" fmla="*/ 0 h 86"/>
                  <a:gd name="T52" fmla="*/ 442 w 450"/>
                  <a:gd name="T53" fmla="*/ 18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50" h="86">
                    <a:moveTo>
                      <a:pt x="442" y="18"/>
                    </a:moveTo>
                    <a:cubicBezTo>
                      <a:pt x="442" y="46"/>
                      <a:pt x="420" y="68"/>
                      <a:pt x="393" y="68"/>
                    </a:cubicBezTo>
                    <a:cubicBezTo>
                      <a:pt x="383" y="68"/>
                      <a:pt x="375" y="66"/>
                      <a:pt x="367" y="61"/>
                    </a:cubicBezTo>
                    <a:cubicBezTo>
                      <a:pt x="359" y="66"/>
                      <a:pt x="350" y="68"/>
                      <a:pt x="340" y="68"/>
                    </a:cubicBezTo>
                    <a:cubicBezTo>
                      <a:pt x="328" y="68"/>
                      <a:pt x="316" y="64"/>
                      <a:pt x="307" y="58"/>
                    </a:cubicBezTo>
                    <a:cubicBezTo>
                      <a:pt x="297" y="67"/>
                      <a:pt x="283" y="73"/>
                      <a:pt x="268" y="73"/>
                    </a:cubicBezTo>
                    <a:cubicBezTo>
                      <a:pt x="256" y="73"/>
                      <a:pt x="245" y="69"/>
                      <a:pt x="236" y="63"/>
                    </a:cubicBezTo>
                    <a:cubicBezTo>
                      <a:pt x="227" y="69"/>
                      <a:pt x="216" y="73"/>
                      <a:pt x="204" y="73"/>
                    </a:cubicBezTo>
                    <a:cubicBezTo>
                      <a:pt x="186" y="73"/>
                      <a:pt x="170" y="65"/>
                      <a:pt x="160" y="52"/>
                    </a:cubicBezTo>
                    <a:cubicBezTo>
                      <a:pt x="149" y="64"/>
                      <a:pt x="134" y="71"/>
                      <a:pt x="117" y="71"/>
                    </a:cubicBezTo>
                    <a:cubicBezTo>
                      <a:pt x="100" y="71"/>
                      <a:pt x="85" y="64"/>
                      <a:pt x="75" y="53"/>
                    </a:cubicBezTo>
                    <a:cubicBezTo>
                      <a:pt x="66" y="62"/>
                      <a:pt x="53" y="68"/>
                      <a:pt x="39" y="68"/>
                    </a:cubicBezTo>
                    <a:cubicBezTo>
                      <a:pt x="23" y="68"/>
                      <a:pt x="10" y="61"/>
                      <a:pt x="0" y="50"/>
                    </a:cubicBezTo>
                    <a:cubicBezTo>
                      <a:pt x="8" y="69"/>
                      <a:pt x="26" y="82"/>
                      <a:pt x="47" y="82"/>
                    </a:cubicBezTo>
                    <a:cubicBezTo>
                      <a:pt x="61" y="82"/>
                      <a:pt x="74" y="76"/>
                      <a:pt x="83" y="66"/>
                    </a:cubicBezTo>
                    <a:cubicBezTo>
                      <a:pt x="93" y="77"/>
                      <a:pt x="108" y="84"/>
                      <a:pt x="125" y="84"/>
                    </a:cubicBezTo>
                    <a:cubicBezTo>
                      <a:pt x="142" y="84"/>
                      <a:pt x="157" y="77"/>
                      <a:pt x="168" y="65"/>
                    </a:cubicBezTo>
                    <a:cubicBezTo>
                      <a:pt x="178" y="78"/>
                      <a:pt x="194" y="86"/>
                      <a:pt x="212" y="86"/>
                    </a:cubicBezTo>
                    <a:cubicBezTo>
                      <a:pt x="224" y="86"/>
                      <a:pt x="235" y="82"/>
                      <a:pt x="244" y="76"/>
                    </a:cubicBezTo>
                    <a:cubicBezTo>
                      <a:pt x="253" y="82"/>
                      <a:pt x="264" y="86"/>
                      <a:pt x="276" y="86"/>
                    </a:cubicBezTo>
                    <a:cubicBezTo>
                      <a:pt x="291" y="86"/>
                      <a:pt x="305" y="80"/>
                      <a:pt x="315" y="71"/>
                    </a:cubicBezTo>
                    <a:cubicBezTo>
                      <a:pt x="324" y="78"/>
                      <a:pt x="336" y="82"/>
                      <a:pt x="348" y="82"/>
                    </a:cubicBezTo>
                    <a:cubicBezTo>
                      <a:pt x="358" y="82"/>
                      <a:pt x="367" y="79"/>
                      <a:pt x="376" y="75"/>
                    </a:cubicBezTo>
                    <a:cubicBezTo>
                      <a:pt x="383" y="79"/>
                      <a:pt x="391" y="82"/>
                      <a:pt x="401" y="82"/>
                    </a:cubicBezTo>
                    <a:cubicBezTo>
                      <a:pt x="428" y="82"/>
                      <a:pt x="450" y="59"/>
                      <a:pt x="450" y="32"/>
                    </a:cubicBezTo>
                    <a:cubicBezTo>
                      <a:pt x="450" y="19"/>
                      <a:pt x="446" y="8"/>
                      <a:pt x="439" y="0"/>
                    </a:cubicBezTo>
                    <a:cubicBezTo>
                      <a:pt x="441" y="5"/>
                      <a:pt x="442" y="12"/>
                      <a:pt x="442" y="18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98" name="Freeform 11"/>
              <p:cNvSpPr/>
              <p:nvPr/>
            </p:nvSpPr>
            <p:spPr bwMode="auto">
              <a:xfrm>
                <a:off x="7859713" y="1771650"/>
                <a:ext cx="1711325" cy="798513"/>
              </a:xfrm>
              <a:custGeom>
                <a:avLst/>
                <a:gdLst>
                  <a:gd name="T0" fmla="*/ 50 w 453"/>
                  <a:gd name="T1" fmla="*/ 205 h 210"/>
                  <a:gd name="T2" fmla="*/ 86 w 453"/>
                  <a:gd name="T3" fmla="*/ 190 h 210"/>
                  <a:gd name="T4" fmla="*/ 128 w 453"/>
                  <a:gd name="T5" fmla="*/ 208 h 210"/>
                  <a:gd name="T6" fmla="*/ 171 w 453"/>
                  <a:gd name="T7" fmla="*/ 189 h 210"/>
                  <a:gd name="T8" fmla="*/ 215 w 453"/>
                  <a:gd name="T9" fmla="*/ 210 h 210"/>
                  <a:gd name="T10" fmla="*/ 247 w 453"/>
                  <a:gd name="T11" fmla="*/ 200 h 210"/>
                  <a:gd name="T12" fmla="*/ 279 w 453"/>
                  <a:gd name="T13" fmla="*/ 210 h 210"/>
                  <a:gd name="T14" fmla="*/ 318 w 453"/>
                  <a:gd name="T15" fmla="*/ 195 h 210"/>
                  <a:gd name="T16" fmla="*/ 351 w 453"/>
                  <a:gd name="T17" fmla="*/ 205 h 210"/>
                  <a:gd name="T18" fmla="*/ 378 w 453"/>
                  <a:gd name="T19" fmla="*/ 198 h 210"/>
                  <a:gd name="T20" fmla="*/ 404 w 453"/>
                  <a:gd name="T21" fmla="*/ 205 h 210"/>
                  <a:gd name="T22" fmla="*/ 453 w 453"/>
                  <a:gd name="T23" fmla="*/ 155 h 210"/>
                  <a:gd name="T24" fmla="*/ 450 w 453"/>
                  <a:gd name="T25" fmla="*/ 137 h 210"/>
                  <a:gd name="T26" fmla="*/ 404 w 453"/>
                  <a:gd name="T27" fmla="*/ 105 h 210"/>
                  <a:gd name="T28" fmla="*/ 393 w 453"/>
                  <a:gd name="T29" fmla="*/ 107 h 210"/>
                  <a:gd name="T30" fmla="*/ 362 w 453"/>
                  <a:gd name="T31" fmla="*/ 90 h 210"/>
                  <a:gd name="T32" fmla="*/ 357 w 453"/>
                  <a:gd name="T33" fmla="*/ 90 h 210"/>
                  <a:gd name="T34" fmla="*/ 352 w 453"/>
                  <a:gd name="T35" fmla="*/ 72 h 210"/>
                  <a:gd name="T36" fmla="*/ 304 w 453"/>
                  <a:gd name="T37" fmla="*/ 37 h 210"/>
                  <a:gd name="T38" fmla="*/ 242 w 453"/>
                  <a:gd name="T39" fmla="*/ 0 h 210"/>
                  <a:gd name="T40" fmla="*/ 175 w 453"/>
                  <a:gd name="T41" fmla="*/ 50 h 210"/>
                  <a:gd name="T42" fmla="*/ 163 w 453"/>
                  <a:gd name="T43" fmla="*/ 49 h 210"/>
                  <a:gd name="T44" fmla="*/ 112 w 453"/>
                  <a:gd name="T45" fmla="*/ 95 h 210"/>
                  <a:gd name="T46" fmla="*/ 81 w 453"/>
                  <a:gd name="T47" fmla="*/ 117 h 210"/>
                  <a:gd name="T48" fmla="*/ 50 w 453"/>
                  <a:gd name="T49" fmla="*/ 105 h 210"/>
                  <a:gd name="T50" fmla="*/ 0 w 453"/>
                  <a:gd name="T51" fmla="*/ 155 h 210"/>
                  <a:gd name="T52" fmla="*/ 11 w 453"/>
                  <a:gd name="T53" fmla="*/ 187 h 210"/>
                  <a:gd name="T54" fmla="*/ 50 w 453"/>
                  <a:gd name="T55" fmla="*/ 205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53" h="210">
                    <a:moveTo>
                      <a:pt x="50" y="205"/>
                    </a:moveTo>
                    <a:cubicBezTo>
                      <a:pt x="64" y="205"/>
                      <a:pt x="77" y="199"/>
                      <a:pt x="86" y="190"/>
                    </a:cubicBezTo>
                    <a:cubicBezTo>
                      <a:pt x="96" y="201"/>
                      <a:pt x="111" y="208"/>
                      <a:pt x="128" y="208"/>
                    </a:cubicBezTo>
                    <a:cubicBezTo>
                      <a:pt x="145" y="208"/>
                      <a:pt x="160" y="201"/>
                      <a:pt x="171" y="189"/>
                    </a:cubicBezTo>
                    <a:cubicBezTo>
                      <a:pt x="181" y="202"/>
                      <a:pt x="197" y="210"/>
                      <a:pt x="215" y="210"/>
                    </a:cubicBezTo>
                    <a:cubicBezTo>
                      <a:pt x="227" y="210"/>
                      <a:pt x="238" y="206"/>
                      <a:pt x="247" y="200"/>
                    </a:cubicBezTo>
                    <a:cubicBezTo>
                      <a:pt x="256" y="206"/>
                      <a:pt x="267" y="210"/>
                      <a:pt x="279" y="210"/>
                    </a:cubicBezTo>
                    <a:cubicBezTo>
                      <a:pt x="294" y="210"/>
                      <a:pt x="308" y="204"/>
                      <a:pt x="318" y="195"/>
                    </a:cubicBezTo>
                    <a:cubicBezTo>
                      <a:pt x="327" y="201"/>
                      <a:pt x="339" y="205"/>
                      <a:pt x="351" y="205"/>
                    </a:cubicBezTo>
                    <a:cubicBezTo>
                      <a:pt x="361" y="205"/>
                      <a:pt x="370" y="203"/>
                      <a:pt x="378" y="198"/>
                    </a:cubicBezTo>
                    <a:cubicBezTo>
                      <a:pt x="386" y="203"/>
                      <a:pt x="394" y="205"/>
                      <a:pt x="404" y="205"/>
                    </a:cubicBezTo>
                    <a:cubicBezTo>
                      <a:pt x="431" y="205"/>
                      <a:pt x="453" y="183"/>
                      <a:pt x="453" y="155"/>
                    </a:cubicBezTo>
                    <a:cubicBezTo>
                      <a:pt x="453" y="149"/>
                      <a:pt x="452" y="142"/>
                      <a:pt x="450" y="137"/>
                    </a:cubicBezTo>
                    <a:cubicBezTo>
                      <a:pt x="442" y="118"/>
                      <a:pt x="424" y="105"/>
                      <a:pt x="404" y="105"/>
                    </a:cubicBezTo>
                    <a:cubicBezTo>
                      <a:pt x="400" y="105"/>
                      <a:pt x="396" y="106"/>
                      <a:pt x="393" y="107"/>
                    </a:cubicBezTo>
                    <a:cubicBezTo>
                      <a:pt x="384" y="98"/>
                      <a:pt x="374" y="93"/>
                      <a:pt x="362" y="90"/>
                    </a:cubicBezTo>
                    <a:cubicBezTo>
                      <a:pt x="360" y="90"/>
                      <a:pt x="358" y="90"/>
                      <a:pt x="357" y="90"/>
                    </a:cubicBezTo>
                    <a:cubicBezTo>
                      <a:pt x="356" y="84"/>
                      <a:pt x="355" y="78"/>
                      <a:pt x="352" y="72"/>
                    </a:cubicBezTo>
                    <a:cubicBezTo>
                      <a:pt x="344" y="53"/>
                      <a:pt x="326" y="39"/>
                      <a:pt x="304" y="37"/>
                    </a:cubicBezTo>
                    <a:cubicBezTo>
                      <a:pt x="293" y="15"/>
                      <a:pt x="269" y="0"/>
                      <a:pt x="242" y="0"/>
                    </a:cubicBezTo>
                    <a:cubicBezTo>
                      <a:pt x="211" y="0"/>
                      <a:pt x="184" y="21"/>
                      <a:pt x="175" y="50"/>
                    </a:cubicBezTo>
                    <a:cubicBezTo>
                      <a:pt x="171" y="49"/>
                      <a:pt x="167" y="49"/>
                      <a:pt x="163" y="49"/>
                    </a:cubicBezTo>
                    <a:cubicBezTo>
                      <a:pt x="137" y="49"/>
                      <a:pt x="115" y="69"/>
                      <a:pt x="112" y="95"/>
                    </a:cubicBezTo>
                    <a:cubicBezTo>
                      <a:pt x="99" y="98"/>
                      <a:pt x="88" y="106"/>
                      <a:pt x="81" y="117"/>
                    </a:cubicBezTo>
                    <a:cubicBezTo>
                      <a:pt x="72" y="110"/>
                      <a:pt x="62" y="105"/>
                      <a:pt x="50" y="105"/>
                    </a:cubicBezTo>
                    <a:cubicBezTo>
                      <a:pt x="22" y="105"/>
                      <a:pt x="0" y="128"/>
                      <a:pt x="0" y="155"/>
                    </a:cubicBezTo>
                    <a:cubicBezTo>
                      <a:pt x="0" y="167"/>
                      <a:pt x="4" y="179"/>
                      <a:pt x="11" y="187"/>
                    </a:cubicBezTo>
                    <a:cubicBezTo>
                      <a:pt x="21" y="198"/>
                      <a:pt x="34" y="205"/>
                      <a:pt x="50" y="20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</p:grpSp>
        <p:sp>
          <p:nvSpPr>
            <p:cNvPr id="26" name="TextBox 25"/>
            <p:cNvSpPr txBox="1"/>
            <p:nvPr/>
          </p:nvSpPr>
          <p:spPr>
            <a:xfrm>
              <a:off x="8859193" y="3596411"/>
              <a:ext cx="7088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id-ID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2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rPr>
                <a:t>WORK</a:t>
              </a:r>
              <a:endPara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0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3500"/>
                            </p:stCondLst>
                            <p:childTnLst>
                              <p:par>
                                <p:cTn id="6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4000"/>
                            </p:stCondLst>
                            <p:childTnLst>
                              <p:par>
                                <p:cTn id="72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4500"/>
                            </p:stCondLst>
                            <p:childTnLst>
                              <p:par>
                                <p:cTn id="8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0"/>
                            </p:stCondLst>
                            <p:childTnLst>
                              <p:par>
                                <p:cTn id="101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6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6"/>
          <p:cNvSpPr/>
          <p:nvPr/>
        </p:nvSpPr>
        <p:spPr bwMode="auto">
          <a:xfrm>
            <a:off x="5332174" y="2438409"/>
            <a:ext cx="1951992" cy="2369066"/>
          </a:xfrm>
          <a:custGeom>
            <a:avLst/>
            <a:gdLst>
              <a:gd name="T0" fmla="*/ 468 w 633"/>
              <a:gd name="T1" fmla="*/ 414 h 795"/>
              <a:gd name="T2" fmla="*/ 372 w 633"/>
              <a:gd name="T3" fmla="*/ 451 h 795"/>
              <a:gd name="T4" fmla="*/ 362 w 633"/>
              <a:gd name="T5" fmla="*/ 286 h 795"/>
              <a:gd name="T6" fmla="*/ 514 w 633"/>
              <a:gd name="T7" fmla="*/ 74 h 795"/>
              <a:gd name="T8" fmla="*/ 381 w 633"/>
              <a:gd name="T9" fmla="*/ 175 h 795"/>
              <a:gd name="T10" fmla="*/ 314 w 633"/>
              <a:gd name="T11" fmla="*/ 249 h 795"/>
              <a:gd name="T12" fmla="*/ 199 w 633"/>
              <a:gd name="T13" fmla="*/ 118 h 795"/>
              <a:gd name="T14" fmla="*/ 43 w 633"/>
              <a:gd name="T15" fmla="*/ 0 h 795"/>
              <a:gd name="T16" fmla="*/ 250 w 633"/>
              <a:gd name="T17" fmla="*/ 281 h 795"/>
              <a:gd name="T18" fmla="*/ 246 w 633"/>
              <a:gd name="T19" fmla="*/ 445 h 795"/>
              <a:gd name="T20" fmla="*/ 178 w 633"/>
              <a:gd name="T21" fmla="*/ 409 h 795"/>
              <a:gd name="T22" fmla="*/ 55 w 633"/>
              <a:gd name="T23" fmla="*/ 298 h 795"/>
              <a:gd name="T24" fmla="*/ 127 w 633"/>
              <a:gd name="T25" fmla="*/ 397 h 795"/>
              <a:gd name="T26" fmla="*/ 104 w 633"/>
              <a:gd name="T27" fmla="*/ 395 h 795"/>
              <a:gd name="T28" fmla="*/ 0 w 633"/>
              <a:gd name="T29" fmla="*/ 363 h 795"/>
              <a:gd name="T30" fmla="*/ 80 w 633"/>
              <a:gd name="T31" fmla="*/ 406 h 795"/>
              <a:gd name="T32" fmla="*/ 161 w 633"/>
              <a:gd name="T33" fmla="*/ 431 h 795"/>
              <a:gd name="T34" fmla="*/ 242 w 633"/>
              <a:gd name="T35" fmla="*/ 503 h 795"/>
              <a:gd name="T36" fmla="*/ 191 w 633"/>
              <a:gd name="T37" fmla="*/ 795 h 795"/>
              <a:gd name="T38" fmla="*/ 428 w 633"/>
              <a:gd name="T39" fmla="*/ 795 h 795"/>
              <a:gd name="T40" fmla="*/ 378 w 633"/>
              <a:gd name="T41" fmla="*/ 524 h 795"/>
              <a:gd name="T42" fmla="*/ 516 w 633"/>
              <a:gd name="T43" fmla="*/ 421 h 795"/>
              <a:gd name="T44" fmla="*/ 633 w 633"/>
              <a:gd name="T45" fmla="*/ 290 h 795"/>
              <a:gd name="T46" fmla="*/ 468 w 633"/>
              <a:gd name="T47" fmla="*/ 414 h 7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633" h="795">
                <a:moveTo>
                  <a:pt x="468" y="414"/>
                </a:moveTo>
                <a:cubicBezTo>
                  <a:pt x="433" y="432"/>
                  <a:pt x="396" y="444"/>
                  <a:pt x="372" y="451"/>
                </a:cubicBezTo>
                <a:cubicBezTo>
                  <a:pt x="368" y="383"/>
                  <a:pt x="362" y="353"/>
                  <a:pt x="362" y="286"/>
                </a:cubicBezTo>
                <a:cubicBezTo>
                  <a:pt x="362" y="227"/>
                  <a:pt x="514" y="74"/>
                  <a:pt x="514" y="74"/>
                </a:cubicBezTo>
                <a:cubicBezTo>
                  <a:pt x="514" y="74"/>
                  <a:pt x="451" y="95"/>
                  <a:pt x="381" y="175"/>
                </a:cubicBezTo>
                <a:cubicBezTo>
                  <a:pt x="365" y="194"/>
                  <a:pt x="322" y="245"/>
                  <a:pt x="314" y="249"/>
                </a:cubicBezTo>
                <a:cubicBezTo>
                  <a:pt x="300" y="246"/>
                  <a:pt x="230" y="149"/>
                  <a:pt x="199" y="118"/>
                </a:cubicBezTo>
                <a:cubicBezTo>
                  <a:pt x="102" y="21"/>
                  <a:pt x="43" y="0"/>
                  <a:pt x="43" y="0"/>
                </a:cubicBezTo>
                <a:cubicBezTo>
                  <a:pt x="43" y="0"/>
                  <a:pt x="247" y="167"/>
                  <a:pt x="250" y="281"/>
                </a:cubicBezTo>
                <a:cubicBezTo>
                  <a:pt x="253" y="353"/>
                  <a:pt x="249" y="391"/>
                  <a:pt x="246" y="445"/>
                </a:cubicBezTo>
                <a:cubicBezTo>
                  <a:pt x="228" y="437"/>
                  <a:pt x="202" y="425"/>
                  <a:pt x="178" y="409"/>
                </a:cubicBezTo>
                <a:cubicBezTo>
                  <a:pt x="132" y="379"/>
                  <a:pt x="55" y="298"/>
                  <a:pt x="55" y="298"/>
                </a:cubicBezTo>
                <a:cubicBezTo>
                  <a:pt x="55" y="298"/>
                  <a:pt x="96" y="361"/>
                  <a:pt x="127" y="397"/>
                </a:cubicBezTo>
                <a:cubicBezTo>
                  <a:pt x="120" y="397"/>
                  <a:pt x="112" y="396"/>
                  <a:pt x="104" y="395"/>
                </a:cubicBezTo>
                <a:cubicBezTo>
                  <a:pt x="68" y="390"/>
                  <a:pt x="0" y="363"/>
                  <a:pt x="0" y="363"/>
                </a:cubicBezTo>
                <a:cubicBezTo>
                  <a:pt x="0" y="363"/>
                  <a:pt x="53" y="396"/>
                  <a:pt x="80" y="406"/>
                </a:cubicBezTo>
                <a:cubicBezTo>
                  <a:pt x="100" y="414"/>
                  <a:pt x="141" y="425"/>
                  <a:pt x="161" y="431"/>
                </a:cubicBezTo>
                <a:cubicBezTo>
                  <a:pt x="190" y="458"/>
                  <a:pt x="228" y="491"/>
                  <a:pt x="242" y="503"/>
                </a:cubicBezTo>
                <a:cubicBezTo>
                  <a:pt x="234" y="602"/>
                  <a:pt x="218" y="700"/>
                  <a:pt x="191" y="795"/>
                </a:cubicBezTo>
                <a:cubicBezTo>
                  <a:pt x="428" y="795"/>
                  <a:pt x="428" y="795"/>
                  <a:pt x="428" y="795"/>
                </a:cubicBezTo>
                <a:cubicBezTo>
                  <a:pt x="402" y="707"/>
                  <a:pt x="387" y="616"/>
                  <a:pt x="378" y="524"/>
                </a:cubicBezTo>
                <a:cubicBezTo>
                  <a:pt x="405" y="504"/>
                  <a:pt x="481" y="450"/>
                  <a:pt x="516" y="421"/>
                </a:cubicBezTo>
                <a:cubicBezTo>
                  <a:pt x="559" y="384"/>
                  <a:pt x="633" y="290"/>
                  <a:pt x="633" y="290"/>
                </a:cubicBezTo>
                <a:cubicBezTo>
                  <a:pt x="633" y="290"/>
                  <a:pt x="528" y="383"/>
                  <a:pt x="468" y="4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 idx="4294967295"/>
          </p:nvPr>
        </p:nvSpPr>
        <p:spPr>
          <a:xfrm>
            <a:off x="477461" y="560289"/>
            <a:ext cx="10515600" cy="911682"/>
          </a:xfrm>
        </p:spPr>
        <p:txBody>
          <a:bodyPr/>
          <a:lstStyle/>
          <a:p>
            <a:r>
              <a:rPr lang="id-ID" dirty="0"/>
              <a:t>About Us</a:t>
            </a:r>
            <a:endParaRPr lang="id-ID" dirty="0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4294967295"/>
          </p:nvPr>
        </p:nvSpPr>
        <p:spPr>
          <a:xfrm>
            <a:off x="477461" y="1278475"/>
            <a:ext cx="10515600" cy="366712"/>
          </a:xfrm>
        </p:spPr>
        <p:txBody>
          <a:bodyPr>
            <a:normAutofit fontScale="77500" lnSpcReduction="20000"/>
          </a:bodyPr>
          <a:lstStyle/>
          <a:p>
            <a:r>
              <a:rPr lang="id-ID" dirty="0"/>
              <a:t>Our Value</a:t>
            </a:r>
            <a:endParaRPr lang="id-ID" dirty="0"/>
          </a:p>
        </p:txBody>
      </p:sp>
      <p:grpSp>
        <p:nvGrpSpPr>
          <p:cNvPr id="24" name="Group 23"/>
          <p:cNvGrpSpPr/>
          <p:nvPr/>
        </p:nvGrpSpPr>
        <p:grpSpPr>
          <a:xfrm>
            <a:off x="4593140" y="4522680"/>
            <a:ext cx="3403750" cy="1734588"/>
            <a:chOff x="7276181" y="3873584"/>
            <a:chExt cx="4017601" cy="2471737"/>
          </a:xfrm>
        </p:grpSpPr>
        <p:sp>
          <p:nvSpPr>
            <p:cNvPr id="11" name="Freeform 5"/>
            <p:cNvSpPr/>
            <p:nvPr/>
          </p:nvSpPr>
          <p:spPr bwMode="auto">
            <a:xfrm>
              <a:off x="7441993" y="5267026"/>
              <a:ext cx="449032" cy="260563"/>
            </a:xfrm>
            <a:custGeom>
              <a:avLst/>
              <a:gdLst>
                <a:gd name="T0" fmla="*/ 147 w 184"/>
                <a:gd name="T1" fmla="*/ 44 h 107"/>
                <a:gd name="T2" fmla="*/ 114 w 184"/>
                <a:gd name="T3" fmla="*/ 45 h 107"/>
                <a:gd name="T4" fmla="*/ 0 w 184"/>
                <a:gd name="T5" fmla="*/ 0 h 107"/>
                <a:gd name="T6" fmla="*/ 2 w 184"/>
                <a:gd name="T7" fmla="*/ 2 h 107"/>
                <a:gd name="T8" fmla="*/ 165 w 184"/>
                <a:gd name="T9" fmla="*/ 107 h 107"/>
                <a:gd name="T10" fmla="*/ 184 w 184"/>
                <a:gd name="T11" fmla="*/ 106 h 107"/>
                <a:gd name="T12" fmla="*/ 147 w 184"/>
                <a:gd name="T13" fmla="*/ 4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4" h="107">
                  <a:moveTo>
                    <a:pt x="147" y="44"/>
                  </a:moveTo>
                  <a:cubicBezTo>
                    <a:pt x="141" y="45"/>
                    <a:pt x="120" y="45"/>
                    <a:pt x="114" y="45"/>
                  </a:cubicBezTo>
                  <a:cubicBezTo>
                    <a:pt x="74" y="45"/>
                    <a:pt x="34" y="29"/>
                    <a:pt x="0" y="0"/>
                  </a:cubicBezTo>
                  <a:cubicBezTo>
                    <a:pt x="1" y="1"/>
                    <a:pt x="1" y="1"/>
                    <a:pt x="2" y="2"/>
                  </a:cubicBezTo>
                  <a:cubicBezTo>
                    <a:pt x="40" y="67"/>
                    <a:pt x="102" y="107"/>
                    <a:pt x="165" y="107"/>
                  </a:cubicBezTo>
                  <a:cubicBezTo>
                    <a:pt x="166" y="107"/>
                    <a:pt x="183" y="106"/>
                    <a:pt x="184" y="106"/>
                  </a:cubicBezTo>
                  <a:cubicBezTo>
                    <a:pt x="163" y="83"/>
                    <a:pt x="151" y="58"/>
                    <a:pt x="147" y="4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2" name="Freeform 6"/>
            <p:cNvSpPr/>
            <p:nvPr/>
          </p:nvSpPr>
          <p:spPr bwMode="auto">
            <a:xfrm>
              <a:off x="7915742" y="5586292"/>
              <a:ext cx="465510" cy="220396"/>
            </a:xfrm>
            <a:custGeom>
              <a:avLst/>
              <a:gdLst>
                <a:gd name="T0" fmla="*/ 163 w 191"/>
                <a:gd name="T1" fmla="*/ 18 h 90"/>
                <a:gd name="T2" fmla="*/ 93 w 191"/>
                <a:gd name="T3" fmla="*/ 28 h 90"/>
                <a:gd name="T4" fmla="*/ 0 w 191"/>
                <a:gd name="T5" fmla="*/ 0 h 90"/>
                <a:gd name="T6" fmla="*/ 144 w 191"/>
                <a:gd name="T7" fmla="*/ 90 h 90"/>
                <a:gd name="T8" fmla="*/ 191 w 191"/>
                <a:gd name="T9" fmla="*/ 85 h 90"/>
                <a:gd name="T10" fmla="*/ 163 w 191"/>
                <a:gd name="T11" fmla="*/ 18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1" h="90">
                  <a:moveTo>
                    <a:pt x="163" y="18"/>
                  </a:moveTo>
                  <a:cubicBezTo>
                    <a:pt x="146" y="21"/>
                    <a:pt x="108" y="28"/>
                    <a:pt x="93" y="28"/>
                  </a:cubicBezTo>
                  <a:cubicBezTo>
                    <a:pt x="53" y="28"/>
                    <a:pt x="22" y="16"/>
                    <a:pt x="0" y="0"/>
                  </a:cubicBezTo>
                  <a:cubicBezTo>
                    <a:pt x="18" y="37"/>
                    <a:pt x="58" y="90"/>
                    <a:pt x="144" y="90"/>
                  </a:cubicBezTo>
                  <a:cubicBezTo>
                    <a:pt x="150" y="90"/>
                    <a:pt x="185" y="86"/>
                    <a:pt x="191" y="85"/>
                  </a:cubicBezTo>
                  <a:cubicBezTo>
                    <a:pt x="179" y="58"/>
                    <a:pt x="166" y="32"/>
                    <a:pt x="163" y="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3" name="Freeform 7"/>
            <p:cNvSpPr/>
            <p:nvPr/>
          </p:nvSpPr>
          <p:spPr bwMode="auto">
            <a:xfrm>
              <a:off x="8476003" y="4527565"/>
              <a:ext cx="2817779" cy="1817756"/>
            </a:xfrm>
            <a:custGeom>
              <a:avLst/>
              <a:gdLst>
                <a:gd name="T0" fmla="*/ 1068 w 1156"/>
                <a:gd name="T1" fmla="*/ 11 h 745"/>
                <a:gd name="T2" fmla="*/ 1059 w 1156"/>
                <a:gd name="T3" fmla="*/ 225 h 745"/>
                <a:gd name="T4" fmla="*/ 849 w 1156"/>
                <a:gd name="T5" fmla="*/ 317 h 745"/>
                <a:gd name="T6" fmla="*/ 818 w 1156"/>
                <a:gd name="T7" fmla="*/ 316 h 745"/>
                <a:gd name="T8" fmla="*/ 731 w 1156"/>
                <a:gd name="T9" fmla="*/ 515 h 745"/>
                <a:gd name="T10" fmla="*/ 580 w 1156"/>
                <a:gd name="T11" fmla="*/ 570 h 745"/>
                <a:gd name="T12" fmla="*/ 458 w 1156"/>
                <a:gd name="T13" fmla="*/ 546 h 745"/>
                <a:gd name="T14" fmla="*/ 196 w 1156"/>
                <a:gd name="T15" fmla="*/ 683 h 745"/>
                <a:gd name="T16" fmla="*/ 181 w 1156"/>
                <a:gd name="T17" fmla="*/ 683 h 745"/>
                <a:gd name="T18" fmla="*/ 0 w 1156"/>
                <a:gd name="T19" fmla="*/ 617 h 745"/>
                <a:gd name="T20" fmla="*/ 232 w 1156"/>
                <a:gd name="T21" fmla="*/ 745 h 745"/>
                <a:gd name="T22" fmla="*/ 247 w 1156"/>
                <a:gd name="T23" fmla="*/ 745 h 745"/>
                <a:gd name="T24" fmla="*/ 509 w 1156"/>
                <a:gd name="T25" fmla="*/ 608 h 745"/>
                <a:gd name="T26" fmla="*/ 631 w 1156"/>
                <a:gd name="T27" fmla="*/ 632 h 745"/>
                <a:gd name="T28" fmla="*/ 782 w 1156"/>
                <a:gd name="T29" fmla="*/ 577 h 745"/>
                <a:gd name="T30" fmla="*/ 869 w 1156"/>
                <a:gd name="T31" fmla="*/ 378 h 745"/>
                <a:gd name="T32" fmla="*/ 900 w 1156"/>
                <a:gd name="T33" fmla="*/ 379 h 745"/>
                <a:gd name="T34" fmla="*/ 1110 w 1156"/>
                <a:gd name="T35" fmla="*/ 287 h 745"/>
                <a:gd name="T36" fmla="*/ 1119 w 1156"/>
                <a:gd name="T37" fmla="*/ 73 h 745"/>
                <a:gd name="T38" fmla="*/ 1062 w 1156"/>
                <a:gd name="T39" fmla="*/ 0 h 745"/>
                <a:gd name="T40" fmla="*/ 1068 w 1156"/>
                <a:gd name="T41" fmla="*/ 11 h 7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56" h="745">
                  <a:moveTo>
                    <a:pt x="1068" y="11"/>
                  </a:moveTo>
                  <a:cubicBezTo>
                    <a:pt x="1105" y="86"/>
                    <a:pt x="1102" y="168"/>
                    <a:pt x="1059" y="225"/>
                  </a:cubicBezTo>
                  <a:cubicBezTo>
                    <a:pt x="999" y="305"/>
                    <a:pt x="901" y="317"/>
                    <a:pt x="849" y="317"/>
                  </a:cubicBezTo>
                  <a:cubicBezTo>
                    <a:pt x="836" y="317"/>
                    <a:pt x="826" y="316"/>
                    <a:pt x="818" y="316"/>
                  </a:cubicBezTo>
                  <a:cubicBezTo>
                    <a:pt x="823" y="350"/>
                    <a:pt x="821" y="433"/>
                    <a:pt x="731" y="515"/>
                  </a:cubicBezTo>
                  <a:cubicBezTo>
                    <a:pt x="690" y="552"/>
                    <a:pt x="639" y="570"/>
                    <a:pt x="580" y="570"/>
                  </a:cubicBezTo>
                  <a:cubicBezTo>
                    <a:pt x="525" y="570"/>
                    <a:pt x="478" y="554"/>
                    <a:pt x="458" y="546"/>
                  </a:cubicBezTo>
                  <a:cubicBezTo>
                    <a:pt x="440" y="581"/>
                    <a:pt x="373" y="683"/>
                    <a:pt x="196" y="683"/>
                  </a:cubicBezTo>
                  <a:cubicBezTo>
                    <a:pt x="191" y="683"/>
                    <a:pt x="186" y="683"/>
                    <a:pt x="181" y="683"/>
                  </a:cubicBezTo>
                  <a:cubicBezTo>
                    <a:pt x="98" y="680"/>
                    <a:pt x="40" y="653"/>
                    <a:pt x="0" y="617"/>
                  </a:cubicBezTo>
                  <a:cubicBezTo>
                    <a:pt x="36" y="678"/>
                    <a:pt x="104" y="741"/>
                    <a:pt x="232" y="745"/>
                  </a:cubicBezTo>
                  <a:cubicBezTo>
                    <a:pt x="237" y="745"/>
                    <a:pt x="242" y="745"/>
                    <a:pt x="247" y="745"/>
                  </a:cubicBezTo>
                  <a:cubicBezTo>
                    <a:pt x="424" y="745"/>
                    <a:pt x="491" y="643"/>
                    <a:pt x="509" y="608"/>
                  </a:cubicBezTo>
                  <a:cubicBezTo>
                    <a:pt x="529" y="616"/>
                    <a:pt x="576" y="632"/>
                    <a:pt x="631" y="632"/>
                  </a:cubicBezTo>
                  <a:cubicBezTo>
                    <a:pt x="690" y="632"/>
                    <a:pt x="741" y="614"/>
                    <a:pt x="782" y="577"/>
                  </a:cubicBezTo>
                  <a:cubicBezTo>
                    <a:pt x="872" y="495"/>
                    <a:pt x="874" y="412"/>
                    <a:pt x="869" y="378"/>
                  </a:cubicBezTo>
                  <a:cubicBezTo>
                    <a:pt x="877" y="378"/>
                    <a:pt x="887" y="379"/>
                    <a:pt x="900" y="379"/>
                  </a:cubicBezTo>
                  <a:cubicBezTo>
                    <a:pt x="952" y="379"/>
                    <a:pt x="1050" y="367"/>
                    <a:pt x="1110" y="287"/>
                  </a:cubicBezTo>
                  <a:cubicBezTo>
                    <a:pt x="1153" y="230"/>
                    <a:pt x="1156" y="148"/>
                    <a:pt x="1119" y="73"/>
                  </a:cubicBezTo>
                  <a:cubicBezTo>
                    <a:pt x="1104" y="43"/>
                    <a:pt x="1084" y="18"/>
                    <a:pt x="1062" y="0"/>
                  </a:cubicBezTo>
                  <a:cubicBezTo>
                    <a:pt x="1064" y="3"/>
                    <a:pt x="1066" y="7"/>
                    <a:pt x="1068" y="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4" name="Freeform 8"/>
            <p:cNvSpPr/>
            <p:nvPr/>
          </p:nvSpPr>
          <p:spPr bwMode="auto">
            <a:xfrm>
              <a:off x="7276181" y="3873584"/>
              <a:ext cx="3964047" cy="2418182"/>
            </a:xfrm>
            <a:custGeom>
              <a:avLst/>
              <a:gdLst>
                <a:gd name="T0" fmla="*/ 991 w 1626"/>
                <a:gd name="T1" fmla="*/ 0 h 991"/>
                <a:gd name="T2" fmla="*/ 939 w 1626"/>
                <a:gd name="T3" fmla="*/ 4 h 991"/>
                <a:gd name="T4" fmla="*/ 721 w 1626"/>
                <a:gd name="T5" fmla="*/ 129 h 991"/>
                <a:gd name="T6" fmla="*/ 546 w 1626"/>
                <a:gd name="T7" fmla="*/ 46 h 991"/>
                <a:gd name="T8" fmla="*/ 507 w 1626"/>
                <a:gd name="T9" fmla="*/ 50 h 991"/>
                <a:gd name="T10" fmla="*/ 354 w 1626"/>
                <a:gd name="T11" fmla="*/ 194 h 991"/>
                <a:gd name="T12" fmla="*/ 268 w 1626"/>
                <a:gd name="T13" fmla="*/ 184 h 991"/>
                <a:gd name="T14" fmla="*/ 41 w 1626"/>
                <a:gd name="T15" fmla="*/ 309 h 991"/>
                <a:gd name="T16" fmla="*/ 47 w 1626"/>
                <a:gd name="T17" fmla="*/ 551 h 991"/>
                <a:gd name="T18" fmla="*/ 211 w 1626"/>
                <a:gd name="T19" fmla="*/ 656 h 991"/>
                <a:gd name="T20" fmla="*/ 229 w 1626"/>
                <a:gd name="T21" fmla="*/ 655 h 991"/>
                <a:gd name="T22" fmla="*/ 384 w 1626"/>
                <a:gd name="T23" fmla="*/ 769 h 991"/>
                <a:gd name="T24" fmla="*/ 432 w 1626"/>
                <a:gd name="T25" fmla="*/ 764 h 991"/>
                <a:gd name="T26" fmla="*/ 702 w 1626"/>
                <a:gd name="T27" fmla="*/ 990 h 991"/>
                <a:gd name="T28" fmla="*/ 717 w 1626"/>
                <a:gd name="T29" fmla="*/ 991 h 991"/>
                <a:gd name="T30" fmla="*/ 978 w 1626"/>
                <a:gd name="T31" fmla="*/ 853 h 991"/>
                <a:gd name="T32" fmla="*/ 1100 w 1626"/>
                <a:gd name="T33" fmla="*/ 878 h 991"/>
                <a:gd name="T34" fmla="*/ 1251 w 1626"/>
                <a:gd name="T35" fmla="*/ 822 h 991"/>
                <a:gd name="T36" fmla="*/ 1339 w 1626"/>
                <a:gd name="T37" fmla="*/ 623 h 991"/>
                <a:gd name="T38" fmla="*/ 1369 w 1626"/>
                <a:gd name="T39" fmla="*/ 624 h 991"/>
                <a:gd name="T40" fmla="*/ 1580 w 1626"/>
                <a:gd name="T41" fmla="*/ 532 h 991"/>
                <a:gd name="T42" fmla="*/ 1588 w 1626"/>
                <a:gd name="T43" fmla="*/ 318 h 991"/>
                <a:gd name="T44" fmla="*/ 1437 w 1626"/>
                <a:gd name="T45" fmla="*/ 208 h 991"/>
                <a:gd name="T46" fmla="*/ 1300 w 1626"/>
                <a:gd name="T47" fmla="*/ 134 h 991"/>
                <a:gd name="T48" fmla="*/ 1229 w 1626"/>
                <a:gd name="T49" fmla="*/ 145 h 991"/>
                <a:gd name="T50" fmla="*/ 991 w 1626"/>
                <a:gd name="T51" fmla="*/ 0 h 9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626" h="991">
                  <a:moveTo>
                    <a:pt x="991" y="0"/>
                  </a:moveTo>
                  <a:cubicBezTo>
                    <a:pt x="974" y="0"/>
                    <a:pt x="957" y="1"/>
                    <a:pt x="939" y="4"/>
                  </a:cubicBezTo>
                  <a:cubicBezTo>
                    <a:pt x="781" y="27"/>
                    <a:pt x="734" y="92"/>
                    <a:pt x="721" y="129"/>
                  </a:cubicBezTo>
                  <a:cubicBezTo>
                    <a:pt x="694" y="99"/>
                    <a:pt x="635" y="46"/>
                    <a:pt x="546" y="46"/>
                  </a:cubicBezTo>
                  <a:cubicBezTo>
                    <a:pt x="533" y="46"/>
                    <a:pt x="520" y="47"/>
                    <a:pt x="507" y="50"/>
                  </a:cubicBezTo>
                  <a:cubicBezTo>
                    <a:pt x="388" y="70"/>
                    <a:pt x="361" y="159"/>
                    <a:pt x="354" y="194"/>
                  </a:cubicBezTo>
                  <a:cubicBezTo>
                    <a:pt x="337" y="190"/>
                    <a:pt x="306" y="184"/>
                    <a:pt x="268" y="184"/>
                  </a:cubicBezTo>
                  <a:cubicBezTo>
                    <a:pt x="196" y="184"/>
                    <a:pt x="98" y="206"/>
                    <a:pt x="41" y="309"/>
                  </a:cubicBezTo>
                  <a:cubicBezTo>
                    <a:pt x="0" y="384"/>
                    <a:pt x="2" y="474"/>
                    <a:pt x="47" y="551"/>
                  </a:cubicBezTo>
                  <a:cubicBezTo>
                    <a:pt x="85" y="615"/>
                    <a:pt x="148" y="656"/>
                    <a:pt x="211" y="656"/>
                  </a:cubicBezTo>
                  <a:cubicBezTo>
                    <a:pt x="217" y="656"/>
                    <a:pt x="223" y="655"/>
                    <a:pt x="229" y="655"/>
                  </a:cubicBezTo>
                  <a:cubicBezTo>
                    <a:pt x="239" y="685"/>
                    <a:pt x="275" y="769"/>
                    <a:pt x="384" y="769"/>
                  </a:cubicBezTo>
                  <a:cubicBezTo>
                    <a:pt x="399" y="769"/>
                    <a:pt x="415" y="768"/>
                    <a:pt x="432" y="764"/>
                  </a:cubicBezTo>
                  <a:cubicBezTo>
                    <a:pt x="441" y="813"/>
                    <a:pt x="489" y="984"/>
                    <a:pt x="702" y="990"/>
                  </a:cubicBezTo>
                  <a:cubicBezTo>
                    <a:pt x="707" y="991"/>
                    <a:pt x="712" y="991"/>
                    <a:pt x="717" y="991"/>
                  </a:cubicBezTo>
                  <a:cubicBezTo>
                    <a:pt x="893" y="991"/>
                    <a:pt x="961" y="888"/>
                    <a:pt x="978" y="853"/>
                  </a:cubicBezTo>
                  <a:cubicBezTo>
                    <a:pt x="999" y="862"/>
                    <a:pt x="1046" y="878"/>
                    <a:pt x="1100" y="878"/>
                  </a:cubicBezTo>
                  <a:cubicBezTo>
                    <a:pt x="1160" y="878"/>
                    <a:pt x="1210" y="859"/>
                    <a:pt x="1251" y="822"/>
                  </a:cubicBezTo>
                  <a:cubicBezTo>
                    <a:pt x="1342" y="740"/>
                    <a:pt x="1343" y="658"/>
                    <a:pt x="1339" y="623"/>
                  </a:cubicBezTo>
                  <a:cubicBezTo>
                    <a:pt x="1347" y="624"/>
                    <a:pt x="1357" y="624"/>
                    <a:pt x="1369" y="624"/>
                  </a:cubicBezTo>
                  <a:cubicBezTo>
                    <a:pt x="1422" y="624"/>
                    <a:pt x="1519" y="612"/>
                    <a:pt x="1580" y="532"/>
                  </a:cubicBezTo>
                  <a:cubicBezTo>
                    <a:pt x="1622" y="475"/>
                    <a:pt x="1626" y="393"/>
                    <a:pt x="1588" y="318"/>
                  </a:cubicBezTo>
                  <a:cubicBezTo>
                    <a:pt x="1555" y="251"/>
                    <a:pt x="1497" y="209"/>
                    <a:pt x="1437" y="208"/>
                  </a:cubicBezTo>
                  <a:cubicBezTo>
                    <a:pt x="1425" y="188"/>
                    <a:pt x="1385" y="134"/>
                    <a:pt x="1300" y="134"/>
                  </a:cubicBezTo>
                  <a:cubicBezTo>
                    <a:pt x="1277" y="134"/>
                    <a:pt x="1253" y="138"/>
                    <a:pt x="1229" y="145"/>
                  </a:cubicBezTo>
                  <a:cubicBezTo>
                    <a:pt x="1211" y="111"/>
                    <a:pt x="1144" y="0"/>
                    <a:pt x="991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4745456" y="4901636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Integrity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98537" y="5280592"/>
            <a:ext cx="8707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Advance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96168" y="4810199"/>
            <a:ext cx="7954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Reliable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890765" y="5593817"/>
            <a:ext cx="1127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Professional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644544" y="5007130"/>
            <a:ext cx="11945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Commitment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77837" y="5297750"/>
            <a:ext cx="7296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Honest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87" name="Freeform 5"/>
          <p:cNvSpPr/>
          <p:nvPr/>
        </p:nvSpPr>
        <p:spPr bwMode="auto">
          <a:xfrm>
            <a:off x="7131311" y="2435685"/>
            <a:ext cx="1255204" cy="853188"/>
          </a:xfrm>
          <a:custGeom>
            <a:avLst/>
            <a:gdLst>
              <a:gd name="T0" fmla="*/ 151 w 302"/>
              <a:gd name="T1" fmla="*/ 0 h 205"/>
              <a:gd name="T2" fmla="*/ 0 w 302"/>
              <a:gd name="T3" fmla="*/ 95 h 205"/>
              <a:gd name="T4" fmla="*/ 50 w 302"/>
              <a:gd name="T5" fmla="*/ 165 h 205"/>
              <a:gd name="T6" fmla="*/ 34 w 302"/>
              <a:gd name="T7" fmla="*/ 205 h 205"/>
              <a:gd name="T8" fmla="*/ 86 w 302"/>
              <a:gd name="T9" fmla="*/ 180 h 205"/>
              <a:gd name="T10" fmla="*/ 151 w 302"/>
              <a:gd name="T11" fmla="*/ 189 h 205"/>
              <a:gd name="T12" fmla="*/ 302 w 302"/>
              <a:gd name="T13" fmla="*/ 95 h 205"/>
              <a:gd name="T14" fmla="*/ 151 w 302"/>
              <a:gd name="T15" fmla="*/ 0 h 2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02" h="205">
                <a:moveTo>
                  <a:pt x="151" y="0"/>
                </a:moveTo>
                <a:cubicBezTo>
                  <a:pt x="68" y="0"/>
                  <a:pt x="0" y="43"/>
                  <a:pt x="0" y="95"/>
                </a:cubicBezTo>
                <a:cubicBezTo>
                  <a:pt x="0" y="123"/>
                  <a:pt x="19" y="148"/>
                  <a:pt x="50" y="165"/>
                </a:cubicBezTo>
                <a:cubicBezTo>
                  <a:pt x="34" y="205"/>
                  <a:pt x="34" y="205"/>
                  <a:pt x="34" y="205"/>
                </a:cubicBezTo>
                <a:cubicBezTo>
                  <a:pt x="86" y="180"/>
                  <a:pt x="86" y="180"/>
                  <a:pt x="86" y="180"/>
                </a:cubicBezTo>
                <a:cubicBezTo>
                  <a:pt x="106" y="186"/>
                  <a:pt x="128" y="189"/>
                  <a:pt x="151" y="189"/>
                </a:cubicBezTo>
                <a:cubicBezTo>
                  <a:pt x="234" y="189"/>
                  <a:pt x="302" y="147"/>
                  <a:pt x="302" y="95"/>
                </a:cubicBezTo>
                <a:cubicBezTo>
                  <a:pt x="302" y="43"/>
                  <a:pt x="234" y="0"/>
                  <a:pt x="15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7275077" y="2607263"/>
            <a:ext cx="9861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2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Smart</a:t>
            </a:r>
            <a:endParaRPr kumimoji="0" lang="id-ID" sz="2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90" name="Freeform 9"/>
          <p:cNvSpPr/>
          <p:nvPr/>
        </p:nvSpPr>
        <p:spPr bwMode="auto">
          <a:xfrm>
            <a:off x="4441957" y="2522379"/>
            <a:ext cx="1181878" cy="802224"/>
          </a:xfrm>
          <a:custGeom>
            <a:avLst/>
            <a:gdLst>
              <a:gd name="T0" fmla="*/ 151 w 302"/>
              <a:gd name="T1" fmla="*/ 0 h 205"/>
              <a:gd name="T2" fmla="*/ 302 w 302"/>
              <a:gd name="T3" fmla="*/ 95 h 205"/>
              <a:gd name="T4" fmla="*/ 252 w 302"/>
              <a:gd name="T5" fmla="*/ 165 h 205"/>
              <a:gd name="T6" fmla="*/ 268 w 302"/>
              <a:gd name="T7" fmla="*/ 205 h 205"/>
              <a:gd name="T8" fmla="*/ 215 w 302"/>
              <a:gd name="T9" fmla="*/ 180 h 205"/>
              <a:gd name="T10" fmla="*/ 151 w 302"/>
              <a:gd name="T11" fmla="*/ 189 h 205"/>
              <a:gd name="T12" fmla="*/ 0 w 302"/>
              <a:gd name="T13" fmla="*/ 95 h 205"/>
              <a:gd name="T14" fmla="*/ 151 w 302"/>
              <a:gd name="T15" fmla="*/ 0 h 2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02" h="205">
                <a:moveTo>
                  <a:pt x="151" y="0"/>
                </a:moveTo>
                <a:cubicBezTo>
                  <a:pt x="234" y="0"/>
                  <a:pt x="302" y="43"/>
                  <a:pt x="302" y="95"/>
                </a:cubicBezTo>
                <a:cubicBezTo>
                  <a:pt x="302" y="123"/>
                  <a:pt x="282" y="148"/>
                  <a:pt x="252" y="165"/>
                </a:cubicBezTo>
                <a:cubicBezTo>
                  <a:pt x="268" y="205"/>
                  <a:pt x="268" y="205"/>
                  <a:pt x="268" y="205"/>
                </a:cubicBezTo>
                <a:cubicBezTo>
                  <a:pt x="215" y="180"/>
                  <a:pt x="215" y="180"/>
                  <a:pt x="215" y="180"/>
                </a:cubicBezTo>
                <a:cubicBezTo>
                  <a:pt x="196" y="186"/>
                  <a:pt x="174" y="189"/>
                  <a:pt x="151" y="189"/>
                </a:cubicBezTo>
                <a:cubicBezTo>
                  <a:pt x="68" y="189"/>
                  <a:pt x="0" y="147"/>
                  <a:pt x="0" y="95"/>
                </a:cubicBezTo>
                <a:cubicBezTo>
                  <a:pt x="0" y="43"/>
                  <a:pt x="68" y="0"/>
                  <a:pt x="15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4552538" y="2693063"/>
            <a:ext cx="9268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20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Caring</a:t>
            </a:r>
            <a:endParaRPr kumimoji="0" lang="id-ID" sz="20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93" name="Freeform 7"/>
          <p:cNvSpPr/>
          <p:nvPr/>
        </p:nvSpPr>
        <p:spPr bwMode="auto">
          <a:xfrm flipH="1">
            <a:off x="4146034" y="1429023"/>
            <a:ext cx="1442392" cy="977105"/>
          </a:xfrm>
          <a:custGeom>
            <a:avLst/>
            <a:gdLst>
              <a:gd name="T0" fmla="*/ 151 w 301"/>
              <a:gd name="T1" fmla="*/ 0 h 204"/>
              <a:gd name="T2" fmla="*/ 0 w 301"/>
              <a:gd name="T3" fmla="*/ 94 h 204"/>
              <a:gd name="T4" fmla="*/ 50 w 301"/>
              <a:gd name="T5" fmla="*/ 164 h 204"/>
              <a:gd name="T6" fmla="*/ 33 w 301"/>
              <a:gd name="T7" fmla="*/ 204 h 204"/>
              <a:gd name="T8" fmla="*/ 86 w 301"/>
              <a:gd name="T9" fmla="*/ 180 h 204"/>
              <a:gd name="T10" fmla="*/ 151 w 301"/>
              <a:gd name="T11" fmla="*/ 189 h 204"/>
              <a:gd name="T12" fmla="*/ 301 w 301"/>
              <a:gd name="T13" fmla="*/ 94 h 204"/>
              <a:gd name="T14" fmla="*/ 151 w 301"/>
              <a:gd name="T15" fmla="*/ 0 h 2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01" h="204">
                <a:moveTo>
                  <a:pt x="151" y="0"/>
                </a:moveTo>
                <a:cubicBezTo>
                  <a:pt x="67" y="0"/>
                  <a:pt x="0" y="42"/>
                  <a:pt x="0" y="94"/>
                </a:cubicBezTo>
                <a:cubicBezTo>
                  <a:pt x="0" y="122"/>
                  <a:pt x="19" y="147"/>
                  <a:pt x="50" y="164"/>
                </a:cubicBezTo>
                <a:cubicBezTo>
                  <a:pt x="33" y="204"/>
                  <a:pt x="33" y="204"/>
                  <a:pt x="33" y="204"/>
                </a:cubicBezTo>
                <a:cubicBezTo>
                  <a:pt x="86" y="180"/>
                  <a:pt x="86" y="180"/>
                  <a:pt x="86" y="180"/>
                </a:cubicBezTo>
                <a:cubicBezTo>
                  <a:pt x="106" y="185"/>
                  <a:pt x="127" y="189"/>
                  <a:pt x="151" y="189"/>
                </a:cubicBezTo>
                <a:cubicBezTo>
                  <a:pt x="234" y="189"/>
                  <a:pt x="301" y="146"/>
                  <a:pt x="301" y="94"/>
                </a:cubicBezTo>
                <a:cubicBezTo>
                  <a:pt x="301" y="42"/>
                  <a:pt x="234" y="0"/>
                  <a:pt x="15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94" name="TextBox 93"/>
          <p:cNvSpPr txBox="1"/>
          <p:nvPr/>
        </p:nvSpPr>
        <p:spPr>
          <a:xfrm flipH="1">
            <a:off x="4231509" y="1715302"/>
            <a:ext cx="12618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Professional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96" name="Freeform 8"/>
          <p:cNvSpPr/>
          <p:nvPr/>
        </p:nvSpPr>
        <p:spPr bwMode="auto">
          <a:xfrm>
            <a:off x="5726869" y="1830950"/>
            <a:ext cx="1258133" cy="852283"/>
          </a:xfrm>
          <a:custGeom>
            <a:avLst/>
            <a:gdLst>
              <a:gd name="T0" fmla="*/ 151 w 301"/>
              <a:gd name="T1" fmla="*/ 0 h 204"/>
              <a:gd name="T2" fmla="*/ 301 w 301"/>
              <a:gd name="T3" fmla="*/ 94 h 204"/>
              <a:gd name="T4" fmla="*/ 251 w 301"/>
              <a:gd name="T5" fmla="*/ 164 h 204"/>
              <a:gd name="T6" fmla="*/ 268 w 301"/>
              <a:gd name="T7" fmla="*/ 204 h 204"/>
              <a:gd name="T8" fmla="*/ 215 w 301"/>
              <a:gd name="T9" fmla="*/ 180 h 204"/>
              <a:gd name="T10" fmla="*/ 151 w 301"/>
              <a:gd name="T11" fmla="*/ 189 h 204"/>
              <a:gd name="T12" fmla="*/ 0 w 301"/>
              <a:gd name="T13" fmla="*/ 94 h 204"/>
              <a:gd name="T14" fmla="*/ 151 w 301"/>
              <a:gd name="T15" fmla="*/ 0 h 2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01" h="204">
                <a:moveTo>
                  <a:pt x="151" y="0"/>
                </a:moveTo>
                <a:cubicBezTo>
                  <a:pt x="234" y="0"/>
                  <a:pt x="301" y="42"/>
                  <a:pt x="301" y="94"/>
                </a:cubicBezTo>
                <a:cubicBezTo>
                  <a:pt x="301" y="122"/>
                  <a:pt x="282" y="147"/>
                  <a:pt x="251" y="164"/>
                </a:cubicBezTo>
                <a:cubicBezTo>
                  <a:pt x="268" y="204"/>
                  <a:pt x="268" y="204"/>
                  <a:pt x="268" y="204"/>
                </a:cubicBezTo>
                <a:cubicBezTo>
                  <a:pt x="215" y="180"/>
                  <a:pt x="215" y="180"/>
                  <a:pt x="215" y="180"/>
                </a:cubicBezTo>
                <a:cubicBezTo>
                  <a:pt x="195" y="185"/>
                  <a:pt x="174" y="189"/>
                  <a:pt x="151" y="189"/>
                </a:cubicBezTo>
                <a:cubicBezTo>
                  <a:pt x="67" y="189"/>
                  <a:pt x="0" y="146"/>
                  <a:pt x="0" y="94"/>
                </a:cubicBezTo>
                <a:cubicBezTo>
                  <a:pt x="0" y="42"/>
                  <a:pt x="67" y="0"/>
                  <a:pt x="15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5799533" y="2022159"/>
            <a:ext cx="11128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20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Creative</a:t>
            </a:r>
            <a:endParaRPr kumimoji="0" lang="id-ID" sz="20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98" name="Freeform 9"/>
          <p:cNvSpPr/>
          <p:nvPr/>
        </p:nvSpPr>
        <p:spPr bwMode="auto">
          <a:xfrm rot="10800000" flipH="1">
            <a:off x="4339867" y="3536602"/>
            <a:ext cx="1092590" cy="741618"/>
          </a:xfrm>
          <a:custGeom>
            <a:avLst/>
            <a:gdLst>
              <a:gd name="T0" fmla="*/ 151 w 302"/>
              <a:gd name="T1" fmla="*/ 0 h 205"/>
              <a:gd name="T2" fmla="*/ 302 w 302"/>
              <a:gd name="T3" fmla="*/ 95 h 205"/>
              <a:gd name="T4" fmla="*/ 252 w 302"/>
              <a:gd name="T5" fmla="*/ 165 h 205"/>
              <a:gd name="T6" fmla="*/ 268 w 302"/>
              <a:gd name="T7" fmla="*/ 205 h 205"/>
              <a:gd name="T8" fmla="*/ 215 w 302"/>
              <a:gd name="T9" fmla="*/ 180 h 205"/>
              <a:gd name="T10" fmla="*/ 151 w 302"/>
              <a:gd name="T11" fmla="*/ 189 h 205"/>
              <a:gd name="T12" fmla="*/ 0 w 302"/>
              <a:gd name="T13" fmla="*/ 95 h 205"/>
              <a:gd name="T14" fmla="*/ 151 w 302"/>
              <a:gd name="T15" fmla="*/ 0 h 2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02" h="205">
                <a:moveTo>
                  <a:pt x="151" y="0"/>
                </a:moveTo>
                <a:cubicBezTo>
                  <a:pt x="234" y="0"/>
                  <a:pt x="302" y="43"/>
                  <a:pt x="302" y="95"/>
                </a:cubicBezTo>
                <a:cubicBezTo>
                  <a:pt x="302" y="123"/>
                  <a:pt x="282" y="148"/>
                  <a:pt x="252" y="165"/>
                </a:cubicBezTo>
                <a:cubicBezTo>
                  <a:pt x="268" y="205"/>
                  <a:pt x="268" y="205"/>
                  <a:pt x="268" y="205"/>
                </a:cubicBezTo>
                <a:cubicBezTo>
                  <a:pt x="215" y="180"/>
                  <a:pt x="215" y="180"/>
                  <a:pt x="215" y="180"/>
                </a:cubicBezTo>
                <a:cubicBezTo>
                  <a:pt x="196" y="186"/>
                  <a:pt x="174" y="189"/>
                  <a:pt x="151" y="189"/>
                </a:cubicBezTo>
                <a:cubicBezTo>
                  <a:pt x="68" y="189"/>
                  <a:pt x="0" y="147"/>
                  <a:pt x="0" y="95"/>
                </a:cubicBezTo>
                <a:cubicBezTo>
                  <a:pt x="0" y="43"/>
                  <a:pt x="68" y="0"/>
                  <a:pt x="151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4424360" y="3759332"/>
            <a:ext cx="942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8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Trusted</a:t>
            </a:r>
            <a:endParaRPr kumimoji="0" lang="id-ID" sz="18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00" name="Oval 99"/>
          <p:cNvSpPr/>
          <p:nvPr/>
        </p:nvSpPr>
        <p:spPr>
          <a:xfrm>
            <a:off x="6602915" y="3915533"/>
            <a:ext cx="309701" cy="309701"/>
          </a:xfrm>
          <a:prstGeom prst="ellipse">
            <a:avLst/>
          </a:prstGeom>
          <a:solidFill>
            <a:schemeClr val="accent2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01" name="Oval 100"/>
          <p:cNvSpPr/>
          <p:nvPr/>
        </p:nvSpPr>
        <p:spPr>
          <a:xfrm>
            <a:off x="5584651" y="3850314"/>
            <a:ext cx="362965" cy="362965"/>
          </a:xfrm>
          <a:prstGeom prst="ellipse">
            <a:avLst/>
          </a:prstGeom>
          <a:solidFill>
            <a:schemeClr val="accent3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02" name="Oval 101"/>
          <p:cNvSpPr/>
          <p:nvPr/>
        </p:nvSpPr>
        <p:spPr>
          <a:xfrm>
            <a:off x="7217577" y="3324245"/>
            <a:ext cx="645976" cy="645976"/>
          </a:xfrm>
          <a:prstGeom prst="ellipse">
            <a:avLst/>
          </a:prstGeom>
          <a:solidFill>
            <a:schemeClr val="accent5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03" name="Oval 102"/>
          <p:cNvSpPr/>
          <p:nvPr/>
        </p:nvSpPr>
        <p:spPr>
          <a:xfrm>
            <a:off x="6512378" y="3199396"/>
            <a:ext cx="432334" cy="432334"/>
          </a:xfrm>
          <a:prstGeom prst="ellipse">
            <a:avLst/>
          </a:prstGeom>
          <a:solidFill>
            <a:schemeClr val="accent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04" name="Oval 103"/>
          <p:cNvSpPr/>
          <p:nvPr/>
        </p:nvSpPr>
        <p:spPr>
          <a:xfrm>
            <a:off x="6950489" y="2422269"/>
            <a:ext cx="241771" cy="241771"/>
          </a:xfrm>
          <a:prstGeom prst="ellipse">
            <a:avLst/>
          </a:prstGeom>
          <a:solidFill>
            <a:schemeClr val="accent4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05" name="Oval 104"/>
          <p:cNvSpPr/>
          <p:nvPr/>
        </p:nvSpPr>
        <p:spPr>
          <a:xfrm>
            <a:off x="5737418" y="3242754"/>
            <a:ext cx="340401" cy="340401"/>
          </a:xfrm>
          <a:prstGeom prst="ellipse">
            <a:avLst/>
          </a:prstGeom>
          <a:solidFill>
            <a:schemeClr val="accent6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06" name="Oval 105"/>
          <p:cNvSpPr/>
          <p:nvPr/>
        </p:nvSpPr>
        <p:spPr>
          <a:xfrm>
            <a:off x="6960259" y="3680579"/>
            <a:ext cx="241771" cy="241771"/>
          </a:xfrm>
          <a:prstGeom prst="ellipse">
            <a:avLst/>
          </a:prstGeom>
          <a:solidFill>
            <a:schemeClr val="accent4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07" name="Oval 106"/>
          <p:cNvSpPr/>
          <p:nvPr/>
        </p:nvSpPr>
        <p:spPr>
          <a:xfrm>
            <a:off x="6191738" y="2805496"/>
            <a:ext cx="243645" cy="243645"/>
          </a:xfrm>
          <a:prstGeom prst="ellipse">
            <a:avLst/>
          </a:prstGeom>
          <a:solidFill>
            <a:schemeClr val="accent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08" name="Oval 107"/>
          <p:cNvSpPr/>
          <p:nvPr/>
        </p:nvSpPr>
        <p:spPr>
          <a:xfrm>
            <a:off x="6971878" y="3071437"/>
            <a:ext cx="243645" cy="243645"/>
          </a:xfrm>
          <a:prstGeom prst="ellipse">
            <a:avLst/>
          </a:prstGeom>
          <a:solidFill>
            <a:schemeClr val="accent3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09" name="Oval 108"/>
          <p:cNvSpPr/>
          <p:nvPr/>
        </p:nvSpPr>
        <p:spPr>
          <a:xfrm>
            <a:off x="5658913" y="2908182"/>
            <a:ext cx="243645" cy="243645"/>
          </a:xfrm>
          <a:prstGeom prst="ellipse">
            <a:avLst/>
          </a:prstGeom>
          <a:solidFill>
            <a:schemeClr val="accent3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10" name="Oval 109"/>
          <p:cNvSpPr/>
          <p:nvPr/>
        </p:nvSpPr>
        <p:spPr>
          <a:xfrm>
            <a:off x="4179406" y="3170623"/>
            <a:ext cx="432334" cy="432334"/>
          </a:xfrm>
          <a:prstGeom prst="ellipse">
            <a:avLst/>
          </a:prstGeom>
          <a:solidFill>
            <a:schemeClr val="accent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11" name="Oval 110"/>
          <p:cNvSpPr/>
          <p:nvPr/>
        </p:nvSpPr>
        <p:spPr>
          <a:xfrm>
            <a:off x="4903772" y="3343765"/>
            <a:ext cx="177896" cy="177896"/>
          </a:xfrm>
          <a:prstGeom prst="ellipse">
            <a:avLst/>
          </a:prstGeom>
          <a:solidFill>
            <a:schemeClr val="accent2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12" name="Oval 111"/>
          <p:cNvSpPr/>
          <p:nvPr/>
        </p:nvSpPr>
        <p:spPr>
          <a:xfrm>
            <a:off x="4443666" y="2401150"/>
            <a:ext cx="177896" cy="177896"/>
          </a:xfrm>
          <a:prstGeom prst="ellipse">
            <a:avLst/>
          </a:prstGeom>
          <a:solidFill>
            <a:schemeClr val="accent2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13" name="Oval 112"/>
          <p:cNvSpPr/>
          <p:nvPr/>
        </p:nvSpPr>
        <p:spPr>
          <a:xfrm>
            <a:off x="4032618" y="2521878"/>
            <a:ext cx="340401" cy="340401"/>
          </a:xfrm>
          <a:prstGeom prst="ellipse">
            <a:avLst/>
          </a:prstGeom>
          <a:solidFill>
            <a:schemeClr val="accent6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14" name="Oval 113"/>
          <p:cNvSpPr/>
          <p:nvPr/>
        </p:nvSpPr>
        <p:spPr>
          <a:xfrm>
            <a:off x="5658285" y="1408906"/>
            <a:ext cx="432334" cy="432334"/>
          </a:xfrm>
          <a:prstGeom prst="ellipse">
            <a:avLst/>
          </a:prstGeom>
          <a:solidFill>
            <a:schemeClr val="accent4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15" name="Oval 114"/>
          <p:cNvSpPr/>
          <p:nvPr/>
        </p:nvSpPr>
        <p:spPr>
          <a:xfrm>
            <a:off x="7143501" y="1989659"/>
            <a:ext cx="432334" cy="432334"/>
          </a:xfrm>
          <a:prstGeom prst="ellipse">
            <a:avLst/>
          </a:prstGeom>
          <a:solidFill>
            <a:schemeClr val="accent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16" name="Oval 115"/>
          <p:cNvSpPr/>
          <p:nvPr/>
        </p:nvSpPr>
        <p:spPr>
          <a:xfrm>
            <a:off x="6940726" y="1846144"/>
            <a:ext cx="177896" cy="177896"/>
          </a:xfrm>
          <a:prstGeom prst="ellipse">
            <a:avLst/>
          </a:prstGeom>
          <a:solidFill>
            <a:schemeClr val="accent2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17" name="Oval 116"/>
          <p:cNvSpPr/>
          <p:nvPr/>
        </p:nvSpPr>
        <p:spPr>
          <a:xfrm>
            <a:off x="6661341" y="1625791"/>
            <a:ext cx="241771" cy="241771"/>
          </a:xfrm>
          <a:prstGeom prst="ellipse">
            <a:avLst/>
          </a:prstGeom>
          <a:solidFill>
            <a:schemeClr val="accent4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18" name="Oval 117"/>
          <p:cNvSpPr/>
          <p:nvPr/>
        </p:nvSpPr>
        <p:spPr>
          <a:xfrm>
            <a:off x="6266505" y="1527384"/>
            <a:ext cx="243645" cy="243645"/>
          </a:xfrm>
          <a:prstGeom prst="ellipse">
            <a:avLst/>
          </a:prstGeom>
          <a:solidFill>
            <a:schemeClr val="accent5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5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000"/>
                            </p:stCondLst>
                            <p:childTnLst>
                              <p:par>
                                <p:cTn id="7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4000"/>
                            </p:stCondLst>
                            <p:childTnLst>
                              <p:par>
                                <p:cTn id="117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ldLvl="0" animBg="1"/>
      <p:bldP spid="18" grpId="0"/>
      <p:bldP spid="19" grpId="0"/>
      <p:bldP spid="20" grpId="0"/>
      <p:bldP spid="21" grpId="0"/>
      <p:bldP spid="22" grpId="0"/>
      <p:bldP spid="23" grpId="0"/>
      <p:bldP spid="87" grpId="0" bldLvl="0" animBg="1"/>
      <p:bldP spid="88" grpId="0"/>
      <p:bldP spid="90" grpId="0" bldLvl="0" animBg="1"/>
      <p:bldP spid="91" grpId="0"/>
      <p:bldP spid="93" grpId="0" bldLvl="0" animBg="1"/>
      <p:bldP spid="94" grpId="0"/>
      <p:bldP spid="96" grpId="0" bldLvl="0" animBg="1"/>
      <p:bldP spid="97" grpId="0"/>
      <p:bldP spid="98" grpId="0" bldLvl="0" animBg="1"/>
      <p:bldP spid="99" grpId="0"/>
      <p:bldP spid="100" grpId="0" bldLvl="0" animBg="1"/>
      <p:bldP spid="101" grpId="0" bldLvl="0" animBg="1"/>
      <p:bldP spid="102" grpId="0" bldLvl="0" animBg="1"/>
      <p:bldP spid="103" grpId="0" bldLvl="0" animBg="1"/>
      <p:bldP spid="104" grpId="0" bldLvl="0" animBg="1"/>
      <p:bldP spid="105" grpId="0" bldLvl="0" animBg="1"/>
      <p:bldP spid="106" grpId="0" bldLvl="0" animBg="1"/>
      <p:bldP spid="107" grpId="0" bldLvl="0" animBg="1"/>
      <p:bldP spid="108" grpId="0" bldLvl="0" animBg="1"/>
      <p:bldP spid="109" grpId="0" bldLvl="0" animBg="1"/>
      <p:bldP spid="110" grpId="0" bldLvl="0" animBg="1"/>
      <p:bldP spid="111" grpId="0" bldLvl="0" animBg="1"/>
      <p:bldP spid="112" grpId="0" bldLvl="0" animBg="1"/>
      <p:bldP spid="113" grpId="0" bldLvl="0" animBg="1"/>
      <p:bldP spid="114" grpId="0" bldLvl="0" animBg="1"/>
      <p:bldP spid="115" grpId="0" bldLvl="0" animBg="1"/>
      <p:bldP spid="116" grpId="0" bldLvl="0" animBg="1"/>
      <p:bldP spid="117" grpId="0" bldLvl="0" animBg="1"/>
      <p:bldP spid="118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/>
          <p:cNvCxnSpPr/>
          <p:nvPr/>
        </p:nvCxnSpPr>
        <p:spPr>
          <a:xfrm>
            <a:off x="6886575" y="4348879"/>
            <a:ext cx="1609725" cy="889871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3822699" y="2635783"/>
            <a:ext cx="1609725" cy="889871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2712541" y="4113569"/>
            <a:ext cx="2986589" cy="89658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6886575" y="3864336"/>
            <a:ext cx="3438525" cy="249232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6591300" y="2841620"/>
            <a:ext cx="1905000" cy="787405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8115300" y="1811154"/>
            <a:ext cx="1714500" cy="1714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9683745" y="2946394"/>
            <a:ext cx="2168529" cy="216852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7804160" y="4419600"/>
            <a:ext cx="1806565" cy="180656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2532061" y="1569623"/>
            <a:ext cx="1714500" cy="1714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1213945" y="3872277"/>
            <a:ext cx="2275744" cy="227574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 idx="4294967295"/>
          </p:nvPr>
        </p:nvSpPr>
        <p:spPr>
          <a:xfrm>
            <a:off x="845761" y="623789"/>
            <a:ext cx="10515600" cy="911682"/>
          </a:xfrm>
        </p:spPr>
        <p:txBody>
          <a:bodyPr/>
          <a:lstStyle/>
          <a:p>
            <a:r>
              <a:rPr lang="id-ID" dirty="0"/>
              <a:t>Meet John</a:t>
            </a:r>
            <a:endParaRPr lang="id-ID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4294967295"/>
          </p:nvPr>
        </p:nvSpPr>
        <p:spPr>
          <a:xfrm>
            <a:off x="845761" y="1341975"/>
            <a:ext cx="10515600" cy="366712"/>
          </a:xfrm>
        </p:spPr>
        <p:txBody>
          <a:bodyPr>
            <a:normAutofit fontScale="77500" lnSpcReduction="20000"/>
          </a:bodyPr>
          <a:lstStyle/>
          <a:p>
            <a:r>
              <a:rPr lang="id-ID" dirty="0"/>
              <a:t>John Mindmap</a:t>
            </a:r>
            <a:endParaRPr lang="id-ID" dirty="0"/>
          </a:p>
        </p:txBody>
      </p:sp>
      <p:sp>
        <p:nvSpPr>
          <p:cNvPr id="34" name="TextBox 23"/>
          <p:cNvSpPr txBox="1"/>
          <p:nvPr/>
        </p:nvSpPr>
        <p:spPr>
          <a:xfrm>
            <a:off x="8059150" y="2776749"/>
            <a:ext cx="18485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John Smith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5" name="TextBox 23"/>
          <p:cNvSpPr txBox="1"/>
          <p:nvPr/>
        </p:nvSpPr>
        <p:spPr>
          <a:xfrm>
            <a:off x="8065495" y="2510750"/>
            <a:ext cx="18485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Who are you?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7" name="TextBox 23"/>
          <p:cNvSpPr txBox="1"/>
          <p:nvPr/>
        </p:nvSpPr>
        <p:spPr>
          <a:xfrm>
            <a:off x="9860555" y="4224079"/>
            <a:ext cx="1848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8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Programmer</a:t>
            </a:r>
            <a:endParaRPr kumimoji="0" lang="id-ID" sz="18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8" name="TextBox 23"/>
          <p:cNvSpPr txBox="1"/>
          <p:nvPr/>
        </p:nvSpPr>
        <p:spPr>
          <a:xfrm>
            <a:off x="9753100" y="3878857"/>
            <a:ext cx="2044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20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What you Do?</a:t>
            </a:r>
            <a:endParaRPr kumimoji="0" lang="id-ID" sz="20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41" name="TextBox 23"/>
          <p:cNvSpPr txBox="1"/>
          <p:nvPr/>
        </p:nvSpPr>
        <p:spPr>
          <a:xfrm>
            <a:off x="7797073" y="5498945"/>
            <a:ext cx="1848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8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Oxford</a:t>
            </a:r>
            <a:endParaRPr kumimoji="0" lang="id-ID" sz="18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42" name="TextBox 23"/>
          <p:cNvSpPr txBox="1"/>
          <p:nvPr/>
        </p:nvSpPr>
        <p:spPr>
          <a:xfrm>
            <a:off x="7699143" y="5258558"/>
            <a:ext cx="20444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Education ?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44" name="TextBox 23"/>
          <p:cNvSpPr txBox="1"/>
          <p:nvPr/>
        </p:nvSpPr>
        <p:spPr>
          <a:xfrm>
            <a:off x="2479172" y="1819122"/>
            <a:ext cx="1848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20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Interest?</a:t>
            </a:r>
            <a:endParaRPr kumimoji="0" lang="id-ID" sz="20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45" name="TextBox 23"/>
          <p:cNvSpPr txBox="1"/>
          <p:nvPr/>
        </p:nvSpPr>
        <p:spPr>
          <a:xfrm>
            <a:off x="1877160" y="4607332"/>
            <a:ext cx="14677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@Johneverywhere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46" name="TextBox 23"/>
          <p:cNvSpPr txBox="1"/>
          <p:nvPr/>
        </p:nvSpPr>
        <p:spPr>
          <a:xfrm>
            <a:off x="1321518" y="4242615"/>
            <a:ext cx="20444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Contact person: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47" name="TextBox 46"/>
          <p:cNvSpPr txBox="1">
            <a:spLocks noChangeAspect="1"/>
          </p:cNvSpPr>
          <p:nvPr/>
        </p:nvSpPr>
        <p:spPr>
          <a:xfrm>
            <a:off x="8739911" y="1975450"/>
            <a:ext cx="468000" cy="4680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Aa楷体" panose="02000500000000000000" pitchFamily="2" charset="-122"/>
                <a:cs typeface="+mn-cs"/>
              </a:rPr>
              <a:t>+</a:t>
            </a:r>
            <a:endParaRPr kumimoji="0" lang="ru-RU" sz="5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Aa楷体" panose="02000500000000000000" pitchFamily="2" charset="-122"/>
              <a:cs typeface="+mn-cs"/>
            </a:endParaRPr>
          </a:p>
        </p:txBody>
      </p:sp>
      <p:sp>
        <p:nvSpPr>
          <p:cNvPr id="48" name="TextBox 47"/>
          <p:cNvSpPr txBox="1">
            <a:spLocks noChangeAspect="1"/>
          </p:cNvSpPr>
          <p:nvPr/>
        </p:nvSpPr>
        <p:spPr>
          <a:xfrm>
            <a:off x="10518230" y="3314687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</a:t>
            </a: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49" name="TextBox 48"/>
          <p:cNvSpPr txBox="1">
            <a:spLocks noChangeAspect="1"/>
          </p:cNvSpPr>
          <p:nvPr/>
        </p:nvSpPr>
        <p:spPr>
          <a:xfrm>
            <a:off x="8481012" y="4657702"/>
            <a:ext cx="468000" cy="4680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Aa楷体" panose="02000500000000000000" pitchFamily="2" charset="-122"/>
                <a:cs typeface="+mn-cs"/>
              </a:rPr>
              <a:t>ó</a:t>
            </a:r>
            <a:endParaRPr kumimoji="0" lang="ru-RU" sz="7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Aa楷体" panose="02000500000000000000" pitchFamily="2" charset="-122"/>
              <a:cs typeface="+mn-cs"/>
            </a:endParaRPr>
          </a:p>
        </p:txBody>
      </p:sp>
      <p:sp>
        <p:nvSpPr>
          <p:cNvPr id="69" name="TextBox 23"/>
          <p:cNvSpPr txBox="1"/>
          <p:nvPr/>
        </p:nvSpPr>
        <p:spPr>
          <a:xfrm>
            <a:off x="2447794" y="2233751"/>
            <a:ext cx="10228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Love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70" name="TextBox 23"/>
          <p:cNvSpPr txBox="1"/>
          <p:nvPr/>
        </p:nvSpPr>
        <p:spPr>
          <a:xfrm>
            <a:off x="2501906" y="2559298"/>
            <a:ext cx="1022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Coffee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71" name="TextBox 23"/>
          <p:cNvSpPr txBox="1"/>
          <p:nvPr/>
        </p:nvSpPr>
        <p:spPr>
          <a:xfrm>
            <a:off x="3182973" y="2290012"/>
            <a:ext cx="1022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Computer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72" name="TextBox 23"/>
          <p:cNvSpPr txBox="1"/>
          <p:nvPr/>
        </p:nvSpPr>
        <p:spPr>
          <a:xfrm>
            <a:off x="2978258" y="2891335"/>
            <a:ext cx="10228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1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Motorcycle</a:t>
            </a:r>
            <a:endParaRPr kumimoji="0" lang="id-ID" sz="11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73" name="TextBox 23"/>
          <p:cNvSpPr txBox="1"/>
          <p:nvPr/>
        </p:nvSpPr>
        <p:spPr>
          <a:xfrm>
            <a:off x="3215227" y="2614990"/>
            <a:ext cx="10228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1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Club</a:t>
            </a:r>
            <a:endParaRPr kumimoji="0" lang="id-ID" sz="11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74" name="Freeform 73"/>
          <p:cNvSpPr/>
          <p:nvPr/>
        </p:nvSpPr>
        <p:spPr bwMode="auto">
          <a:xfrm>
            <a:off x="1578330" y="4646496"/>
            <a:ext cx="243079" cy="198670"/>
          </a:xfrm>
          <a:custGeom>
            <a:avLst/>
            <a:gdLst>
              <a:gd name="T0" fmla="*/ 197 w 197"/>
              <a:gd name="T1" fmla="*/ 19 h 160"/>
              <a:gd name="T2" fmla="*/ 174 w 197"/>
              <a:gd name="T3" fmla="*/ 26 h 160"/>
              <a:gd name="T4" fmla="*/ 192 w 197"/>
              <a:gd name="T5" fmla="*/ 3 h 160"/>
              <a:gd name="T6" fmla="*/ 166 w 197"/>
              <a:gd name="T7" fmla="*/ 13 h 160"/>
              <a:gd name="T8" fmla="*/ 137 w 197"/>
              <a:gd name="T9" fmla="*/ 0 h 160"/>
              <a:gd name="T10" fmla="*/ 96 w 197"/>
              <a:gd name="T11" fmla="*/ 41 h 160"/>
              <a:gd name="T12" fmla="*/ 97 w 197"/>
              <a:gd name="T13" fmla="*/ 50 h 160"/>
              <a:gd name="T14" fmla="*/ 14 w 197"/>
              <a:gd name="T15" fmla="*/ 8 h 160"/>
              <a:gd name="T16" fmla="*/ 8 w 197"/>
              <a:gd name="T17" fmla="*/ 28 h 160"/>
              <a:gd name="T18" fmla="*/ 26 w 197"/>
              <a:gd name="T19" fmla="*/ 62 h 160"/>
              <a:gd name="T20" fmla="*/ 8 w 197"/>
              <a:gd name="T21" fmla="*/ 57 h 160"/>
              <a:gd name="T22" fmla="*/ 8 w 197"/>
              <a:gd name="T23" fmla="*/ 57 h 160"/>
              <a:gd name="T24" fmla="*/ 41 w 197"/>
              <a:gd name="T25" fmla="*/ 97 h 160"/>
              <a:gd name="T26" fmla="*/ 30 w 197"/>
              <a:gd name="T27" fmla="*/ 98 h 160"/>
              <a:gd name="T28" fmla="*/ 22 w 197"/>
              <a:gd name="T29" fmla="*/ 97 h 160"/>
              <a:gd name="T30" fmla="*/ 60 w 197"/>
              <a:gd name="T31" fmla="*/ 125 h 160"/>
              <a:gd name="T32" fmla="*/ 10 w 197"/>
              <a:gd name="T33" fmla="*/ 143 h 160"/>
              <a:gd name="T34" fmla="*/ 0 w 197"/>
              <a:gd name="T35" fmla="*/ 142 h 160"/>
              <a:gd name="T36" fmla="*/ 62 w 197"/>
              <a:gd name="T37" fmla="*/ 160 h 160"/>
              <a:gd name="T38" fmla="*/ 177 w 197"/>
              <a:gd name="T39" fmla="*/ 45 h 160"/>
              <a:gd name="T40" fmla="*/ 177 w 197"/>
              <a:gd name="T41" fmla="*/ 40 h 160"/>
              <a:gd name="T42" fmla="*/ 197 w 197"/>
              <a:gd name="T43" fmla="*/ 19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97" h="160">
                <a:moveTo>
                  <a:pt x="197" y="19"/>
                </a:moveTo>
                <a:cubicBezTo>
                  <a:pt x="190" y="22"/>
                  <a:pt x="182" y="25"/>
                  <a:pt x="174" y="26"/>
                </a:cubicBezTo>
                <a:cubicBezTo>
                  <a:pt x="182" y="21"/>
                  <a:pt x="189" y="13"/>
                  <a:pt x="192" y="3"/>
                </a:cubicBezTo>
                <a:cubicBezTo>
                  <a:pt x="184" y="8"/>
                  <a:pt x="175" y="11"/>
                  <a:pt x="166" y="13"/>
                </a:cubicBezTo>
                <a:cubicBezTo>
                  <a:pt x="159" y="5"/>
                  <a:pt x="148" y="0"/>
                  <a:pt x="137" y="0"/>
                </a:cubicBezTo>
                <a:cubicBezTo>
                  <a:pt x="114" y="0"/>
                  <a:pt x="96" y="18"/>
                  <a:pt x="96" y="41"/>
                </a:cubicBezTo>
                <a:cubicBezTo>
                  <a:pt x="96" y="44"/>
                  <a:pt x="97" y="47"/>
                  <a:pt x="97" y="50"/>
                </a:cubicBezTo>
                <a:cubicBezTo>
                  <a:pt x="64" y="48"/>
                  <a:pt x="34" y="32"/>
                  <a:pt x="14" y="8"/>
                </a:cubicBezTo>
                <a:cubicBezTo>
                  <a:pt x="10" y="14"/>
                  <a:pt x="8" y="21"/>
                  <a:pt x="8" y="28"/>
                </a:cubicBezTo>
                <a:cubicBezTo>
                  <a:pt x="8" y="42"/>
                  <a:pt x="16" y="54"/>
                  <a:pt x="26" y="62"/>
                </a:cubicBezTo>
                <a:cubicBezTo>
                  <a:pt x="20" y="61"/>
                  <a:pt x="14" y="60"/>
                  <a:pt x="8" y="57"/>
                </a:cubicBezTo>
                <a:cubicBezTo>
                  <a:pt x="8" y="57"/>
                  <a:pt x="8" y="57"/>
                  <a:pt x="8" y="57"/>
                </a:cubicBezTo>
                <a:cubicBezTo>
                  <a:pt x="8" y="77"/>
                  <a:pt x="22" y="93"/>
                  <a:pt x="41" y="97"/>
                </a:cubicBezTo>
                <a:cubicBezTo>
                  <a:pt x="37" y="98"/>
                  <a:pt x="34" y="98"/>
                  <a:pt x="30" y="98"/>
                </a:cubicBezTo>
                <a:cubicBezTo>
                  <a:pt x="27" y="98"/>
                  <a:pt x="25" y="98"/>
                  <a:pt x="22" y="97"/>
                </a:cubicBezTo>
                <a:cubicBezTo>
                  <a:pt x="27" y="113"/>
                  <a:pt x="42" y="125"/>
                  <a:pt x="60" y="125"/>
                </a:cubicBezTo>
                <a:cubicBezTo>
                  <a:pt x="46" y="136"/>
                  <a:pt x="29" y="143"/>
                  <a:pt x="10" y="143"/>
                </a:cubicBezTo>
                <a:cubicBezTo>
                  <a:pt x="7" y="143"/>
                  <a:pt x="3" y="143"/>
                  <a:pt x="0" y="142"/>
                </a:cubicBezTo>
                <a:cubicBezTo>
                  <a:pt x="18" y="154"/>
                  <a:pt x="39" y="160"/>
                  <a:pt x="62" y="160"/>
                </a:cubicBezTo>
                <a:cubicBezTo>
                  <a:pt x="137" y="160"/>
                  <a:pt x="177" y="99"/>
                  <a:pt x="177" y="45"/>
                </a:cubicBezTo>
                <a:cubicBezTo>
                  <a:pt x="177" y="44"/>
                  <a:pt x="177" y="42"/>
                  <a:pt x="177" y="40"/>
                </a:cubicBezTo>
                <a:cubicBezTo>
                  <a:pt x="185" y="34"/>
                  <a:pt x="192" y="27"/>
                  <a:pt x="197" y="1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75" name="Freeform 74"/>
          <p:cNvSpPr>
            <a:spLocks noEditPoints="1"/>
          </p:cNvSpPr>
          <p:nvPr/>
        </p:nvSpPr>
        <p:spPr bwMode="auto">
          <a:xfrm>
            <a:off x="1578330" y="4999122"/>
            <a:ext cx="243079" cy="243079"/>
          </a:xfrm>
          <a:custGeom>
            <a:avLst/>
            <a:gdLst>
              <a:gd name="T0" fmla="*/ 99 w 197"/>
              <a:gd name="T1" fmla="*/ 0 h 197"/>
              <a:gd name="T2" fmla="*/ 0 w 197"/>
              <a:gd name="T3" fmla="*/ 98 h 197"/>
              <a:gd name="T4" fmla="*/ 99 w 197"/>
              <a:gd name="T5" fmla="*/ 197 h 197"/>
              <a:gd name="T6" fmla="*/ 197 w 197"/>
              <a:gd name="T7" fmla="*/ 98 h 197"/>
              <a:gd name="T8" fmla="*/ 99 w 197"/>
              <a:gd name="T9" fmla="*/ 0 h 197"/>
              <a:gd name="T10" fmla="*/ 125 w 197"/>
              <a:gd name="T11" fmla="*/ 98 h 197"/>
              <a:gd name="T12" fmla="*/ 108 w 197"/>
              <a:gd name="T13" fmla="*/ 98 h 197"/>
              <a:gd name="T14" fmla="*/ 108 w 197"/>
              <a:gd name="T15" fmla="*/ 159 h 197"/>
              <a:gd name="T16" fmla="*/ 82 w 197"/>
              <a:gd name="T17" fmla="*/ 159 h 197"/>
              <a:gd name="T18" fmla="*/ 82 w 197"/>
              <a:gd name="T19" fmla="*/ 98 h 197"/>
              <a:gd name="T20" fmla="*/ 70 w 197"/>
              <a:gd name="T21" fmla="*/ 98 h 197"/>
              <a:gd name="T22" fmla="*/ 70 w 197"/>
              <a:gd name="T23" fmla="*/ 77 h 197"/>
              <a:gd name="T24" fmla="*/ 82 w 197"/>
              <a:gd name="T25" fmla="*/ 77 h 197"/>
              <a:gd name="T26" fmla="*/ 82 w 197"/>
              <a:gd name="T27" fmla="*/ 63 h 197"/>
              <a:gd name="T28" fmla="*/ 108 w 197"/>
              <a:gd name="T29" fmla="*/ 37 h 197"/>
              <a:gd name="T30" fmla="*/ 127 w 197"/>
              <a:gd name="T31" fmla="*/ 37 h 197"/>
              <a:gd name="T32" fmla="*/ 127 w 197"/>
              <a:gd name="T33" fmla="*/ 58 h 197"/>
              <a:gd name="T34" fmla="*/ 113 w 197"/>
              <a:gd name="T35" fmla="*/ 58 h 197"/>
              <a:gd name="T36" fmla="*/ 108 w 197"/>
              <a:gd name="T37" fmla="*/ 64 h 197"/>
              <a:gd name="T38" fmla="*/ 108 w 197"/>
              <a:gd name="T39" fmla="*/ 77 h 197"/>
              <a:gd name="T40" fmla="*/ 127 w 197"/>
              <a:gd name="T41" fmla="*/ 77 h 197"/>
              <a:gd name="T42" fmla="*/ 125 w 197"/>
              <a:gd name="T43" fmla="*/ 98 h 1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97" h="197">
                <a:moveTo>
                  <a:pt x="99" y="0"/>
                </a:moveTo>
                <a:cubicBezTo>
                  <a:pt x="44" y="0"/>
                  <a:pt x="0" y="44"/>
                  <a:pt x="0" y="98"/>
                </a:cubicBezTo>
                <a:cubicBezTo>
                  <a:pt x="0" y="153"/>
                  <a:pt x="44" y="197"/>
                  <a:pt x="99" y="197"/>
                </a:cubicBezTo>
                <a:cubicBezTo>
                  <a:pt x="153" y="197"/>
                  <a:pt x="197" y="153"/>
                  <a:pt x="197" y="98"/>
                </a:cubicBezTo>
                <a:cubicBezTo>
                  <a:pt x="197" y="44"/>
                  <a:pt x="153" y="0"/>
                  <a:pt x="99" y="0"/>
                </a:cubicBezTo>
                <a:close/>
                <a:moveTo>
                  <a:pt x="125" y="98"/>
                </a:moveTo>
                <a:cubicBezTo>
                  <a:pt x="108" y="98"/>
                  <a:pt x="108" y="98"/>
                  <a:pt x="108" y="98"/>
                </a:cubicBezTo>
                <a:cubicBezTo>
                  <a:pt x="108" y="125"/>
                  <a:pt x="108" y="159"/>
                  <a:pt x="108" y="159"/>
                </a:cubicBezTo>
                <a:cubicBezTo>
                  <a:pt x="82" y="159"/>
                  <a:pt x="82" y="159"/>
                  <a:pt x="82" y="159"/>
                </a:cubicBezTo>
                <a:cubicBezTo>
                  <a:pt x="82" y="159"/>
                  <a:pt x="82" y="126"/>
                  <a:pt x="82" y="98"/>
                </a:cubicBezTo>
                <a:cubicBezTo>
                  <a:pt x="70" y="98"/>
                  <a:pt x="70" y="98"/>
                  <a:pt x="70" y="98"/>
                </a:cubicBezTo>
                <a:cubicBezTo>
                  <a:pt x="70" y="77"/>
                  <a:pt x="70" y="77"/>
                  <a:pt x="70" y="77"/>
                </a:cubicBezTo>
                <a:cubicBezTo>
                  <a:pt x="82" y="77"/>
                  <a:pt x="82" y="77"/>
                  <a:pt x="82" y="77"/>
                </a:cubicBezTo>
                <a:cubicBezTo>
                  <a:pt x="82" y="63"/>
                  <a:pt x="82" y="63"/>
                  <a:pt x="82" y="63"/>
                </a:cubicBezTo>
                <a:cubicBezTo>
                  <a:pt x="82" y="53"/>
                  <a:pt x="87" y="37"/>
                  <a:pt x="108" y="37"/>
                </a:cubicBezTo>
                <a:cubicBezTo>
                  <a:pt x="127" y="37"/>
                  <a:pt x="127" y="37"/>
                  <a:pt x="127" y="37"/>
                </a:cubicBezTo>
                <a:cubicBezTo>
                  <a:pt x="127" y="58"/>
                  <a:pt x="127" y="58"/>
                  <a:pt x="127" y="58"/>
                </a:cubicBezTo>
                <a:cubicBezTo>
                  <a:pt x="127" y="58"/>
                  <a:pt x="115" y="58"/>
                  <a:pt x="113" y="58"/>
                </a:cubicBezTo>
                <a:cubicBezTo>
                  <a:pt x="111" y="58"/>
                  <a:pt x="108" y="59"/>
                  <a:pt x="108" y="64"/>
                </a:cubicBezTo>
                <a:cubicBezTo>
                  <a:pt x="108" y="77"/>
                  <a:pt x="108" y="77"/>
                  <a:pt x="108" y="77"/>
                </a:cubicBezTo>
                <a:cubicBezTo>
                  <a:pt x="127" y="77"/>
                  <a:pt x="127" y="77"/>
                  <a:pt x="127" y="77"/>
                </a:cubicBezTo>
                <a:lnTo>
                  <a:pt x="125" y="9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76" name="TextBox 23"/>
          <p:cNvSpPr txBox="1"/>
          <p:nvPr/>
        </p:nvSpPr>
        <p:spPr>
          <a:xfrm>
            <a:off x="1877160" y="4982162"/>
            <a:ext cx="14677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/Johnagain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77" name="TextBox 23"/>
          <p:cNvSpPr txBox="1"/>
          <p:nvPr/>
        </p:nvSpPr>
        <p:spPr>
          <a:xfrm>
            <a:off x="1877160" y="5378094"/>
            <a:ext cx="14677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John@here.com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78" name="Group 77"/>
          <p:cNvGrpSpPr/>
          <p:nvPr/>
        </p:nvGrpSpPr>
        <p:grpSpPr>
          <a:xfrm>
            <a:off x="1594157" y="5433320"/>
            <a:ext cx="211425" cy="133015"/>
            <a:chOff x="5978526" y="1625601"/>
            <a:chExt cx="239713" cy="150812"/>
          </a:xfrm>
          <a:solidFill>
            <a:schemeClr val="bg1"/>
          </a:solidFill>
        </p:grpSpPr>
        <p:sp>
          <p:nvSpPr>
            <p:cNvPr id="79" name="Freeform 108"/>
            <p:cNvSpPr/>
            <p:nvPr/>
          </p:nvSpPr>
          <p:spPr bwMode="auto">
            <a:xfrm>
              <a:off x="5992813" y="1625601"/>
              <a:ext cx="214313" cy="95250"/>
            </a:xfrm>
            <a:custGeom>
              <a:avLst/>
              <a:gdLst>
                <a:gd name="T0" fmla="*/ 135 w 135"/>
                <a:gd name="T1" fmla="*/ 0 h 60"/>
                <a:gd name="T2" fmla="*/ 132 w 135"/>
                <a:gd name="T3" fmla="*/ 0 h 60"/>
                <a:gd name="T4" fmla="*/ 0 w 135"/>
                <a:gd name="T5" fmla="*/ 0 h 60"/>
                <a:gd name="T6" fmla="*/ 0 w 135"/>
                <a:gd name="T7" fmla="*/ 0 h 60"/>
                <a:gd name="T8" fmla="*/ 66 w 135"/>
                <a:gd name="T9" fmla="*/ 60 h 60"/>
                <a:gd name="T10" fmla="*/ 135 w 135"/>
                <a:gd name="T11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60">
                  <a:moveTo>
                    <a:pt x="135" y="0"/>
                  </a:moveTo>
                  <a:lnTo>
                    <a:pt x="132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66" y="60"/>
                  </a:lnTo>
                  <a:lnTo>
                    <a:pt x="13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80" name="Freeform 109"/>
            <p:cNvSpPr/>
            <p:nvPr/>
          </p:nvSpPr>
          <p:spPr bwMode="auto">
            <a:xfrm>
              <a:off x="6143626" y="1638301"/>
              <a:ext cx="74613" cy="130175"/>
            </a:xfrm>
            <a:custGeom>
              <a:avLst/>
              <a:gdLst>
                <a:gd name="T0" fmla="*/ 20 w 20"/>
                <a:gd name="T1" fmla="*/ 0 h 35"/>
                <a:gd name="T2" fmla="*/ 0 w 20"/>
                <a:gd name="T3" fmla="*/ 17 h 35"/>
                <a:gd name="T4" fmla="*/ 19 w 20"/>
                <a:gd name="T5" fmla="*/ 35 h 35"/>
                <a:gd name="T6" fmla="*/ 20 w 20"/>
                <a:gd name="T7" fmla="*/ 33 h 35"/>
                <a:gd name="T8" fmla="*/ 20 w 20"/>
                <a:gd name="T9" fmla="*/ 1 h 35"/>
                <a:gd name="T10" fmla="*/ 20 w 20"/>
                <a:gd name="T11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" h="35">
                  <a:moveTo>
                    <a:pt x="20" y="0"/>
                  </a:moveTo>
                  <a:cubicBezTo>
                    <a:pt x="0" y="17"/>
                    <a:pt x="0" y="17"/>
                    <a:pt x="0" y="17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4"/>
                    <a:pt x="20" y="34"/>
                    <a:pt x="20" y="33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0" y="1"/>
                    <a:pt x="20" y="0"/>
                    <a:pt x="2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81" name="Freeform 110"/>
            <p:cNvSpPr/>
            <p:nvPr/>
          </p:nvSpPr>
          <p:spPr bwMode="auto">
            <a:xfrm>
              <a:off x="5978526" y="1633538"/>
              <a:ext cx="74613" cy="134938"/>
            </a:xfrm>
            <a:custGeom>
              <a:avLst/>
              <a:gdLst>
                <a:gd name="T0" fmla="*/ 0 w 20"/>
                <a:gd name="T1" fmla="*/ 0 h 36"/>
                <a:gd name="T2" fmla="*/ 0 w 20"/>
                <a:gd name="T3" fmla="*/ 2 h 36"/>
                <a:gd name="T4" fmla="*/ 0 w 20"/>
                <a:gd name="T5" fmla="*/ 34 h 36"/>
                <a:gd name="T6" fmla="*/ 0 w 20"/>
                <a:gd name="T7" fmla="*/ 36 h 36"/>
                <a:gd name="T8" fmla="*/ 20 w 20"/>
                <a:gd name="T9" fmla="*/ 18 h 36"/>
                <a:gd name="T10" fmla="*/ 0 w 20"/>
                <a:gd name="T11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" h="36">
                  <a:moveTo>
                    <a:pt x="0" y="0"/>
                  </a:moveTo>
                  <a:cubicBezTo>
                    <a:pt x="0" y="1"/>
                    <a:pt x="0" y="1"/>
                    <a:pt x="0" y="2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5"/>
                    <a:pt x="0" y="35"/>
                    <a:pt x="0" y="36"/>
                  </a:cubicBezTo>
                  <a:cubicBezTo>
                    <a:pt x="20" y="18"/>
                    <a:pt x="20" y="18"/>
                    <a:pt x="20" y="18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82" name="Freeform 111"/>
            <p:cNvSpPr/>
            <p:nvPr/>
          </p:nvSpPr>
          <p:spPr bwMode="auto">
            <a:xfrm>
              <a:off x="5992813" y="1712913"/>
              <a:ext cx="209550" cy="63500"/>
            </a:xfrm>
            <a:custGeom>
              <a:avLst/>
              <a:gdLst>
                <a:gd name="T0" fmla="*/ 66 w 132"/>
                <a:gd name="T1" fmla="*/ 19 h 40"/>
                <a:gd name="T2" fmla="*/ 45 w 132"/>
                <a:gd name="T3" fmla="*/ 0 h 40"/>
                <a:gd name="T4" fmla="*/ 0 w 132"/>
                <a:gd name="T5" fmla="*/ 40 h 40"/>
                <a:gd name="T6" fmla="*/ 0 w 132"/>
                <a:gd name="T7" fmla="*/ 40 h 40"/>
                <a:gd name="T8" fmla="*/ 132 w 132"/>
                <a:gd name="T9" fmla="*/ 40 h 40"/>
                <a:gd name="T10" fmla="*/ 88 w 132"/>
                <a:gd name="T11" fmla="*/ 0 h 40"/>
                <a:gd name="T12" fmla="*/ 66 w 132"/>
                <a:gd name="T13" fmla="*/ 19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2" h="40">
                  <a:moveTo>
                    <a:pt x="66" y="19"/>
                  </a:moveTo>
                  <a:lnTo>
                    <a:pt x="45" y="0"/>
                  </a:lnTo>
                  <a:lnTo>
                    <a:pt x="0" y="40"/>
                  </a:lnTo>
                  <a:lnTo>
                    <a:pt x="0" y="40"/>
                  </a:lnTo>
                  <a:lnTo>
                    <a:pt x="132" y="40"/>
                  </a:lnTo>
                  <a:lnTo>
                    <a:pt x="88" y="0"/>
                  </a:lnTo>
                  <a:lnTo>
                    <a:pt x="66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3" name="Picture Placeholder 2"/>
          <p:cNvSpPr>
            <a:spLocks noGrp="1"/>
          </p:cNvSpPr>
          <p:nvPr>
            <p:ph type="pic" sz="quarter" idx="4294967295"/>
          </p:nvPr>
        </p:nvSpPr>
        <p:spPr>
          <a:xfrm>
            <a:off x="5024058" y="2841620"/>
            <a:ext cx="2168529" cy="2168529"/>
          </a:xfrm>
        </p:spPr>
      </p:sp>
      <p:grpSp>
        <p:nvGrpSpPr>
          <p:cNvPr id="43" name="Group 58"/>
          <p:cNvGrpSpPr/>
          <p:nvPr/>
        </p:nvGrpSpPr>
        <p:grpSpPr>
          <a:xfrm>
            <a:off x="4792298" y="3117819"/>
            <a:ext cx="2698622" cy="1652886"/>
            <a:chOff x="7840658" y="2154917"/>
            <a:chExt cx="4279548" cy="2621192"/>
          </a:xfrm>
          <a:solidFill>
            <a:schemeClr val="tx2"/>
          </a:solidFill>
        </p:grpSpPr>
        <p:sp>
          <p:nvSpPr>
            <p:cNvPr id="50" name="Freeform 5"/>
            <p:cNvSpPr/>
            <p:nvPr/>
          </p:nvSpPr>
          <p:spPr bwMode="auto">
            <a:xfrm>
              <a:off x="7840658" y="2154917"/>
              <a:ext cx="4279548" cy="2621192"/>
            </a:xfrm>
            <a:custGeom>
              <a:avLst/>
              <a:gdLst>
                <a:gd name="T0" fmla="*/ 1174 w 3009"/>
                <a:gd name="T1" fmla="*/ 1833 h 1833"/>
                <a:gd name="T2" fmla="*/ 1270 w 3009"/>
                <a:gd name="T3" fmla="*/ 1826 h 1833"/>
                <a:gd name="T4" fmla="*/ 1675 w 3009"/>
                <a:gd name="T5" fmla="*/ 1594 h 1833"/>
                <a:gd name="T6" fmla="*/ 1997 w 3009"/>
                <a:gd name="T7" fmla="*/ 1748 h 1833"/>
                <a:gd name="T8" fmla="*/ 2071 w 3009"/>
                <a:gd name="T9" fmla="*/ 1741 h 1833"/>
                <a:gd name="T10" fmla="*/ 2352 w 3009"/>
                <a:gd name="T11" fmla="*/ 1474 h 1833"/>
                <a:gd name="T12" fmla="*/ 2512 w 3009"/>
                <a:gd name="T13" fmla="*/ 1492 h 1833"/>
                <a:gd name="T14" fmla="*/ 2932 w 3009"/>
                <a:gd name="T15" fmla="*/ 1262 h 1833"/>
                <a:gd name="T16" fmla="*/ 2921 w 3009"/>
                <a:gd name="T17" fmla="*/ 814 h 1833"/>
                <a:gd name="T18" fmla="*/ 2619 w 3009"/>
                <a:gd name="T19" fmla="*/ 620 h 1833"/>
                <a:gd name="T20" fmla="*/ 2584 w 3009"/>
                <a:gd name="T21" fmla="*/ 622 h 1833"/>
                <a:gd name="T22" fmla="*/ 2298 w 3009"/>
                <a:gd name="T23" fmla="*/ 409 h 1833"/>
                <a:gd name="T24" fmla="*/ 2209 w 3009"/>
                <a:gd name="T25" fmla="*/ 418 h 1833"/>
                <a:gd name="T26" fmla="*/ 1710 w 3009"/>
                <a:gd name="T27" fmla="*/ 0 h 1833"/>
                <a:gd name="T28" fmla="*/ 1682 w 3009"/>
                <a:gd name="T29" fmla="*/ 0 h 1833"/>
                <a:gd name="T30" fmla="*/ 1198 w 3009"/>
                <a:gd name="T31" fmla="*/ 254 h 1833"/>
                <a:gd name="T32" fmla="*/ 972 w 3009"/>
                <a:gd name="T33" fmla="*/ 208 h 1833"/>
                <a:gd name="T34" fmla="*/ 693 w 3009"/>
                <a:gd name="T35" fmla="*/ 311 h 1833"/>
                <a:gd name="T36" fmla="*/ 531 w 3009"/>
                <a:gd name="T37" fmla="*/ 680 h 1833"/>
                <a:gd name="T38" fmla="*/ 474 w 3009"/>
                <a:gd name="T39" fmla="*/ 677 h 1833"/>
                <a:gd name="T40" fmla="*/ 85 w 3009"/>
                <a:gd name="T41" fmla="*/ 848 h 1833"/>
                <a:gd name="T42" fmla="*/ 69 w 3009"/>
                <a:gd name="T43" fmla="*/ 1244 h 1833"/>
                <a:gd name="T44" fmla="*/ 350 w 3009"/>
                <a:gd name="T45" fmla="*/ 1449 h 1833"/>
                <a:gd name="T46" fmla="*/ 603 w 3009"/>
                <a:gd name="T47" fmla="*/ 1585 h 1833"/>
                <a:gd name="T48" fmla="*/ 735 w 3009"/>
                <a:gd name="T49" fmla="*/ 1564 h 1833"/>
                <a:gd name="T50" fmla="*/ 1174 w 3009"/>
                <a:gd name="T51" fmla="*/ 1833 h 18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09" h="1833">
                  <a:moveTo>
                    <a:pt x="1174" y="1833"/>
                  </a:moveTo>
                  <a:cubicBezTo>
                    <a:pt x="1205" y="1833"/>
                    <a:pt x="1237" y="1831"/>
                    <a:pt x="1270" y="1826"/>
                  </a:cubicBezTo>
                  <a:cubicBezTo>
                    <a:pt x="1563" y="1783"/>
                    <a:pt x="1649" y="1663"/>
                    <a:pt x="1675" y="1594"/>
                  </a:cubicBezTo>
                  <a:cubicBezTo>
                    <a:pt x="1724" y="1650"/>
                    <a:pt x="1833" y="1748"/>
                    <a:pt x="1997" y="1748"/>
                  </a:cubicBezTo>
                  <a:cubicBezTo>
                    <a:pt x="2021" y="1748"/>
                    <a:pt x="2046" y="1746"/>
                    <a:pt x="2071" y="1741"/>
                  </a:cubicBezTo>
                  <a:cubicBezTo>
                    <a:pt x="2291" y="1703"/>
                    <a:pt x="2341" y="1539"/>
                    <a:pt x="2352" y="1474"/>
                  </a:cubicBezTo>
                  <a:cubicBezTo>
                    <a:pt x="2384" y="1481"/>
                    <a:pt x="2442" y="1492"/>
                    <a:pt x="2512" y="1492"/>
                  </a:cubicBezTo>
                  <a:cubicBezTo>
                    <a:pt x="2646" y="1492"/>
                    <a:pt x="2827" y="1452"/>
                    <a:pt x="2932" y="1262"/>
                  </a:cubicBezTo>
                  <a:cubicBezTo>
                    <a:pt x="3009" y="1123"/>
                    <a:pt x="3005" y="955"/>
                    <a:pt x="2921" y="814"/>
                  </a:cubicBezTo>
                  <a:cubicBezTo>
                    <a:pt x="2850" y="694"/>
                    <a:pt x="2734" y="620"/>
                    <a:pt x="2619" y="620"/>
                  </a:cubicBezTo>
                  <a:cubicBezTo>
                    <a:pt x="2607" y="620"/>
                    <a:pt x="2596" y="620"/>
                    <a:pt x="2584" y="622"/>
                  </a:cubicBezTo>
                  <a:cubicBezTo>
                    <a:pt x="2566" y="565"/>
                    <a:pt x="2499" y="409"/>
                    <a:pt x="2298" y="409"/>
                  </a:cubicBezTo>
                  <a:cubicBezTo>
                    <a:pt x="2270" y="409"/>
                    <a:pt x="2240" y="412"/>
                    <a:pt x="2209" y="418"/>
                  </a:cubicBezTo>
                  <a:cubicBezTo>
                    <a:pt x="2192" y="328"/>
                    <a:pt x="2104" y="13"/>
                    <a:pt x="1710" y="0"/>
                  </a:cubicBezTo>
                  <a:cubicBezTo>
                    <a:pt x="1700" y="0"/>
                    <a:pt x="1691" y="0"/>
                    <a:pt x="1682" y="0"/>
                  </a:cubicBezTo>
                  <a:cubicBezTo>
                    <a:pt x="1356" y="0"/>
                    <a:pt x="1231" y="189"/>
                    <a:pt x="1198" y="254"/>
                  </a:cubicBezTo>
                  <a:cubicBezTo>
                    <a:pt x="1160" y="238"/>
                    <a:pt x="1073" y="208"/>
                    <a:pt x="972" y="208"/>
                  </a:cubicBezTo>
                  <a:cubicBezTo>
                    <a:pt x="862" y="208"/>
                    <a:pt x="768" y="243"/>
                    <a:pt x="693" y="311"/>
                  </a:cubicBezTo>
                  <a:cubicBezTo>
                    <a:pt x="525" y="463"/>
                    <a:pt x="522" y="615"/>
                    <a:pt x="531" y="680"/>
                  </a:cubicBezTo>
                  <a:cubicBezTo>
                    <a:pt x="516" y="678"/>
                    <a:pt x="497" y="677"/>
                    <a:pt x="474" y="677"/>
                  </a:cubicBezTo>
                  <a:cubicBezTo>
                    <a:pt x="377" y="677"/>
                    <a:pt x="196" y="700"/>
                    <a:pt x="85" y="848"/>
                  </a:cubicBezTo>
                  <a:cubicBezTo>
                    <a:pt x="6" y="954"/>
                    <a:pt x="0" y="1106"/>
                    <a:pt x="69" y="1244"/>
                  </a:cubicBezTo>
                  <a:cubicBezTo>
                    <a:pt x="131" y="1368"/>
                    <a:pt x="238" y="1446"/>
                    <a:pt x="350" y="1449"/>
                  </a:cubicBezTo>
                  <a:cubicBezTo>
                    <a:pt x="371" y="1485"/>
                    <a:pt x="445" y="1585"/>
                    <a:pt x="603" y="1585"/>
                  </a:cubicBezTo>
                  <a:cubicBezTo>
                    <a:pt x="644" y="1585"/>
                    <a:pt x="689" y="1578"/>
                    <a:pt x="735" y="1564"/>
                  </a:cubicBezTo>
                  <a:cubicBezTo>
                    <a:pt x="767" y="1628"/>
                    <a:pt x="890" y="1833"/>
                    <a:pt x="1174" y="1833"/>
                  </a:cubicBezTo>
                  <a:close/>
                </a:path>
              </a:pathLst>
            </a:custGeom>
            <a:grpFill/>
            <a:ln w="44450"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51" name="Subtitle 4"/>
            <p:cNvSpPr txBox="1"/>
            <p:nvPr/>
          </p:nvSpPr>
          <p:spPr>
            <a:xfrm>
              <a:off x="7985955" y="3175800"/>
              <a:ext cx="3980169" cy="852149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ctr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id-ID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2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rPr>
                <a:t>Problem</a:t>
              </a:r>
              <a:endParaRPr kumimoji="0" lang="id-ID" sz="20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id-ID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2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rPr>
                <a:t>Solving</a:t>
              </a:r>
              <a:endParaRPr kumimoji="0" lang="id-ID" sz="20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1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bldLvl="0" animBg="1"/>
      <p:bldP spid="29" grpId="0" bldLvl="0" animBg="1"/>
      <p:bldP spid="30" grpId="0" bldLvl="0" animBg="1"/>
      <p:bldP spid="31" grpId="0" bldLvl="0" animBg="1"/>
      <p:bldP spid="32" grpId="0" bldLvl="0" animBg="1"/>
      <p:bldP spid="34" grpId="0"/>
      <p:bldP spid="35" grpId="0"/>
      <p:bldP spid="37" grpId="0"/>
      <p:bldP spid="38" grpId="0"/>
      <p:bldP spid="41" grpId="0"/>
      <p:bldP spid="42" grpId="0"/>
      <p:bldP spid="44" grpId="0"/>
      <p:bldP spid="45" grpId="0"/>
      <p:bldP spid="46" grpId="0"/>
      <p:bldP spid="47" grpId="0"/>
      <p:bldP spid="48" grpId="0"/>
      <p:bldP spid="49" grpId="0"/>
      <p:bldP spid="69" grpId="0"/>
      <p:bldP spid="70" grpId="0"/>
      <p:bldP spid="71" grpId="0"/>
      <p:bldP spid="72" grpId="0"/>
      <p:bldP spid="73" grpId="0"/>
      <p:bldP spid="74" grpId="0" bldLvl="0" animBg="1"/>
      <p:bldP spid="75" grpId="0" bldLvl="0" animBg="1"/>
      <p:bldP spid="76" grpId="0"/>
      <p:bldP spid="7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45761" y="623789"/>
            <a:ext cx="10515600" cy="911682"/>
          </a:xfrm>
        </p:spPr>
        <p:txBody>
          <a:bodyPr/>
          <a:lstStyle/>
          <a:p>
            <a:r>
              <a:rPr lang="id-ID" dirty="0"/>
              <a:t>Flowchart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845761" y="1341975"/>
            <a:ext cx="10515600" cy="366712"/>
          </a:xfrm>
        </p:spPr>
        <p:txBody>
          <a:bodyPr>
            <a:normAutofit fontScale="77500" lnSpcReduction="20000"/>
          </a:bodyPr>
          <a:lstStyle/>
          <a:p>
            <a:r>
              <a:rPr lang="id-ID" dirty="0"/>
              <a:t>Our Flowchart</a:t>
            </a:r>
            <a:endParaRPr lang="id-ID" dirty="0"/>
          </a:p>
        </p:txBody>
      </p:sp>
      <p:grpSp>
        <p:nvGrpSpPr>
          <p:cNvPr id="4" name="Group 3"/>
          <p:cNvGrpSpPr/>
          <p:nvPr/>
        </p:nvGrpSpPr>
        <p:grpSpPr>
          <a:xfrm>
            <a:off x="2314798" y="3675782"/>
            <a:ext cx="1465895" cy="542854"/>
            <a:chOff x="2314798" y="3182297"/>
            <a:chExt cx="1465895" cy="542854"/>
          </a:xfrm>
        </p:grpSpPr>
        <p:sp>
          <p:nvSpPr>
            <p:cNvPr id="5" name="Rectangle 4"/>
            <p:cNvSpPr/>
            <p:nvPr/>
          </p:nvSpPr>
          <p:spPr>
            <a:xfrm>
              <a:off x="2314798" y="3182297"/>
              <a:ext cx="1465895" cy="54285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400773" y="3299836"/>
              <a:ext cx="1293944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id-ID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2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rPr>
                <a:t>Select Version</a:t>
              </a:r>
              <a:endPara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4353117" y="3395455"/>
            <a:ext cx="1468802" cy="1103509"/>
            <a:chOff x="4353117" y="2901970"/>
            <a:chExt cx="1468802" cy="1103509"/>
          </a:xfrm>
        </p:grpSpPr>
        <p:sp>
          <p:nvSpPr>
            <p:cNvPr id="8" name="Diamond 7"/>
            <p:cNvSpPr/>
            <p:nvPr/>
          </p:nvSpPr>
          <p:spPr>
            <a:xfrm>
              <a:off x="4353117" y="2901970"/>
              <a:ext cx="1468802" cy="1103509"/>
            </a:xfrm>
            <a:prstGeom prst="diamond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553432" y="3192114"/>
              <a:ext cx="1093569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id-ID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2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rPr>
                <a:t>Credit Card</a:t>
              </a:r>
              <a:endPara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id-ID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2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rPr>
                <a:t>or PO ?</a:t>
              </a:r>
              <a:endPara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6373700" y="3518427"/>
            <a:ext cx="1446833" cy="857565"/>
            <a:chOff x="6373700" y="3024942"/>
            <a:chExt cx="1446833" cy="857565"/>
          </a:xfrm>
        </p:grpSpPr>
        <p:sp>
          <p:nvSpPr>
            <p:cNvPr id="11" name="Flowchart: Document 10"/>
            <p:cNvSpPr/>
            <p:nvPr/>
          </p:nvSpPr>
          <p:spPr>
            <a:xfrm>
              <a:off x="6373700" y="3024942"/>
              <a:ext cx="1446833" cy="857565"/>
            </a:xfrm>
            <a:prstGeom prst="flowChartDocumen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506301" y="3192114"/>
              <a:ext cx="12057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id-ID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2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rPr>
                <a:t>Confirmation</a:t>
              </a:r>
              <a:endPara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id-ID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2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rPr>
                <a:t>E-mail</a:t>
              </a:r>
              <a:endPara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292100" y="3738239"/>
            <a:ext cx="1520669" cy="417941"/>
            <a:chOff x="292100" y="3244754"/>
            <a:chExt cx="1520669" cy="417941"/>
          </a:xfrm>
        </p:grpSpPr>
        <p:sp>
          <p:nvSpPr>
            <p:cNvPr id="14" name="Flowchart: Terminator 13"/>
            <p:cNvSpPr/>
            <p:nvPr/>
          </p:nvSpPr>
          <p:spPr>
            <a:xfrm>
              <a:off x="292100" y="3244754"/>
              <a:ext cx="1520669" cy="417941"/>
            </a:xfrm>
            <a:prstGeom prst="flowChartTerminator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00039" y="3284447"/>
              <a:ext cx="110479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id-ID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2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rPr>
                <a:t>Download</a:t>
              </a:r>
              <a:endPara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cxnSp>
        <p:nvCxnSpPr>
          <p:cNvPr id="16" name="Straight Arrow Connector 15"/>
          <p:cNvCxnSpPr/>
          <p:nvPr/>
        </p:nvCxnSpPr>
        <p:spPr>
          <a:xfrm>
            <a:off x="1857494" y="3947209"/>
            <a:ext cx="402530" cy="0"/>
          </a:xfrm>
          <a:prstGeom prst="straightConnector1">
            <a:avLst/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3858963" y="3947209"/>
            <a:ext cx="402530" cy="0"/>
          </a:xfrm>
          <a:prstGeom prst="straightConnector1">
            <a:avLst/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/>
          <p:cNvGrpSpPr/>
          <p:nvPr/>
        </p:nvGrpSpPr>
        <p:grpSpPr>
          <a:xfrm>
            <a:off x="4355402" y="2367561"/>
            <a:ext cx="1465895" cy="542854"/>
            <a:chOff x="4355402" y="1874076"/>
            <a:chExt cx="1465895" cy="542854"/>
          </a:xfrm>
        </p:grpSpPr>
        <p:sp>
          <p:nvSpPr>
            <p:cNvPr id="19" name="Rectangle 18"/>
            <p:cNvSpPr/>
            <p:nvPr/>
          </p:nvSpPr>
          <p:spPr>
            <a:xfrm>
              <a:off x="4355402" y="1874076"/>
              <a:ext cx="1465895" cy="54285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569618" y="1991615"/>
              <a:ext cx="103746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id-ID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2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rPr>
                <a:t>Submit PO</a:t>
              </a:r>
              <a:endPara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cxnSp>
        <p:nvCxnSpPr>
          <p:cNvPr id="21" name="Straight Arrow Connector 20"/>
          <p:cNvCxnSpPr/>
          <p:nvPr/>
        </p:nvCxnSpPr>
        <p:spPr>
          <a:xfrm rot="5400000">
            <a:off x="4886253" y="4780223"/>
            <a:ext cx="402530" cy="0"/>
          </a:xfrm>
          <a:prstGeom prst="straightConnector1">
            <a:avLst/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rot="16200000" flipV="1">
            <a:off x="4886253" y="3170103"/>
            <a:ext cx="402530" cy="0"/>
          </a:xfrm>
          <a:prstGeom prst="straightConnector1">
            <a:avLst/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/>
          <p:cNvGrpSpPr/>
          <p:nvPr/>
        </p:nvGrpSpPr>
        <p:grpSpPr>
          <a:xfrm>
            <a:off x="4355402" y="5039912"/>
            <a:ext cx="1465895" cy="542854"/>
            <a:chOff x="4355402" y="4546427"/>
            <a:chExt cx="1465895" cy="542854"/>
          </a:xfrm>
        </p:grpSpPr>
        <p:sp>
          <p:nvSpPr>
            <p:cNvPr id="24" name="Rectangle 23"/>
            <p:cNvSpPr/>
            <p:nvPr/>
          </p:nvSpPr>
          <p:spPr>
            <a:xfrm>
              <a:off x="4355402" y="4546427"/>
              <a:ext cx="1465895" cy="54285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578435" y="4663966"/>
              <a:ext cx="1019831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id-ID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2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rPr>
                <a:t>Check Out</a:t>
              </a:r>
              <a:endPara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6356870" y="2367561"/>
            <a:ext cx="1465895" cy="542854"/>
            <a:chOff x="6356870" y="1874076"/>
            <a:chExt cx="1465895" cy="542854"/>
          </a:xfrm>
        </p:grpSpPr>
        <p:sp>
          <p:nvSpPr>
            <p:cNvPr id="27" name="Rectangle 26"/>
            <p:cNvSpPr/>
            <p:nvPr/>
          </p:nvSpPr>
          <p:spPr>
            <a:xfrm>
              <a:off x="6356870" y="1874076"/>
              <a:ext cx="1465895" cy="54285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389948" y="1991615"/>
              <a:ext cx="1399743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id-ID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2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rPr>
                <a:t>Receive Invoice</a:t>
              </a:r>
              <a:endPara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6356870" y="5039912"/>
            <a:ext cx="1465895" cy="542854"/>
            <a:chOff x="6356870" y="4546427"/>
            <a:chExt cx="1465895" cy="542854"/>
          </a:xfrm>
        </p:grpSpPr>
        <p:sp>
          <p:nvSpPr>
            <p:cNvPr id="30" name="Rectangle 29"/>
            <p:cNvSpPr/>
            <p:nvPr/>
          </p:nvSpPr>
          <p:spPr>
            <a:xfrm>
              <a:off x="6356870" y="4546427"/>
              <a:ext cx="1465895" cy="54285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532615" y="4663966"/>
              <a:ext cx="1114409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id-ID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2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rPr>
                <a:t>Enter Order</a:t>
              </a:r>
              <a:endPara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cxnSp>
        <p:nvCxnSpPr>
          <p:cNvPr id="32" name="Straight Arrow Connector 31"/>
          <p:cNvCxnSpPr/>
          <p:nvPr/>
        </p:nvCxnSpPr>
        <p:spPr>
          <a:xfrm>
            <a:off x="5871613" y="5311339"/>
            <a:ext cx="402530" cy="0"/>
          </a:xfrm>
          <a:prstGeom prst="straightConnector1">
            <a:avLst/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5871613" y="2638988"/>
            <a:ext cx="402530" cy="0"/>
          </a:xfrm>
          <a:prstGeom prst="straightConnector1">
            <a:avLst/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rot="16200000" flipV="1">
            <a:off x="6865358" y="4780224"/>
            <a:ext cx="402530" cy="0"/>
          </a:xfrm>
          <a:prstGeom prst="straightConnector1">
            <a:avLst/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rot="5400000">
            <a:off x="6865358" y="3170103"/>
            <a:ext cx="402530" cy="0"/>
          </a:xfrm>
          <a:prstGeom prst="straightConnector1">
            <a:avLst/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/>
          <p:cNvGrpSpPr/>
          <p:nvPr/>
        </p:nvGrpSpPr>
        <p:grpSpPr>
          <a:xfrm>
            <a:off x="8330385" y="3675782"/>
            <a:ext cx="1465895" cy="542854"/>
            <a:chOff x="8330385" y="3182297"/>
            <a:chExt cx="1465895" cy="542854"/>
          </a:xfrm>
        </p:grpSpPr>
        <p:sp>
          <p:nvSpPr>
            <p:cNvPr id="37" name="Rectangle 36"/>
            <p:cNvSpPr/>
            <p:nvPr/>
          </p:nvSpPr>
          <p:spPr>
            <a:xfrm>
              <a:off x="8330385" y="3182297"/>
              <a:ext cx="1465895" cy="54285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8657613" y="3299836"/>
              <a:ext cx="811441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id-ID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2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rPr>
                <a:t>Register</a:t>
              </a:r>
              <a:endPara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10366531" y="3738239"/>
            <a:ext cx="1520669" cy="417941"/>
            <a:chOff x="10366531" y="3244754"/>
            <a:chExt cx="1520669" cy="417941"/>
          </a:xfrm>
        </p:grpSpPr>
        <p:sp>
          <p:nvSpPr>
            <p:cNvPr id="40" name="Flowchart: Terminator 39"/>
            <p:cNvSpPr/>
            <p:nvPr/>
          </p:nvSpPr>
          <p:spPr>
            <a:xfrm>
              <a:off x="10366531" y="3244754"/>
              <a:ext cx="1520669" cy="417941"/>
            </a:xfrm>
            <a:prstGeom prst="flowChartTerminator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0797288" y="3284447"/>
              <a:ext cx="6591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id-ID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2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rPr>
                <a:t>Done</a:t>
              </a:r>
              <a:endPara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cxnSp>
        <p:nvCxnSpPr>
          <p:cNvPr id="42" name="Straight Arrow Connector 41"/>
          <p:cNvCxnSpPr/>
          <p:nvPr/>
        </p:nvCxnSpPr>
        <p:spPr>
          <a:xfrm>
            <a:off x="7873081" y="3947209"/>
            <a:ext cx="402530" cy="0"/>
          </a:xfrm>
          <a:prstGeom prst="straightConnector1">
            <a:avLst/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9874550" y="3947209"/>
            <a:ext cx="402530" cy="0"/>
          </a:xfrm>
          <a:prstGeom prst="straightConnector1">
            <a:avLst/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090208" y="3088471"/>
            <a:ext cx="429926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PO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097422" y="4612471"/>
            <a:ext cx="41549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CC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000"/>
                            </p:stCondLst>
                            <p:childTnLst>
                              <p:par>
                                <p:cTn id="6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500"/>
                            </p:stCondLst>
                            <p:childTnLst>
                              <p:par>
                                <p:cTn id="7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0"/>
                            </p:stCondLst>
                            <p:childTnLst>
                              <p:par>
                                <p:cTn id="8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5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6000"/>
                            </p:stCondLst>
                            <p:childTnLst>
                              <p:par>
                                <p:cTn id="9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6500"/>
                            </p:stCondLst>
                            <p:childTnLst>
                              <p:par>
                                <p:cTn id="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7000"/>
                            </p:stCondLst>
                            <p:childTnLst>
                              <p:par>
                                <p:cTn id="10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reeform 6"/>
          <p:cNvSpPr/>
          <p:nvPr/>
        </p:nvSpPr>
        <p:spPr bwMode="auto">
          <a:xfrm>
            <a:off x="520876" y="4001675"/>
            <a:ext cx="317932" cy="518730"/>
          </a:xfrm>
          <a:custGeom>
            <a:avLst/>
            <a:gdLst>
              <a:gd name="T0" fmla="*/ 152 w 152"/>
              <a:gd name="T1" fmla="*/ 248 h 248"/>
              <a:gd name="T2" fmla="*/ 0 w 152"/>
              <a:gd name="T3" fmla="*/ 139 h 248"/>
              <a:gd name="T4" fmla="*/ 66 w 152"/>
              <a:gd name="T5" fmla="*/ 0 h 248"/>
              <a:gd name="T6" fmla="*/ 152 w 152"/>
              <a:gd name="T7" fmla="*/ 85 h 248"/>
              <a:gd name="T8" fmla="*/ 152 w 152"/>
              <a:gd name="T9" fmla="*/ 248 h 2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2" h="248">
                <a:moveTo>
                  <a:pt x="152" y="248"/>
                </a:moveTo>
                <a:lnTo>
                  <a:pt x="0" y="139"/>
                </a:lnTo>
                <a:lnTo>
                  <a:pt x="66" y="0"/>
                </a:lnTo>
                <a:lnTo>
                  <a:pt x="152" y="85"/>
                </a:lnTo>
                <a:lnTo>
                  <a:pt x="152" y="248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7" name="Freeform 8"/>
          <p:cNvSpPr/>
          <p:nvPr/>
        </p:nvSpPr>
        <p:spPr bwMode="auto">
          <a:xfrm>
            <a:off x="2819606" y="4001675"/>
            <a:ext cx="317932" cy="518730"/>
          </a:xfrm>
          <a:custGeom>
            <a:avLst/>
            <a:gdLst>
              <a:gd name="T0" fmla="*/ 0 w 152"/>
              <a:gd name="T1" fmla="*/ 248 h 248"/>
              <a:gd name="T2" fmla="*/ 152 w 152"/>
              <a:gd name="T3" fmla="*/ 139 h 248"/>
              <a:gd name="T4" fmla="*/ 86 w 152"/>
              <a:gd name="T5" fmla="*/ 0 h 248"/>
              <a:gd name="T6" fmla="*/ 0 w 152"/>
              <a:gd name="T7" fmla="*/ 85 h 248"/>
              <a:gd name="T8" fmla="*/ 0 w 152"/>
              <a:gd name="T9" fmla="*/ 248 h 2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2" h="248">
                <a:moveTo>
                  <a:pt x="0" y="248"/>
                </a:moveTo>
                <a:lnTo>
                  <a:pt x="152" y="139"/>
                </a:lnTo>
                <a:lnTo>
                  <a:pt x="86" y="0"/>
                </a:lnTo>
                <a:lnTo>
                  <a:pt x="0" y="85"/>
                </a:lnTo>
                <a:lnTo>
                  <a:pt x="0" y="248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0" name="Freeform 6"/>
          <p:cNvSpPr/>
          <p:nvPr/>
        </p:nvSpPr>
        <p:spPr bwMode="auto">
          <a:xfrm>
            <a:off x="3302050" y="4001675"/>
            <a:ext cx="317932" cy="518730"/>
          </a:xfrm>
          <a:custGeom>
            <a:avLst/>
            <a:gdLst>
              <a:gd name="T0" fmla="*/ 152 w 152"/>
              <a:gd name="T1" fmla="*/ 248 h 248"/>
              <a:gd name="T2" fmla="*/ 0 w 152"/>
              <a:gd name="T3" fmla="*/ 139 h 248"/>
              <a:gd name="T4" fmla="*/ 66 w 152"/>
              <a:gd name="T5" fmla="*/ 0 h 248"/>
              <a:gd name="T6" fmla="*/ 152 w 152"/>
              <a:gd name="T7" fmla="*/ 85 h 248"/>
              <a:gd name="T8" fmla="*/ 152 w 152"/>
              <a:gd name="T9" fmla="*/ 248 h 2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2" h="248">
                <a:moveTo>
                  <a:pt x="152" y="248"/>
                </a:moveTo>
                <a:lnTo>
                  <a:pt x="0" y="139"/>
                </a:lnTo>
                <a:lnTo>
                  <a:pt x="66" y="0"/>
                </a:lnTo>
                <a:lnTo>
                  <a:pt x="152" y="85"/>
                </a:lnTo>
                <a:lnTo>
                  <a:pt x="152" y="248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1" name="Freeform 8"/>
          <p:cNvSpPr/>
          <p:nvPr/>
        </p:nvSpPr>
        <p:spPr bwMode="auto">
          <a:xfrm>
            <a:off x="5600780" y="4001675"/>
            <a:ext cx="317932" cy="518730"/>
          </a:xfrm>
          <a:custGeom>
            <a:avLst/>
            <a:gdLst>
              <a:gd name="T0" fmla="*/ 0 w 152"/>
              <a:gd name="T1" fmla="*/ 248 h 248"/>
              <a:gd name="T2" fmla="*/ 152 w 152"/>
              <a:gd name="T3" fmla="*/ 139 h 248"/>
              <a:gd name="T4" fmla="*/ 86 w 152"/>
              <a:gd name="T5" fmla="*/ 0 h 248"/>
              <a:gd name="T6" fmla="*/ 0 w 152"/>
              <a:gd name="T7" fmla="*/ 85 h 248"/>
              <a:gd name="T8" fmla="*/ 0 w 152"/>
              <a:gd name="T9" fmla="*/ 248 h 2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2" h="248">
                <a:moveTo>
                  <a:pt x="0" y="248"/>
                </a:moveTo>
                <a:lnTo>
                  <a:pt x="152" y="139"/>
                </a:lnTo>
                <a:lnTo>
                  <a:pt x="86" y="0"/>
                </a:lnTo>
                <a:lnTo>
                  <a:pt x="0" y="85"/>
                </a:lnTo>
                <a:lnTo>
                  <a:pt x="0" y="248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3" name="Freeform 6"/>
          <p:cNvSpPr/>
          <p:nvPr/>
        </p:nvSpPr>
        <p:spPr bwMode="auto">
          <a:xfrm>
            <a:off x="6064442" y="4001675"/>
            <a:ext cx="317932" cy="518730"/>
          </a:xfrm>
          <a:custGeom>
            <a:avLst/>
            <a:gdLst>
              <a:gd name="T0" fmla="*/ 152 w 152"/>
              <a:gd name="T1" fmla="*/ 248 h 248"/>
              <a:gd name="T2" fmla="*/ 0 w 152"/>
              <a:gd name="T3" fmla="*/ 139 h 248"/>
              <a:gd name="T4" fmla="*/ 66 w 152"/>
              <a:gd name="T5" fmla="*/ 0 h 248"/>
              <a:gd name="T6" fmla="*/ 152 w 152"/>
              <a:gd name="T7" fmla="*/ 85 h 248"/>
              <a:gd name="T8" fmla="*/ 152 w 152"/>
              <a:gd name="T9" fmla="*/ 248 h 2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2" h="248">
                <a:moveTo>
                  <a:pt x="152" y="248"/>
                </a:moveTo>
                <a:lnTo>
                  <a:pt x="0" y="139"/>
                </a:lnTo>
                <a:lnTo>
                  <a:pt x="66" y="0"/>
                </a:lnTo>
                <a:lnTo>
                  <a:pt x="152" y="85"/>
                </a:lnTo>
                <a:lnTo>
                  <a:pt x="152" y="248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4" name="Freeform 8"/>
          <p:cNvSpPr/>
          <p:nvPr/>
        </p:nvSpPr>
        <p:spPr bwMode="auto">
          <a:xfrm>
            <a:off x="8363172" y="4001675"/>
            <a:ext cx="317932" cy="518730"/>
          </a:xfrm>
          <a:custGeom>
            <a:avLst/>
            <a:gdLst>
              <a:gd name="T0" fmla="*/ 0 w 152"/>
              <a:gd name="T1" fmla="*/ 248 h 248"/>
              <a:gd name="T2" fmla="*/ 152 w 152"/>
              <a:gd name="T3" fmla="*/ 139 h 248"/>
              <a:gd name="T4" fmla="*/ 86 w 152"/>
              <a:gd name="T5" fmla="*/ 0 h 248"/>
              <a:gd name="T6" fmla="*/ 0 w 152"/>
              <a:gd name="T7" fmla="*/ 85 h 248"/>
              <a:gd name="T8" fmla="*/ 0 w 152"/>
              <a:gd name="T9" fmla="*/ 248 h 2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2" h="248">
                <a:moveTo>
                  <a:pt x="0" y="248"/>
                </a:moveTo>
                <a:lnTo>
                  <a:pt x="152" y="139"/>
                </a:lnTo>
                <a:lnTo>
                  <a:pt x="86" y="0"/>
                </a:lnTo>
                <a:lnTo>
                  <a:pt x="0" y="85"/>
                </a:lnTo>
                <a:lnTo>
                  <a:pt x="0" y="248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6" name="Freeform 6"/>
          <p:cNvSpPr/>
          <p:nvPr/>
        </p:nvSpPr>
        <p:spPr bwMode="auto">
          <a:xfrm>
            <a:off x="8836824" y="4001675"/>
            <a:ext cx="317932" cy="518730"/>
          </a:xfrm>
          <a:custGeom>
            <a:avLst/>
            <a:gdLst>
              <a:gd name="T0" fmla="*/ 152 w 152"/>
              <a:gd name="T1" fmla="*/ 248 h 248"/>
              <a:gd name="T2" fmla="*/ 0 w 152"/>
              <a:gd name="T3" fmla="*/ 139 h 248"/>
              <a:gd name="T4" fmla="*/ 66 w 152"/>
              <a:gd name="T5" fmla="*/ 0 h 248"/>
              <a:gd name="T6" fmla="*/ 152 w 152"/>
              <a:gd name="T7" fmla="*/ 85 h 248"/>
              <a:gd name="T8" fmla="*/ 152 w 152"/>
              <a:gd name="T9" fmla="*/ 248 h 2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2" h="248">
                <a:moveTo>
                  <a:pt x="152" y="248"/>
                </a:moveTo>
                <a:lnTo>
                  <a:pt x="0" y="139"/>
                </a:lnTo>
                <a:lnTo>
                  <a:pt x="66" y="0"/>
                </a:lnTo>
                <a:lnTo>
                  <a:pt x="152" y="85"/>
                </a:lnTo>
                <a:lnTo>
                  <a:pt x="152" y="248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7" name="Freeform 8"/>
          <p:cNvSpPr/>
          <p:nvPr/>
        </p:nvSpPr>
        <p:spPr bwMode="auto">
          <a:xfrm>
            <a:off x="11135554" y="4001675"/>
            <a:ext cx="317932" cy="518730"/>
          </a:xfrm>
          <a:custGeom>
            <a:avLst/>
            <a:gdLst>
              <a:gd name="T0" fmla="*/ 0 w 152"/>
              <a:gd name="T1" fmla="*/ 248 h 248"/>
              <a:gd name="T2" fmla="*/ 152 w 152"/>
              <a:gd name="T3" fmla="*/ 139 h 248"/>
              <a:gd name="T4" fmla="*/ 86 w 152"/>
              <a:gd name="T5" fmla="*/ 0 h 248"/>
              <a:gd name="T6" fmla="*/ 0 w 152"/>
              <a:gd name="T7" fmla="*/ 85 h 248"/>
              <a:gd name="T8" fmla="*/ 0 w 152"/>
              <a:gd name="T9" fmla="*/ 248 h 2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2" h="248">
                <a:moveTo>
                  <a:pt x="0" y="248"/>
                </a:moveTo>
                <a:lnTo>
                  <a:pt x="152" y="139"/>
                </a:lnTo>
                <a:lnTo>
                  <a:pt x="86" y="0"/>
                </a:lnTo>
                <a:lnTo>
                  <a:pt x="0" y="85"/>
                </a:lnTo>
                <a:lnTo>
                  <a:pt x="0" y="248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44" name="Group 43"/>
          <p:cNvGrpSpPr/>
          <p:nvPr/>
        </p:nvGrpSpPr>
        <p:grpSpPr>
          <a:xfrm>
            <a:off x="8935058" y="2132136"/>
            <a:ext cx="2420192" cy="3552685"/>
            <a:chOff x="617019" y="2136532"/>
            <a:chExt cx="2420192" cy="3552685"/>
          </a:xfrm>
        </p:grpSpPr>
        <p:sp>
          <p:nvSpPr>
            <p:cNvPr id="45" name="Rounded Rectangle 44"/>
            <p:cNvSpPr/>
            <p:nvPr/>
          </p:nvSpPr>
          <p:spPr>
            <a:xfrm>
              <a:off x="617019" y="2207465"/>
              <a:ext cx="2420192" cy="3481752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75000"/>
              </a:schemeClr>
            </a:solidFill>
            <a:ln w="285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617019" y="2136532"/>
              <a:ext cx="2420192" cy="3481752"/>
            </a:xfrm>
            <a:prstGeom prst="roundRect">
              <a:avLst>
                <a:gd name="adj" fmla="val 0"/>
              </a:avLst>
            </a:prstGeom>
            <a:solidFill>
              <a:schemeClr val="accent4"/>
            </a:solidFill>
            <a:ln w="285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6157750" y="2132136"/>
            <a:ext cx="2420192" cy="3552685"/>
            <a:chOff x="617019" y="2136532"/>
            <a:chExt cx="2420192" cy="3552685"/>
          </a:xfrm>
        </p:grpSpPr>
        <p:sp>
          <p:nvSpPr>
            <p:cNvPr id="48" name="Rounded Rectangle 47"/>
            <p:cNvSpPr/>
            <p:nvPr/>
          </p:nvSpPr>
          <p:spPr>
            <a:xfrm>
              <a:off x="617019" y="2207465"/>
              <a:ext cx="2420192" cy="3481752"/>
            </a:xfrm>
            <a:prstGeom prst="roundRect">
              <a:avLst>
                <a:gd name="adj" fmla="val 0"/>
              </a:avLst>
            </a:prstGeom>
            <a:solidFill>
              <a:schemeClr val="accent3">
                <a:lumMod val="75000"/>
              </a:schemeClr>
            </a:solidFill>
            <a:ln w="285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617019" y="2136532"/>
              <a:ext cx="2420192" cy="3481752"/>
            </a:xfrm>
            <a:prstGeom prst="roundRect">
              <a:avLst>
                <a:gd name="adj" fmla="val 0"/>
              </a:avLst>
            </a:prstGeom>
            <a:solidFill>
              <a:schemeClr val="accent3"/>
            </a:solidFill>
            <a:ln w="285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3395289" y="2132136"/>
            <a:ext cx="2420192" cy="3552685"/>
            <a:chOff x="617019" y="2136532"/>
            <a:chExt cx="2420192" cy="3552685"/>
          </a:xfrm>
        </p:grpSpPr>
        <p:sp>
          <p:nvSpPr>
            <p:cNvPr id="42" name="Rounded Rectangle 41"/>
            <p:cNvSpPr/>
            <p:nvPr/>
          </p:nvSpPr>
          <p:spPr>
            <a:xfrm>
              <a:off x="617019" y="2207465"/>
              <a:ext cx="2420192" cy="3481752"/>
            </a:xfrm>
            <a:prstGeom prst="roundRect">
              <a:avLst>
                <a:gd name="adj" fmla="val 0"/>
              </a:avLst>
            </a:prstGeom>
            <a:solidFill>
              <a:schemeClr val="accent2">
                <a:lumMod val="75000"/>
              </a:schemeClr>
            </a:solidFill>
            <a:ln w="285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617019" y="2136532"/>
              <a:ext cx="2420192" cy="3481752"/>
            </a:xfrm>
            <a:prstGeom prst="roundRect">
              <a:avLst>
                <a:gd name="adj" fmla="val 0"/>
              </a:avLst>
            </a:prstGeom>
            <a:solidFill>
              <a:schemeClr val="accent2"/>
            </a:solidFill>
            <a:ln w="285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616655" y="2132136"/>
            <a:ext cx="2420192" cy="3552685"/>
            <a:chOff x="617019" y="2136532"/>
            <a:chExt cx="2420192" cy="3552685"/>
          </a:xfrm>
        </p:grpSpPr>
        <p:sp>
          <p:nvSpPr>
            <p:cNvPr id="39" name="Rounded Rectangle 38"/>
            <p:cNvSpPr/>
            <p:nvPr/>
          </p:nvSpPr>
          <p:spPr>
            <a:xfrm>
              <a:off x="617019" y="2207465"/>
              <a:ext cx="2420192" cy="3481752"/>
            </a:xfrm>
            <a:prstGeom prst="roundRect">
              <a:avLst>
                <a:gd name="adj" fmla="val 0"/>
              </a:avLst>
            </a:prstGeom>
            <a:solidFill>
              <a:schemeClr val="accent1">
                <a:lumMod val="75000"/>
              </a:schemeClr>
            </a:solidFill>
            <a:ln w="285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17019" y="2136532"/>
              <a:ext cx="2420192" cy="3481752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 w="285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45761" y="623789"/>
            <a:ext cx="10515600" cy="911682"/>
          </a:xfrm>
        </p:spPr>
        <p:txBody>
          <a:bodyPr/>
          <a:lstStyle/>
          <a:p>
            <a:r>
              <a:rPr lang="id-ID" dirty="0"/>
              <a:t>Main Services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845761" y="1341975"/>
            <a:ext cx="10515600" cy="366712"/>
          </a:xfrm>
        </p:spPr>
        <p:txBody>
          <a:bodyPr>
            <a:normAutofit fontScale="77500" lnSpcReduction="20000"/>
          </a:bodyPr>
          <a:lstStyle/>
          <a:p>
            <a:r>
              <a:rPr lang="id-ID" dirty="0"/>
              <a:t>What we strong</a:t>
            </a:r>
            <a:endParaRPr lang="id-ID" dirty="0"/>
          </a:p>
        </p:txBody>
      </p:sp>
      <p:sp>
        <p:nvSpPr>
          <p:cNvPr id="66" name="Rectangle 65"/>
          <p:cNvSpPr/>
          <p:nvPr/>
        </p:nvSpPr>
        <p:spPr>
          <a:xfrm>
            <a:off x="616655" y="4518074"/>
            <a:ext cx="242019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Lorem ipsum dolor sit amet, consectetur adipiscing elit. Nunc sed mattis elit. Duis blandit elit. 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3395289" y="4518074"/>
            <a:ext cx="242019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Lorem ipsum dolor sit amet, consectetur adipiscing elit. Sed auctor risus sem, et pharetra ex euismod at. 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6157750" y="4518074"/>
            <a:ext cx="242019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Lorem ipsum dolor sit amet, consectetur adipiscing elit. Donec ligula augue, commodo ut. 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8935058" y="4518074"/>
            <a:ext cx="242019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Lorem ipsum dolor sit amet, consectetur adipiscing elit. Sed suscipit justo non tincidunt sodales. Sed sit amet nibh quis massa.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1064178" y="2318767"/>
            <a:ext cx="1548000" cy="1616554"/>
            <a:chOff x="1064178" y="2318767"/>
            <a:chExt cx="1548000" cy="1616554"/>
          </a:xfrm>
        </p:grpSpPr>
        <p:sp>
          <p:nvSpPr>
            <p:cNvPr id="64" name="Oval 63"/>
            <p:cNvSpPr/>
            <p:nvPr/>
          </p:nvSpPr>
          <p:spPr>
            <a:xfrm>
              <a:off x="1064178" y="2387321"/>
              <a:ext cx="1548000" cy="154800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5" name="Oval 4"/>
            <p:cNvSpPr/>
            <p:nvPr/>
          </p:nvSpPr>
          <p:spPr>
            <a:xfrm>
              <a:off x="1064178" y="2318767"/>
              <a:ext cx="1548000" cy="154800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3821709" y="2318767"/>
            <a:ext cx="1548000" cy="1616554"/>
            <a:chOff x="3821709" y="2318767"/>
            <a:chExt cx="1548000" cy="1616554"/>
          </a:xfrm>
        </p:grpSpPr>
        <p:sp>
          <p:nvSpPr>
            <p:cNvPr id="65" name="Oval 64"/>
            <p:cNvSpPr/>
            <p:nvPr/>
          </p:nvSpPr>
          <p:spPr>
            <a:xfrm>
              <a:off x="3821709" y="2387321"/>
              <a:ext cx="1548000" cy="1548000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3821709" y="2318767"/>
              <a:ext cx="1548000" cy="15480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6570281" y="2318767"/>
            <a:ext cx="1548000" cy="1616554"/>
            <a:chOff x="6570281" y="2318767"/>
            <a:chExt cx="1548000" cy="1616554"/>
          </a:xfrm>
        </p:grpSpPr>
        <p:sp>
          <p:nvSpPr>
            <p:cNvPr id="68" name="Oval 67"/>
            <p:cNvSpPr/>
            <p:nvPr/>
          </p:nvSpPr>
          <p:spPr>
            <a:xfrm>
              <a:off x="6570281" y="2387321"/>
              <a:ext cx="1548000" cy="1548000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7" name="Oval 16"/>
            <p:cNvSpPr/>
            <p:nvPr/>
          </p:nvSpPr>
          <p:spPr>
            <a:xfrm>
              <a:off x="6570281" y="2318767"/>
              <a:ext cx="1548000" cy="1548000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9371154" y="2318767"/>
            <a:ext cx="1548000" cy="1616554"/>
            <a:chOff x="9371154" y="2318767"/>
            <a:chExt cx="1548000" cy="1616554"/>
          </a:xfrm>
        </p:grpSpPr>
        <p:sp>
          <p:nvSpPr>
            <p:cNvPr id="69" name="Oval 68"/>
            <p:cNvSpPr/>
            <p:nvPr/>
          </p:nvSpPr>
          <p:spPr>
            <a:xfrm>
              <a:off x="9371154" y="2387321"/>
              <a:ext cx="1548000" cy="15480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3" name="Oval 22"/>
            <p:cNvSpPr/>
            <p:nvPr/>
          </p:nvSpPr>
          <p:spPr>
            <a:xfrm>
              <a:off x="9371154" y="2318767"/>
              <a:ext cx="1548000" cy="154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80" name="Group 79"/>
          <p:cNvGrpSpPr/>
          <p:nvPr/>
        </p:nvGrpSpPr>
        <p:grpSpPr>
          <a:xfrm>
            <a:off x="9806073" y="2763724"/>
            <a:ext cx="678163" cy="658086"/>
            <a:chOff x="7961313" y="1244600"/>
            <a:chExt cx="482600" cy="468313"/>
          </a:xfrm>
          <a:solidFill>
            <a:schemeClr val="bg1"/>
          </a:solidFill>
        </p:grpSpPr>
        <p:sp>
          <p:nvSpPr>
            <p:cNvPr id="81" name="Freeform 17"/>
            <p:cNvSpPr>
              <a:spLocks noEditPoints="1"/>
            </p:cNvSpPr>
            <p:nvPr/>
          </p:nvSpPr>
          <p:spPr bwMode="auto">
            <a:xfrm>
              <a:off x="7961313" y="1244600"/>
              <a:ext cx="482600" cy="468313"/>
            </a:xfrm>
            <a:custGeom>
              <a:avLst/>
              <a:gdLst>
                <a:gd name="T0" fmla="*/ 117 w 128"/>
                <a:gd name="T1" fmla="*/ 0 h 122"/>
                <a:gd name="T2" fmla="*/ 11 w 128"/>
                <a:gd name="T3" fmla="*/ 0 h 122"/>
                <a:gd name="T4" fmla="*/ 0 w 128"/>
                <a:gd name="T5" fmla="*/ 11 h 122"/>
                <a:gd name="T6" fmla="*/ 0 w 128"/>
                <a:gd name="T7" fmla="*/ 93 h 122"/>
                <a:gd name="T8" fmla="*/ 11 w 128"/>
                <a:gd name="T9" fmla="*/ 104 h 122"/>
                <a:gd name="T10" fmla="*/ 43 w 128"/>
                <a:gd name="T11" fmla="*/ 104 h 122"/>
                <a:gd name="T12" fmla="*/ 37 w 128"/>
                <a:gd name="T13" fmla="*/ 110 h 122"/>
                <a:gd name="T14" fmla="*/ 34 w 128"/>
                <a:gd name="T15" fmla="*/ 113 h 122"/>
                <a:gd name="T16" fmla="*/ 34 w 128"/>
                <a:gd name="T17" fmla="*/ 118 h 122"/>
                <a:gd name="T18" fmla="*/ 42 w 128"/>
                <a:gd name="T19" fmla="*/ 122 h 122"/>
                <a:gd name="T20" fmla="*/ 86 w 128"/>
                <a:gd name="T21" fmla="*/ 122 h 122"/>
                <a:gd name="T22" fmla="*/ 94 w 128"/>
                <a:gd name="T23" fmla="*/ 118 h 122"/>
                <a:gd name="T24" fmla="*/ 94 w 128"/>
                <a:gd name="T25" fmla="*/ 113 h 122"/>
                <a:gd name="T26" fmla="*/ 91 w 128"/>
                <a:gd name="T27" fmla="*/ 110 h 122"/>
                <a:gd name="T28" fmla="*/ 85 w 128"/>
                <a:gd name="T29" fmla="*/ 104 h 122"/>
                <a:gd name="T30" fmla="*/ 117 w 128"/>
                <a:gd name="T31" fmla="*/ 104 h 122"/>
                <a:gd name="T32" fmla="*/ 128 w 128"/>
                <a:gd name="T33" fmla="*/ 93 h 122"/>
                <a:gd name="T34" fmla="*/ 128 w 128"/>
                <a:gd name="T35" fmla="*/ 11 h 122"/>
                <a:gd name="T36" fmla="*/ 117 w 128"/>
                <a:gd name="T37" fmla="*/ 0 h 122"/>
                <a:gd name="T38" fmla="*/ 88 w 128"/>
                <a:gd name="T39" fmla="*/ 113 h 122"/>
                <a:gd name="T40" fmla="*/ 90 w 128"/>
                <a:gd name="T41" fmla="*/ 116 h 122"/>
                <a:gd name="T42" fmla="*/ 90 w 128"/>
                <a:gd name="T43" fmla="*/ 116 h 122"/>
                <a:gd name="T44" fmla="*/ 86 w 128"/>
                <a:gd name="T45" fmla="*/ 118 h 122"/>
                <a:gd name="T46" fmla="*/ 42 w 128"/>
                <a:gd name="T47" fmla="*/ 118 h 122"/>
                <a:gd name="T48" fmla="*/ 38 w 128"/>
                <a:gd name="T49" fmla="*/ 116 h 122"/>
                <a:gd name="T50" fmla="*/ 38 w 128"/>
                <a:gd name="T51" fmla="*/ 116 h 122"/>
                <a:gd name="T52" fmla="*/ 38 w 128"/>
                <a:gd name="T53" fmla="*/ 116 h 122"/>
                <a:gd name="T54" fmla="*/ 40 w 128"/>
                <a:gd name="T55" fmla="*/ 113 h 122"/>
                <a:gd name="T56" fmla="*/ 48 w 128"/>
                <a:gd name="T57" fmla="*/ 104 h 122"/>
                <a:gd name="T58" fmla="*/ 80 w 128"/>
                <a:gd name="T59" fmla="*/ 104 h 122"/>
                <a:gd name="T60" fmla="*/ 88 w 128"/>
                <a:gd name="T61" fmla="*/ 113 h 122"/>
                <a:gd name="T62" fmla="*/ 120 w 128"/>
                <a:gd name="T63" fmla="*/ 93 h 122"/>
                <a:gd name="T64" fmla="*/ 117 w 128"/>
                <a:gd name="T65" fmla="*/ 96 h 122"/>
                <a:gd name="T66" fmla="*/ 11 w 128"/>
                <a:gd name="T67" fmla="*/ 96 h 122"/>
                <a:gd name="T68" fmla="*/ 8 w 128"/>
                <a:gd name="T69" fmla="*/ 93 h 122"/>
                <a:gd name="T70" fmla="*/ 8 w 128"/>
                <a:gd name="T71" fmla="*/ 11 h 122"/>
                <a:gd name="T72" fmla="*/ 11 w 128"/>
                <a:gd name="T73" fmla="*/ 8 h 122"/>
                <a:gd name="T74" fmla="*/ 117 w 128"/>
                <a:gd name="T75" fmla="*/ 8 h 122"/>
                <a:gd name="T76" fmla="*/ 120 w 128"/>
                <a:gd name="T77" fmla="*/ 11 h 122"/>
                <a:gd name="T78" fmla="*/ 120 w 128"/>
                <a:gd name="T79" fmla="*/ 93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8" h="122">
                  <a:moveTo>
                    <a:pt x="117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9"/>
                    <a:pt x="5" y="104"/>
                    <a:pt x="11" y="104"/>
                  </a:cubicBezTo>
                  <a:cubicBezTo>
                    <a:pt x="43" y="104"/>
                    <a:pt x="43" y="104"/>
                    <a:pt x="43" y="104"/>
                  </a:cubicBezTo>
                  <a:cubicBezTo>
                    <a:pt x="41" y="106"/>
                    <a:pt x="39" y="109"/>
                    <a:pt x="37" y="110"/>
                  </a:cubicBezTo>
                  <a:cubicBezTo>
                    <a:pt x="36" y="111"/>
                    <a:pt x="35" y="112"/>
                    <a:pt x="34" y="113"/>
                  </a:cubicBezTo>
                  <a:cubicBezTo>
                    <a:pt x="34" y="114"/>
                    <a:pt x="33" y="116"/>
                    <a:pt x="34" y="118"/>
                  </a:cubicBezTo>
                  <a:cubicBezTo>
                    <a:pt x="35" y="120"/>
                    <a:pt x="37" y="122"/>
                    <a:pt x="42" y="122"/>
                  </a:cubicBezTo>
                  <a:cubicBezTo>
                    <a:pt x="86" y="122"/>
                    <a:pt x="86" y="122"/>
                    <a:pt x="86" y="122"/>
                  </a:cubicBezTo>
                  <a:cubicBezTo>
                    <a:pt x="91" y="122"/>
                    <a:pt x="93" y="120"/>
                    <a:pt x="94" y="118"/>
                  </a:cubicBezTo>
                  <a:cubicBezTo>
                    <a:pt x="95" y="116"/>
                    <a:pt x="94" y="114"/>
                    <a:pt x="94" y="113"/>
                  </a:cubicBezTo>
                  <a:cubicBezTo>
                    <a:pt x="93" y="112"/>
                    <a:pt x="92" y="111"/>
                    <a:pt x="91" y="110"/>
                  </a:cubicBezTo>
                  <a:cubicBezTo>
                    <a:pt x="89" y="109"/>
                    <a:pt x="87" y="106"/>
                    <a:pt x="85" y="104"/>
                  </a:cubicBezTo>
                  <a:cubicBezTo>
                    <a:pt x="117" y="104"/>
                    <a:pt x="117" y="104"/>
                    <a:pt x="117" y="104"/>
                  </a:cubicBezTo>
                  <a:cubicBezTo>
                    <a:pt x="123" y="104"/>
                    <a:pt x="128" y="99"/>
                    <a:pt x="128" y="93"/>
                  </a:cubicBezTo>
                  <a:cubicBezTo>
                    <a:pt x="128" y="11"/>
                    <a:pt x="128" y="11"/>
                    <a:pt x="128" y="11"/>
                  </a:cubicBezTo>
                  <a:cubicBezTo>
                    <a:pt x="128" y="5"/>
                    <a:pt x="123" y="0"/>
                    <a:pt x="117" y="0"/>
                  </a:cubicBezTo>
                  <a:close/>
                  <a:moveTo>
                    <a:pt x="88" y="113"/>
                  </a:moveTo>
                  <a:cubicBezTo>
                    <a:pt x="89" y="114"/>
                    <a:pt x="90" y="115"/>
                    <a:pt x="90" y="116"/>
                  </a:cubicBezTo>
                  <a:cubicBezTo>
                    <a:pt x="90" y="116"/>
                    <a:pt x="91" y="116"/>
                    <a:pt x="90" y="116"/>
                  </a:cubicBezTo>
                  <a:cubicBezTo>
                    <a:pt x="90" y="117"/>
                    <a:pt x="88" y="118"/>
                    <a:pt x="86" y="118"/>
                  </a:cubicBezTo>
                  <a:cubicBezTo>
                    <a:pt x="42" y="118"/>
                    <a:pt x="42" y="118"/>
                    <a:pt x="42" y="118"/>
                  </a:cubicBezTo>
                  <a:cubicBezTo>
                    <a:pt x="40" y="118"/>
                    <a:pt x="38" y="117"/>
                    <a:pt x="38" y="116"/>
                  </a:cubicBezTo>
                  <a:cubicBezTo>
                    <a:pt x="38" y="116"/>
                    <a:pt x="38" y="116"/>
                    <a:pt x="38" y="116"/>
                  </a:cubicBezTo>
                  <a:cubicBezTo>
                    <a:pt x="38" y="116"/>
                    <a:pt x="38" y="116"/>
                    <a:pt x="38" y="116"/>
                  </a:cubicBezTo>
                  <a:cubicBezTo>
                    <a:pt x="38" y="115"/>
                    <a:pt x="39" y="114"/>
                    <a:pt x="40" y="113"/>
                  </a:cubicBezTo>
                  <a:cubicBezTo>
                    <a:pt x="44" y="109"/>
                    <a:pt x="47" y="106"/>
                    <a:pt x="48" y="104"/>
                  </a:cubicBezTo>
                  <a:cubicBezTo>
                    <a:pt x="80" y="104"/>
                    <a:pt x="80" y="104"/>
                    <a:pt x="80" y="104"/>
                  </a:cubicBezTo>
                  <a:cubicBezTo>
                    <a:pt x="81" y="106"/>
                    <a:pt x="84" y="109"/>
                    <a:pt x="88" y="113"/>
                  </a:cubicBezTo>
                  <a:close/>
                  <a:moveTo>
                    <a:pt x="120" y="93"/>
                  </a:moveTo>
                  <a:cubicBezTo>
                    <a:pt x="120" y="95"/>
                    <a:pt x="119" y="96"/>
                    <a:pt x="117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9" y="96"/>
                    <a:pt x="8" y="95"/>
                    <a:pt x="8" y="93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9"/>
                    <a:pt x="9" y="8"/>
                    <a:pt x="11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9" y="8"/>
                    <a:pt x="120" y="9"/>
                    <a:pt x="120" y="11"/>
                  </a:cubicBezTo>
                  <a:lnTo>
                    <a:pt x="120" y="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82" name="Freeform 18"/>
            <p:cNvSpPr>
              <a:spLocks noEditPoints="1"/>
            </p:cNvSpPr>
            <p:nvPr/>
          </p:nvSpPr>
          <p:spPr bwMode="auto">
            <a:xfrm>
              <a:off x="8021638" y="1306513"/>
              <a:ext cx="361950" cy="244475"/>
            </a:xfrm>
            <a:custGeom>
              <a:avLst/>
              <a:gdLst>
                <a:gd name="T0" fmla="*/ 89 w 96"/>
                <a:gd name="T1" fmla="*/ 0 h 64"/>
                <a:gd name="T2" fmla="*/ 7 w 96"/>
                <a:gd name="T3" fmla="*/ 0 h 64"/>
                <a:gd name="T4" fmla="*/ 0 w 96"/>
                <a:gd name="T5" fmla="*/ 7 h 64"/>
                <a:gd name="T6" fmla="*/ 0 w 96"/>
                <a:gd name="T7" fmla="*/ 57 h 64"/>
                <a:gd name="T8" fmla="*/ 7 w 96"/>
                <a:gd name="T9" fmla="*/ 64 h 64"/>
                <a:gd name="T10" fmla="*/ 89 w 96"/>
                <a:gd name="T11" fmla="*/ 64 h 64"/>
                <a:gd name="T12" fmla="*/ 96 w 96"/>
                <a:gd name="T13" fmla="*/ 57 h 64"/>
                <a:gd name="T14" fmla="*/ 96 w 96"/>
                <a:gd name="T15" fmla="*/ 7 h 64"/>
                <a:gd name="T16" fmla="*/ 89 w 96"/>
                <a:gd name="T17" fmla="*/ 0 h 64"/>
                <a:gd name="T18" fmla="*/ 92 w 96"/>
                <a:gd name="T19" fmla="*/ 57 h 64"/>
                <a:gd name="T20" fmla="*/ 89 w 96"/>
                <a:gd name="T21" fmla="*/ 60 h 64"/>
                <a:gd name="T22" fmla="*/ 7 w 96"/>
                <a:gd name="T23" fmla="*/ 60 h 64"/>
                <a:gd name="T24" fmla="*/ 4 w 96"/>
                <a:gd name="T25" fmla="*/ 57 h 64"/>
                <a:gd name="T26" fmla="*/ 4 w 96"/>
                <a:gd name="T27" fmla="*/ 7 h 64"/>
                <a:gd name="T28" fmla="*/ 7 w 96"/>
                <a:gd name="T29" fmla="*/ 4 h 64"/>
                <a:gd name="T30" fmla="*/ 89 w 96"/>
                <a:gd name="T31" fmla="*/ 4 h 64"/>
                <a:gd name="T32" fmla="*/ 92 w 96"/>
                <a:gd name="T33" fmla="*/ 7 h 64"/>
                <a:gd name="T34" fmla="*/ 92 w 96"/>
                <a:gd name="T35" fmla="*/ 57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6" h="64">
                  <a:moveTo>
                    <a:pt x="89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61"/>
                    <a:pt x="3" y="64"/>
                    <a:pt x="7" y="64"/>
                  </a:cubicBezTo>
                  <a:cubicBezTo>
                    <a:pt x="89" y="64"/>
                    <a:pt x="89" y="64"/>
                    <a:pt x="89" y="64"/>
                  </a:cubicBezTo>
                  <a:cubicBezTo>
                    <a:pt x="93" y="64"/>
                    <a:pt x="96" y="61"/>
                    <a:pt x="96" y="5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3"/>
                    <a:pt x="93" y="0"/>
                    <a:pt x="89" y="0"/>
                  </a:cubicBezTo>
                  <a:close/>
                  <a:moveTo>
                    <a:pt x="92" y="57"/>
                  </a:moveTo>
                  <a:cubicBezTo>
                    <a:pt x="92" y="59"/>
                    <a:pt x="91" y="60"/>
                    <a:pt x="89" y="60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5" y="60"/>
                    <a:pt x="4" y="59"/>
                    <a:pt x="4" y="5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5"/>
                    <a:pt x="5" y="4"/>
                    <a:pt x="7" y="4"/>
                  </a:cubicBezTo>
                  <a:cubicBezTo>
                    <a:pt x="89" y="4"/>
                    <a:pt x="89" y="4"/>
                    <a:pt x="89" y="4"/>
                  </a:cubicBezTo>
                  <a:cubicBezTo>
                    <a:pt x="91" y="4"/>
                    <a:pt x="92" y="5"/>
                    <a:pt x="92" y="7"/>
                  </a:cubicBezTo>
                  <a:lnTo>
                    <a:pt x="92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83" name="Freeform 19"/>
            <p:cNvSpPr>
              <a:spLocks noEditPoints="1"/>
            </p:cNvSpPr>
            <p:nvPr/>
          </p:nvSpPr>
          <p:spPr bwMode="auto">
            <a:xfrm>
              <a:off x="8180388" y="1558925"/>
              <a:ext cx="44450" cy="46038"/>
            </a:xfrm>
            <a:custGeom>
              <a:avLst/>
              <a:gdLst>
                <a:gd name="T0" fmla="*/ 6 w 12"/>
                <a:gd name="T1" fmla="*/ 0 h 12"/>
                <a:gd name="T2" fmla="*/ 0 w 12"/>
                <a:gd name="T3" fmla="*/ 6 h 12"/>
                <a:gd name="T4" fmla="*/ 6 w 12"/>
                <a:gd name="T5" fmla="*/ 12 h 12"/>
                <a:gd name="T6" fmla="*/ 12 w 12"/>
                <a:gd name="T7" fmla="*/ 6 h 12"/>
                <a:gd name="T8" fmla="*/ 6 w 12"/>
                <a:gd name="T9" fmla="*/ 0 h 12"/>
                <a:gd name="T10" fmla="*/ 6 w 12"/>
                <a:gd name="T11" fmla="*/ 8 h 12"/>
                <a:gd name="T12" fmla="*/ 4 w 12"/>
                <a:gd name="T13" fmla="*/ 6 h 12"/>
                <a:gd name="T14" fmla="*/ 6 w 12"/>
                <a:gd name="T15" fmla="*/ 4 h 12"/>
                <a:gd name="T16" fmla="*/ 8 w 12"/>
                <a:gd name="T17" fmla="*/ 6 h 12"/>
                <a:gd name="T18" fmla="*/ 6 w 12"/>
                <a:gd name="T19" fmla="*/ 8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12">
                  <a:moveTo>
                    <a:pt x="6" y="0"/>
                  </a:moveTo>
                  <a:cubicBezTo>
                    <a:pt x="3" y="0"/>
                    <a:pt x="0" y="3"/>
                    <a:pt x="0" y="6"/>
                  </a:cubicBezTo>
                  <a:cubicBezTo>
                    <a:pt x="0" y="9"/>
                    <a:pt x="3" y="12"/>
                    <a:pt x="6" y="12"/>
                  </a:cubicBezTo>
                  <a:cubicBezTo>
                    <a:pt x="9" y="12"/>
                    <a:pt x="12" y="9"/>
                    <a:pt x="12" y="6"/>
                  </a:cubicBezTo>
                  <a:cubicBezTo>
                    <a:pt x="12" y="3"/>
                    <a:pt x="9" y="0"/>
                    <a:pt x="6" y="0"/>
                  </a:cubicBezTo>
                  <a:close/>
                  <a:moveTo>
                    <a:pt x="6" y="8"/>
                  </a:moveTo>
                  <a:cubicBezTo>
                    <a:pt x="5" y="8"/>
                    <a:pt x="4" y="7"/>
                    <a:pt x="4" y="6"/>
                  </a:cubicBezTo>
                  <a:cubicBezTo>
                    <a:pt x="4" y="5"/>
                    <a:pt x="5" y="4"/>
                    <a:pt x="6" y="4"/>
                  </a:cubicBezTo>
                  <a:cubicBezTo>
                    <a:pt x="7" y="4"/>
                    <a:pt x="8" y="5"/>
                    <a:pt x="8" y="6"/>
                  </a:cubicBezTo>
                  <a:cubicBezTo>
                    <a:pt x="8" y="7"/>
                    <a:pt x="7" y="8"/>
                    <a:pt x="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84" name="Freeform 20"/>
            <p:cNvSpPr/>
            <p:nvPr/>
          </p:nvSpPr>
          <p:spPr bwMode="auto">
            <a:xfrm>
              <a:off x="8142288" y="1428750"/>
              <a:ext cx="44450" cy="92075"/>
            </a:xfrm>
            <a:custGeom>
              <a:avLst/>
              <a:gdLst>
                <a:gd name="T0" fmla="*/ 9 w 12"/>
                <a:gd name="T1" fmla="*/ 0 h 24"/>
                <a:gd name="T2" fmla="*/ 3 w 12"/>
                <a:gd name="T3" fmla="*/ 0 h 24"/>
                <a:gd name="T4" fmla="*/ 0 w 12"/>
                <a:gd name="T5" fmla="*/ 3 h 24"/>
                <a:gd name="T6" fmla="*/ 0 w 12"/>
                <a:gd name="T7" fmla="*/ 21 h 24"/>
                <a:gd name="T8" fmla="*/ 3 w 12"/>
                <a:gd name="T9" fmla="*/ 24 h 24"/>
                <a:gd name="T10" fmla="*/ 9 w 12"/>
                <a:gd name="T11" fmla="*/ 24 h 24"/>
                <a:gd name="T12" fmla="*/ 12 w 12"/>
                <a:gd name="T13" fmla="*/ 21 h 24"/>
                <a:gd name="T14" fmla="*/ 12 w 12"/>
                <a:gd name="T15" fmla="*/ 3 h 24"/>
                <a:gd name="T16" fmla="*/ 9 w 12"/>
                <a:gd name="T17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" h="24">
                  <a:moveTo>
                    <a:pt x="9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2"/>
                    <a:pt x="1" y="24"/>
                    <a:pt x="3" y="24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1" y="24"/>
                    <a:pt x="12" y="22"/>
                    <a:pt x="12" y="21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1"/>
                    <a:pt x="11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85" name="Freeform 21"/>
            <p:cNvSpPr/>
            <p:nvPr/>
          </p:nvSpPr>
          <p:spPr bwMode="auto">
            <a:xfrm>
              <a:off x="8293100" y="1336675"/>
              <a:ext cx="44450" cy="184150"/>
            </a:xfrm>
            <a:custGeom>
              <a:avLst/>
              <a:gdLst>
                <a:gd name="T0" fmla="*/ 9 w 12"/>
                <a:gd name="T1" fmla="*/ 0 h 48"/>
                <a:gd name="T2" fmla="*/ 3 w 12"/>
                <a:gd name="T3" fmla="*/ 0 h 48"/>
                <a:gd name="T4" fmla="*/ 0 w 12"/>
                <a:gd name="T5" fmla="*/ 3 h 48"/>
                <a:gd name="T6" fmla="*/ 0 w 12"/>
                <a:gd name="T7" fmla="*/ 45 h 48"/>
                <a:gd name="T8" fmla="*/ 3 w 12"/>
                <a:gd name="T9" fmla="*/ 48 h 48"/>
                <a:gd name="T10" fmla="*/ 9 w 12"/>
                <a:gd name="T11" fmla="*/ 48 h 48"/>
                <a:gd name="T12" fmla="*/ 12 w 12"/>
                <a:gd name="T13" fmla="*/ 45 h 48"/>
                <a:gd name="T14" fmla="*/ 12 w 12"/>
                <a:gd name="T15" fmla="*/ 3 h 48"/>
                <a:gd name="T16" fmla="*/ 9 w 12"/>
                <a:gd name="T1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" h="48">
                  <a:moveTo>
                    <a:pt x="9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47"/>
                    <a:pt x="1" y="48"/>
                    <a:pt x="3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11" y="48"/>
                    <a:pt x="12" y="47"/>
                    <a:pt x="12" y="45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1"/>
                    <a:pt x="11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86" name="Freeform 22"/>
            <p:cNvSpPr/>
            <p:nvPr/>
          </p:nvSpPr>
          <p:spPr bwMode="auto">
            <a:xfrm>
              <a:off x="8216900" y="1398588"/>
              <a:ext cx="46037" cy="122238"/>
            </a:xfrm>
            <a:custGeom>
              <a:avLst/>
              <a:gdLst>
                <a:gd name="T0" fmla="*/ 9 w 12"/>
                <a:gd name="T1" fmla="*/ 0 h 32"/>
                <a:gd name="T2" fmla="*/ 3 w 12"/>
                <a:gd name="T3" fmla="*/ 0 h 32"/>
                <a:gd name="T4" fmla="*/ 0 w 12"/>
                <a:gd name="T5" fmla="*/ 3 h 32"/>
                <a:gd name="T6" fmla="*/ 0 w 12"/>
                <a:gd name="T7" fmla="*/ 29 h 32"/>
                <a:gd name="T8" fmla="*/ 3 w 12"/>
                <a:gd name="T9" fmla="*/ 32 h 32"/>
                <a:gd name="T10" fmla="*/ 9 w 12"/>
                <a:gd name="T11" fmla="*/ 32 h 32"/>
                <a:gd name="T12" fmla="*/ 12 w 12"/>
                <a:gd name="T13" fmla="*/ 29 h 32"/>
                <a:gd name="T14" fmla="*/ 12 w 12"/>
                <a:gd name="T15" fmla="*/ 3 h 32"/>
                <a:gd name="T16" fmla="*/ 9 w 12"/>
                <a:gd name="T1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" h="32">
                  <a:moveTo>
                    <a:pt x="9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1"/>
                    <a:pt x="1" y="32"/>
                    <a:pt x="3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11" y="32"/>
                    <a:pt x="12" y="31"/>
                    <a:pt x="12" y="29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1"/>
                    <a:pt x="11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87" name="Freeform 23"/>
            <p:cNvSpPr/>
            <p:nvPr/>
          </p:nvSpPr>
          <p:spPr bwMode="auto">
            <a:xfrm>
              <a:off x="8066088" y="1368425"/>
              <a:ext cx="46037" cy="152400"/>
            </a:xfrm>
            <a:custGeom>
              <a:avLst/>
              <a:gdLst>
                <a:gd name="T0" fmla="*/ 9 w 12"/>
                <a:gd name="T1" fmla="*/ 0 h 40"/>
                <a:gd name="T2" fmla="*/ 3 w 12"/>
                <a:gd name="T3" fmla="*/ 0 h 40"/>
                <a:gd name="T4" fmla="*/ 0 w 12"/>
                <a:gd name="T5" fmla="*/ 3 h 40"/>
                <a:gd name="T6" fmla="*/ 0 w 12"/>
                <a:gd name="T7" fmla="*/ 37 h 40"/>
                <a:gd name="T8" fmla="*/ 3 w 12"/>
                <a:gd name="T9" fmla="*/ 40 h 40"/>
                <a:gd name="T10" fmla="*/ 9 w 12"/>
                <a:gd name="T11" fmla="*/ 40 h 40"/>
                <a:gd name="T12" fmla="*/ 12 w 12"/>
                <a:gd name="T13" fmla="*/ 37 h 40"/>
                <a:gd name="T14" fmla="*/ 12 w 12"/>
                <a:gd name="T15" fmla="*/ 3 h 40"/>
                <a:gd name="T16" fmla="*/ 9 w 12"/>
                <a:gd name="T17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" h="40">
                  <a:moveTo>
                    <a:pt x="9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39"/>
                    <a:pt x="1" y="40"/>
                    <a:pt x="3" y="40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11" y="40"/>
                    <a:pt x="12" y="39"/>
                    <a:pt x="12" y="37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1"/>
                    <a:pt x="11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88" name="Group 87"/>
          <p:cNvGrpSpPr/>
          <p:nvPr/>
        </p:nvGrpSpPr>
        <p:grpSpPr>
          <a:xfrm>
            <a:off x="4245039" y="2758220"/>
            <a:ext cx="701341" cy="669095"/>
            <a:chOff x="4849813" y="501081"/>
            <a:chExt cx="1104900" cy="1054100"/>
          </a:xfrm>
          <a:solidFill>
            <a:schemeClr val="bg1"/>
          </a:solidFill>
        </p:grpSpPr>
        <p:sp>
          <p:nvSpPr>
            <p:cNvPr id="89" name="Freeform 5"/>
            <p:cNvSpPr>
              <a:spLocks noEditPoints="1"/>
            </p:cNvSpPr>
            <p:nvPr/>
          </p:nvSpPr>
          <p:spPr bwMode="auto">
            <a:xfrm>
              <a:off x="4849813" y="501081"/>
              <a:ext cx="1104900" cy="1054100"/>
            </a:xfrm>
            <a:custGeom>
              <a:avLst/>
              <a:gdLst>
                <a:gd name="T0" fmla="*/ 482 w 526"/>
                <a:gd name="T1" fmla="*/ 0 h 502"/>
                <a:gd name="T2" fmla="*/ 44 w 526"/>
                <a:gd name="T3" fmla="*/ 0 h 502"/>
                <a:gd name="T4" fmla="*/ 0 w 526"/>
                <a:gd name="T5" fmla="*/ 45 h 502"/>
                <a:gd name="T6" fmla="*/ 0 w 526"/>
                <a:gd name="T7" fmla="*/ 384 h 502"/>
                <a:gd name="T8" fmla="*/ 44 w 526"/>
                <a:gd name="T9" fmla="*/ 428 h 502"/>
                <a:gd name="T10" fmla="*/ 177 w 526"/>
                <a:gd name="T11" fmla="*/ 428 h 502"/>
                <a:gd name="T12" fmla="*/ 154 w 526"/>
                <a:gd name="T13" fmla="*/ 454 h 502"/>
                <a:gd name="T14" fmla="*/ 141 w 526"/>
                <a:gd name="T15" fmla="*/ 467 h 502"/>
                <a:gd name="T16" fmla="*/ 140 w 526"/>
                <a:gd name="T17" fmla="*/ 487 h 502"/>
                <a:gd name="T18" fmla="*/ 173 w 526"/>
                <a:gd name="T19" fmla="*/ 502 h 502"/>
                <a:gd name="T20" fmla="*/ 352 w 526"/>
                <a:gd name="T21" fmla="*/ 502 h 502"/>
                <a:gd name="T22" fmla="*/ 386 w 526"/>
                <a:gd name="T23" fmla="*/ 487 h 502"/>
                <a:gd name="T24" fmla="*/ 384 w 526"/>
                <a:gd name="T25" fmla="*/ 467 h 502"/>
                <a:gd name="T26" fmla="*/ 372 w 526"/>
                <a:gd name="T27" fmla="*/ 453 h 502"/>
                <a:gd name="T28" fmla="*/ 348 w 526"/>
                <a:gd name="T29" fmla="*/ 428 h 502"/>
                <a:gd name="T30" fmla="*/ 482 w 526"/>
                <a:gd name="T31" fmla="*/ 428 h 502"/>
                <a:gd name="T32" fmla="*/ 526 w 526"/>
                <a:gd name="T33" fmla="*/ 384 h 502"/>
                <a:gd name="T34" fmla="*/ 526 w 526"/>
                <a:gd name="T35" fmla="*/ 45 h 502"/>
                <a:gd name="T36" fmla="*/ 482 w 526"/>
                <a:gd name="T37" fmla="*/ 0 h 502"/>
                <a:gd name="T38" fmla="*/ 360 w 526"/>
                <a:gd name="T39" fmla="*/ 465 h 502"/>
                <a:gd name="T40" fmla="*/ 371 w 526"/>
                <a:gd name="T41" fmla="*/ 476 h 502"/>
                <a:gd name="T42" fmla="*/ 371 w 526"/>
                <a:gd name="T43" fmla="*/ 480 h 502"/>
                <a:gd name="T44" fmla="*/ 352 w 526"/>
                <a:gd name="T45" fmla="*/ 485 h 502"/>
                <a:gd name="T46" fmla="*/ 173 w 526"/>
                <a:gd name="T47" fmla="*/ 485 h 502"/>
                <a:gd name="T48" fmla="*/ 155 w 526"/>
                <a:gd name="T49" fmla="*/ 480 h 502"/>
                <a:gd name="T50" fmla="*/ 154 w 526"/>
                <a:gd name="T51" fmla="*/ 476 h 502"/>
                <a:gd name="T52" fmla="*/ 154 w 526"/>
                <a:gd name="T53" fmla="*/ 477 h 502"/>
                <a:gd name="T54" fmla="*/ 165 w 526"/>
                <a:gd name="T55" fmla="*/ 465 h 502"/>
                <a:gd name="T56" fmla="*/ 196 w 526"/>
                <a:gd name="T57" fmla="*/ 428 h 502"/>
                <a:gd name="T58" fmla="*/ 329 w 526"/>
                <a:gd name="T59" fmla="*/ 428 h 502"/>
                <a:gd name="T60" fmla="*/ 360 w 526"/>
                <a:gd name="T61" fmla="*/ 465 h 502"/>
                <a:gd name="T62" fmla="*/ 493 w 526"/>
                <a:gd name="T63" fmla="*/ 384 h 502"/>
                <a:gd name="T64" fmla="*/ 482 w 526"/>
                <a:gd name="T65" fmla="*/ 395 h 502"/>
                <a:gd name="T66" fmla="*/ 44 w 526"/>
                <a:gd name="T67" fmla="*/ 395 h 502"/>
                <a:gd name="T68" fmla="*/ 32 w 526"/>
                <a:gd name="T69" fmla="*/ 384 h 502"/>
                <a:gd name="T70" fmla="*/ 32 w 526"/>
                <a:gd name="T71" fmla="*/ 45 h 502"/>
                <a:gd name="T72" fmla="*/ 44 w 526"/>
                <a:gd name="T73" fmla="*/ 33 h 502"/>
                <a:gd name="T74" fmla="*/ 482 w 526"/>
                <a:gd name="T75" fmla="*/ 33 h 502"/>
                <a:gd name="T76" fmla="*/ 493 w 526"/>
                <a:gd name="T77" fmla="*/ 45 h 502"/>
                <a:gd name="T78" fmla="*/ 493 w 526"/>
                <a:gd name="T79" fmla="*/ 384 h 5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26" h="502">
                  <a:moveTo>
                    <a:pt x="482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19" y="0"/>
                    <a:pt x="0" y="20"/>
                    <a:pt x="0" y="45"/>
                  </a:cubicBezTo>
                  <a:cubicBezTo>
                    <a:pt x="0" y="384"/>
                    <a:pt x="0" y="384"/>
                    <a:pt x="0" y="384"/>
                  </a:cubicBezTo>
                  <a:cubicBezTo>
                    <a:pt x="0" y="408"/>
                    <a:pt x="19" y="428"/>
                    <a:pt x="44" y="428"/>
                  </a:cubicBezTo>
                  <a:cubicBezTo>
                    <a:pt x="177" y="428"/>
                    <a:pt x="177" y="428"/>
                    <a:pt x="177" y="428"/>
                  </a:cubicBezTo>
                  <a:cubicBezTo>
                    <a:pt x="170" y="437"/>
                    <a:pt x="159" y="448"/>
                    <a:pt x="154" y="454"/>
                  </a:cubicBezTo>
                  <a:cubicBezTo>
                    <a:pt x="148" y="459"/>
                    <a:pt x="144" y="463"/>
                    <a:pt x="141" y="467"/>
                  </a:cubicBezTo>
                  <a:cubicBezTo>
                    <a:pt x="138" y="471"/>
                    <a:pt x="136" y="480"/>
                    <a:pt x="140" y="487"/>
                  </a:cubicBezTo>
                  <a:cubicBezTo>
                    <a:pt x="144" y="494"/>
                    <a:pt x="152" y="502"/>
                    <a:pt x="173" y="502"/>
                  </a:cubicBezTo>
                  <a:cubicBezTo>
                    <a:pt x="352" y="502"/>
                    <a:pt x="352" y="502"/>
                    <a:pt x="352" y="502"/>
                  </a:cubicBezTo>
                  <a:cubicBezTo>
                    <a:pt x="374" y="502"/>
                    <a:pt x="382" y="494"/>
                    <a:pt x="386" y="487"/>
                  </a:cubicBezTo>
                  <a:cubicBezTo>
                    <a:pt x="389" y="480"/>
                    <a:pt x="388" y="471"/>
                    <a:pt x="384" y="467"/>
                  </a:cubicBezTo>
                  <a:cubicBezTo>
                    <a:pt x="382" y="463"/>
                    <a:pt x="378" y="459"/>
                    <a:pt x="372" y="453"/>
                  </a:cubicBezTo>
                  <a:cubicBezTo>
                    <a:pt x="367" y="448"/>
                    <a:pt x="355" y="437"/>
                    <a:pt x="348" y="428"/>
                  </a:cubicBezTo>
                  <a:cubicBezTo>
                    <a:pt x="482" y="428"/>
                    <a:pt x="482" y="428"/>
                    <a:pt x="482" y="428"/>
                  </a:cubicBezTo>
                  <a:cubicBezTo>
                    <a:pt x="506" y="428"/>
                    <a:pt x="526" y="408"/>
                    <a:pt x="526" y="384"/>
                  </a:cubicBezTo>
                  <a:cubicBezTo>
                    <a:pt x="526" y="45"/>
                    <a:pt x="526" y="45"/>
                    <a:pt x="526" y="45"/>
                  </a:cubicBezTo>
                  <a:cubicBezTo>
                    <a:pt x="526" y="20"/>
                    <a:pt x="506" y="0"/>
                    <a:pt x="482" y="0"/>
                  </a:cubicBezTo>
                  <a:close/>
                  <a:moveTo>
                    <a:pt x="360" y="465"/>
                  </a:moveTo>
                  <a:cubicBezTo>
                    <a:pt x="365" y="470"/>
                    <a:pt x="370" y="474"/>
                    <a:pt x="371" y="476"/>
                  </a:cubicBezTo>
                  <a:cubicBezTo>
                    <a:pt x="371" y="476"/>
                    <a:pt x="372" y="478"/>
                    <a:pt x="371" y="480"/>
                  </a:cubicBezTo>
                  <a:cubicBezTo>
                    <a:pt x="368" y="483"/>
                    <a:pt x="362" y="485"/>
                    <a:pt x="352" y="485"/>
                  </a:cubicBezTo>
                  <a:cubicBezTo>
                    <a:pt x="173" y="485"/>
                    <a:pt x="173" y="485"/>
                    <a:pt x="173" y="485"/>
                  </a:cubicBezTo>
                  <a:cubicBezTo>
                    <a:pt x="164" y="485"/>
                    <a:pt x="157" y="483"/>
                    <a:pt x="155" y="480"/>
                  </a:cubicBezTo>
                  <a:cubicBezTo>
                    <a:pt x="154" y="478"/>
                    <a:pt x="155" y="476"/>
                    <a:pt x="154" y="476"/>
                  </a:cubicBezTo>
                  <a:cubicBezTo>
                    <a:pt x="154" y="476"/>
                    <a:pt x="154" y="476"/>
                    <a:pt x="154" y="477"/>
                  </a:cubicBezTo>
                  <a:cubicBezTo>
                    <a:pt x="156" y="474"/>
                    <a:pt x="161" y="470"/>
                    <a:pt x="165" y="465"/>
                  </a:cubicBezTo>
                  <a:cubicBezTo>
                    <a:pt x="180" y="451"/>
                    <a:pt x="191" y="439"/>
                    <a:pt x="196" y="428"/>
                  </a:cubicBezTo>
                  <a:cubicBezTo>
                    <a:pt x="329" y="428"/>
                    <a:pt x="329" y="428"/>
                    <a:pt x="329" y="428"/>
                  </a:cubicBezTo>
                  <a:cubicBezTo>
                    <a:pt x="334" y="439"/>
                    <a:pt x="346" y="451"/>
                    <a:pt x="360" y="465"/>
                  </a:cubicBezTo>
                  <a:close/>
                  <a:moveTo>
                    <a:pt x="493" y="384"/>
                  </a:moveTo>
                  <a:cubicBezTo>
                    <a:pt x="493" y="390"/>
                    <a:pt x="488" y="395"/>
                    <a:pt x="482" y="395"/>
                  </a:cubicBezTo>
                  <a:cubicBezTo>
                    <a:pt x="44" y="395"/>
                    <a:pt x="44" y="395"/>
                    <a:pt x="44" y="395"/>
                  </a:cubicBezTo>
                  <a:cubicBezTo>
                    <a:pt x="38" y="395"/>
                    <a:pt x="32" y="390"/>
                    <a:pt x="32" y="384"/>
                  </a:cubicBezTo>
                  <a:cubicBezTo>
                    <a:pt x="32" y="45"/>
                    <a:pt x="32" y="45"/>
                    <a:pt x="32" y="45"/>
                  </a:cubicBezTo>
                  <a:cubicBezTo>
                    <a:pt x="32" y="38"/>
                    <a:pt x="38" y="33"/>
                    <a:pt x="44" y="33"/>
                  </a:cubicBezTo>
                  <a:cubicBezTo>
                    <a:pt x="482" y="33"/>
                    <a:pt x="482" y="33"/>
                    <a:pt x="482" y="33"/>
                  </a:cubicBezTo>
                  <a:cubicBezTo>
                    <a:pt x="488" y="33"/>
                    <a:pt x="493" y="38"/>
                    <a:pt x="493" y="45"/>
                  </a:cubicBezTo>
                  <a:lnTo>
                    <a:pt x="493" y="38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90" name="Freeform 6"/>
            <p:cNvSpPr>
              <a:spLocks noEditPoints="1"/>
            </p:cNvSpPr>
            <p:nvPr/>
          </p:nvSpPr>
          <p:spPr bwMode="auto">
            <a:xfrm>
              <a:off x="4986338" y="640781"/>
              <a:ext cx="828675" cy="552450"/>
            </a:xfrm>
            <a:custGeom>
              <a:avLst/>
              <a:gdLst>
                <a:gd name="T0" fmla="*/ 367 w 395"/>
                <a:gd name="T1" fmla="*/ 0 h 264"/>
                <a:gd name="T2" fmla="*/ 28 w 395"/>
                <a:gd name="T3" fmla="*/ 0 h 264"/>
                <a:gd name="T4" fmla="*/ 0 w 395"/>
                <a:gd name="T5" fmla="*/ 28 h 264"/>
                <a:gd name="T6" fmla="*/ 0 w 395"/>
                <a:gd name="T7" fmla="*/ 236 h 264"/>
                <a:gd name="T8" fmla="*/ 28 w 395"/>
                <a:gd name="T9" fmla="*/ 264 h 264"/>
                <a:gd name="T10" fmla="*/ 367 w 395"/>
                <a:gd name="T11" fmla="*/ 264 h 264"/>
                <a:gd name="T12" fmla="*/ 395 w 395"/>
                <a:gd name="T13" fmla="*/ 236 h 264"/>
                <a:gd name="T14" fmla="*/ 395 w 395"/>
                <a:gd name="T15" fmla="*/ 28 h 264"/>
                <a:gd name="T16" fmla="*/ 367 w 395"/>
                <a:gd name="T17" fmla="*/ 0 h 264"/>
                <a:gd name="T18" fmla="*/ 379 w 395"/>
                <a:gd name="T19" fmla="*/ 236 h 264"/>
                <a:gd name="T20" fmla="*/ 367 w 395"/>
                <a:gd name="T21" fmla="*/ 247 h 264"/>
                <a:gd name="T22" fmla="*/ 28 w 395"/>
                <a:gd name="T23" fmla="*/ 247 h 264"/>
                <a:gd name="T24" fmla="*/ 17 w 395"/>
                <a:gd name="T25" fmla="*/ 236 h 264"/>
                <a:gd name="T26" fmla="*/ 17 w 395"/>
                <a:gd name="T27" fmla="*/ 28 h 264"/>
                <a:gd name="T28" fmla="*/ 28 w 395"/>
                <a:gd name="T29" fmla="*/ 17 h 264"/>
                <a:gd name="T30" fmla="*/ 367 w 395"/>
                <a:gd name="T31" fmla="*/ 17 h 264"/>
                <a:gd name="T32" fmla="*/ 379 w 395"/>
                <a:gd name="T33" fmla="*/ 28 h 264"/>
                <a:gd name="T34" fmla="*/ 379 w 395"/>
                <a:gd name="T35" fmla="*/ 236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95" h="264">
                  <a:moveTo>
                    <a:pt x="367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13" y="0"/>
                    <a:pt x="0" y="13"/>
                    <a:pt x="0" y="28"/>
                  </a:cubicBezTo>
                  <a:cubicBezTo>
                    <a:pt x="0" y="236"/>
                    <a:pt x="0" y="236"/>
                    <a:pt x="0" y="236"/>
                  </a:cubicBezTo>
                  <a:cubicBezTo>
                    <a:pt x="0" y="251"/>
                    <a:pt x="13" y="264"/>
                    <a:pt x="28" y="264"/>
                  </a:cubicBezTo>
                  <a:cubicBezTo>
                    <a:pt x="367" y="264"/>
                    <a:pt x="367" y="264"/>
                    <a:pt x="367" y="264"/>
                  </a:cubicBezTo>
                  <a:cubicBezTo>
                    <a:pt x="383" y="264"/>
                    <a:pt x="395" y="251"/>
                    <a:pt x="395" y="236"/>
                  </a:cubicBezTo>
                  <a:cubicBezTo>
                    <a:pt x="395" y="28"/>
                    <a:pt x="395" y="28"/>
                    <a:pt x="395" y="28"/>
                  </a:cubicBezTo>
                  <a:cubicBezTo>
                    <a:pt x="395" y="13"/>
                    <a:pt x="383" y="0"/>
                    <a:pt x="367" y="0"/>
                  </a:cubicBezTo>
                  <a:close/>
                  <a:moveTo>
                    <a:pt x="379" y="236"/>
                  </a:moveTo>
                  <a:cubicBezTo>
                    <a:pt x="379" y="242"/>
                    <a:pt x="374" y="247"/>
                    <a:pt x="367" y="247"/>
                  </a:cubicBezTo>
                  <a:cubicBezTo>
                    <a:pt x="28" y="247"/>
                    <a:pt x="28" y="247"/>
                    <a:pt x="28" y="247"/>
                  </a:cubicBezTo>
                  <a:cubicBezTo>
                    <a:pt x="22" y="247"/>
                    <a:pt x="17" y="242"/>
                    <a:pt x="17" y="236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2"/>
                    <a:pt x="22" y="17"/>
                    <a:pt x="28" y="17"/>
                  </a:cubicBezTo>
                  <a:cubicBezTo>
                    <a:pt x="367" y="17"/>
                    <a:pt x="367" y="17"/>
                    <a:pt x="367" y="17"/>
                  </a:cubicBezTo>
                  <a:cubicBezTo>
                    <a:pt x="374" y="17"/>
                    <a:pt x="379" y="22"/>
                    <a:pt x="379" y="28"/>
                  </a:cubicBezTo>
                  <a:lnTo>
                    <a:pt x="379" y="2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91" name="Freeform 7"/>
            <p:cNvSpPr>
              <a:spLocks noEditPoints="1"/>
            </p:cNvSpPr>
            <p:nvPr/>
          </p:nvSpPr>
          <p:spPr bwMode="auto">
            <a:xfrm>
              <a:off x="5349875" y="1209106"/>
              <a:ext cx="104775" cy="104775"/>
            </a:xfrm>
            <a:custGeom>
              <a:avLst/>
              <a:gdLst>
                <a:gd name="T0" fmla="*/ 25 w 50"/>
                <a:gd name="T1" fmla="*/ 0 h 50"/>
                <a:gd name="T2" fmla="*/ 0 w 50"/>
                <a:gd name="T3" fmla="*/ 25 h 50"/>
                <a:gd name="T4" fmla="*/ 25 w 50"/>
                <a:gd name="T5" fmla="*/ 50 h 50"/>
                <a:gd name="T6" fmla="*/ 50 w 50"/>
                <a:gd name="T7" fmla="*/ 25 h 50"/>
                <a:gd name="T8" fmla="*/ 25 w 50"/>
                <a:gd name="T9" fmla="*/ 0 h 50"/>
                <a:gd name="T10" fmla="*/ 25 w 50"/>
                <a:gd name="T11" fmla="*/ 33 h 50"/>
                <a:gd name="T12" fmla="*/ 17 w 50"/>
                <a:gd name="T13" fmla="*/ 25 h 50"/>
                <a:gd name="T14" fmla="*/ 25 w 50"/>
                <a:gd name="T15" fmla="*/ 17 h 50"/>
                <a:gd name="T16" fmla="*/ 33 w 50"/>
                <a:gd name="T17" fmla="*/ 25 h 50"/>
                <a:gd name="T18" fmla="*/ 25 w 50"/>
                <a:gd name="T19" fmla="*/ 33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" h="50">
                  <a:moveTo>
                    <a:pt x="25" y="0"/>
                  </a:moveTo>
                  <a:cubicBezTo>
                    <a:pt x="11" y="0"/>
                    <a:pt x="0" y="12"/>
                    <a:pt x="0" y="25"/>
                  </a:cubicBezTo>
                  <a:cubicBezTo>
                    <a:pt x="0" y="39"/>
                    <a:pt x="11" y="50"/>
                    <a:pt x="25" y="50"/>
                  </a:cubicBezTo>
                  <a:cubicBezTo>
                    <a:pt x="38" y="50"/>
                    <a:pt x="50" y="39"/>
                    <a:pt x="50" y="25"/>
                  </a:cubicBezTo>
                  <a:cubicBezTo>
                    <a:pt x="50" y="12"/>
                    <a:pt x="38" y="0"/>
                    <a:pt x="25" y="0"/>
                  </a:cubicBezTo>
                  <a:close/>
                  <a:moveTo>
                    <a:pt x="25" y="33"/>
                  </a:moveTo>
                  <a:cubicBezTo>
                    <a:pt x="20" y="33"/>
                    <a:pt x="17" y="30"/>
                    <a:pt x="17" y="25"/>
                  </a:cubicBezTo>
                  <a:cubicBezTo>
                    <a:pt x="17" y="21"/>
                    <a:pt x="20" y="17"/>
                    <a:pt x="25" y="17"/>
                  </a:cubicBezTo>
                  <a:cubicBezTo>
                    <a:pt x="29" y="17"/>
                    <a:pt x="33" y="21"/>
                    <a:pt x="33" y="25"/>
                  </a:cubicBezTo>
                  <a:cubicBezTo>
                    <a:pt x="33" y="30"/>
                    <a:pt x="29" y="33"/>
                    <a:pt x="25" y="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92" name="Freeform 8"/>
            <p:cNvSpPr>
              <a:spLocks noEditPoints="1"/>
            </p:cNvSpPr>
            <p:nvPr/>
          </p:nvSpPr>
          <p:spPr bwMode="auto">
            <a:xfrm>
              <a:off x="5480050" y="866206"/>
              <a:ext cx="280988" cy="280988"/>
            </a:xfrm>
            <a:custGeom>
              <a:avLst/>
              <a:gdLst>
                <a:gd name="T0" fmla="*/ 67 w 134"/>
                <a:gd name="T1" fmla="*/ 134 h 134"/>
                <a:gd name="T2" fmla="*/ 0 w 134"/>
                <a:gd name="T3" fmla="*/ 67 h 134"/>
                <a:gd name="T4" fmla="*/ 67 w 134"/>
                <a:gd name="T5" fmla="*/ 0 h 134"/>
                <a:gd name="T6" fmla="*/ 134 w 134"/>
                <a:gd name="T7" fmla="*/ 67 h 134"/>
                <a:gd name="T8" fmla="*/ 67 w 134"/>
                <a:gd name="T9" fmla="*/ 134 h 134"/>
                <a:gd name="T10" fmla="*/ 67 w 134"/>
                <a:gd name="T11" fmla="*/ 10 h 134"/>
                <a:gd name="T12" fmla="*/ 10 w 134"/>
                <a:gd name="T13" fmla="*/ 67 h 134"/>
                <a:gd name="T14" fmla="*/ 67 w 134"/>
                <a:gd name="T15" fmla="*/ 124 h 134"/>
                <a:gd name="T16" fmla="*/ 124 w 134"/>
                <a:gd name="T17" fmla="*/ 67 h 134"/>
                <a:gd name="T18" fmla="*/ 67 w 134"/>
                <a:gd name="T19" fmla="*/ 10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4" h="134">
                  <a:moveTo>
                    <a:pt x="67" y="134"/>
                  </a:moveTo>
                  <a:cubicBezTo>
                    <a:pt x="30" y="134"/>
                    <a:pt x="0" y="104"/>
                    <a:pt x="0" y="67"/>
                  </a:cubicBezTo>
                  <a:cubicBezTo>
                    <a:pt x="0" y="30"/>
                    <a:pt x="30" y="0"/>
                    <a:pt x="67" y="0"/>
                  </a:cubicBezTo>
                  <a:cubicBezTo>
                    <a:pt x="104" y="0"/>
                    <a:pt x="134" y="30"/>
                    <a:pt x="134" y="67"/>
                  </a:cubicBezTo>
                  <a:cubicBezTo>
                    <a:pt x="134" y="104"/>
                    <a:pt x="104" y="134"/>
                    <a:pt x="67" y="134"/>
                  </a:cubicBezTo>
                  <a:close/>
                  <a:moveTo>
                    <a:pt x="67" y="10"/>
                  </a:moveTo>
                  <a:cubicBezTo>
                    <a:pt x="35" y="10"/>
                    <a:pt x="10" y="35"/>
                    <a:pt x="10" y="67"/>
                  </a:cubicBezTo>
                  <a:cubicBezTo>
                    <a:pt x="10" y="98"/>
                    <a:pt x="35" y="124"/>
                    <a:pt x="67" y="124"/>
                  </a:cubicBezTo>
                  <a:cubicBezTo>
                    <a:pt x="98" y="124"/>
                    <a:pt x="124" y="98"/>
                    <a:pt x="124" y="67"/>
                  </a:cubicBezTo>
                  <a:cubicBezTo>
                    <a:pt x="124" y="35"/>
                    <a:pt x="98" y="10"/>
                    <a:pt x="67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93" name="Freeform 9"/>
            <p:cNvSpPr>
              <a:spLocks noEditPoints="1"/>
            </p:cNvSpPr>
            <p:nvPr/>
          </p:nvSpPr>
          <p:spPr bwMode="auto">
            <a:xfrm>
              <a:off x="5545138" y="931293"/>
              <a:ext cx="150813" cy="150813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10 h 72"/>
                <a:gd name="T12" fmla="*/ 10 w 72"/>
                <a:gd name="T13" fmla="*/ 36 h 72"/>
                <a:gd name="T14" fmla="*/ 36 w 72"/>
                <a:gd name="T15" fmla="*/ 62 h 72"/>
                <a:gd name="T16" fmla="*/ 62 w 72"/>
                <a:gd name="T17" fmla="*/ 36 h 72"/>
                <a:gd name="T18" fmla="*/ 36 w 72"/>
                <a:gd name="T19" fmla="*/ 1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6"/>
                    <a:pt x="56" y="72"/>
                    <a:pt x="36" y="72"/>
                  </a:cubicBezTo>
                  <a:close/>
                  <a:moveTo>
                    <a:pt x="36" y="10"/>
                  </a:moveTo>
                  <a:cubicBezTo>
                    <a:pt x="22" y="10"/>
                    <a:pt x="10" y="21"/>
                    <a:pt x="10" y="36"/>
                  </a:cubicBezTo>
                  <a:cubicBezTo>
                    <a:pt x="10" y="50"/>
                    <a:pt x="22" y="62"/>
                    <a:pt x="36" y="62"/>
                  </a:cubicBezTo>
                  <a:cubicBezTo>
                    <a:pt x="50" y="62"/>
                    <a:pt x="62" y="50"/>
                    <a:pt x="62" y="36"/>
                  </a:cubicBezTo>
                  <a:cubicBezTo>
                    <a:pt x="62" y="21"/>
                    <a:pt x="50" y="10"/>
                    <a:pt x="36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94" name="Freeform 10"/>
            <p:cNvSpPr/>
            <p:nvPr/>
          </p:nvSpPr>
          <p:spPr bwMode="auto">
            <a:xfrm>
              <a:off x="5316538" y="702693"/>
              <a:ext cx="371475" cy="396875"/>
            </a:xfrm>
            <a:custGeom>
              <a:avLst/>
              <a:gdLst>
                <a:gd name="T0" fmla="*/ 155 w 177"/>
                <a:gd name="T1" fmla="*/ 0 h 189"/>
                <a:gd name="T2" fmla="*/ 134 w 177"/>
                <a:gd name="T3" fmla="*/ 0 h 189"/>
                <a:gd name="T4" fmla="*/ 104 w 177"/>
                <a:gd name="T5" fmla="*/ 28 h 189"/>
                <a:gd name="T6" fmla="*/ 91 w 177"/>
                <a:gd name="T7" fmla="*/ 33 h 189"/>
                <a:gd name="T8" fmla="*/ 72 w 177"/>
                <a:gd name="T9" fmla="*/ 26 h 189"/>
                <a:gd name="T10" fmla="*/ 50 w 177"/>
                <a:gd name="T11" fmla="*/ 35 h 189"/>
                <a:gd name="T12" fmla="*/ 35 w 177"/>
                <a:gd name="T13" fmla="*/ 50 h 189"/>
                <a:gd name="T14" fmla="*/ 26 w 177"/>
                <a:gd name="T15" fmla="*/ 72 h 189"/>
                <a:gd name="T16" fmla="*/ 33 w 177"/>
                <a:gd name="T17" fmla="*/ 91 h 189"/>
                <a:gd name="T18" fmla="*/ 28 w 177"/>
                <a:gd name="T19" fmla="*/ 104 h 189"/>
                <a:gd name="T20" fmla="*/ 0 w 177"/>
                <a:gd name="T21" fmla="*/ 134 h 189"/>
                <a:gd name="T22" fmla="*/ 0 w 177"/>
                <a:gd name="T23" fmla="*/ 155 h 189"/>
                <a:gd name="T24" fmla="*/ 28 w 177"/>
                <a:gd name="T25" fmla="*/ 186 h 189"/>
                <a:gd name="T26" fmla="*/ 29 w 177"/>
                <a:gd name="T27" fmla="*/ 189 h 189"/>
                <a:gd name="T28" fmla="*/ 52 w 177"/>
                <a:gd name="T29" fmla="*/ 189 h 189"/>
                <a:gd name="T30" fmla="*/ 44 w 177"/>
                <a:gd name="T31" fmla="*/ 165 h 189"/>
                <a:gd name="T32" fmla="*/ 31 w 177"/>
                <a:gd name="T33" fmla="*/ 165 h 189"/>
                <a:gd name="T34" fmla="*/ 21 w 177"/>
                <a:gd name="T35" fmla="*/ 155 h 189"/>
                <a:gd name="T36" fmla="*/ 21 w 177"/>
                <a:gd name="T37" fmla="*/ 134 h 189"/>
                <a:gd name="T38" fmla="*/ 31 w 177"/>
                <a:gd name="T39" fmla="*/ 124 h 189"/>
                <a:gd name="T40" fmla="*/ 44 w 177"/>
                <a:gd name="T41" fmla="*/ 124 h 189"/>
                <a:gd name="T42" fmla="*/ 59 w 177"/>
                <a:gd name="T43" fmla="*/ 88 h 189"/>
                <a:gd name="T44" fmla="*/ 50 w 177"/>
                <a:gd name="T45" fmla="*/ 79 h 189"/>
                <a:gd name="T46" fmla="*/ 50 w 177"/>
                <a:gd name="T47" fmla="*/ 64 h 189"/>
                <a:gd name="T48" fmla="*/ 64 w 177"/>
                <a:gd name="T49" fmla="*/ 50 h 189"/>
                <a:gd name="T50" fmla="*/ 72 w 177"/>
                <a:gd name="T51" fmla="*/ 47 h 189"/>
                <a:gd name="T52" fmla="*/ 79 w 177"/>
                <a:gd name="T53" fmla="*/ 50 h 189"/>
                <a:gd name="T54" fmla="*/ 88 w 177"/>
                <a:gd name="T55" fmla="*/ 59 h 189"/>
                <a:gd name="T56" fmla="*/ 124 w 177"/>
                <a:gd name="T57" fmla="*/ 43 h 189"/>
                <a:gd name="T58" fmla="*/ 124 w 177"/>
                <a:gd name="T59" fmla="*/ 31 h 189"/>
                <a:gd name="T60" fmla="*/ 134 w 177"/>
                <a:gd name="T61" fmla="*/ 21 h 189"/>
                <a:gd name="T62" fmla="*/ 155 w 177"/>
                <a:gd name="T63" fmla="*/ 21 h 189"/>
                <a:gd name="T64" fmla="*/ 165 w 177"/>
                <a:gd name="T65" fmla="*/ 31 h 189"/>
                <a:gd name="T66" fmla="*/ 165 w 177"/>
                <a:gd name="T67" fmla="*/ 43 h 189"/>
                <a:gd name="T68" fmla="*/ 177 w 177"/>
                <a:gd name="T69" fmla="*/ 47 h 189"/>
                <a:gd name="T70" fmla="*/ 177 w 177"/>
                <a:gd name="T71" fmla="*/ 9 h 189"/>
                <a:gd name="T72" fmla="*/ 155 w 177"/>
                <a:gd name="T73" fmla="*/ 0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77" h="189">
                  <a:moveTo>
                    <a:pt x="155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18" y="0"/>
                    <a:pt x="105" y="12"/>
                    <a:pt x="104" y="28"/>
                  </a:cubicBezTo>
                  <a:cubicBezTo>
                    <a:pt x="99" y="29"/>
                    <a:pt x="95" y="31"/>
                    <a:pt x="91" y="33"/>
                  </a:cubicBezTo>
                  <a:cubicBezTo>
                    <a:pt x="86" y="28"/>
                    <a:pt x="79" y="26"/>
                    <a:pt x="72" y="26"/>
                  </a:cubicBezTo>
                  <a:cubicBezTo>
                    <a:pt x="63" y="26"/>
                    <a:pt x="56" y="29"/>
                    <a:pt x="50" y="35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29" y="56"/>
                    <a:pt x="26" y="63"/>
                    <a:pt x="26" y="72"/>
                  </a:cubicBezTo>
                  <a:cubicBezTo>
                    <a:pt x="26" y="79"/>
                    <a:pt x="29" y="86"/>
                    <a:pt x="33" y="91"/>
                  </a:cubicBezTo>
                  <a:cubicBezTo>
                    <a:pt x="31" y="95"/>
                    <a:pt x="29" y="99"/>
                    <a:pt x="28" y="104"/>
                  </a:cubicBezTo>
                  <a:cubicBezTo>
                    <a:pt x="12" y="105"/>
                    <a:pt x="0" y="118"/>
                    <a:pt x="0" y="134"/>
                  </a:cubicBezTo>
                  <a:cubicBezTo>
                    <a:pt x="0" y="155"/>
                    <a:pt x="0" y="155"/>
                    <a:pt x="0" y="155"/>
                  </a:cubicBezTo>
                  <a:cubicBezTo>
                    <a:pt x="0" y="171"/>
                    <a:pt x="12" y="184"/>
                    <a:pt x="28" y="186"/>
                  </a:cubicBezTo>
                  <a:cubicBezTo>
                    <a:pt x="28" y="187"/>
                    <a:pt x="29" y="188"/>
                    <a:pt x="29" y="189"/>
                  </a:cubicBezTo>
                  <a:cubicBezTo>
                    <a:pt x="52" y="189"/>
                    <a:pt x="52" y="189"/>
                    <a:pt x="52" y="189"/>
                  </a:cubicBezTo>
                  <a:cubicBezTo>
                    <a:pt x="48" y="182"/>
                    <a:pt x="45" y="174"/>
                    <a:pt x="44" y="165"/>
                  </a:cubicBezTo>
                  <a:cubicBezTo>
                    <a:pt x="31" y="165"/>
                    <a:pt x="31" y="165"/>
                    <a:pt x="31" y="165"/>
                  </a:cubicBezTo>
                  <a:cubicBezTo>
                    <a:pt x="25" y="165"/>
                    <a:pt x="21" y="161"/>
                    <a:pt x="21" y="155"/>
                  </a:cubicBezTo>
                  <a:cubicBezTo>
                    <a:pt x="21" y="134"/>
                    <a:pt x="21" y="134"/>
                    <a:pt x="21" y="134"/>
                  </a:cubicBezTo>
                  <a:cubicBezTo>
                    <a:pt x="21" y="129"/>
                    <a:pt x="25" y="124"/>
                    <a:pt x="31" y="124"/>
                  </a:cubicBezTo>
                  <a:cubicBezTo>
                    <a:pt x="44" y="124"/>
                    <a:pt x="44" y="124"/>
                    <a:pt x="44" y="124"/>
                  </a:cubicBezTo>
                  <a:cubicBezTo>
                    <a:pt x="46" y="111"/>
                    <a:pt x="52" y="99"/>
                    <a:pt x="59" y="88"/>
                  </a:cubicBezTo>
                  <a:cubicBezTo>
                    <a:pt x="50" y="79"/>
                    <a:pt x="50" y="79"/>
                    <a:pt x="50" y="79"/>
                  </a:cubicBezTo>
                  <a:cubicBezTo>
                    <a:pt x="46" y="75"/>
                    <a:pt x="46" y="68"/>
                    <a:pt x="50" y="64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66" y="48"/>
                    <a:pt x="69" y="47"/>
                    <a:pt x="72" y="47"/>
                  </a:cubicBezTo>
                  <a:cubicBezTo>
                    <a:pt x="74" y="47"/>
                    <a:pt x="77" y="48"/>
                    <a:pt x="79" y="50"/>
                  </a:cubicBezTo>
                  <a:cubicBezTo>
                    <a:pt x="88" y="59"/>
                    <a:pt x="88" y="59"/>
                    <a:pt x="88" y="59"/>
                  </a:cubicBezTo>
                  <a:cubicBezTo>
                    <a:pt x="99" y="52"/>
                    <a:pt x="111" y="46"/>
                    <a:pt x="124" y="43"/>
                  </a:cubicBezTo>
                  <a:cubicBezTo>
                    <a:pt x="124" y="31"/>
                    <a:pt x="124" y="31"/>
                    <a:pt x="124" y="31"/>
                  </a:cubicBezTo>
                  <a:cubicBezTo>
                    <a:pt x="124" y="25"/>
                    <a:pt x="129" y="21"/>
                    <a:pt x="134" y="21"/>
                  </a:cubicBezTo>
                  <a:cubicBezTo>
                    <a:pt x="155" y="21"/>
                    <a:pt x="155" y="21"/>
                    <a:pt x="155" y="21"/>
                  </a:cubicBezTo>
                  <a:cubicBezTo>
                    <a:pt x="161" y="21"/>
                    <a:pt x="165" y="25"/>
                    <a:pt x="165" y="31"/>
                  </a:cubicBezTo>
                  <a:cubicBezTo>
                    <a:pt x="165" y="43"/>
                    <a:pt x="165" y="43"/>
                    <a:pt x="165" y="43"/>
                  </a:cubicBezTo>
                  <a:cubicBezTo>
                    <a:pt x="169" y="44"/>
                    <a:pt x="173" y="45"/>
                    <a:pt x="177" y="47"/>
                  </a:cubicBezTo>
                  <a:cubicBezTo>
                    <a:pt x="177" y="9"/>
                    <a:pt x="177" y="9"/>
                    <a:pt x="177" y="9"/>
                  </a:cubicBezTo>
                  <a:cubicBezTo>
                    <a:pt x="171" y="3"/>
                    <a:pt x="163" y="0"/>
                    <a:pt x="15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95" name="Group 94"/>
          <p:cNvGrpSpPr/>
          <p:nvPr/>
        </p:nvGrpSpPr>
        <p:grpSpPr>
          <a:xfrm>
            <a:off x="6996920" y="2760020"/>
            <a:ext cx="694723" cy="665495"/>
            <a:chOff x="9412289" y="1584325"/>
            <a:chExt cx="490537" cy="469900"/>
          </a:xfrm>
          <a:solidFill>
            <a:schemeClr val="bg1"/>
          </a:solidFill>
        </p:grpSpPr>
        <p:sp>
          <p:nvSpPr>
            <p:cNvPr id="96" name="Freeform 23"/>
            <p:cNvSpPr>
              <a:spLocks noEditPoints="1"/>
            </p:cNvSpPr>
            <p:nvPr/>
          </p:nvSpPr>
          <p:spPr bwMode="auto">
            <a:xfrm>
              <a:off x="9412289" y="1584325"/>
              <a:ext cx="490537" cy="469900"/>
            </a:xfrm>
            <a:custGeom>
              <a:avLst/>
              <a:gdLst>
                <a:gd name="T0" fmla="*/ 117 w 128"/>
                <a:gd name="T1" fmla="*/ 0 h 122"/>
                <a:gd name="T2" fmla="*/ 11 w 128"/>
                <a:gd name="T3" fmla="*/ 0 h 122"/>
                <a:gd name="T4" fmla="*/ 0 w 128"/>
                <a:gd name="T5" fmla="*/ 11 h 122"/>
                <a:gd name="T6" fmla="*/ 0 w 128"/>
                <a:gd name="T7" fmla="*/ 93 h 122"/>
                <a:gd name="T8" fmla="*/ 11 w 128"/>
                <a:gd name="T9" fmla="*/ 104 h 122"/>
                <a:gd name="T10" fmla="*/ 43 w 128"/>
                <a:gd name="T11" fmla="*/ 104 h 122"/>
                <a:gd name="T12" fmla="*/ 37 w 128"/>
                <a:gd name="T13" fmla="*/ 110 h 122"/>
                <a:gd name="T14" fmla="*/ 34 w 128"/>
                <a:gd name="T15" fmla="*/ 113 h 122"/>
                <a:gd name="T16" fmla="*/ 34 w 128"/>
                <a:gd name="T17" fmla="*/ 118 h 122"/>
                <a:gd name="T18" fmla="*/ 42 w 128"/>
                <a:gd name="T19" fmla="*/ 122 h 122"/>
                <a:gd name="T20" fmla="*/ 86 w 128"/>
                <a:gd name="T21" fmla="*/ 122 h 122"/>
                <a:gd name="T22" fmla="*/ 94 w 128"/>
                <a:gd name="T23" fmla="*/ 118 h 122"/>
                <a:gd name="T24" fmla="*/ 94 w 128"/>
                <a:gd name="T25" fmla="*/ 113 h 122"/>
                <a:gd name="T26" fmla="*/ 91 w 128"/>
                <a:gd name="T27" fmla="*/ 110 h 122"/>
                <a:gd name="T28" fmla="*/ 85 w 128"/>
                <a:gd name="T29" fmla="*/ 104 h 122"/>
                <a:gd name="T30" fmla="*/ 117 w 128"/>
                <a:gd name="T31" fmla="*/ 104 h 122"/>
                <a:gd name="T32" fmla="*/ 128 w 128"/>
                <a:gd name="T33" fmla="*/ 93 h 122"/>
                <a:gd name="T34" fmla="*/ 128 w 128"/>
                <a:gd name="T35" fmla="*/ 11 h 122"/>
                <a:gd name="T36" fmla="*/ 117 w 128"/>
                <a:gd name="T37" fmla="*/ 0 h 122"/>
                <a:gd name="T38" fmla="*/ 88 w 128"/>
                <a:gd name="T39" fmla="*/ 113 h 122"/>
                <a:gd name="T40" fmla="*/ 90 w 128"/>
                <a:gd name="T41" fmla="*/ 116 h 122"/>
                <a:gd name="T42" fmla="*/ 90 w 128"/>
                <a:gd name="T43" fmla="*/ 116 h 122"/>
                <a:gd name="T44" fmla="*/ 86 w 128"/>
                <a:gd name="T45" fmla="*/ 118 h 122"/>
                <a:gd name="T46" fmla="*/ 42 w 128"/>
                <a:gd name="T47" fmla="*/ 118 h 122"/>
                <a:gd name="T48" fmla="*/ 38 w 128"/>
                <a:gd name="T49" fmla="*/ 116 h 122"/>
                <a:gd name="T50" fmla="*/ 38 w 128"/>
                <a:gd name="T51" fmla="*/ 116 h 122"/>
                <a:gd name="T52" fmla="*/ 38 w 128"/>
                <a:gd name="T53" fmla="*/ 116 h 122"/>
                <a:gd name="T54" fmla="*/ 40 w 128"/>
                <a:gd name="T55" fmla="*/ 113 h 122"/>
                <a:gd name="T56" fmla="*/ 48 w 128"/>
                <a:gd name="T57" fmla="*/ 104 h 122"/>
                <a:gd name="T58" fmla="*/ 80 w 128"/>
                <a:gd name="T59" fmla="*/ 104 h 122"/>
                <a:gd name="T60" fmla="*/ 88 w 128"/>
                <a:gd name="T61" fmla="*/ 113 h 122"/>
                <a:gd name="T62" fmla="*/ 120 w 128"/>
                <a:gd name="T63" fmla="*/ 93 h 122"/>
                <a:gd name="T64" fmla="*/ 117 w 128"/>
                <a:gd name="T65" fmla="*/ 96 h 122"/>
                <a:gd name="T66" fmla="*/ 11 w 128"/>
                <a:gd name="T67" fmla="*/ 96 h 122"/>
                <a:gd name="T68" fmla="*/ 8 w 128"/>
                <a:gd name="T69" fmla="*/ 93 h 122"/>
                <a:gd name="T70" fmla="*/ 8 w 128"/>
                <a:gd name="T71" fmla="*/ 11 h 122"/>
                <a:gd name="T72" fmla="*/ 11 w 128"/>
                <a:gd name="T73" fmla="*/ 8 h 122"/>
                <a:gd name="T74" fmla="*/ 117 w 128"/>
                <a:gd name="T75" fmla="*/ 8 h 122"/>
                <a:gd name="T76" fmla="*/ 120 w 128"/>
                <a:gd name="T77" fmla="*/ 11 h 122"/>
                <a:gd name="T78" fmla="*/ 120 w 128"/>
                <a:gd name="T79" fmla="*/ 93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8" h="122">
                  <a:moveTo>
                    <a:pt x="117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9"/>
                    <a:pt x="5" y="104"/>
                    <a:pt x="11" y="104"/>
                  </a:cubicBezTo>
                  <a:cubicBezTo>
                    <a:pt x="43" y="104"/>
                    <a:pt x="43" y="104"/>
                    <a:pt x="43" y="104"/>
                  </a:cubicBezTo>
                  <a:cubicBezTo>
                    <a:pt x="41" y="106"/>
                    <a:pt x="39" y="109"/>
                    <a:pt x="37" y="110"/>
                  </a:cubicBezTo>
                  <a:cubicBezTo>
                    <a:pt x="36" y="111"/>
                    <a:pt x="35" y="112"/>
                    <a:pt x="34" y="113"/>
                  </a:cubicBezTo>
                  <a:cubicBezTo>
                    <a:pt x="34" y="114"/>
                    <a:pt x="33" y="116"/>
                    <a:pt x="34" y="118"/>
                  </a:cubicBezTo>
                  <a:cubicBezTo>
                    <a:pt x="35" y="120"/>
                    <a:pt x="37" y="122"/>
                    <a:pt x="42" y="122"/>
                  </a:cubicBezTo>
                  <a:cubicBezTo>
                    <a:pt x="86" y="122"/>
                    <a:pt x="86" y="122"/>
                    <a:pt x="86" y="122"/>
                  </a:cubicBezTo>
                  <a:cubicBezTo>
                    <a:pt x="91" y="122"/>
                    <a:pt x="93" y="120"/>
                    <a:pt x="94" y="118"/>
                  </a:cubicBezTo>
                  <a:cubicBezTo>
                    <a:pt x="95" y="116"/>
                    <a:pt x="94" y="114"/>
                    <a:pt x="94" y="113"/>
                  </a:cubicBezTo>
                  <a:cubicBezTo>
                    <a:pt x="93" y="112"/>
                    <a:pt x="92" y="111"/>
                    <a:pt x="91" y="110"/>
                  </a:cubicBezTo>
                  <a:cubicBezTo>
                    <a:pt x="89" y="109"/>
                    <a:pt x="87" y="106"/>
                    <a:pt x="85" y="104"/>
                  </a:cubicBezTo>
                  <a:cubicBezTo>
                    <a:pt x="117" y="104"/>
                    <a:pt x="117" y="104"/>
                    <a:pt x="117" y="104"/>
                  </a:cubicBezTo>
                  <a:cubicBezTo>
                    <a:pt x="123" y="104"/>
                    <a:pt x="128" y="99"/>
                    <a:pt x="128" y="93"/>
                  </a:cubicBezTo>
                  <a:cubicBezTo>
                    <a:pt x="128" y="11"/>
                    <a:pt x="128" y="11"/>
                    <a:pt x="128" y="11"/>
                  </a:cubicBezTo>
                  <a:cubicBezTo>
                    <a:pt x="128" y="5"/>
                    <a:pt x="123" y="0"/>
                    <a:pt x="117" y="0"/>
                  </a:cubicBezTo>
                  <a:close/>
                  <a:moveTo>
                    <a:pt x="88" y="113"/>
                  </a:moveTo>
                  <a:cubicBezTo>
                    <a:pt x="89" y="114"/>
                    <a:pt x="90" y="115"/>
                    <a:pt x="90" y="116"/>
                  </a:cubicBezTo>
                  <a:cubicBezTo>
                    <a:pt x="90" y="116"/>
                    <a:pt x="91" y="116"/>
                    <a:pt x="90" y="116"/>
                  </a:cubicBezTo>
                  <a:cubicBezTo>
                    <a:pt x="90" y="117"/>
                    <a:pt x="88" y="118"/>
                    <a:pt x="86" y="118"/>
                  </a:cubicBezTo>
                  <a:cubicBezTo>
                    <a:pt x="42" y="118"/>
                    <a:pt x="42" y="118"/>
                    <a:pt x="42" y="118"/>
                  </a:cubicBezTo>
                  <a:cubicBezTo>
                    <a:pt x="40" y="118"/>
                    <a:pt x="38" y="117"/>
                    <a:pt x="38" y="116"/>
                  </a:cubicBezTo>
                  <a:cubicBezTo>
                    <a:pt x="38" y="116"/>
                    <a:pt x="38" y="116"/>
                    <a:pt x="38" y="116"/>
                  </a:cubicBezTo>
                  <a:cubicBezTo>
                    <a:pt x="38" y="116"/>
                    <a:pt x="38" y="116"/>
                    <a:pt x="38" y="116"/>
                  </a:cubicBezTo>
                  <a:cubicBezTo>
                    <a:pt x="38" y="115"/>
                    <a:pt x="39" y="114"/>
                    <a:pt x="40" y="113"/>
                  </a:cubicBezTo>
                  <a:cubicBezTo>
                    <a:pt x="44" y="109"/>
                    <a:pt x="47" y="106"/>
                    <a:pt x="48" y="104"/>
                  </a:cubicBezTo>
                  <a:cubicBezTo>
                    <a:pt x="80" y="104"/>
                    <a:pt x="80" y="104"/>
                    <a:pt x="80" y="104"/>
                  </a:cubicBezTo>
                  <a:cubicBezTo>
                    <a:pt x="81" y="106"/>
                    <a:pt x="84" y="109"/>
                    <a:pt x="88" y="113"/>
                  </a:cubicBezTo>
                  <a:close/>
                  <a:moveTo>
                    <a:pt x="120" y="93"/>
                  </a:moveTo>
                  <a:cubicBezTo>
                    <a:pt x="120" y="95"/>
                    <a:pt x="119" y="96"/>
                    <a:pt x="117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9" y="96"/>
                    <a:pt x="8" y="95"/>
                    <a:pt x="8" y="93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9"/>
                    <a:pt x="9" y="8"/>
                    <a:pt x="11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9" y="8"/>
                    <a:pt x="120" y="9"/>
                    <a:pt x="120" y="11"/>
                  </a:cubicBezTo>
                  <a:lnTo>
                    <a:pt x="120" y="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97" name="Freeform 24"/>
            <p:cNvSpPr>
              <a:spLocks noEditPoints="1"/>
            </p:cNvSpPr>
            <p:nvPr/>
          </p:nvSpPr>
          <p:spPr bwMode="auto">
            <a:xfrm>
              <a:off x="9472613" y="1646238"/>
              <a:ext cx="369887" cy="246063"/>
            </a:xfrm>
            <a:custGeom>
              <a:avLst/>
              <a:gdLst>
                <a:gd name="T0" fmla="*/ 89 w 96"/>
                <a:gd name="T1" fmla="*/ 0 h 64"/>
                <a:gd name="T2" fmla="*/ 7 w 96"/>
                <a:gd name="T3" fmla="*/ 0 h 64"/>
                <a:gd name="T4" fmla="*/ 0 w 96"/>
                <a:gd name="T5" fmla="*/ 7 h 64"/>
                <a:gd name="T6" fmla="*/ 0 w 96"/>
                <a:gd name="T7" fmla="*/ 57 h 64"/>
                <a:gd name="T8" fmla="*/ 7 w 96"/>
                <a:gd name="T9" fmla="*/ 64 h 64"/>
                <a:gd name="T10" fmla="*/ 89 w 96"/>
                <a:gd name="T11" fmla="*/ 64 h 64"/>
                <a:gd name="T12" fmla="*/ 96 w 96"/>
                <a:gd name="T13" fmla="*/ 57 h 64"/>
                <a:gd name="T14" fmla="*/ 96 w 96"/>
                <a:gd name="T15" fmla="*/ 7 h 64"/>
                <a:gd name="T16" fmla="*/ 89 w 96"/>
                <a:gd name="T17" fmla="*/ 0 h 64"/>
                <a:gd name="T18" fmla="*/ 7 w 96"/>
                <a:gd name="T19" fmla="*/ 4 h 64"/>
                <a:gd name="T20" fmla="*/ 89 w 96"/>
                <a:gd name="T21" fmla="*/ 4 h 64"/>
                <a:gd name="T22" fmla="*/ 92 w 96"/>
                <a:gd name="T23" fmla="*/ 7 h 64"/>
                <a:gd name="T24" fmla="*/ 92 w 96"/>
                <a:gd name="T25" fmla="*/ 23 h 64"/>
                <a:gd name="T26" fmla="*/ 76 w 96"/>
                <a:gd name="T27" fmla="*/ 41 h 64"/>
                <a:gd name="T28" fmla="*/ 62 w 96"/>
                <a:gd name="T29" fmla="*/ 23 h 64"/>
                <a:gd name="T30" fmla="*/ 60 w 96"/>
                <a:gd name="T31" fmla="*/ 22 h 64"/>
                <a:gd name="T32" fmla="*/ 58 w 96"/>
                <a:gd name="T33" fmla="*/ 23 h 64"/>
                <a:gd name="T34" fmla="*/ 40 w 96"/>
                <a:gd name="T35" fmla="*/ 49 h 64"/>
                <a:gd name="T36" fmla="*/ 25 w 96"/>
                <a:gd name="T37" fmla="*/ 34 h 64"/>
                <a:gd name="T38" fmla="*/ 23 w 96"/>
                <a:gd name="T39" fmla="*/ 34 h 64"/>
                <a:gd name="T40" fmla="*/ 4 w 96"/>
                <a:gd name="T41" fmla="*/ 51 h 64"/>
                <a:gd name="T42" fmla="*/ 4 w 96"/>
                <a:gd name="T43" fmla="*/ 7 h 64"/>
                <a:gd name="T44" fmla="*/ 7 w 96"/>
                <a:gd name="T45" fmla="*/ 4 h 64"/>
                <a:gd name="T46" fmla="*/ 89 w 96"/>
                <a:gd name="T47" fmla="*/ 60 h 64"/>
                <a:gd name="T48" fmla="*/ 7 w 96"/>
                <a:gd name="T49" fmla="*/ 60 h 64"/>
                <a:gd name="T50" fmla="*/ 4 w 96"/>
                <a:gd name="T51" fmla="*/ 57 h 64"/>
                <a:gd name="T52" fmla="*/ 4 w 96"/>
                <a:gd name="T53" fmla="*/ 57 h 64"/>
                <a:gd name="T54" fmla="*/ 24 w 96"/>
                <a:gd name="T55" fmla="*/ 39 h 64"/>
                <a:gd name="T56" fmla="*/ 39 w 96"/>
                <a:gd name="T57" fmla="*/ 53 h 64"/>
                <a:gd name="T58" fmla="*/ 40 w 96"/>
                <a:gd name="T59" fmla="*/ 54 h 64"/>
                <a:gd name="T60" fmla="*/ 42 w 96"/>
                <a:gd name="T61" fmla="*/ 53 h 64"/>
                <a:gd name="T62" fmla="*/ 60 w 96"/>
                <a:gd name="T63" fmla="*/ 27 h 64"/>
                <a:gd name="T64" fmla="*/ 74 w 96"/>
                <a:gd name="T65" fmla="*/ 46 h 64"/>
                <a:gd name="T66" fmla="*/ 76 w 96"/>
                <a:gd name="T67" fmla="*/ 46 h 64"/>
                <a:gd name="T68" fmla="*/ 77 w 96"/>
                <a:gd name="T69" fmla="*/ 46 h 64"/>
                <a:gd name="T70" fmla="*/ 92 w 96"/>
                <a:gd name="T71" fmla="*/ 29 h 64"/>
                <a:gd name="T72" fmla="*/ 92 w 96"/>
                <a:gd name="T73" fmla="*/ 57 h 64"/>
                <a:gd name="T74" fmla="*/ 89 w 96"/>
                <a:gd name="T75" fmla="*/ 6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6" h="64">
                  <a:moveTo>
                    <a:pt x="89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61"/>
                    <a:pt x="3" y="64"/>
                    <a:pt x="7" y="64"/>
                  </a:cubicBezTo>
                  <a:cubicBezTo>
                    <a:pt x="89" y="64"/>
                    <a:pt x="89" y="64"/>
                    <a:pt x="89" y="64"/>
                  </a:cubicBezTo>
                  <a:cubicBezTo>
                    <a:pt x="93" y="64"/>
                    <a:pt x="96" y="61"/>
                    <a:pt x="96" y="5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3"/>
                    <a:pt x="93" y="0"/>
                    <a:pt x="89" y="0"/>
                  </a:cubicBezTo>
                  <a:close/>
                  <a:moveTo>
                    <a:pt x="7" y="4"/>
                  </a:moveTo>
                  <a:cubicBezTo>
                    <a:pt x="89" y="4"/>
                    <a:pt x="89" y="4"/>
                    <a:pt x="89" y="4"/>
                  </a:cubicBezTo>
                  <a:cubicBezTo>
                    <a:pt x="91" y="4"/>
                    <a:pt x="92" y="5"/>
                    <a:pt x="92" y="7"/>
                  </a:cubicBezTo>
                  <a:cubicBezTo>
                    <a:pt x="92" y="23"/>
                    <a:pt x="92" y="23"/>
                    <a:pt x="92" y="23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62" y="23"/>
                    <a:pt x="62" y="23"/>
                    <a:pt x="62" y="23"/>
                  </a:cubicBezTo>
                  <a:cubicBezTo>
                    <a:pt x="61" y="22"/>
                    <a:pt x="61" y="22"/>
                    <a:pt x="60" y="22"/>
                  </a:cubicBezTo>
                  <a:cubicBezTo>
                    <a:pt x="59" y="22"/>
                    <a:pt x="59" y="22"/>
                    <a:pt x="58" y="2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3" y="34"/>
                    <a:pt x="23" y="34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5"/>
                    <a:pt x="5" y="4"/>
                    <a:pt x="7" y="4"/>
                  </a:cubicBezTo>
                  <a:close/>
                  <a:moveTo>
                    <a:pt x="89" y="60"/>
                  </a:moveTo>
                  <a:cubicBezTo>
                    <a:pt x="7" y="60"/>
                    <a:pt x="7" y="60"/>
                    <a:pt x="7" y="60"/>
                  </a:cubicBezTo>
                  <a:cubicBezTo>
                    <a:pt x="5" y="60"/>
                    <a:pt x="4" y="59"/>
                    <a:pt x="4" y="57"/>
                  </a:cubicBezTo>
                  <a:cubicBezTo>
                    <a:pt x="4" y="57"/>
                    <a:pt x="4" y="57"/>
                    <a:pt x="4" y="57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9" y="54"/>
                    <a:pt x="40" y="54"/>
                    <a:pt x="40" y="54"/>
                  </a:cubicBezTo>
                  <a:cubicBezTo>
                    <a:pt x="41" y="54"/>
                    <a:pt x="41" y="53"/>
                    <a:pt x="42" y="53"/>
                  </a:cubicBezTo>
                  <a:cubicBezTo>
                    <a:pt x="60" y="27"/>
                    <a:pt x="60" y="27"/>
                    <a:pt x="60" y="27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5" y="46"/>
                    <a:pt x="75" y="46"/>
                    <a:pt x="76" y="46"/>
                  </a:cubicBezTo>
                  <a:cubicBezTo>
                    <a:pt x="76" y="46"/>
                    <a:pt x="77" y="46"/>
                    <a:pt x="77" y="46"/>
                  </a:cubicBezTo>
                  <a:cubicBezTo>
                    <a:pt x="92" y="29"/>
                    <a:pt x="92" y="29"/>
                    <a:pt x="92" y="29"/>
                  </a:cubicBezTo>
                  <a:cubicBezTo>
                    <a:pt x="92" y="57"/>
                    <a:pt x="92" y="57"/>
                    <a:pt x="92" y="57"/>
                  </a:cubicBezTo>
                  <a:cubicBezTo>
                    <a:pt x="92" y="59"/>
                    <a:pt x="91" y="60"/>
                    <a:pt x="89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98" name="Freeform 25"/>
            <p:cNvSpPr>
              <a:spLocks noEditPoints="1"/>
            </p:cNvSpPr>
            <p:nvPr/>
          </p:nvSpPr>
          <p:spPr bwMode="auto">
            <a:xfrm>
              <a:off x="9634538" y="1900238"/>
              <a:ext cx="46037" cy="46038"/>
            </a:xfrm>
            <a:custGeom>
              <a:avLst/>
              <a:gdLst>
                <a:gd name="T0" fmla="*/ 6 w 12"/>
                <a:gd name="T1" fmla="*/ 0 h 12"/>
                <a:gd name="T2" fmla="*/ 0 w 12"/>
                <a:gd name="T3" fmla="*/ 6 h 12"/>
                <a:gd name="T4" fmla="*/ 6 w 12"/>
                <a:gd name="T5" fmla="*/ 12 h 12"/>
                <a:gd name="T6" fmla="*/ 12 w 12"/>
                <a:gd name="T7" fmla="*/ 6 h 12"/>
                <a:gd name="T8" fmla="*/ 6 w 12"/>
                <a:gd name="T9" fmla="*/ 0 h 12"/>
                <a:gd name="T10" fmla="*/ 6 w 12"/>
                <a:gd name="T11" fmla="*/ 8 h 12"/>
                <a:gd name="T12" fmla="*/ 4 w 12"/>
                <a:gd name="T13" fmla="*/ 6 h 12"/>
                <a:gd name="T14" fmla="*/ 6 w 12"/>
                <a:gd name="T15" fmla="*/ 4 h 12"/>
                <a:gd name="T16" fmla="*/ 8 w 12"/>
                <a:gd name="T17" fmla="*/ 6 h 12"/>
                <a:gd name="T18" fmla="*/ 6 w 12"/>
                <a:gd name="T19" fmla="*/ 8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12">
                  <a:moveTo>
                    <a:pt x="6" y="0"/>
                  </a:moveTo>
                  <a:cubicBezTo>
                    <a:pt x="3" y="0"/>
                    <a:pt x="0" y="3"/>
                    <a:pt x="0" y="6"/>
                  </a:cubicBezTo>
                  <a:cubicBezTo>
                    <a:pt x="0" y="9"/>
                    <a:pt x="3" y="12"/>
                    <a:pt x="6" y="12"/>
                  </a:cubicBezTo>
                  <a:cubicBezTo>
                    <a:pt x="9" y="12"/>
                    <a:pt x="12" y="9"/>
                    <a:pt x="12" y="6"/>
                  </a:cubicBezTo>
                  <a:cubicBezTo>
                    <a:pt x="12" y="3"/>
                    <a:pt x="9" y="0"/>
                    <a:pt x="6" y="0"/>
                  </a:cubicBezTo>
                  <a:close/>
                  <a:moveTo>
                    <a:pt x="6" y="8"/>
                  </a:moveTo>
                  <a:cubicBezTo>
                    <a:pt x="5" y="8"/>
                    <a:pt x="4" y="7"/>
                    <a:pt x="4" y="6"/>
                  </a:cubicBezTo>
                  <a:cubicBezTo>
                    <a:pt x="4" y="5"/>
                    <a:pt x="5" y="4"/>
                    <a:pt x="6" y="4"/>
                  </a:cubicBezTo>
                  <a:cubicBezTo>
                    <a:pt x="7" y="4"/>
                    <a:pt x="8" y="5"/>
                    <a:pt x="8" y="6"/>
                  </a:cubicBezTo>
                  <a:cubicBezTo>
                    <a:pt x="8" y="7"/>
                    <a:pt x="7" y="8"/>
                    <a:pt x="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99" name="Group 98"/>
          <p:cNvGrpSpPr/>
          <p:nvPr/>
        </p:nvGrpSpPr>
        <p:grpSpPr>
          <a:xfrm>
            <a:off x="1477514" y="2748713"/>
            <a:ext cx="721329" cy="688109"/>
            <a:chOff x="8875713" y="2687638"/>
            <a:chExt cx="1447800" cy="1381125"/>
          </a:xfrm>
          <a:solidFill>
            <a:schemeClr val="bg1"/>
          </a:solidFill>
        </p:grpSpPr>
        <p:sp>
          <p:nvSpPr>
            <p:cNvPr id="100" name="Freeform 18"/>
            <p:cNvSpPr>
              <a:spLocks noEditPoints="1"/>
            </p:cNvSpPr>
            <p:nvPr/>
          </p:nvSpPr>
          <p:spPr bwMode="auto">
            <a:xfrm>
              <a:off x="8875713" y="2687638"/>
              <a:ext cx="1447800" cy="1381125"/>
            </a:xfrm>
            <a:custGeom>
              <a:avLst/>
              <a:gdLst>
                <a:gd name="T0" fmla="*/ 117 w 128"/>
                <a:gd name="T1" fmla="*/ 0 h 122"/>
                <a:gd name="T2" fmla="*/ 11 w 128"/>
                <a:gd name="T3" fmla="*/ 0 h 122"/>
                <a:gd name="T4" fmla="*/ 0 w 128"/>
                <a:gd name="T5" fmla="*/ 11 h 122"/>
                <a:gd name="T6" fmla="*/ 0 w 128"/>
                <a:gd name="T7" fmla="*/ 93 h 122"/>
                <a:gd name="T8" fmla="*/ 11 w 128"/>
                <a:gd name="T9" fmla="*/ 104 h 122"/>
                <a:gd name="T10" fmla="*/ 43 w 128"/>
                <a:gd name="T11" fmla="*/ 104 h 122"/>
                <a:gd name="T12" fmla="*/ 37 w 128"/>
                <a:gd name="T13" fmla="*/ 110 h 122"/>
                <a:gd name="T14" fmla="*/ 34 w 128"/>
                <a:gd name="T15" fmla="*/ 113 h 122"/>
                <a:gd name="T16" fmla="*/ 34 w 128"/>
                <a:gd name="T17" fmla="*/ 118 h 122"/>
                <a:gd name="T18" fmla="*/ 42 w 128"/>
                <a:gd name="T19" fmla="*/ 122 h 122"/>
                <a:gd name="T20" fmla="*/ 86 w 128"/>
                <a:gd name="T21" fmla="*/ 122 h 122"/>
                <a:gd name="T22" fmla="*/ 94 w 128"/>
                <a:gd name="T23" fmla="*/ 118 h 122"/>
                <a:gd name="T24" fmla="*/ 94 w 128"/>
                <a:gd name="T25" fmla="*/ 113 h 122"/>
                <a:gd name="T26" fmla="*/ 91 w 128"/>
                <a:gd name="T27" fmla="*/ 110 h 122"/>
                <a:gd name="T28" fmla="*/ 85 w 128"/>
                <a:gd name="T29" fmla="*/ 104 h 122"/>
                <a:gd name="T30" fmla="*/ 117 w 128"/>
                <a:gd name="T31" fmla="*/ 104 h 122"/>
                <a:gd name="T32" fmla="*/ 128 w 128"/>
                <a:gd name="T33" fmla="*/ 93 h 122"/>
                <a:gd name="T34" fmla="*/ 128 w 128"/>
                <a:gd name="T35" fmla="*/ 11 h 122"/>
                <a:gd name="T36" fmla="*/ 117 w 128"/>
                <a:gd name="T37" fmla="*/ 0 h 122"/>
                <a:gd name="T38" fmla="*/ 88 w 128"/>
                <a:gd name="T39" fmla="*/ 113 h 122"/>
                <a:gd name="T40" fmla="*/ 90 w 128"/>
                <a:gd name="T41" fmla="*/ 116 h 122"/>
                <a:gd name="T42" fmla="*/ 90 w 128"/>
                <a:gd name="T43" fmla="*/ 116 h 122"/>
                <a:gd name="T44" fmla="*/ 86 w 128"/>
                <a:gd name="T45" fmla="*/ 118 h 122"/>
                <a:gd name="T46" fmla="*/ 42 w 128"/>
                <a:gd name="T47" fmla="*/ 118 h 122"/>
                <a:gd name="T48" fmla="*/ 38 w 128"/>
                <a:gd name="T49" fmla="*/ 116 h 122"/>
                <a:gd name="T50" fmla="*/ 38 w 128"/>
                <a:gd name="T51" fmla="*/ 116 h 122"/>
                <a:gd name="T52" fmla="*/ 38 w 128"/>
                <a:gd name="T53" fmla="*/ 116 h 122"/>
                <a:gd name="T54" fmla="*/ 40 w 128"/>
                <a:gd name="T55" fmla="*/ 113 h 122"/>
                <a:gd name="T56" fmla="*/ 48 w 128"/>
                <a:gd name="T57" fmla="*/ 104 h 122"/>
                <a:gd name="T58" fmla="*/ 80 w 128"/>
                <a:gd name="T59" fmla="*/ 104 h 122"/>
                <a:gd name="T60" fmla="*/ 88 w 128"/>
                <a:gd name="T61" fmla="*/ 113 h 122"/>
                <a:gd name="T62" fmla="*/ 120 w 128"/>
                <a:gd name="T63" fmla="*/ 93 h 122"/>
                <a:gd name="T64" fmla="*/ 117 w 128"/>
                <a:gd name="T65" fmla="*/ 96 h 122"/>
                <a:gd name="T66" fmla="*/ 11 w 128"/>
                <a:gd name="T67" fmla="*/ 96 h 122"/>
                <a:gd name="T68" fmla="*/ 8 w 128"/>
                <a:gd name="T69" fmla="*/ 93 h 122"/>
                <a:gd name="T70" fmla="*/ 8 w 128"/>
                <a:gd name="T71" fmla="*/ 11 h 122"/>
                <a:gd name="T72" fmla="*/ 11 w 128"/>
                <a:gd name="T73" fmla="*/ 8 h 122"/>
                <a:gd name="T74" fmla="*/ 117 w 128"/>
                <a:gd name="T75" fmla="*/ 8 h 122"/>
                <a:gd name="T76" fmla="*/ 120 w 128"/>
                <a:gd name="T77" fmla="*/ 11 h 122"/>
                <a:gd name="T78" fmla="*/ 120 w 128"/>
                <a:gd name="T79" fmla="*/ 93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8" h="122">
                  <a:moveTo>
                    <a:pt x="117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9"/>
                    <a:pt x="5" y="104"/>
                    <a:pt x="11" y="104"/>
                  </a:cubicBezTo>
                  <a:cubicBezTo>
                    <a:pt x="43" y="104"/>
                    <a:pt x="43" y="104"/>
                    <a:pt x="43" y="104"/>
                  </a:cubicBezTo>
                  <a:cubicBezTo>
                    <a:pt x="41" y="106"/>
                    <a:pt x="39" y="109"/>
                    <a:pt x="37" y="110"/>
                  </a:cubicBezTo>
                  <a:cubicBezTo>
                    <a:pt x="36" y="111"/>
                    <a:pt x="35" y="112"/>
                    <a:pt x="34" y="113"/>
                  </a:cubicBezTo>
                  <a:cubicBezTo>
                    <a:pt x="34" y="114"/>
                    <a:pt x="33" y="116"/>
                    <a:pt x="34" y="118"/>
                  </a:cubicBezTo>
                  <a:cubicBezTo>
                    <a:pt x="35" y="120"/>
                    <a:pt x="37" y="122"/>
                    <a:pt x="42" y="122"/>
                  </a:cubicBezTo>
                  <a:cubicBezTo>
                    <a:pt x="86" y="122"/>
                    <a:pt x="86" y="122"/>
                    <a:pt x="86" y="122"/>
                  </a:cubicBezTo>
                  <a:cubicBezTo>
                    <a:pt x="91" y="122"/>
                    <a:pt x="93" y="120"/>
                    <a:pt x="94" y="118"/>
                  </a:cubicBezTo>
                  <a:cubicBezTo>
                    <a:pt x="95" y="116"/>
                    <a:pt x="94" y="114"/>
                    <a:pt x="94" y="113"/>
                  </a:cubicBezTo>
                  <a:cubicBezTo>
                    <a:pt x="93" y="112"/>
                    <a:pt x="92" y="111"/>
                    <a:pt x="91" y="110"/>
                  </a:cubicBezTo>
                  <a:cubicBezTo>
                    <a:pt x="89" y="109"/>
                    <a:pt x="87" y="106"/>
                    <a:pt x="85" y="104"/>
                  </a:cubicBezTo>
                  <a:cubicBezTo>
                    <a:pt x="117" y="104"/>
                    <a:pt x="117" y="104"/>
                    <a:pt x="117" y="104"/>
                  </a:cubicBezTo>
                  <a:cubicBezTo>
                    <a:pt x="123" y="104"/>
                    <a:pt x="128" y="99"/>
                    <a:pt x="128" y="93"/>
                  </a:cubicBezTo>
                  <a:cubicBezTo>
                    <a:pt x="128" y="11"/>
                    <a:pt x="128" y="11"/>
                    <a:pt x="128" y="11"/>
                  </a:cubicBezTo>
                  <a:cubicBezTo>
                    <a:pt x="128" y="5"/>
                    <a:pt x="123" y="0"/>
                    <a:pt x="117" y="0"/>
                  </a:cubicBezTo>
                  <a:close/>
                  <a:moveTo>
                    <a:pt x="88" y="113"/>
                  </a:moveTo>
                  <a:cubicBezTo>
                    <a:pt x="89" y="114"/>
                    <a:pt x="90" y="115"/>
                    <a:pt x="90" y="116"/>
                  </a:cubicBezTo>
                  <a:cubicBezTo>
                    <a:pt x="90" y="116"/>
                    <a:pt x="91" y="116"/>
                    <a:pt x="90" y="116"/>
                  </a:cubicBezTo>
                  <a:cubicBezTo>
                    <a:pt x="90" y="117"/>
                    <a:pt x="88" y="118"/>
                    <a:pt x="86" y="118"/>
                  </a:cubicBezTo>
                  <a:cubicBezTo>
                    <a:pt x="42" y="118"/>
                    <a:pt x="42" y="118"/>
                    <a:pt x="42" y="118"/>
                  </a:cubicBezTo>
                  <a:cubicBezTo>
                    <a:pt x="40" y="118"/>
                    <a:pt x="38" y="117"/>
                    <a:pt x="38" y="116"/>
                  </a:cubicBezTo>
                  <a:cubicBezTo>
                    <a:pt x="38" y="116"/>
                    <a:pt x="38" y="116"/>
                    <a:pt x="38" y="116"/>
                  </a:cubicBezTo>
                  <a:cubicBezTo>
                    <a:pt x="38" y="116"/>
                    <a:pt x="38" y="116"/>
                    <a:pt x="38" y="116"/>
                  </a:cubicBezTo>
                  <a:cubicBezTo>
                    <a:pt x="38" y="115"/>
                    <a:pt x="39" y="114"/>
                    <a:pt x="40" y="113"/>
                  </a:cubicBezTo>
                  <a:cubicBezTo>
                    <a:pt x="44" y="109"/>
                    <a:pt x="47" y="106"/>
                    <a:pt x="48" y="104"/>
                  </a:cubicBezTo>
                  <a:cubicBezTo>
                    <a:pt x="80" y="104"/>
                    <a:pt x="80" y="104"/>
                    <a:pt x="80" y="104"/>
                  </a:cubicBezTo>
                  <a:cubicBezTo>
                    <a:pt x="81" y="106"/>
                    <a:pt x="84" y="109"/>
                    <a:pt x="88" y="113"/>
                  </a:cubicBezTo>
                  <a:close/>
                  <a:moveTo>
                    <a:pt x="120" y="93"/>
                  </a:moveTo>
                  <a:cubicBezTo>
                    <a:pt x="120" y="95"/>
                    <a:pt x="119" y="96"/>
                    <a:pt x="117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9" y="96"/>
                    <a:pt x="8" y="95"/>
                    <a:pt x="8" y="93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9"/>
                    <a:pt x="9" y="8"/>
                    <a:pt x="11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9" y="8"/>
                    <a:pt x="120" y="9"/>
                    <a:pt x="120" y="11"/>
                  </a:cubicBezTo>
                  <a:lnTo>
                    <a:pt x="120" y="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01" name="Freeform 19"/>
            <p:cNvSpPr>
              <a:spLocks noEditPoints="1"/>
            </p:cNvSpPr>
            <p:nvPr/>
          </p:nvSpPr>
          <p:spPr bwMode="auto">
            <a:xfrm>
              <a:off x="9056688" y="2868613"/>
              <a:ext cx="1085850" cy="723900"/>
            </a:xfrm>
            <a:custGeom>
              <a:avLst/>
              <a:gdLst>
                <a:gd name="T0" fmla="*/ 89 w 96"/>
                <a:gd name="T1" fmla="*/ 0 h 64"/>
                <a:gd name="T2" fmla="*/ 7 w 96"/>
                <a:gd name="T3" fmla="*/ 0 h 64"/>
                <a:gd name="T4" fmla="*/ 0 w 96"/>
                <a:gd name="T5" fmla="*/ 7 h 64"/>
                <a:gd name="T6" fmla="*/ 0 w 96"/>
                <a:gd name="T7" fmla="*/ 57 h 64"/>
                <a:gd name="T8" fmla="*/ 7 w 96"/>
                <a:gd name="T9" fmla="*/ 64 h 64"/>
                <a:gd name="T10" fmla="*/ 89 w 96"/>
                <a:gd name="T11" fmla="*/ 64 h 64"/>
                <a:gd name="T12" fmla="*/ 96 w 96"/>
                <a:gd name="T13" fmla="*/ 57 h 64"/>
                <a:gd name="T14" fmla="*/ 96 w 96"/>
                <a:gd name="T15" fmla="*/ 7 h 64"/>
                <a:gd name="T16" fmla="*/ 89 w 96"/>
                <a:gd name="T17" fmla="*/ 0 h 64"/>
                <a:gd name="T18" fmla="*/ 92 w 96"/>
                <a:gd name="T19" fmla="*/ 57 h 64"/>
                <a:gd name="T20" fmla="*/ 89 w 96"/>
                <a:gd name="T21" fmla="*/ 60 h 64"/>
                <a:gd name="T22" fmla="*/ 7 w 96"/>
                <a:gd name="T23" fmla="*/ 60 h 64"/>
                <a:gd name="T24" fmla="*/ 4 w 96"/>
                <a:gd name="T25" fmla="*/ 57 h 64"/>
                <a:gd name="T26" fmla="*/ 4 w 96"/>
                <a:gd name="T27" fmla="*/ 7 h 64"/>
                <a:gd name="T28" fmla="*/ 7 w 96"/>
                <a:gd name="T29" fmla="*/ 4 h 64"/>
                <a:gd name="T30" fmla="*/ 89 w 96"/>
                <a:gd name="T31" fmla="*/ 4 h 64"/>
                <a:gd name="T32" fmla="*/ 92 w 96"/>
                <a:gd name="T33" fmla="*/ 7 h 64"/>
                <a:gd name="T34" fmla="*/ 92 w 96"/>
                <a:gd name="T35" fmla="*/ 57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6" h="64">
                  <a:moveTo>
                    <a:pt x="89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61"/>
                    <a:pt x="3" y="64"/>
                    <a:pt x="7" y="64"/>
                  </a:cubicBezTo>
                  <a:cubicBezTo>
                    <a:pt x="89" y="64"/>
                    <a:pt x="89" y="64"/>
                    <a:pt x="89" y="64"/>
                  </a:cubicBezTo>
                  <a:cubicBezTo>
                    <a:pt x="93" y="64"/>
                    <a:pt x="96" y="61"/>
                    <a:pt x="96" y="5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3"/>
                    <a:pt x="93" y="0"/>
                    <a:pt x="89" y="0"/>
                  </a:cubicBezTo>
                  <a:close/>
                  <a:moveTo>
                    <a:pt x="92" y="57"/>
                  </a:moveTo>
                  <a:cubicBezTo>
                    <a:pt x="92" y="59"/>
                    <a:pt x="91" y="60"/>
                    <a:pt x="89" y="60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5" y="60"/>
                    <a:pt x="4" y="59"/>
                    <a:pt x="4" y="5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5"/>
                    <a:pt x="5" y="4"/>
                    <a:pt x="7" y="4"/>
                  </a:cubicBezTo>
                  <a:cubicBezTo>
                    <a:pt x="89" y="4"/>
                    <a:pt x="89" y="4"/>
                    <a:pt x="89" y="4"/>
                  </a:cubicBezTo>
                  <a:cubicBezTo>
                    <a:pt x="91" y="4"/>
                    <a:pt x="92" y="5"/>
                    <a:pt x="92" y="7"/>
                  </a:cubicBezTo>
                  <a:lnTo>
                    <a:pt x="92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02" name="Freeform 20"/>
            <p:cNvSpPr>
              <a:spLocks noEditPoints="1"/>
            </p:cNvSpPr>
            <p:nvPr/>
          </p:nvSpPr>
          <p:spPr bwMode="auto">
            <a:xfrm>
              <a:off x="9531350" y="3616325"/>
              <a:ext cx="136525" cy="134938"/>
            </a:xfrm>
            <a:custGeom>
              <a:avLst/>
              <a:gdLst>
                <a:gd name="T0" fmla="*/ 6 w 12"/>
                <a:gd name="T1" fmla="*/ 0 h 12"/>
                <a:gd name="T2" fmla="*/ 0 w 12"/>
                <a:gd name="T3" fmla="*/ 6 h 12"/>
                <a:gd name="T4" fmla="*/ 6 w 12"/>
                <a:gd name="T5" fmla="*/ 12 h 12"/>
                <a:gd name="T6" fmla="*/ 12 w 12"/>
                <a:gd name="T7" fmla="*/ 6 h 12"/>
                <a:gd name="T8" fmla="*/ 6 w 12"/>
                <a:gd name="T9" fmla="*/ 0 h 12"/>
                <a:gd name="T10" fmla="*/ 6 w 12"/>
                <a:gd name="T11" fmla="*/ 8 h 12"/>
                <a:gd name="T12" fmla="*/ 4 w 12"/>
                <a:gd name="T13" fmla="*/ 6 h 12"/>
                <a:gd name="T14" fmla="*/ 6 w 12"/>
                <a:gd name="T15" fmla="*/ 4 h 12"/>
                <a:gd name="T16" fmla="*/ 8 w 12"/>
                <a:gd name="T17" fmla="*/ 6 h 12"/>
                <a:gd name="T18" fmla="*/ 6 w 12"/>
                <a:gd name="T19" fmla="*/ 8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12">
                  <a:moveTo>
                    <a:pt x="6" y="0"/>
                  </a:moveTo>
                  <a:cubicBezTo>
                    <a:pt x="3" y="0"/>
                    <a:pt x="0" y="3"/>
                    <a:pt x="0" y="6"/>
                  </a:cubicBezTo>
                  <a:cubicBezTo>
                    <a:pt x="0" y="9"/>
                    <a:pt x="3" y="12"/>
                    <a:pt x="6" y="12"/>
                  </a:cubicBezTo>
                  <a:cubicBezTo>
                    <a:pt x="9" y="12"/>
                    <a:pt x="12" y="9"/>
                    <a:pt x="12" y="6"/>
                  </a:cubicBezTo>
                  <a:cubicBezTo>
                    <a:pt x="12" y="3"/>
                    <a:pt x="9" y="0"/>
                    <a:pt x="6" y="0"/>
                  </a:cubicBezTo>
                  <a:close/>
                  <a:moveTo>
                    <a:pt x="6" y="8"/>
                  </a:moveTo>
                  <a:cubicBezTo>
                    <a:pt x="5" y="8"/>
                    <a:pt x="4" y="7"/>
                    <a:pt x="4" y="6"/>
                  </a:cubicBezTo>
                  <a:cubicBezTo>
                    <a:pt x="4" y="5"/>
                    <a:pt x="5" y="4"/>
                    <a:pt x="6" y="4"/>
                  </a:cubicBezTo>
                  <a:cubicBezTo>
                    <a:pt x="7" y="4"/>
                    <a:pt x="8" y="5"/>
                    <a:pt x="8" y="6"/>
                  </a:cubicBezTo>
                  <a:cubicBezTo>
                    <a:pt x="8" y="7"/>
                    <a:pt x="7" y="8"/>
                    <a:pt x="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03" name="Freeform 21"/>
            <p:cNvSpPr/>
            <p:nvPr/>
          </p:nvSpPr>
          <p:spPr bwMode="auto">
            <a:xfrm>
              <a:off x="9509125" y="3095625"/>
              <a:ext cx="227013" cy="271463"/>
            </a:xfrm>
            <a:custGeom>
              <a:avLst/>
              <a:gdLst>
                <a:gd name="T0" fmla="*/ 2 w 20"/>
                <a:gd name="T1" fmla="*/ 0 h 24"/>
                <a:gd name="T2" fmla="*/ 0 w 20"/>
                <a:gd name="T3" fmla="*/ 1 h 24"/>
                <a:gd name="T4" fmla="*/ 0 w 20"/>
                <a:gd name="T5" fmla="*/ 23 h 24"/>
                <a:gd name="T6" fmla="*/ 2 w 20"/>
                <a:gd name="T7" fmla="*/ 24 h 24"/>
                <a:gd name="T8" fmla="*/ 19 w 20"/>
                <a:gd name="T9" fmla="*/ 13 h 24"/>
                <a:gd name="T10" fmla="*/ 19 w 20"/>
                <a:gd name="T11" fmla="*/ 11 h 24"/>
                <a:gd name="T12" fmla="*/ 2 w 20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24">
                  <a:moveTo>
                    <a:pt x="2" y="0"/>
                  </a:moveTo>
                  <a:cubicBezTo>
                    <a:pt x="1" y="0"/>
                    <a:pt x="0" y="0"/>
                    <a:pt x="0" y="1"/>
                  </a:cubicBezTo>
                  <a:cubicBezTo>
                    <a:pt x="0" y="2"/>
                    <a:pt x="0" y="21"/>
                    <a:pt x="0" y="23"/>
                  </a:cubicBezTo>
                  <a:cubicBezTo>
                    <a:pt x="0" y="24"/>
                    <a:pt x="1" y="24"/>
                    <a:pt x="2" y="24"/>
                  </a:cubicBezTo>
                  <a:cubicBezTo>
                    <a:pt x="3" y="23"/>
                    <a:pt x="18" y="14"/>
                    <a:pt x="19" y="13"/>
                  </a:cubicBezTo>
                  <a:cubicBezTo>
                    <a:pt x="20" y="13"/>
                    <a:pt x="20" y="11"/>
                    <a:pt x="19" y="11"/>
                  </a:cubicBezTo>
                  <a:cubicBezTo>
                    <a:pt x="18" y="10"/>
                    <a:pt x="3" y="1"/>
                    <a:pt x="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38" name="Rectangle 9"/>
          <p:cNvSpPr>
            <a:spLocks noChangeArrowheads="1"/>
          </p:cNvSpPr>
          <p:nvPr/>
        </p:nvSpPr>
        <p:spPr bwMode="auto">
          <a:xfrm>
            <a:off x="520876" y="3807150"/>
            <a:ext cx="2612478" cy="4852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2" name="Rectangle 9"/>
          <p:cNvSpPr>
            <a:spLocks noChangeArrowheads="1"/>
          </p:cNvSpPr>
          <p:nvPr/>
        </p:nvSpPr>
        <p:spPr bwMode="auto">
          <a:xfrm>
            <a:off x="3302050" y="3807150"/>
            <a:ext cx="2612478" cy="4852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5" name="Rectangle 9"/>
          <p:cNvSpPr>
            <a:spLocks noChangeArrowheads="1"/>
          </p:cNvSpPr>
          <p:nvPr/>
        </p:nvSpPr>
        <p:spPr bwMode="auto">
          <a:xfrm>
            <a:off x="6064442" y="3807150"/>
            <a:ext cx="2612478" cy="4852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8" name="Rectangle 9"/>
          <p:cNvSpPr>
            <a:spLocks noChangeArrowheads="1"/>
          </p:cNvSpPr>
          <p:nvPr/>
        </p:nvSpPr>
        <p:spPr bwMode="auto">
          <a:xfrm>
            <a:off x="8836824" y="3807150"/>
            <a:ext cx="2612478" cy="4852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533853" y="3834776"/>
            <a:ext cx="25857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20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Video Editing</a:t>
            </a:r>
            <a:endParaRPr kumimoji="0" lang="id-ID" sz="20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3306234" y="3834776"/>
            <a:ext cx="25983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20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Web Design</a:t>
            </a:r>
            <a:endParaRPr kumimoji="0" lang="id-ID" sz="20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6086211" y="3834776"/>
            <a:ext cx="25632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20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SEO Analysis</a:t>
            </a:r>
            <a:endParaRPr kumimoji="0" lang="id-ID" sz="20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8841008" y="3834776"/>
            <a:ext cx="26082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20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Marketing</a:t>
            </a:r>
            <a:endParaRPr kumimoji="0" lang="id-ID" sz="20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0"/>
                            </p:stCondLst>
                            <p:childTnLst>
                              <p:par>
                                <p:cTn id="6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5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300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bldLvl="0" animBg="1"/>
      <p:bldP spid="37" grpId="0" bldLvl="0" animBg="1"/>
      <p:bldP spid="50" grpId="0" bldLvl="0" animBg="1"/>
      <p:bldP spid="51" grpId="0" bldLvl="0" animBg="1"/>
      <p:bldP spid="53" grpId="0" bldLvl="0" animBg="1"/>
      <p:bldP spid="54" grpId="0" bldLvl="0" animBg="1"/>
      <p:bldP spid="56" grpId="0" bldLvl="0" animBg="1"/>
      <p:bldP spid="57" grpId="0" bldLvl="0" animBg="1"/>
      <p:bldP spid="66" grpId="0"/>
      <p:bldP spid="70" grpId="0"/>
      <p:bldP spid="72" grpId="0"/>
      <p:bldP spid="74" grpId="0"/>
      <p:bldP spid="38" grpId="0" bldLvl="0" animBg="1"/>
      <p:bldP spid="52" grpId="0" bldLvl="0" animBg="1"/>
      <p:bldP spid="55" grpId="0" bldLvl="0" animBg="1"/>
      <p:bldP spid="58" grpId="0" bldLvl="0" animBg="1"/>
      <p:bldP spid="67" grpId="0"/>
      <p:bldP spid="71" grpId="0"/>
      <p:bldP spid="73" grpId="0"/>
      <p:bldP spid="7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45761" y="623789"/>
            <a:ext cx="10515600" cy="911682"/>
          </a:xfrm>
        </p:spPr>
        <p:txBody>
          <a:bodyPr/>
          <a:lstStyle/>
          <a:p>
            <a:r>
              <a:rPr lang="id-ID" dirty="0"/>
              <a:t>Main Services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845761" y="1341975"/>
            <a:ext cx="10515600" cy="366712"/>
          </a:xfrm>
        </p:spPr>
        <p:txBody>
          <a:bodyPr>
            <a:normAutofit fontScale="77500" lnSpcReduction="20000"/>
          </a:bodyPr>
          <a:lstStyle/>
          <a:p>
            <a:r>
              <a:rPr lang="id-ID" dirty="0"/>
              <a:t>Service Departments</a:t>
            </a:r>
            <a:endParaRPr lang="id-ID" dirty="0"/>
          </a:p>
        </p:txBody>
      </p:sp>
      <p:graphicFrame>
        <p:nvGraphicFramePr>
          <p:cNvPr id="14" name="Chart 13"/>
          <p:cNvGraphicFramePr/>
          <p:nvPr/>
        </p:nvGraphicFramePr>
        <p:xfrm>
          <a:off x="731749" y="2815497"/>
          <a:ext cx="1908000" cy="190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5" name="Chart 14"/>
          <p:cNvGraphicFramePr/>
          <p:nvPr/>
        </p:nvGraphicFramePr>
        <p:xfrm>
          <a:off x="9563767" y="2815497"/>
          <a:ext cx="1908000" cy="190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6" name="Chart 15"/>
          <p:cNvGraphicFramePr/>
          <p:nvPr/>
        </p:nvGraphicFramePr>
        <p:xfrm>
          <a:off x="6683830" y="2815497"/>
          <a:ext cx="1908000" cy="190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7" name="Chart 16"/>
          <p:cNvGraphicFramePr/>
          <p:nvPr/>
        </p:nvGraphicFramePr>
        <p:xfrm>
          <a:off x="3602576" y="2815497"/>
          <a:ext cx="1908000" cy="190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1" name="TextBox 70"/>
          <p:cNvSpPr txBox="1"/>
          <p:nvPr/>
        </p:nvSpPr>
        <p:spPr>
          <a:xfrm>
            <a:off x="1357775" y="3796295"/>
            <a:ext cx="6559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Video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Editing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4234212" y="3796295"/>
            <a:ext cx="6447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Web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Design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7276192" y="3796295"/>
            <a:ext cx="7232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SEO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Analysis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10088803" y="3888628"/>
            <a:ext cx="8579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Marketing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81" name="TextBox 80"/>
          <p:cNvSpPr txBox="1">
            <a:spLocks noChangeAspect="1"/>
          </p:cNvSpPr>
          <p:nvPr/>
        </p:nvSpPr>
        <p:spPr>
          <a:xfrm>
            <a:off x="1451749" y="3358264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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82" name="TextBox 81"/>
          <p:cNvSpPr txBox="1">
            <a:spLocks noChangeAspect="1"/>
          </p:cNvSpPr>
          <p:nvPr/>
        </p:nvSpPr>
        <p:spPr>
          <a:xfrm>
            <a:off x="7403830" y="3358264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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83" name="TextBox 82"/>
          <p:cNvSpPr txBox="1">
            <a:spLocks noChangeAspect="1"/>
          </p:cNvSpPr>
          <p:nvPr/>
        </p:nvSpPr>
        <p:spPr>
          <a:xfrm>
            <a:off x="4322576" y="3358264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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84" name="TextBox 83"/>
          <p:cNvSpPr txBox="1">
            <a:spLocks noChangeAspect="1"/>
          </p:cNvSpPr>
          <p:nvPr/>
        </p:nvSpPr>
        <p:spPr>
          <a:xfrm>
            <a:off x="10283767" y="3358264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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cxnSp>
        <p:nvCxnSpPr>
          <p:cNvPr id="150" name="Elbow Connector 149"/>
          <p:cNvCxnSpPr/>
          <p:nvPr/>
        </p:nvCxnSpPr>
        <p:spPr>
          <a:xfrm rot="16200000" flipV="1">
            <a:off x="4399938" y="4481669"/>
            <a:ext cx="498320" cy="488539"/>
          </a:xfrm>
          <a:prstGeom prst="bentConnector3">
            <a:avLst>
              <a:gd name="adj1" fmla="val 50000"/>
            </a:avLst>
          </a:prstGeom>
          <a:ln w="15875">
            <a:solidFill>
              <a:schemeClr val="accent2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TextBox 151"/>
          <p:cNvSpPr txBox="1"/>
          <p:nvPr/>
        </p:nvSpPr>
        <p:spPr>
          <a:xfrm>
            <a:off x="3526669" y="2451357"/>
            <a:ext cx="7729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Designer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cxnSp>
        <p:nvCxnSpPr>
          <p:cNvPr id="162" name="Elbow Connector 161"/>
          <p:cNvCxnSpPr/>
          <p:nvPr/>
        </p:nvCxnSpPr>
        <p:spPr>
          <a:xfrm rot="16200000" flipV="1">
            <a:off x="2158755" y="4333033"/>
            <a:ext cx="739873" cy="573196"/>
          </a:xfrm>
          <a:prstGeom prst="bentConnector3">
            <a:avLst>
              <a:gd name="adj1" fmla="val 96346"/>
            </a:avLst>
          </a:prstGeom>
          <a:ln w="15875">
            <a:solidFill>
              <a:schemeClr val="accent1">
                <a:lumMod val="75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lbow Connector 162"/>
          <p:cNvCxnSpPr/>
          <p:nvPr/>
        </p:nvCxnSpPr>
        <p:spPr>
          <a:xfrm rot="5400000" flipH="1" flipV="1">
            <a:off x="698582" y="4550762"/>
            <a:ext cx="659048" cy="364691"/>
          </a:xfrm>
          <a:prstGeom prst="bentConnector3">
            <a:avLst>
              <a:gd name="adj1" fmla="val 55781"/>
            </a:avLst>
          </a:prstGeom>
          <a:ln w="15875">
            <a:solidFill>
              <a:schemeClr val="accent1">
                <a:lumMod val="60000"/>
                <a:lumOff val="4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TextBox 164"/>
          <p:cNvSpPr txBox="1"/>
          <p:nvPr/>
        </p:nvSpPr>
        <p:spPr>
          <a:xfrm>
            <a:off x="2523017" y="5013199"/>
            <a:ext cx="5645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Video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167" name="Group 166"/>
          <p:cNvGrpSpPr/>
          <p:nvPr/>
        </p:nvGrpSpPr>
        <p:grpSpPr>
          <a:xfrm>
            <a:off x="2906825" y="5290275"/>
            <a:ext cx="156477" cy="336185"/>
            <a:chOff x="5670635" y="1738427"/>
            <a:chExt cx="363538" cy="781050"/>
          </a:xfrm>
          <a:solidFill>
            <a:schemeClr val="bg2"/>
          </a:solidFill>
        </p:grpSpPr>
        <p:sp>
          <p:nvSpPr>
            <p:cNvPr id="173" name="Oval 25"/>
            <p:cNvSpPr>
              <a:spLocks noChangeArrowheads="1"/>
            </p:cNvSpPr>
            <p:nvPr/>
          </p:nvSpPr>
          <p:spPr bwMode="auto">
            <a:xfrm>
              <a:off x="5781760" y="1738427"/>
              <a:ext cx="141288" cy="1397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74" name="Freeform 26"/>
            <p:cNvSpPr/>
            <p:nvPr/>
          </p:nvSpPr>
          <p:spPr bwMode="auto">
            <a:xfrm>
              <a:off x="5670635" y="1889239"/>
              <a:ext cx="363538" cy="630238"/>
            </a:xfrm>
            <a:custGeom>
              <a:avLst/>
              <a:gdLst>
                <a:gd name="T0" fmla="*/ 94 w 95"/>
                <a:gd name="T1" fmla="*/ 64 h 167"/>
                <a:gd name="T2" fmla="*/ 80 w 95"/>
                <a:gd name="T3" fmla="*/ 19 h 167"/>
                <a:gd name="T4" fmla="*/ 79 w 95"/>
                <a:gd name="T5" fmla="*/ 18 h 167"/>
                <a:gd name="T6" fmla="*/ 56 w 95"/>
                <a:gd name="T7" fmla="*/ 0 h 167"/>
                <a:gd name="T8" fmla="*/ 49 w 95"/>
                <a:gd name="T9" fmla="*/ 0 h 167"/>
                <a:gd name="T10" fmla="*/ 46 w 95"/>
                <a:gd name="T11" fmla="*/ 0 h 167"/>
                <a:gd name="T12" fmla="*/ 39 w 95"/>
                <a:gd name="T13" fmla="*/ 0 h 167"/>
                <a:gd name="T14" fmla="*/ 16 w 95"/>
                <a:gd name="T15" fmla="*/ 18 h 167"/>
                <a:gd name="T16" fmla="*/ 15 w 95"/>
                <a:gd name="T17" fmla="*/ 19 h 167"/>
                <a:gd name="T18" fmla="*/ 1 w 95"/>
                <a:gd name="T19" fmla="*/ 64 h 167"/>
                <a:gd name="T20" fmla="*/ 5 w 95"/>
                <a:gd name="T21" fmla="*/ 73 h 167"/>
                <a:gd name="T22" fmla="*/ 15 w 95"/>
                <a:gd name="T23" fmla="*/ 69 h 167"/>
                <a:gd name="T24" fmla="*/ 28 w 95"/>
                <a:gd name="T25" fmla="*/ 25 h 167"/>
                <a:gd name="T26" fmla="*/ 32 w 95"/>
                <a:gd name="T27" fmla="*/ 25 h 167"/>
                <a:gd name="T28" fmla="*/ 8 w 95"/>
                <a:gd name="T29" fmla="*/ 100 h 167"/>
                <a:gd name="T30" fmla="*/ 27 w 95"/>
                <a:gd name="T31" fmla="*/ 100 h 167"/>
                <a:gd name="T32" fmla="*/ 27 w 95"/>
                <a:gd name="T33" fmla="*/ 158 h 167"/>
                <a:gd name="T34" fmla="*/ 36 w 95"/>
                <a:gd name="T35" fmla="*/ 167 h 167"/>
                <a:gd name="T36" fmla="*/ 44 w 95"/>
                <a:gd name="T37" fmla="*/ 158 h 167"/>
                <a:gd name="T38" fmla="*/ 44 w 95"/>
                <a:gd name="T39" fmla="*/ 100 h 167"/>
                <a:gd name="T40" fmla="*/ 51 w 95"/>
                <a:gd name="T41" fmla="*/ 100 h 167"/>
                <a:gd name="T42" fmla="*/ 51 w 95"/>
                <a:gd name="T43" fmla="*/ 158 h 167"/>
                <a:gd name="T44" fmla="*/ 59 w 95"/>
                <a:gd name="T45" fmla="*/ 167 h 167"/>
                <a:gd name="T46" fmla="*/ 68 w 95"/>
                <a:gd name="T47" fmla="*/ 158 h 167"/>
                <a:gd name="T48" fmla="*/ 68 w 95"/>
                <a:gd name="T49" fmla="*/ 100 h 167"/>
                <a:gd name="T50" fmla="*/ 87 w 95"/>
                <a:gd name="T51" fmla="*/ 100 h 167"/>
                <a:gd name="T52" fmla="*/ 63 w 95"/>
                <a:gd name="T53" fmla="*/ 25 h 167"/>
                <a:gd name="T54" fmla="*/ 67 w 95"/>
                <a:gd name="T55" fmla="*/ 25 h 167"/>
                <a:gd name="T56" fmla="*/ 80 w 95"/>
                <a:gd name="T57" fmla="*/ 69 h 167"/>
                <a:gd name="T58" fmla="*/ 90 w 95"/>
                <a:gd name="T59" fmla="*/ 73 h 167"/>
                <a:gd name="T60" fmla="*/ 94 w 95"/>
                <a:gd name="T61" fmla="*/ 64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95" h="167">
                  <a:moveTo>
                    <a:pt x="94" y="64"/>
                  </a:move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79" y="18"/>
                    <a:pt x="79" y="18"/>
                  </a:cubicBezTo>
                  <a:cubicBezTo>
                    <a:pt x="74" y="4"/>
                    <a:pt x="61" y="0"/>
                    <a:pt x="56" y="0"/>
                  </a:cubicBezTo>
                  <a:cubicBezTo>
                    <a:pt x="52" y="0"/>
                    <a:pt x="53" y="0"/>
                    <a:pt x="49" y="0"/>
                  </a:cubicBezTo>
                  <a:cubicBezTo>
                    <a:pt x="48" y="0"/>
                    <a:pt x="47" y="0"/>
                    <a:pt x="46" y="0"/>
                  </a:cubicBezTo>
                  <a:cubicBezTo>
                    <a:pt x="42" y="0"/>
                    <a:pt x="43" y="0"/>
                    <a:pt x="39" y="0"/>
                  </a:cubicBezTo>
                  <a:cubicBezTo>
                    <a:pt x="34" y="0"/>
                    <a:pt x="21" y="4"/>
                    <a:pt x="16" y="18"/>
                  </a:cubicBezTo>
                  <a:cubicBezTo>
                    <a:pt x="16" y="18"/>
                    <a:pt x="15" y="19"/>
                    <a:pt x="15" y="19"/>
                  </a:cubicBezTo>
                  <a:cubicBezTo>
                    <a:pt x="1" y="64"/>
                    <a:pt x="1" y="64"/>
                    <a:pt x="1" y="64"/>
                  </a:cubicBezTo>
                  <a:cubicBezTo>
                    <a:pt x="0" y="68"/>
                    <a:pt x="2" y="72"/>
                    <a:pt x="5" y="73"/>
                  </a:cubicBezTo>
                  <a:cubicBezTo>
                    <a:pt x="9" y="74"/>
                    <a:pt x="13" y="72"/>
                    <a:pt x="15" y="69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27" y="100"/>
                    <a:pt x="27" y="100"/>
                    <a:pt x="27" y="100"/>
                  </a:cubicBezTo>
                  <a:cubicBezTo>
                    <a:pt x="27" y="158"/>
                    <a:pt x="27" y="158"/>
                    <a:pt x="27" y="158"/>
                  </a:cubicBezTo>
                  <a:cubicBezTo>
                    <a:pt x="27" y="163"/>
                    <a:pt x="31" y="167"/>
                    <a:pt x="36" y="167"/>
                  </a:cubicBezTo>
                  <a:cubicBezTo>
                    <a:pt x="41" y="167"/>
                    <a:pt x="44" y="163"/>
                    <a:pt x="44" y="158"/>
                  </a:cubicBezTo>
                  <a:cubicBezTo>
                    <a:pt x="44" y="100"/>
                    <a:pt x="44" y="100"/>
                    <a:pt x="44" y="100"/>
                  </a:cubicBezTo>
                  <a:cubicBezTo>
                    <a:pt x="51" y="100"/>
                    <a:pt x="51" y="100"/>
                    <a:pt x="51" y="100"/>
                  </a:cubicBezTo>
                  <a:cubicBezTo>
                    <a:pt x="51" y="158"/>
                    <a:pt x="51" y="158"/>
                    <a:pt x="51" y="158"/>
                  </a:cubicBezTo>
                  <a:cubicBezTo>
                    <a:pt x="51" y="163"/>
                    <a:pt x="54" y="167"/>
                    <a:pt x="59" y="167"/>
                  </a:cubicBezTo>
                  <a:cubicBezTo>
                    <a:pt x="64" y="167"/>
                    <a:pt x="68" y="163"/>
                    <a:pt x="68" y="158"/>
                  </a:cubicBezTo>
                  <a:cubicBezTo>
                    <a:pt x="68" y="100"/>
                    <a:pt x="68" y="100"/>
                    <a:pt x="68" y="100"/>
                  </a:cubicBezTo>
                  <a:cubicBezTo>
                    <a:pt x="87" y="100"/>
                    <a:pt x="87" y="100"/>
                    <a:pt x="87" y="100"/>
                  </a:cubicBezTo>
                  <a:cubicBezTo>
                    <a:pt x="63" y="25"/>
                    <a:pt x="63" y="25"/>
                    <a:pt x="63" y="25"/>
                  </a:cubicBezTo>
                  <a:cubicBezTo>
                    <a:pt x="67" y="25"/>
                    <a:pt x="67" y="25"/>
                    <a:pt x="67" y="25"/>
                  </a:cubicBezTo>
                  <a:cubicBezTo>
                    <a:pt x="80" y="69"/>
                    <a:pt x="80" y="69"/>
                    <a:pt x="80" y="69"/>
                  </a:cubicBezTo>
                  <a:cubicBezTo>
                    <a:pt x="82" y="72"/>
                    <a:pt x="86" y="74"/>
                    <a:pt x="90" y="73"/>
                  </a:cubicBezTo>
                  <a:cubicBezTo>
                    <a:pt x="93" y="72"/>
                    <a:pt x="95" y="68"/>
                    <a:pt x="94" y="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168" name="Group 167"/>
          <p:cNvGrpSpPr/>
          <p:nvPr/>
        </p:nvGrpSpPr>
        <p:grpSpPr>
          <a:xfrm>
            <a:off x="2546507" y="5291802"/>
            <a:ext cx="143494" cy="339602"/>
            <a:chOff x="5505535" y="930389"/>
            <a:chExt cx="333375" cy="788988"/>
          </a:xfrm>
          <a:solidFill>
            <a:schemeClr val="tx2"/>
          </a:solidFill>
        </p:grpSpPr>
        <p:sp>
          <p:nvSpPr>
            <p:cNvPr id="171" name="Oval 27"/>
            <p:cNvSpPr>
              <a:spLocks noChangeArrowheads="1"/>
            </p:cNvSpPr>
            <p:nvPr/>
          </p:nvSpPr>
          <p:spPr bwMode="auto">
            <a:xfrm>
              <a:off x="5602373" y="930389"/>
              <a:ext cx="141288" cy="1397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72" name="Freeform 28"/>
            <p:cNvSpPr/>
            <p:nvPr/>
          </p:nvSpPr>
          <p:spPr bwMode="auto">
            <a:xfrm>
              <a:off x="5505535" y="1084377"/>
              <a:ext cx="333375" cy="635000"/>
            </a:xfrm>
            <a:custGeom>
              <a:avLst/>
              <a:gdLst>
                <a:gd name="T0" fmla="*/ 87 w 87"/>
                <a:gd name="T1" fmla="*/ 24 h 168"/>
                <a:gd name="T2" fmla="*/ 62 w 87"/>
                <a:gd name="T3" fmla="*/ 0 h 168"/>
                <a:gd name="T4" fmla="*/ 37 w 87"/>
                <a:gd name="T5" fmla="*/ 0 h 168"/>
                <a:gd name="T6" fmla="*/ 35 w 87"/>
                <a:gd name="T7" fmla="*/ 0 h 168"/>
                <a:gd name="T8" fmla="*/ 25 w 87"/>
                <a:gd name="T9" fmla="*/ 0 h 168"/>
                <a:gd name="T10" fmla="*/ 0 w 87"/>
                <a:gd name="T11" fmla="*/ 24 h 168"/>
                <a:gd name="T12" fmla="*/ 0 w 87"/>
                <a:gd name="T13" fmla="*/ 24 h 168"/>
                <a:gd name="T14" fmla="*/ 0 w 87"/>
                <a:gd name="T15" fmla="*/ 73 h 168"/>
                <a:gd name="T16" fmla="*/ 8 w 87"/>
                <a:gd name="T17" fmla="*/ 81 h 168"/>
                <a:gd name="T18" fmla="*/ 16 w 87"/>
                <a:gd name="T19" fmla="*/ 73 h 168"/>
                <a:gd name="T20" fmla="*/ 16 w 87"/>
                <a:gd name="T21" fmla="*/ 44 h 168"/>
                <a:gd name="T22" fmla="*/ 16 w 87"/>
                <a:gd name="T23" fmla="*/ 28 h 168"/>
                <a:gd name="T24" fmla="*/ 20 w 87"/>
                <a:gd name="T25" fmla="*/ 28 h 168"/>
                <a:gd name="T26" fmla="*/ 20 w 87"/>
                <a:gd name="T27" fmla="*/ 46 h 168"/>
                <a:gd name="T28" fmla="*/ 20 w 87"/>
                <a:gd name="T29" fmla="*/ 77 h 168"/>
                <a:gd name="T30" fmla="*/ 20 w 87"/>
                <a:gd name="T31" fmla="*/ 81 h 168"/>
                <a:gd name="T32" fmla="*/ 20 w 87"/>
                <a:gd name="T33" fmla="*/ 157 h 168"/>
                <a:gd name="T34" fmla="*/ 31 w 87"/>
                <a:gd name="T35" fmla="*/ 168 h 168"/>
                <a:gd name="T36" fmla="*/ 41 w 87"/>
                <a:gd name="T37" fmla="*/ 157 h 168"/>
                <a:gd name="T38" fmla="*/ 41 w 87"/>
                <a:gd name="T39" fmla="*/ 81 h 168"/>
                <a:gd name="T40" fmla="*/ 46 w 87"/>
                <a:gd name="T41" fmla="*/ 81 h 168"/>
                <a:gd name="T42" fmla="*/ 46 w 87"/>
                <a:gd name="T43" fmla="*/ 157 h 168"/>
                <a:gd name="T44" fmla="*/ 56 w 87"/>
                <a:gd name="T45" fmla="*/ 168 h 168"/>
                <a:gd name="T46" fmla="*/ 67 w 87"/>
                <a:gd name="T47" fmla="*/ 157 h 168"/>
                <a:gd name="T48" fmla="*/ 67 w 87"/>
                <a:gd name="T49" fmla="*/ 81 h 168"/>
                <a:gd name="T50" fmla="*/ 67 w 87"/>
                <a:gd name="T51" fmla="*/ 77 h 168"/>
                <a:gd name="T52" fmla="*/ 67 w 87"/>
                <a:gd name="T53" fmla="*/ 46 h 168"/>
                <a:gd name="T54" fmla="*/ 67 w 87"/>
                <a:gd name="T55" fmla="*/ 28 h 168"/>
                <a:gd name="T56" fmla="*/ 71 w 87"/>
                <a:gd name="T57" fmla="*/ 28 h 168"/>
                <a:gd name="T58" fmla="*/ 71 w 87"/>
                <a:gd name="T59" fmla="*/ 44 h 168"/>
                <a:gd name="T60" fmla="*/ 71 w 87"/>
                <a:gd name="T61" fmla="*/ 73 h 168"/>
                <a:gd name="T62" fmla="*/ 79 w 87"/>
                <a:gd name="T63" fmla="*/ 81 h 168"/>
                <a:gd name="T64" fmla="*/ 87 w 87"/>
                <a:gd name="T65" fmla="*/ 73 h 168"/>
                <a:gd name="T66" fmla="*/ 87 w 87"/>
                <a:gd name="T67" fmla="*/ 24 h 168"/>
                <a:gd name="T68" fmla="*/ 87 w 87"/>
                <a:gd name="T69" fmla="*/ 24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7" h="168">
                  <a:moveTo>
                    <a:pt x="87" y="24"/>
                  </a:moveTo>
                  <a:cubicBezTo>
                    <a:pt x="87" y="11"/>
                    <a:pt x="75" y="0"/>
                    <a:pt x="62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2" y="0"/>
                    <a:pt x="0" y="11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78"/>
                    <a:pt x="4" y="81"/>
                    <a:pt x="8" y="81"/>
                  </a:cubicBezTo>
                  <a:cubicBezTo>
                    <a:pt x="13" y="81"/>
                    <a:pt x="16" y="78"/>
                    <a:pt x="16" y="73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0" y="77"/>
                    <a:pt x="20" y="77"/>
                    <a:pt x="20" y="77"/>
                  </a:cubicBezTo>
                  <a:cubicBezTo>
                    <a:pt x="20" y="81"/>
                    <a:pt x="20" y="81"/>
                    <a:pt x="20" y="81"/>
                  </a:cubicBezTo>
                  <a:cubicBezTo>
                    <a:pt x="20" y="157"/>
                    <a:pt x="20" y="157"/>
                    <a:pt x="20" y="157"/>
                  </a:cubicBezTo>
                  <a:cubicBezTo>
                    <a:pt x="20" y="163"/>
                    <a:pt x="25" y="168"/>
                    <a:pt x="31" y="168"/>
                  </a:cubicBezTo>
                  <a:cubicBezTo>
                    <a:pt x="37" y="168"/>
                    <a:pt x="41" y="163"/>
                    <a:pt x="41" y="157"/>
                  </a:cubicBezTo>
                  <a:cubicBezTo>
                    <a:pt x="41" y="81"/>
                    <a:pt x="41" y="81"/>
                    <a:pt x="41" y="81"/>
                  </a:cubicBezTo>
                  <a:cubicBezTo>
                    <a:pt x="46" y="81"/>
                    <a:pt x="46" y="81"/>
                    <a:pt x="46" y="81"/>
                  </a:cubicBezTo>
                  <a:cubicBezTo>
                    <a:pt x="46" y="157"/>
                    <a:pt x="46" y="157"/>
                    <a:pt x="46" y="157"/>
                  </a:cubicBezTo>
                  <a:cubicBezTo>
                    <a:pt x="46" y="163"/>
                    <a:pt x="50" y="168"/>
                    <a:pt x="56" y="168"/>
                  </a:cubicBezTo>
                  <a:cubicBezTo>
                    <a:pt x="62" y="168"/>
                    <a:pt x="67" y="163"/>
                    <a:pt x="67" y="157"/>
                  </a:cubicBezTo>
                  <a:cubicBezTo>
                    <a:pt x="67" y="81"/>
                    <a:pt x="67" y="81"/>
                    <a:pt x="67" y="81"/>
                  </a:cubicBezTo>
                  <a:cubicBezTo>
                    <a:pt x="67" y="77"/>
                    <a:pt x="67" y="77"/>
                    <a:pt x="67" y="77"/>
                  </a:cubicBezTo>
                  <a:cubicBezTo>
                    <a:pt x="67" y="46"/>
                    <a:pt x="67" y="46"/>
                    <a:pt x="67" y="46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1" y="28"/>
                    <a:pt x="71" y="28"/>
                    <a:pt x="71" y="28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73"/>
                    <a:pt x="71" y="73"/>
                    <a:pt x="71" y="73"/>
                  </a:cubicBezTo>
                  <a:cubicBezTo>
                    <a:pt x="71" y="78"/>
                    <a:pt x="74" y="81"/>
                    <a:pt x="79" y="81"/>
                  </a:cubicBezTo>
                  <a:cubicBezTo>
                    <a:pt x="83" y="81"/>
                    <a:pt x="87" y="78"/>
                    <a:pt x="87" y="73"/>
                  </a:cubicBezTo>
                  <a:cubicBezTo>
                    <a:pt x="87" y="24"/>
                    <a:pt x="87" y="24"/>
                    <a:pt x="87" y="24"/>
                  </a:cubicBezTo>
                  <a:cubicBezTo>
                    <a:pt x="87" y="24"/>
                    <a:pt x="87" y="24"/>
                    <a:pt x="87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169" name="TextBox 168"/>
          <p:cNvSpPr txBox="1"/>
          <p:nvPr/>
        </p:nvSpPr>
        <p:spPr>
          <a:xfrm>
            <a:off x="2461185" y="5661583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10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70" name="TextBox 169"/>
          <p:cNvSpPr txBox="1"/>
          <p:nvPr/>
        </p:nvSpPr>
        <p:spPr>
          <a:xfrm>
            <a:off x="2823987" y="566158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7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76" name="TextBox 175"/>
          <p:cNvSpPr txBox="1"/>
          <p:nvPr/>
        </p:nvSpPr>
        <p:spPr>
          <a:xfrm>
            <a:off x="576598" y="5063757"/>
            <a:ext cx="570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Audio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178" name="Group 177"/>
          <p:cNvGrpSpPr/>
          <p:nvPr/>
        </p:nvGrpSpPr>
        <p:grpSpPr>
          <a:xfrm>
            <a:off x="976703" y="5339229"/>
            <a:ext cx="156477" cy="336185"/>
            <a:chOff x="5670635" y="1738427"/>
            <a:chExt cx="363538" cy="781050"/>
          </a:xfrm>
          <a:solidFill>
            <a:schemeClr val="bg2"/>
          </a:solidFill>
        </p:grpSpPr>
        <p:sp>
          <p:nvSpPr>
            <p:cNvPr id="184" name="Oval 25"/>
            <p:cNvSpPr>
              <a:spLocks noChangeArrowheads="1"/>
            </p:cNvSpPr>
            <p:nvPr/>
          </p:nvSpPr>
          <p:spPr bwMode="auto">
            <a:xfrm>
              <a:off x="5781760" y="1738427"/>
              <a:ext cx="141288" cy="1397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85" name="Freeform 26"/>
            <p:cNvSpPr/>
            <p:nvPr/>
          </p:nvSpPr>
          <p:spPr bwMode="auto">
            <a:xfrm>
              <a:off x="5670635" y="1889239"/>
              <a:ext cx="363538" cy="630238"/>
            </a:xfrm>
            <a:custGeom>
              <a:avLst/>
              <a:gdLst>
                <a:gd name="T0" fmla="*/ 94 w 95"/>
                <a:gd name="T1" fmla="*/ 64 h 167"/>
                <a:gd name="T2" fmla="*/ 80 w 95"/>
                <a:gd name="T3" fmla="*/ 19 h 167"/>
                <a:gd name="T4" fmla="*/ 79 w 95"/>
                <a:gd name="T5" fmla="*/ 18 h 167"/>
                <a:gd name="T6" fmla="*/ 56 w 95"/>
                <a:gd name="T7" fmla="*/ 0 h 167"/>
                <a:gd name="T8" fmla="*/ 49 w 95"/>
                <a:gd name="T9" fmla="*/ 0 h 167"/>
                <a:gd name="T10" fmla="*/ 46 w 95"/>
                <a:gd name="T11" fmla="*/ 0 h 167"/>
                <a:gd name="T12" fmla="*/ 39 w 95"/>
                <a:gd name="T13" fmla="*/ 0 h 167"/>
                <a:gd name="T14" fmla="*/ 16 w 95"/>
                <a:gd name="T15" fmla="*/ 18 h 167"/>
                <a:gd name="T16" fmla="*/ 15 w 95"/>
                <a:gd name="T17" fmla="*/ 19 h 167"/>
                <a:gd name="T18" fmla="*/ 1 w 95"/>
                <a:gd name="T19" fmla="*/ 64 h 167"/>
                <a:gd name="T20" fmla="*/ 5 w 95"/>
                <a:gd name="T21" fmla="*/ 73 h 167"/>
                <a:gd name="T22" fmla="*/ 15 w 95"/>
                <a:gd name="T23" fmla="*/ 69 h 167"/>
                <a:gd name="T24" fmla="*/ 28 w 95"/>
                <a:gd name="T25" fmla="*/ 25 h 167"/>
                <a:gd name="T26" fmla="*/ 32 w 95"/>
                <a:gd name="T27" fmla="*/ 25 h 167"/>
                <a:gd name="T28" fmla="*/ 8 w 95"/>
                <a:gd name="T29" fmla="*/ 100 h 167"/>
                <a:gd name="T30" fmla="*/ 27 w 95"/>
                <a:gd name="T31" fmla="*/ 100 h 167"/>
                <a:gd name="T32" fmla="*/ 27 w 95"/>
                <a:gd name="T33" fmla="*/ 158 h 167"/>
                <a:gd name="T34" fmla="*/ 36 w 95"/>
                <a:gd name="T35" fmla="*/ 167 h 167"/>
                <a:gd name="T36" fmla="*/ 44 w 95"/>
                <a:gd name="T37" fmla="*/ 158 h 167"/>
                <a:gd name="T38" fmla="*/ 44 w 95"/>
                <a:gd name="T39" fmla="*/ 100 h 167"/>
                <a:gd name="T40" fmla="*/ 51 w 95"/>
                <a:gd name="T41" fmla="*/ 100 h 167"/>
                <a:gd name="T42" fmla="*/ 51 w 95"/>
                <a:gd name="T43" fmla="*/ 158 h 167"/>
                <a:gd name="T44" fmla="*/ 59 w 95"/>
                <a:gd name="T45" fmla="*/ 167 h 167"/>
                <a:gd name="T46" fmla="*/ 68 w 95"/>
                <a:gd name="T47" fmla="*/ 158 h 167"/>
                <a:gd name="T48" fmla="*/ 68 w 95"/>
                <a:gd name="T49" fmla="*/ 100 h 167"/>
                <a:gd name="T50" fmla="*/ 87 w 95"/>
                <a:gd name="T51" fmla="*/ 100 h 167"/>
                <a:gd name="T52" fmla="*/ 63 w 95"/>
                <a:gd name="T53" fmla="*/ 25 h 167"/>
                <a:gd name="T54" fmla="*/ 67 w 95"/>
                <a:gd name="T55" fmla="*/ 25 h 167"/>
                <a:gd name="T56" fmla="*/ 80 w 95"/>
                <a:gd name="T57" fmla="*/ 69 h 167"/>
                <a:gd name="T58" fmla="*/ 90 w 95"/>
                <a:gd name="T59" fmla="*/ 73 h 167"/>
                <a:gd name="T60" fmla="*/ 94 w 95"/>
                <a:gd name="T61" fmla="*/ 64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95" h="167">
                  <a:moveTo>
                    <a:pt x="94" y="64"/>
                  </a:move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79" y="18"/>
                    <a:pt x="79" y="18"/>
                  </a:cubicBezTo>
                  <a:cubicBezTo>
                    <a:pt x="74" y="4"/>
                    <a:pt x="61" y="0"/>
                    <a:pt x="56" y="0"/>
                  </a:cubicBezTo>
                  <a:cubicBezTo>
                    <a:pt x="52" y="0"/>
                    <a:pt x="53" y="0"/>
                    <a:pt x="49" y="0"/>
                  </a:cubicBezTo>
                  <a:cubicBezTo>
                    <a:pt x="48" y="0"/>
                    <a:pt x="47" y="0"/>
                    <a:pt x="46" y="0"/>
                  </a:cubicBezTo>
                  <a:cubicBezTo>
                    <a:pt x="42" y="0"/>
                    <a:pt x="43" y="0"/>
                    <a:pt x="39" y="0"/>
                  </a:cubicBezTo>
                  <a:cubicBezTo>
                    <a:pt x="34" y="0"/>
                    <a:pt x="21" y="4"/>
                    <a:pt x="16" y="18"/>
                  </a:cubicBezTo>
                  <a:cubicBezTo>
                    <a:pt x="16" y="18"/>
                    <a:pt x="15" y="19"/>
                    <a:pt x="15" y="19"/>
                  </a:cubicBezTo>
                  <a:cubicBezTo>
                    <a:pt x="1" y="64"/>
                    <a:pt x="1" y="64"/>
                    <a:pt x="1" y="64"/>
                  </a:cubicBezTo>
                  <a:cubicBezTo>
                    <a:pt x="0" y="68"/>
                    <a:pt x="2" y="72"/>
                    <a:pt x="5" y="73"/>
                  </a:cubicBezTo>
                  <a:cubicBezTo>
                    <a:pt x="9" y="74"/>
                    <a:pt x="13" y="72"/>
                    <a:pt x="15" y="69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27" y="100"/>
                    <a:pt x="27" y="100"/>
                    <a:pt x="27" y="100"/>
                  </a:cubicBezTo>
                  <a:cubicBezTo>
                    <a:pt x="27" y="158"/>
                    <a:pt x="27" y="158"/>
                    <a:pt x="27" y="158"/>
                  </a:cubicBezTo>
                  <a:cubicBezTo>
                    <a:pt x="27" y="163"/>
                    <a:pt x="31" y="167"/>
                    <a:pt x="36" y="167"/>
                  </a:cubicBezTo>
                  <a:cubicBezTo>
                    <a:pt x="41" y="167"/>
                    <a:pt x="44" y="163"/>
                    <a:pt x="44" y="158"/>
                  </a:cubicBezTo>
                  <a:cubicBezTo>
                    <a:pt x="44" y="100"/>
                    <a:pt x="44" y="100"/>
                    <a:pt x="44" y="100"/>
                  </a:cubicBezTo>
                  <a:cubicBezTo>
                    <a:pt x="51" y="100"/>
                    <a:pt x="51" y="100"/>
                    <a:pt x="51" y="100"/>
                  </a:cubicBezTo>
                  <a:cubicBezTo>
                    <a:pt x="51" y="158"/>
                    <a:pt x="51" y="158"/>
                    <a:pt x="51" y="158"/>
                  </a:cubicBezTo>
                  <a:cubicBezTo>
                    <a:pt x="51" y="163"/>
                    <a:pt x="54" y="167"/>
                    <a:pt x="59" y="167"/>
                  </a:cubicBezTo>
                  <a:cubicBezTo>
                    <a:pt x="64" y="167"/>
                    <a:pt x="68" y="163"/>
                    <a:pt x="68" y="158"/>
                  </a:cubicBezTo>
                  <a:cubicBezTo>
                    <a:pt x="68" y="100"/>
                    <a:pt x="68" y="100"/>
                    <a:pt x="68" y="100"/>
                  </a:cubicBezTo>
                  <a:cubicBezTo>
                    <a:pt x="87" y="100"/>
                    <a:pt x="87" y="100"/>
                    <a:pt x="87" y="100"/>
                  </a:cubicBezTo>
                  <a:cubicBezTo>
                    <a:pt x="63" y="25"/>
                    <a:pt x="63" y="25"/>
                    <a:pt x="63" y="25"/>
                  </a:cubicBezTo>
                  <a:cubicBezTo>
                    <a:pt x="67" y="25"/>
                    <a:pt x="67" y="25"/>
                    <a:pt x="67" y="25"/>
                  </a:cubicBezTo>
                  <a:cubicBezTo>
                    <a:pt x="80" y="69"/>
                    <a:pt x="80" y="69"/>
                    <a:pt x="80" y="69"/>
                  </a:cubicBezTo>
                  <a:cubicBezTo>
                    <a:pt x="82" y="72"/>
                    <a:pt x="86" y="74"/>
                    <a:pt x="90" y="73"/>
                  </a:cubicBezTo>
                  <a:cubicBezTo>
                    <a:pt x="93" y="72"/>
                    <a:pt x="95" y="68"/>
                    <a:pt x="94" y="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179" name="Group 178"/>
          <p:cNvGrpSpPr/>
          <p:nvPr/>
        </p:nvGrpSpPr>
        <p:grpSpPr>
          <a:xfrm>
            <a:off x="513587" y="5340756"/>
            <a:ext cx="143494" cy="339602"/>
            <a:chOff x="5505535" y="930389"/>
            <a:chExt cx="333375" cy="788988"/>
          </a:xfrm>
          <a:solidFill>
            <a:schemeClr val="tx2"/>
          </a:solidFill>
        </p:grpSpPr>
        <p:sp>
          <p:nvSpPr>
            <p:cNvPr id="182" name="Oval 27"/>
            <p:cNvSpPr>
              <a:spLocks noChangeArrowheads="1"/>
            </p:cNvSpPr>
            <p:nvPr/>
          </p:nvSpPr>
          <p:spPr bwMode="auto">
            <a:xfrm>
              <a:off x="5602373" y="930389"/>
              <a:ext cx="141288" cy="1397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83" name="Freeform 28"/>
            <p:cNvSpPr/>
            <p:nvPr/>
          </p:nvSpPr>
          <p:spPr bwMode="auto">
            <a:xfrm>
              <a:off x="5505535" y="1084377"/>
              <a:ext cx="333375" cy="635000"/>
            </a:xfrm>
            <a:custGeom>
              <a:avLst/>
              <a:gdLst>
                <a:gd name="T0" fmla="*/ 87 w 87"/>
                <a:gd name="T1" fmla="*/ 24 h 168"/>
                <a:gd name="T2" fmla="*/ 62 w 87"/>
                <a:gd name="T3" fmla="*/ 0 h 168"/>
                <a:gd name="T4" fmla="*/ 37 w 87"/>
                <a:gd name="T5" fmla="*/ 0 h 168"/>
                <a:gd name="T6" fmla="*/ 35 w 87"/>
                <a:gd name="T7" fmla="*/ 0 h 168"/>
                <a:gd name="T8" fmla="*/ 25 w 87"/>
                <a:gd name="T9" fmla="*/ 0 h 168"/>
                <a:gd name="T10" fmla="*/ 0 w 87"/>
                <a:gd name="T11" fmla="*/ 24 h 168"/>
                <a:gd name="T12" fmla="*/ 0 w 87"/>
                <a:gd name="T13" fmla="*/ 24 h 168"/>
                <a:gd name="T14" fmla="*/ 0 w 87"/>
                <a:gd name="T15" fmla="*/ 73 h 168"/>
                <a:gd name="T16" fmla="*/ 8 w 87"/>
                <a:gd name="T17" fmla="*/ 81 h 168"/>
                <a:gd name="T18" fmla="*/ 16 w 87"/>
                <a:gd name="T19" fmla="*/ 73 h 168"/>
                <a:gd name="T20" fmla="*/ 16 w 87"/>
                <a:gd name="T21" fmla="*/ 44 h 168"/>
                <a:gd name="T22" fmla="*/ 16 w 87"/>
                <a:gd name="T23" fmla="*/ 28 h 168"/>
                <a:gd name="T24" fmla="*/ 20 w 87"/>
                <a:gd name="T25" fmla="*/ 28 h 168"/>
                <a:gd name="T26" fmla="*/ 20 w 87"/>
                <a:gd name="T27" fmla="*/ 46 h 168"/>
                <a:gd name="T28" fmla="*/ 20 w 87"/>
                <a:gd name="T29" fmla="*/ 77 h 168"/>
                <a:gd name="T30" fmla="*/ 20 w 87"/>
                <a:gd name="T31" fmla="*/ 81 h 168"/>
                <a:gd name="T32" fmla="*/ 20 w 87"/>
                <a:gd name="T33" fmla="*/ 157 h 168"/>
                <a:gd name="T34" fmla="*/ 31 w 87"/>
                <a:gd name="T35" fmla="*/ 168 h 168"/>
                <a:gd name="T36" fmla="*/ 41 w 87"/>
                <a:gd name="T37" fmla="*/ 157 h 168"/>
                <a:gd name="T38" fmla="*/ 41 w 87"/>
                <a:gd name="T39" fmla="*/ 81 h 168"/>
                <a:gd name="T40" fmla="*/ 46 w 87"/>
                <a:gd name="T41" fmla="*/ 81 h 168"/>
                <a:gd name="T42" fmla="*/ 46 w 87"/>
                <a:gd name="T43" fmla="*/ 157 h 168"/>
                <a:gd name="T44" fmla="*/ 56 w 87"/>
                <a:gd name="T45" fmla="*/ 168 h 168"/>
                <a:gd name="T46" fmla="*/ 67 w 87"/>
                <a:gd name="T47" fmla="*/ 157 h 168"/>
                <a:gd name="T48" fmla="*/ 67 w 87"/>
                <a:gd name="T49" fmla="*/ 81 h 168"/>
                <a:gd name="T50" fmla="*/ 67 w 87"/>
                <a:gd name="T51" fmla="*/ 77 h 168"/>
                <a:gd name="T52" fmla="*/ 67 w 87"/>
                <a:gd name="T53" fmla="*/ 46 h 168"/>
                <a:gd name="T54" fmla="*/ 67 w 87"/>
                <a:gd name="T55" fmla="*/ 28 h 168"/>
                <a:gd name="T56" fmla="*/ 71 w 87"/>
                <a:gd name="T57" fmla="*/ 28 h 168"/>
                <a:gd name="T58" fmla="*/ 71 w 87"/>
                <a:gd name="T59" fmla="*/ 44 h 168"/>
                <a:gd name="T60" fmla="*/ 71 w 87"/>
                <a:gd name="T61" fmla="*/ 73 h 168"/>
                <a:gd name="T62" fmla="*/ 79 w 87"/>
                <a:gd name="T63" fmla="*/ 81 h 168"/>
                <a:gd name="T64" fmla="*/ 87 w 87"/>
                <a:gd name="T65" fmla="*/ 73 h 168"/>
                <a:gd name="T66" fmla="*/ 87 w 87"/>
                <a:gd name="T67" fmla="*/ 24 h 168"/>
                <a:gd name="T68" fmla="*/ 87 w 87"/>
                <a:gd name="T69" fmla="*/ 24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7" h="168">
                  <a:moveTo>
                    <a:pt x="87" y="24"/>
                  </a:moveTo>
                  <a:cubicBezTo>
                    <a:pt x="87" y="11"/>
                    <a:pt x="75" y="0"/>
                    <a:pt x="62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2" y="0"/>
                    <a:pt x="0" y="11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78"/>
                    <a:pt x="4" y="81"/>
                    <a:pt x="8" y="81"/>
                  </a:cubicBezTo>
                  <a:cubicBezTo>
                    <a:pt x="13" y="81"/>
                    <a:pt x="16" y="78"/>
                    <a:pt x="16" y="73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0" y="77"/>
                    <a:pt x="20" y="77"/>
                    <a:pt x="20" y="77"/>
                  </a:cubicBezTo>
                  <a:cubicBezTo>
                    <a:pt x="20" y="81"/>
                    <a:pt x="20" y="81"/>
                    <a:pt x="20" y="81"/>
                  </a:cubicBezTo>
                  <a:cubicBezTo>
                    <a:pt x="20" y="157"/>
                    <a:pt x="20" y="157"/>
                    <a:pt x="20" y="157"/>
                  </a:cubicBezTo>
                  <a:cubicBezTo>
                    <a:pt x="20" y="163"/>
                    <a:pt x="25" y="168"/>
                    <a:pt x="31" y="168"/>
                  </a:cubicBezTo>
                  <a:cubicBezTo>
                    <a:pt x="37" y="168"/>
                    <a:pt x="41" y="163"/>
                    <a:pt x="41" y="157"/>
                  </a:cubicBezTo>
                  <a:cubicBezTo>
                    <a:pt x="41" y="81"/>
                    <a:pt x="41" y="81"/>
                    <a:pt x="41" y="81"/>
                  </a:cubicBezTo>
                  <a:cubicBezTo>
                    <a:pt x="46" y="81"/>
                    <a:pt x="46" y="81"/>
                    <a:pt x="46" y="81"/>
                  </a:cubicBezTo>
                  <a:cubicBezTo>
                    <a:pt x="46" y="157"/>
                    <a:pt x="46" y="157"/>
                    <a:pt x="46" y="157"/>
                  </a:cubicBezTo>
                  <a:cubicBezTo>
                    <a:pt x="46" y="163"/>
                    <a:pt x="50" y="168"/>
                    <a:pt x="56" y="168"/>
                  </a:cubicBezTo>
                  <a:cubicBezTo>
                    <a:pt x="62" y="168"/>
                    <a:pt x="67" y="163"/>
                    <a:pt x="67" y="157"/>
                  </a:cubicBezTo>
                  <a:cubicBezTo>
                    <a:pt x="67" y="81"/>
                    <a:pt x="67" y="81"/>
                    <a:pt x="67" y="81"/>
                  </a:cubicBezTo>
                  <a:cubicBezTo>
                    <a:pt x="67" y="77"/>
                    <a:pt x="67" y="77"/>
                    <a:pt x="67" y="77"/>
                  </a:cubicBezTo>
                  <a:cubicBezTo>
                    <a:pt x="67" y="46"/>
                    <a:pt x="67" y="46"/>
                    <a:pt x="67" y="46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1" y="28"/>
                    <a:pt x="71" y="28"/>
                    <a:pt x="71" y="28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73"/>
                    <a:pt x="71" y="73"/>
                    <a:pt x="71" y="73"/>
                  </a:cubicBezTo>
                  <a:cubicBezTo>
                    <a:pt x="71" y="78"/>
                    <a:pt x="74" y="81"/>
                    <a:pt x="79" y="81"/>
                  </a:cubicBezTo>
                  <a:cubicBezTo>
                    <a:pt x="83" y="81"/>
                    <a:pt x="87" y="78"/>
                    <a:pt x="87" y="73"/>
                  </a:cubicBezTo>
                  <a:cubicBezTo>
                    <a:pt x="87" y="24"/>
                    <a:pt x="87" y="24"/>
                    <a:pt x="87" y="24"/>
                  </a:cubicBezTo>
                  <a:cubicBezTo>
                    <a:pt x="87" y="24"/>
                    <a:pt x="87" y="24"/>
                    <a:pt x="87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180" name="TextBox 179"/>
          <p:cNvSpPr txBox="1"/>
          <p:nvPr/>
        </p:nvSpPr>
        <p:spPr>
          <a:xfrm>
            <a:off x="447315" y="567847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7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81" name="TextBox 180"/>
          <p:cNvSpPr txBox="1"/>
          <p:nvPr/>
        </p:nvSpPr>
        <p:spPr>
          <a:xfrm>
            <a:off x="916922" y="567847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5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cxnSp>
        <p:nvCxnSpPr>
          <p:cNvPr id="211" name="Elbow Connector 210"/>
          <p:cNvCxnSpPr>
            <a:stCxn id="217" idx="1"/>
          </p:cNvCxnSpPr>
          <p:nvPr/>
        </p:nvCxnSpPr>
        <p:spPr>
          <a:xfrm rot="10800000" flipV="1">
            <a:off x="1132869" y="2645490"/>
            <a:ext cx="308304" cy="610792"/>
          </a:xfrm>
          <a:prstGeom prst="bentConnector2">
            <a:avLst/>
          </a:prstGeom>
          <a:ln w="15875">
            <a:solidFill>
              <a:schemeClr val="accent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216"/>
          <p:cNvSpPr txBox="1"/>
          <p:nvPr/>
        </p:nvSpPr>
        <p:spPr>
          <a:xfrm>
            <a:off x="1441173" y="2506990"/>
            <a:ext cx="7377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Creative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218" name="Group 217"/>
          <p:cNvGrpSpPr/>
          <p:nvPr/>
        </p:nvGrpSpPr>
        <p:grpSpPr>
          <a:xfrm>
            <a:off x="1905367" y="1910772"/>
            <a:ext cx="156477" cy="336185"/>
            <a:chOff x="5670635" y="1738427"/>
            <a:chExt cx="363538" cy="781050"/>
          </a:xfrm>
          <a:solidFill>
            <a:schemeClr val="bg2"/>
          </a:solidFill>
        </p:grpSpPr>
        <p:sp>
          <p:nvSpPr>
            <p:cNvPr id="219" name="Oval 25"/>
            <p:cNvSpPr>
              <a:spLocks noChangeArrowheads="1"/>
            </p:cNvSpPr>
            <p:nvPr/>
          </p:nvSpPr>
          <p:spPr bwMode="auto">
            <a:xfrm>
              <a:off x="5781760" y="1738427"/>
              <a:ext cx="141288" cy="1397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20" name="Freeform 26"/>
            <p:cNvSpPr/>
            <p:nvPr/>
          </p:nvSpPr>
          <p:spPr bwMode="auto">
            <a:xfrm>
              <a:off x="5670635" y="1889239"/>
              <a:ext cx="363538" cy="630238"/>
            </a:xfrm>
            <a:custGeom>
              <a:avLst/>
              <a:gdLst>
                <a:gd name="T0" fmla="*/ 94 w 95"/>
                <a:gd name="T1" fmla="*/ 64 h 167"/>
                <a:gd name="T2" fmla="*/ 80 w 95"/>
                <a:gd name="T3" fmla="*/ 19 h 167"/>
                <a:gd name="T4" fmla="*/ 79 w 95"/>
                <a:gd name="T5" fmla="*/ 18 h 167"/>
                <a:gd name="T6" fmla="*/ 56 w 95"/>
                <a:gd name="T7" fmla="*/ 0 h 167"/>
                <a:gd name="T8" fmla="*/ 49 w 95"/>
                <a:gd name="T9" fmla="*/ 0 h 167"/>
                <a:gd name="T10" fmla="*/ 46 w 95"/>
                <a:gd name="T11" fmla="*/ 0 h 167"/>
                <a:gd name="T12" fmla="*/ 39 w 95"/>
                <a:gd name="T13" fmla="*/ 0 h 167"/>
                <a:gd name="T14" fmla="*/ 16 w 95"/>
                <a:gd name="T15" fmla="*/ 18 h 167"/>
                <a:gd name="T16" fmla="*/ 15 w 95"/>
                <a:gd name="T17" fmla="*/ 19 h 167"/>
                <a:gd name="T18" fmla="*/ 1 w 95"/>
                <a:gd name="T19" fmla="*/ 64 h 167"/>
                <a:gd name="T20" fmla="*/ 5 w 95"/>
                <a:gd name="T21" fmla="*/ 73 h 167"/>
                <a:gd name="T22" fmla="*/ 15 w 95"/>
                <a:gd name="T23" fmla="*/ 69 h 167"/>
                <a:gd name="T24" fmla="*/ 28 w 95"/>
                <a:gd name="T25" fmla="*/ 25 h 167"/>
                <a:gd name="T26" fmla="*/ 32 w 95"/>
                <a:gd name="T27" fmla="*/ 25 h 167"/>
                <a:gd name="T28" fmla="*/ 8 w 95"/>
                <a:gd name="T29" fmla="*/ 100 h 167"/>
                <a:gd name="T30" fmla="*/ 27 w 95"/>
                <a:gd name="T31" fmla="*/ 100 h 167"/>
                <a:gd name="T32" fmla="*/ 27 w 95"/>
                <a:gd name="T33" fmla="*/ 158 h 167"/>
                <a:gd name="T34" fmla="*/ 36 w 95"/>
                <a:gd name="T35" fmla="*/ 167 h 167"/>
                <a:gd name="T36" fmla="*/ 44 w 95"/>
                <a:gd name="T37" fmla="*/ 158 h 167"/>
                <a:gd name="T38" fmla="*/ 44 w 95"/>
                <a:gd name="T39" fmla="*/ 100 h 167"/>
                <a:gd name="T40" fmla="*/ 51 w 95"/>
                <a:gd name="T41" fmla="*/ 100 h 167"/>
                <a:gd name="T42" fmla="*/ 51 w 95"/>
                <a:gd name="T43" fmla="*/ 158 h 167"/>
                <a:gd name="T44" fmla="*/ 59 w 95"/>
                <a:gd name="T45" fmla="*/ 167 h 167"/>
                <a:gd name="T46" fmla="*/ 68 w 95"/>
                <a:gd name="T47" fmla="*/ 158 h 167"/>
                <a:gd name="T48" fmla="*/ 68 w 95"/>
                <a:gd name="T49" fmla="*/ 100 h 167"/>
                <a:gd name="T50" fmla="*/ 87 w 95"/>
                <a:gd name="T51" fmla="*/ 100 h 167"/>
                <a:gd name="T52" fmla="*/ 63 w 95"/>
                <a:gd name="T53" fmla="*/ 25 h 167"/>
                <a:gd name="T54" fmla="*/ 67 w 95"/>
                <a:gd name="T55" fmla="*/ 25 h 167"/>
                <a:gd name="T56" fmla="*/ 80 w 95"/>
                <a:gd name="T57" fmla="*/ 69 h 167"/>
                <a:gd name="T58" fmla="*/ 90 w 95"/>
                <a:gd name="T59" fmla="*/ 73 h 167"/>
                <a:gd name="T60" fmla="*/ 94 w 95"/>
                <a:gd name="T61" fmla="*/ 64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95" h="167">
                  <a:moveTo>
                    <a:pt x="94" y="64"/>
                  </a:move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79" y="18"/>
                    <a:pt x="79" y="18"/>
                  </a:cubicBezTo>
                  <a:cubicBezTo>
                    <a:pt x="74" y="4"/>
                    <a:pt x="61" y="0"/>
                    <a:pt x="56" y="0"/>
                  </a:cubicBezTo>
                  <a:cubicBezTo>
                    <a:pt x="52" y="0"/>
                    <a:pt x="53" y="0"/>
                    <a:pt x="49" y="0"/>
                  </a:cubicBezTo>
                  <a:cubicBezTo>
                    <a:pt x="48" y="0"/>
                    <a:pt x="47" y="0"/>
                    <a:pt x="46" y="0"/>
                  </a:cubicBezTo>
                  <a:cubicBezTo>
                    <a:pt x="42" y="0"/>
                    <a:pt x="43" y="0"/>
                    <a:pt x="39" y="0"/>
                  </a:cubicBezTo>
                  <a:cubicBezTo>
                    <a:pt x="34" y="0"/>
                    <a:pt x="21" y="4"/>
                    <a:pt x="16" y="18"/>
                  </a:cubicBezTo>
                  <a:cubicBezTo>
                    <a:pt x="16" y="18"/>
                    <a:pt x="15" y="19"/>
                    <a:pt x="15" y="19"/>
                  </a:cubicBezTo>
                  <a:cubicBezTo>
                    <a:pt x="1" y="64"/>
                    <a:pt x="1" y="64"/>
                    <a:pt x="1" y="64"/>
                  </a:cubicBezTo>
                  <a:cubicBezTo>
                    <a:pt x="0" y="68"/>
                    <a:pt x="2" y="72"/>
                    <a:pt x="5" y="73"/>
                  </a:cubicBezTo>
                  <a:cubicBezTo>
                    <a:pt x="9" y="74"/>
                    <a:pt x="13" y="72"/>
                    <a:pt x="15" y="69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27" y="100"/>
                    <a:pt x="27" y="100"/>
                    <a:pt x="27" y="100"/>
                  </a:cubicBezTo>
                  <a:cubicBezTo>
                    <a:pt x="27" y="158"/>
                    <a:pt x="27" y="158"/>
                    <a:pt x="27" y="158"/>
                  </a:cubicBezTo>
                  <a:cubicBezTo>
                    <a:pt x="27" y="163"/>
                    <a:pt x="31" y="167"/>
                    <a:pt x="36" y="167"/>
                  </a:cubicBezTo>
                  <a:cubicBezTo>
                    <a:pt x="41" y="167"/>
                    <a:pt x="44" y="163"/>
                    <a:pt x="44" y="158"/>
                  </a:cubicBezTo>
                  <a:cubicBezTo>
                    <a:pt x="44" y="100"/>
                    <a:pt x="44" y="100"/>
                    <a:pt x="44" y="100"/>
                  </a:cubicBezTo>
                  <a:cubicBezTo>
                    <a:pt x="51" y="100"/>
                    <a:pt x="51" y="100"/>
                    <a:pt x="51" y="100"/>
                  </a:cubicBezTo>
                  <a:cubicBezTo>
                    <a:pt x="51" y="158"/>
                    <a:pt x="51" y="158"/>
                    <a:pt x="51" y="158"/>
                  </a:cubicBezTo>
                  <a:cubicBezTo>
                    <a:pt x="51" y="163"/>
                    <a:pt x="54" y="167"/>
                    <a:pt x="59" y="167"/>
                  </a:cubicBezTo>
                  <a:cubicBezTo>
                    <a:pt x="64" y="167"/>
                    <a:pt x="68" y="163"/>
                    <a:pt x="68" y="158"/>
                  </a:cubicBezTo>
                  <a:cubicBezTo>
                    <a:pt x="68" y="100"/>
                    <a:pt x="68" y="100"/>
                    <a:pt x="68" y="100"/>
                  </a:cubicBezTo>
                  <a:cubicBezTo>
                    <a:pt x="87" y="100"/>
                    <a:pt x="87" y="100"/>
                    <a:pt x="87" y="100"/>
                  </a:cubicBezTo>
                  <a:cubicBezTo>
                    <a:pt x="63" y="25"/>
                    <a:pt x="63" y="25"/>
                    <a:pt x="63" y="25"/>
                  </a:cubicBezTo>
                  <a:cubicBezTo>
                    <a:pt x="67" y="25"/>
                    <a:pt x="67" y="25"/>
                    <a:pt x="67" y="25"/>
                  </a:cubicBezTo>
                  <a:cubicBezTo>
                    <a:pt x="80" y="69"/>
                    <a:pt x="80" y="69"/>
                    <a:pt x="80" y="69"/>
                  </a:cubicBezTo>
                  <a:cubicBezTo>
                    <a:pt x="82" y="72"/>
                    <a:pt x="86" y="74"/>
                    <a:pt x="90" y="73"/>
                  </a:cubicBezTo>
                  <a:cubicBezTo>
                    <a:pt x="93" y="72"/>
                    <a:pt x="95" y="68"/>
                    <a:pt x="94" y="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221" name="Group 220"/>
          <p:cNvGrpSpPr/>
          <p:nvPr/>
        </p:nvGrpSpPr>
        <p:grpSpPr>
          <a:xfrm>
            <a:off x="1590733" y="1912299"/>
            <a:ext cx="143494" cy="339602"/>
            <a:chOff x="5505535" y="930389"/>
            <a:chExt cx="333375" cy="788988"/>
          </a:xfrm>
          <a:solidFill>
            <a:schemeClr val="tx2"/>
          </a:solidFill>
        </p:grpSpPr>
        <p:sp>
          <p:nvSpPr>
            <p:cNvPr id="222" name="Oval 27"/>
            <p:cNvSpPr>
              <a:spLocks noChangeArrowheads="1"/>
            </p:cNvSpPr>
            <p:nvPr/>
          </p:nvSpPr>
          <p:spPr bwMode="auto">
            <a:xfrm>
              <a:off x="5602373" y="930389"/>
              <a:ext cx="141288" cy="1397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23" name="Freeform 28"/>
            <p:cNvSpPr/>
            <p:nvPr/>
          </p:nvSpPr>
          <p:spPr bwMode="auto">
            <a:xfrm>
              <a:off x="5505535" y="1084377"/>
              <a:ext cx="333375" cy="635000"/>
            </a:xfrm>
            <a:custGeom>
              <a:avLst/>
              <a:gdLst>
                <a:gd name="T0" fmla="*/ 87 w 87"/>
                <a:gd name="T1" fmla="*/ 24 h 168"/>
                <a:gd name="T2" fmla="*/ 62 w 87"/>
                <a:gd name="T3" fmla="*/ 0 h 168"/>
                <a:gd name="T4" fmla="*/ 37 w 87"/>
                <a:gd name="T5" fmla="*/ 0 h 168"/>
                <a:gd name="T6" fmla="*/ 35 w 87"/>
                <a:gd name="T7" fmla="*/ 0 h 168"/>
                <a:gd name="T8" fmla="*/ 25 w 87"/>
                <a:gd name="T9" fmla="*/ 0 h 168"/>
                <a:gd name="T10" fmla="*/ 0 w 87"/>
                <a:gd name="T11" fmla="*/ 24 h 168"/>
                <a:gd name="T12" fmla="*/ 0 w 87"/>
                <a:gd name="T13" fmla="*/ 24 h 168"/>
                <a:gd name="T14" fmla="*/ 0 w 87"/>
                <a:gd name="T15" fmla="*/ 73 h 168"/>
                <a:gd name="T16" fmla="*/ 8 w 87"/>
                <a:gd name="T17" fmla="*/ 81 h 168"/>
                <a:gd name="T18" fmla="*/ 16 w 87"/>
                <a:gd name="T19" fmla="*/ 73 h 168"/>
                <a:gd name="T20" fmla="*/ 16 w 87"/>
                <a:gd name="T21" fmla="*/ 44 h 168"/>
                <a:gd name="T22" fmla="*/ 16 w 87"/>
                <a:gd name="T23" fmla="*/ 28 h 168"/>
                <a:gd name="T24" fmla="*/ 20 w 87"/>
                <a:gd name="T25" fmla="*/ 28 h 168"/>
                <a:gd name="T26" fmla="*/ 20 w 87"/>
                <a:gd name="T27" fmla="*/ 46 h 168"/>
                <a:gd name="T28" fmla="*/ 20 w 87"/>
                <a:gd name="T29" fmla="*/ 77 h 168"/>
                <a:gd name="T30" fmla="*/ 20 w 87"/>
                <a:gd name="T31" fmla="*/ 81 h 168"/>
                <a:gd name="T32" fmla="*/ 20 w 87"/>
                <a:gd name="T33" fmla="*/ 157 h 168"/>
                <a:gd name="T34" fmla="*/ 31 w 87"/>
                <a:gd name="T35" fmla="*/ 168 h 168"/>
                <a:gd name="T36" fmla="*/ 41 w 87"/>
                <a:gd name="T37" fmla="*/ 157 h 168"/>
                <a:gd name="T38" fmla="*/ 41 w 87"/>
                <a:gd name="T39" fmla="*/ 81 h 168"/>
                <a:gd name="T40" fmla="*/ 46 w 87"/>
                <a:gd name="T41" fmla="*/ 81 h 168"/>
                <a:gd name="T42" fmla="*/ 46 w 87"/>
                <a:gd name="T43" fmla="*/ 157 h 168"/>
                <a:gd name="T44" fmla="*/ 56 w 87"/>
                <a:gd name="T45" fmla="*/ 168 h 168"/>
                <a:gd name="T46" fmla="*/ 67 w 87"/>
                <a:gd name="T47" fmla="*/ 157 h 168"/>
                <a:gd name="T48" fmla="*/ 67 w 87"/>
                <a:gd name="T49" fmla="*/ 81 h 168"/>
                <a:gd name="T50" fmla="*/ 67 w 87"/>
                <a:gd name="T51" fmla="*/ 77 h 168"/>
                <a:gd name="T52" fmla="*/ 67 w 87"/>
                <a:gd name="T53" fmla="*/ 46 h 168"/>
                <a:gd name="T54" fmla="*/ 67 w 87"/>
                <a:gd name="T55" fmla="*/ 28 h 168"/>
                <a:gd name="T56" fmla="*/ 71 w 87"/>
                <a:gd name="T57" fmla="*/ 28 h 168"/>
                <a:gd name="T58" fmla="*/ 71 w 87"/>
                <a:gd name="T59" fmla="*/ 44 h 168"/>
                <a:gd name="T60" fmla="*/ 71 w 87"/>
                <a:gd name="T61" fmla="*/ 73 h 168"/>
                <a:gd name="T62" fmla="*/ 79 w 87"/>
                <a:gd name="T63" fmla="*/ 81 h 168"/>
                <a:gd name="T64" fmla="*/ 87 w 87"/>
                <a:gd name="T65" fmla="*/ 73 h 168"/>
                <a:gd name="T66" fmla="*/ 87 w 87"/>
                <a:gd name="T67" fmla="*/ 24 h 168"/>
                <a:gd name="T68" fmla="*/ 87 w 87"/>
                <a:gd name="T69" fmla="*/ 24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7" h="168">
                  <a:moveTo>
                    <a:pt x="87" y="24"/>
                  </a:moveTo>
                  <a:cubicBezTo>
                    <a:pt x="87" y="11"/>
                    <a:pt x="75" y="0"/>
                    <a:pt x="62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2" y="0"/>
                    <a:pt x="0" y="11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78"/>
                    <a:pt x="4" y="81"/>
                    <a:pt x="8" y="81"/>
                  </a:cubicBezTo>
                  <a:cubicBezTo>
                    <a:pt x="13" y="81"/>
                    <a:pt x="16" y="78"/>
                    <a:pt x="16" y="73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0" y="77"/>
                    <a:pt x="20" y="77"/>
                    <a:pt x="20" y="77"/>
                  </a:cubicBezTo>
                  <a:cubicBezTo>
                    <a:pt x="20" y="81"/>
                    <a:pt x="20" y="81"/>
                    <a:pt x="20" y="81"/>
                  </a:cubicBezTo>
                  <a:cubicBezTo>
                    <a:pt x="20" y="157"/>
                    <a:pt x="20" y="157"/>
                    <a:pt x="20" y="157"/>
                  </a:cubicBezTo>
                  <a:cubicBezTo>
                    <a:pt x="20" y="163"/>
                    <a:pt x="25" y="168"/>
                    <a:pt x="31" y="168"/>
                  </a:cubicBezTo>
                  <a:cubicBezTo>
                    <a:pt x="37" y="168"/>
                    <a:pt x="41" y="163"/>
                    <a:pt x="41" y="157"/>
                  </a:cubicBezTo>
                  <a:cubicBezTo>
                    <a:pt x="41" y="81"/>
                    <a:pt x="41" y="81"/>
                    <a:pt x="41" y="81"/>
                  </a:cubicBezTo>
                  <a:cubicBezTo>
                    <a:pt x="46" y="81"/>
                    <a:pt x="46" y="81"/>
                    <a:pt x="46" y="81"/>
                  </a:cubicBezTo>
                  <a:cubicBezTo>
                    <a:pt x="46" y="157"/>
                    <a:pt x="46" y="157"/>
                    <a:pt x="46" y="157"/>
                  </a:cubicBezTo>
                  <a:cubicBezTo>
                    <a:pt x="46" y="163"/>
                    <a:pt x="50" y="168"/>
                    <a:pt x="56" y="168"/>
                  </a:cubicBezTo>
                  <a:cubicBezTo>
                    <a:pt x="62" y="168"/>
                    <a:pt x="67" y="163"/>
                    <a:pt x="67" y="157"/>
                  </a:cubicBezTo>
                  <a:cubicBezTo>
                    <a:pt x="67" y="81"/>
                    <a:pt x="67" y="81"/>
                    <a:pt x="67" y="81"/>
                  </a:cubicBezTo>
                  <a:cubicBezTo>
                    <a:pt x="67" y="77"/>
                    <a:pt x="67" y="77"/>
                    <a:pt x="67" y="77"/>
                  </a:cubicBezTo>
                  <a:cubicBezTo>
                    <a:pt x="67" y="46"/>
                    <a:pt x="67" y="46"/>
                    <a:pt x="67" y="46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1" y="28"/>
                    <a:pt x="71" y="28"/>
                    <a:pt x="71" y="28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73"/>
                    <a:pt x="71" y="73"/>
                    <a:pt x="71" y="73"/>
                  </a:cubicBezTo>
                  <a:cubicBezTo>
                    <a:pt x="71" y="78"/>
                    <a:pt x="74" y="81"/>
                    <a:pt x="79" y="81"/>
                  </a:cubicBezTo>
                  <a:cubicBezTo>
                    <a:pt x="83" y="81"/>
                    <a:pt x="87" y="78"/>
                    <a:pt x="87" y="73"/>
                  </a:cubicBezTo>
                  <a:cubicBezTo>
                    <a:pt x="87" y="24"/>
                    <a:pt x="87" y="24"/>
                    <a:pt x="87" y="24"/>
                  </a:cubicBezTo>
                  <a:cubicBezTo>
                    <a:pt x="87" y="24"/>
                    <a:pt x="87" y="24"/>
                    <a:pt x="87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224" name="TextBox 223"/>
          <p:cNvSpPr txBox="1"/>
          <p:nvPr/>
        </p:nvSpPr>
        <p:spPr>
          <a:xfrm>
            <a:off x="1520454" y="2282080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3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25" name="TextBox 224"/>
          <p:cNvSpPr txBox="1"/>
          <p:nvPr/>
        </p:nvSpPr>
        <p:spPr>
          <a:xfrm>
            <a:off x="1841579" y="2282080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6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41" name="TextBox 240"/>
          <p:cNvSpPr txBox="1"/>
          <p:nvPr/>
        </p:nvSpPr>
        <p:spPr>
          <a:xfrm>
            <a:off x="4572853" y="4987282"/>
            <a:ext cx="6479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Coders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242" name="Group 241"/>
          <p:cNvGrpSpPr/>
          <p:nvPr/>
        </p:nvGrpSpPr>
        <p:grpSpPr>
          <a:xfrm>
            <a:off x="4998338" y="5264358"/>
            <a:ext cx="156477" cy="336185"/>
            <a:chOff x="5670635" y="1738427"/>
            <a:chExt cx="363538" cy="781050"/>
          </a:xfrm>
          <a:solidFill>
            <a:schemeClr val="bg2"/>
          </a:solidFill>
        </p:grpSpPr>
        <p:sp>
          <p:nvSpPr>
            <p:cNvPr id="243" name="Oval 25"/>
            <p:cNvSpPr>
              <a:spLocks noChangeArrowheads="1"/>
            </p:cNvSpPr>
            <p:nvPr/>
          </p:nvSpPr>
          <p:spPr bwMode="auto">
            <a:xfrm>
              <a:off x="5781760" y="1738427"/>
              <a:ext cx="141288" cy="1397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44" name="Freeform 26"/>
            <p:cNvSpPr/>
            <p:nvPr/>
          </p:nvSpPr>
          <p:spPr bwMode="auto">
            <a:xfrm>
              <a:off x="5670635" y="1889239"/>
              <a:ext cx="363538" cy="630238"/>
            </a:xfrm>
            <a:custGeom>
              <a:avLst/>
              <a:gdLst>
                <a:gd name="T0" fmla="*/ 94 w 95"/>
                <a:gd name="T1" fmla="*/ 64 h 167"/>
                <a:gd name="T2" fmla="*/ 80 w 95"/>
                <a:gd name="T3" fmla="*/ 19 h 167"/>
                <a:gd name="T4" fmla="*/ 79 w 95"/>
                <a:gd name="T5" fmla="*/ 18 h 167"/>
                <a:gd name="T6" fmla="*/ 56 w 95"/>
                <a:gd name="T7" fmla="*/ 0 h 167"/>
                <a:gd name="T8" fmla="*/ 49 w 95"/>
                <a:gd name="T9" fmla="*/ 0 h 167"/>
                <a:gd name="T10" fmla="*/ 46 w 95"/>
                <a:gd name="T11" fmla="*/ 0 h 167"/>
                <a:gd name="T12" fmla="*/ 39 w 95"/>
                <a:gd name="T13" fmla="*/ 0 h 167"/>
                <a:gd name="T14" fmla="*/ 16 w 95"/>
                <a:gd name="T15" fmla="*/ 18 h 167"/>
                <a:gd name="T16" fmla="*/ 15 w 95"/>
                <a:gd name="T17" fmla="*/ 19 h 167"/>
                <a:gd name="T18" fmla="*/ 1 w 95"/>
                <a:gd name="T19" fmla="*/ 64 h 167"/>
                <a:gd name="T20" fmla="*/ 5 w 95"/>
                <a:gd name="T21" fmla="*/ 73 h 167"/>
                <a:gd name="T22" fmla="*/ 15 w 95"/>
                <a:gd name="T23" fmla="*/ 69 h 167"/>
                <a:gd name="T24" fmla="*/ 28 w 95"/>
                <a:gd name="T25" fmla="*/ 25 h 167"/>
                <a:gd name="T26" fmla="*/ 32 w 95"/>
                <a:gd name="T27" fmla="*/ 25 h 167"/>
                <a:gd name="T28" fmla="*/ 8 w 95"/>
                <a:gd name="T29" fmla="*/ 100 h 167"/>
                <a:gd name="T30" fmla="*/ 27 w 95"/>
                <a:gd name="T31" fmla="*/ 100 h 167"/>
                <a:gd name="T32" fmla="*/ 27 w 95"/>
                <a:gd name="T33" fmla="*/ 158 h 167"/>
                <a:gd name="T34" fmla="*/ 36 w 95"/>
                <a:gd name="T35" fmla="*/ 167 h 167"/>
                <a:gd name="T36" fmla="*/ 44 w 95"/>
                <a:gd name="T37" fmla="*/ 158 h 167"/>
                <a:gd name="T38" fmla="*/ 44 w 95"/>
                <a:gd name="T39" fmla="*/ 100 h 167"/>
                <a:gd name="T40" fmla="*/ 51 w 95"/>
                <a:gd name="T41" fmla="*/ 100 h 167"/>
                <a:gd name="T42" fmla="*/ 51 w 95"/>
                <a:gd name="T43" fmla="*/ 158 h 167"/>
                <a:gd name="T44" fmla="*/ 59 w 95"/>
                <a:gd name="T45" fmla="*/ 167 h 167"/>
                <a:gd name="T46" fmla="*/ 68 w 95"/>
                <a:gd name="T47" fmla="*/ 158 h 167"/>
                <a:gd name="T48" fmla="*/ 68 w 95"/>
                <a:gd name="T49" fmla="*/ 100 h 167"/>
                <a:gd name="T50" fmla="*/ 87 w 95"/>
                <a:gd name="T51" fmla="*/ 100 h 167"/>
                <a:gd name="T52" fmla="*/ 63 w 95"/>
                <a:gd name="T53" fmla="*/ 25 h 167"/>
                <a:gd name="T54" fmla="*/ 67 w 95"/>
                <a:gd name="T55" fmla="*/ 25 h 167"/>
                <a:gd name="T56" fmla="*/ 80 w 95"/>
                <a:gd name="T57" fmla="*/ 69 h 167"/>
                <a:gd name="T58" fmla="*/ 90 w 95"/>
                <a:gd name="T59" fmla="*/ 73 h 167"/>
                <a:gd name="T60" fmla="*/ 94 w 95"/>
                <a:gd name="T61" fmla="*/ 64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95" h="167">
                  <a:moveTo>
                    <a:pt x="94" y="64"/>
                  </a:move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79" y="18"/>
                    <a:pt x="79" y="18"/>
                  </a:cubicBezTo>
                  <a:cubicBezTo>
                    <a:pt x="74" y="4"/>
                    <a:pt x="61" y="0"/>
                    <a:pt x="56" y="0"/>
                  </a:cubicBezTo>
                  <a:cubicBezTo>
                    <a:pt x="52" y="0"/>
                    <a:pt x="53" y="0"/>
                    <a:pt x="49" y="0"/>
                  </a:cubicBezTo>
                  <a:cubicBezTo>
                    <a:pt x="48" y="0"/>
                    <a:pt x="47" y="0"/>
                    <a:pt x="46" y="0"/>
                  </a:cubicBezTo>
                  <a:cubicBezTo>
                    <a:pt x="42" y="0"/>
                    <a:pt x="43" y="0"/>
                    <a:pt x="39" y="0"/>
                  </a:cubicBezTo>
                  <a:cubicBezTo>
                    <a:pt x="34" y="0"/>
                    <a:pt x="21" y="4"/>
                    <a:pt x="16" y="18"/>
                  </a:cubicBezTo>
                  <a:cubicBezTo>
                    <a:pt x="16" y="18"/>
                    <a:pt x="15" y="19"/>
                    <a:pt x="15" y="19"/>
                  </a:cubicBezTo>
                  <a:cubicBezTo>
                    <a:pt x="1" y="64"/>
                    <a:pt x="1" y="64"/>
                    <a:pt x="1" y="64"/>
                  </a:cubicBezTo>
                  <a:cubicBezTo>
                    <a:pt x="0" y="68"/>
                    <a:pt x="2" y="72"/>
                    <a:pt x="5" y="73"/>
                  </a:cubicBezTo>
                  <a:cubicBezTo>
                    <a:pt x="9" y="74"/>
                    <a:pt x="13" y="72"/>
                    <a:pt x="15" y="69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27" y="100"/>
                    <a:pt x="27" y="100"/>
                    <a:pt x="27" y="100"/>
                  </a:cubicBezTo>
                  <a:cubicBezTo>
                    <a:pt x="27" y="158"/>
                    <a:pt x="27" y="158"/>
                    <a:pt x="27" y="158"/>
                  </a:cubicBezTo>
                  <a:cubicBezTo>
                    <a:pt x="27" y="163"/>
                    <a:pt x="31" y="167"/>
                    <a:pt x="36" y="167"/>
                  </a:cubicBezTo>
                  <a:cubicBezTo>
                    <a:pt x="41" y="167"/>
                    <a:pt x="44" y="163"/>
                    <a:pt x="44" y="158"/>
                  </a:cubicBezTo>
                  <a:cubicBezTo>
                    <a:pt x="44" y="100"/>
                    <a:pt x="44" y="100"/>
                    <a:pt x="44" y="100"/>
                  </a:cubicBezTo>
                  <a:cubicBezTo>
                    <a:pt x="51" y="100"/>
                    <a:pt x="51" y="100"/>
                    <a:pt x="51" y="100"/>
                  </a:cubicBezTo>
                  <a:cubicBezTo>
                    <a:pt x="51" y="158"/>
                    <a:pt x="51" y="158"/>
                    <a:pt x="51" y="158"/>
                  </a:cubicBezTo>
                  <a:cubicBezTo>
                    <a:pt x="51" y="163"/>
                    <a:pt x="54" y="167"/>
                    <a:pt x="59" y="167"/>
                  </a:cubicBezTo>
                  <a:cubicBezTo>
                    <a:pt x="64" y="167"/>
                    <a:pt x="68" y="163"/>
                    <a:pt x="68" y="158"/>
                  </a:cubicBezTo>
                  <a:cubicBezTo>
                    <a:pt x="68" y="100"/>
                    <a:pt x="68" y="100"/>
                    <a:pt x="68" y="100"/>
                  </a:cubicBezTo>
                  <a:cubicBezTo>
                    <a:pt x="87" y="100"/>
                    <a:pt x="87" y="100"/>
                    <a:pt x="87" y="100"/>
                  </a:cubicBezTo>
                  <a:cubicBezTo>
                    <a:pt x="63" y="25"/>
                    <a:pt x="63" y="25"/>
                    <a:pt x="63" y="25"/>
                  </a:cubicBezTo>
                  <a:cubicBezTo>
                    <a:pt x="67" y="25"/>
                    <a:pt x="67" y="25"/>
                    <a:pt x="67" y="25"/>
                  </a:cubicBezTo>
                  <a:cubicBezTo>
                    <a:pt x="80" y="69"/>
                    <a:pt x="80" y="69"/>
                    <a:pt x="80" y="69"/>
                  </a:cubicBezTo>
                  <a:cubicBezTo>
                    <a:pt x="82" y="72"/>
                    <a:pt x="86" y="74"/>
                    <a:pt x="90" y="73"/>
                  </a:cubicBezTo>
                  <a:cubicBezTo>
                    <a:pt x="93" y="72"/>
                    <a:pt x="95" y="68"/>
                    <a:pt x="94" y="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245" name="Group 244"/>
          <p:cNvGrpSpPr/>
          <p:nvPr/>
        </p:nvGrpSpPr>
        <p:grpSpPr>
          <a:xfrm>
            <a:off x="4638020" y="5265885"/>
            <a:ext cx="143494" cy="339602"/>
            <a:chOff x="5505535" y="930389"/>
            <a:chExt cx="333375" cy="788988"/>
          </a:xfrm>
          <a:solidFill>
            <a:schemeClr val="tx2"/>
          </a:solidFill>
        </p:grpSpPr>
        <p:sp>
          <p:nvSpPr>
            <p:cNvPr id="246" name="Oval 27"/>
            <p:cNvSpPr>
              <a:spLocks noChangeArrowheads="1"/>
            </p:cNvSpPr>
            <p:nvPr/>
          </p:nvSpPr>
          <p:spPr bwMode="auto">
            <a:xfrm>
              <a:off x="5602373" y="930389"/>
              <a:ext cx="141288" cy="1397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47" name="Freeform 28"/>
            <p:cNvSpPr/>
            <p:nvPr/>
          </p:nvSpPr>
          <p:spPr bwMode="auto">
            <a:xfrm>
              <a:off x="5505535" y="1084377"/>
              <a:ext cx="333375" cy="635000"/>
            </a:xfrm>
            <a:custGeom>
              <a:avLst/>
              <a:gdLst>
                <a:gd name="T0" fmla="*/ 87 w 87"/>
                <a:gd name="T1" fmla="*/ 24 h 168"/>
                <a:gd name="T2" fmla="*/ 62 w 87"/>
                <a:gd name="T3" fmla="*/ 0 h 168"/>
                <a:gd name="T4" fmla="*/ 37 w 87"/>
                <a:gd name="T5" fmla="*/ 0 h 168"/>
                <a:gd name="T6" fmla="*/ 35 w 87"/>
                <a:gd name="T7" fmla="*/ 0 h 168"/>
                <a:gd name="T8" fmla="*/ 25 w 87"/>
                <a:gd name="T9" fmla="*/ 0 h 168"/>
                <a:gd name="T10" fmla="*/ 0 w 87"/>
                <a:gd name="T11" fmla="*/ 24 h 168"/>
                <a:gd name="T12" fmla="*/ 0 w 87"/>
                <a:gd name="T13" fmla="*/ 24 h 168"/>
                <a:gd name="T14" fmla="*/ 0 w 87"/>
                <a:gd name="T15" fmla="*/ 73 h 168"/>
                <a:gd name="T16" fmla="*/ 8 w 87"/>
                <a:gd name="T17" fmla="*/ 81 h 168"/>
                <a:gd name="T18" fmla="*/ 16 w 87"/>
                <a:gd name="T19" fmla="*/ 73 h 168"/>
                <a:gd name="T20" fmla="*/ 16 w 87"/>
                <a:gd name="T21" fmla="*/ 44 h 168"/>
                <a:gd name="T22" fmla="*/ 16 w 87"/>
                <a:gd name="T23" fmla="*/ 28 h 168"/>
                <a:gd name="T24" fmla="*/ 20 w 87"/>
                <a:gd name="T25" fmla="*/ 28 h 168"/>
                <a:gd name="T26" fmla="*/ 20 w 87"/>
                <a:gd name="T27" fmla="*/ 46 h 168"/>
                <a:gd name="T28" fmla="*/ 20 w 87"/>
                <a:gd name="T29" fmla="*/ 77 h 168"/>
                <a:gd name="T30" fmla="*/ 20 w 87"/>
                <a:gd name="T31" fmla="*/ 81 h 168"/>
                <a:gd name="T32" fmla="*/ 20 w 87"/>
                <a:gd name="T33" fmla="*/ 157 h 168"/>
                <a:gd name="T34" fmla="*/ 31 w 87"/>
                <a:gd name="T35" fmla="*/ 168 h 168"/>
                <a:gd name="T36" fmla="*/ 41 w 87"/>
                <a:gd name="T37" fmla="*/ 157 h 168"/>
                <a:gd name="T38" fmla="*/ 41 w 87"/>
                <a:gd name="T39" fmla="*/ 81 h 168"/>
                <a:gd name="T40" fmla="*/ 46 w 87"/>
                <a:gd name="T41" fmla="*/ 81 h 168"/>
                <a:gd name="T42" fmla="*/ 46 w 87"/>
                <a:gd name="T43" fmla="*/ 157 h 168"/>
                <a:gd name="T44" fmla="*/ 56 w 87"/>
                <a:gd name="T45" fmla="*/ 168 h 168"/>
                <a:gd name="T46" fmla="*/ 67 w 87"/>
                <a:gd name="T47" fmla="*/ 157 h 168"/>
                <a:gd name="T48" fmla="*/ 67 w 87"/>
                <a:gd name="T49" fmla="*/ 81 h 168"/>
                <a:gd name="T50" fmla="*/ 67 w 87"/>
                <a:gd name="T51" fmla="*/ 77 h 168"/>
                <a:gd name="T52" fmla="*/ 67 w 87"/>
                <a:gd name="T53" fmla="*/ 46 h 168"/>
                <a:gd name="T54" fmla="*/ 67 w 87"/>
                <a:gd name="T55" fmla="*/ 28 h 168"/>
                <a:gd name="T56" fmla="*/ 71 w 87"/>
                <a:gd name="T57" fmla="*/ 28 h 168"/>
                <a:gd name="T58" fmla="*/ 71 w 87"/>
                <a:gd name="T59" fmla="*/ 44 h 168"/>
                <a:gd name="T60" fmla="*/ 71 w 87"/>
                <a:gd name="T61" fmla="*/ 73 h 168"/>
                <a:gd name="T62" fmla="*/ 79 w 87"/>
                <a:gd name="T63" fmla="*/ 81 h 168"/>
                <a:gd name="T64" fmla="*/ 87 w 87"/>
                <a:gd name="T65" fmla="*/ 73 h 168"/>
                <a:gd name="T66" fmla="*/ 87 w 87"/>
                <a:gd name="T67" fmla="*/ 24 h 168"/>
                <a:gd name="T68" fmla="*/ 87 w 87"/>
                <a:gd name="T69" fmla="*/ 24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7" h="168">
                  <a:moveTo>
                    <a:pt x="87" y="24"/>
                  </a:moveTo>
                  <a:cubicBezTo>
                    <a:pt x="87" y="11"/>
                    <a:pt x="75" y="0"/>
                    <a:pt x="62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2" y="0"/>
                    <a:pt x="0" y="11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78"/>
                    <a:pt x="4" y="81"/>
                    <a:pt x="8" y="81"/>
                  </a:cubicBezTo>
                  <a:cubicBezTo>
                    <a:pt x="13" y="81"/>
                    <a:pt x="16" y="78"/>
                    <a:pt x="16" y="73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0" y="77"/>
                    <a:pt x="20" y="77"/>
                    <a:pt x="20" y="77"/>
                  </a:cubicBezTo>
                  <a:cubicBezTo>
                    <a:pt x="20" y="81"/>
                    <a:pt x="20" y="81"/>
                    <a:pt x="20" y="81"/>
                  </a:cubicBezTo>
                  <a:cubicBezTo>
                    <a:pt x="20" y="157"/>
                    <a:pt x="20" y="157"/>
                    <a:pt x="20" y="157"/>
                  </a:cubicBezTo>
                  <a:cubicBezTo>
                    <a:pt x="20" y="163"/>
                    <a:pt x="25" y="168"/>
                    <a:pt x="31" y="168"/>
                  </a:cubicBezTo>
                  <a:cubicBezTo>
                    <a:pt x="37" y="168"/>
                    <a:pt x="41" y="163"/>
                    <a:pt x="41" y="157"/>
                  </a:cubicBezTo>
                  <a:cubicBezTo>
                    <a:pt x="41" y="81"/>
                    <a:pt x="41" y="81"/>
                    <a:pt x="41" y="81"/>
                  </a:cubicBezTo>
                  <a:cubicBezTo>
                    <a:pt x="46" y="81"/>
                    <a:pt x="46" y="81"/>
                    <a:pt x="46" y="81"/>
                  </a:cubicBezTo>
                  <a:cubicBezTo>
                    <a:pt x="46" y="157"/>
                    <a:pt x="46" y="157"/>
                    <a:pt x="46" y="157"/>
                  </a:cubicBezTo>
                  <a:cubicBezTo>
                    <a:pt x="46" y="163"/>
                    <a:pt x="50" y="168"/>
                    <a:pt x="56" y="168"/>
                  </a:cubicBezTo>
                  <a:cubicBezTo>
                    <a:pt x="62" y="168"/>
                    <a:pt x="67" y="163"/>
                    <a:pt x="67" y="157"/>
                  </a:cubicBezTo>
                  <a:cubicBezTo>
                    <a:pt x="67" y="81"/>
                    <a:pt x="67" y="81"/>
                    <a:pt x="67" y="81"/>
                  </a:cubicBezTo>
                  <a:cubicBezTo>
                    <a:pt x="67" y="77"/>
                    <a:pt x="67" y="77"/>
                    <a:pt x="67" y="77"/>
                  </a:cubicBezTo>
                  <a:cubicBezTo>
                    <a:pt x="67" y="46"/>
                    <a:pt x="67" y="46"/>
                    <a:pt x="67" y="46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1" y="28"/>
                    <a:pt x="71" y="28"/>
                    <a:pt x="71" y="28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73"/>
                    <a:pt x="71" y="73"/>
                    <a:pt x="71" y="73"/>
                  </a:cubicBezTo>
                  <a:cubicBezTo>
                    <a:pt x="71" y="78"/>
                    <a:pt x="74" y="81"/>
                    <a:pt x="79" y="81"/>
                  </a:cubicBezTo>
                  <a:cubicBezTo>
                    <a:pt x="83" y="81"/>
                    <a:pt x="87" y="78"/>
                    <a:pt x="87" y="73"/>
                  </a:cubicBezTo>
                  <a:cubicBezTo>
                    <a:pt x="87" y="24"/>
                    <a:pt x="87" y="24"/>
                    <a:pt x="87" y="24"/>
                  </a:cubicBezTo>
                  <a:cubicBezTo>
                    <a:pt x="87" y="24"/>
                    <a:pt x="87" y="24"/>
                    <a:pt x="87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248" name="TextBox 247"/>
          <p:cNvSpPr txBox="1"/>
          <p:nvPr/>
        </p:nvSpPr>
        <p:spPr>
          <a:xfrm>
            <a:off x="4552698" y="5635666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15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49" name="TextBox 248"/>
          <p:cNvSpPr txBox="1"/>
          <p:nvPr/>
        </p:nvSpPr>
        <p:spPr>
          <a:xfrm>
            <a:off x="4873822" y="5635666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10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cxnSp>
        <p:nvCxnSpPr>
          <p:cNvPr id="252" name="Straight Arrow Connector 251"/>
          <p:cNvCxnSpPr/>
          <p:nvPr/>
        </p:nvCxnSpPr>
        <p:spPr>
          <a:xfrm flipV="1">
            <a:off x="3913153" y="2783989"/>
            <a:ext cx="0" cy="577593"/>
          </a:xfrm>
          <a:prstGeom prst="straightConnector1">
            <a:avLst/>
          </a:prstGeom>
          <a:ln w="15875">
            <a:solidFill>
              <a:schemeClr val="accent2">
                <a:lumMod val="60000"/>
                <a:lumOff val="4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3" name="Group 252"/>
          <p:cNvGrpSpPr/>
          <p:nvPr/>
        </p:nvGrpSpPr>
        <p:grpSpPr>
          <a:xfrm>
            <a:off x="3991552" y="1910772"/>
            <a:ext cx="156477" cy="336185"/>
            <a:chOff x="5670635" y="1738427"/>
            <a:chExt cx="363538" cy="781050"/>
          </a:xfrm>
          <a:solidFill>
            <a:schemeClr val="bg2"/>
          </a:solidFill>
        </p:grpSpPr>
        <p:sp>
          <p:nvSpPr>
            <p:cNvPr id="254" name="Oval 25"/>
            <p:cNvSpPr>
              <a:spLocks noChangeArrowheads="1"/>
            </p:cNvSpPr>
            <p:nvPr/>
          </p:nvSpPr>
          <p:spPr bwMode="auto">
            <a:xfrm>
              <a:off x="5781760" y="1738427"/>
              <a:ext cx="141288" cy="1397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55" name="Freeform 26"/>
            <p:cNvSpPr/>
            <p:nvPr/>
          </p:nvSpPr>
          <p:spPr bwMode="auto">
            <a:xfrm>
              <a:off x="5670635" y="1889239"/>
              <a:ext cx="363538" cy="630238"/>
            </a:xfrm>
            <a:custGeom>
              <a:avLst/>
              <a:gdLst>
                <a:gd name="T0" fmla="*/ 94 w 95"/>
                <a:gd name="T1" fmla="*/ 64 h 167"/>
                <a:gd name="T2" fmla="*/ 80 w 95"/>
                <a:gd name="T3" fmla="*/ 19 h 167"/>
                <a:gd name="T4" fmla="*/ 79 w 95"/>
                <a:gd name="T5" fmla="*/ 18 h 167"/>
                <a:gd name="T6" fmla="*/ 56 w 95"/>
                <a:gd name="T7" fmla="*/ 0 h 167"/>
                <a:gd name="T8" fmla="*/ 49 w 95"/>
                <a:gd name="T9" fmla="*/ 0 h 167"/>
                <a:gd name="T10" fmla="*/ 46 w 95"/>
                <a:gd name="T11" fmla="*/ 0 h 167"/>
                <a:gd name="T12" fmla="*/ 39 w 95"/>
                <a:gd name="T13" fmla="*/ 0 h 167"/>
                <a:gd name="T14" fmla="*/ 16 w 95"/>
                <a:gd name="T15" fmla="*/ 18 h 167"/>
                <a:gd name="T16" fmla="*/ 15 w 95"/>
                <a:gd name="T17" fmla="*/ 19 h 167"/>
                <a:gd name="T18" fmla="*/ 1 w 95"/>
                <a:gd name="T19" fmla="*/ 64 h 167"/>
                <a:gd name="T20" fmla="*/ 5 w 95"/>
                <a:gd name="T21" fmla="*/ 73 h 167"/>
                <a:gd name="T22" fmla="*/ 15 w 95"/>
                <a:gd name="T23" fmla="*/ 69 h 167"/>
                <a:gd name="T24" fmla="*/ 28 w 95"/>
                <a:gd name="T25" fmla="*/ 25 h 167"/>
                <a:gd name="T26" fmla="*/ 32 w 95"/>
                <a:gd name="T27" fmla="*/ 25 h 167"/>
                <a:gd name="T28" fmla="*/ 8 w 95"/>
                <a:gd name="T29" fmla="*/ 100 h 167"/>
                <a:gd name="T30" fmla="*/ 27 w 95"/>
                <a:gd name="T31" fmla="*/ 100 h 167"/>
                <a:gd name="T32" fmla="*/ 27 w 95"/>
                <a:gd name="T33" fmla="*/ 158 h 167"/>
                <a:gd name="T34" fmla="*/ 36 w 95"/>
                <a:gd name="T35" fmla="*/ 167 h 167"/>
                <a:gd name="T36" fmla="*/ 44 w 95"/>
                <a:gd name="T37" fmla="*/ 158 h 167"/>
                <a:gd name="T38" fmla="*/ 44 w 95"/>
                <a:gd name="T39" fmla="*/ 100 h 167"/>
                <a:gd name="T40" fmla="*/ 51 w 95"/>
                <a:gd name="T41" fmla="*/ 100 h 167"/>
                <a:gd name="T42" fmla="*/ 51 w 95"/>
                <a:gd name="T43" fmla="*/ 158 h 167"/>
                <a:gd name="T44" fmla="*/ 59 w 95"/>
                <a:gd name="T45" fmla="*/ 167 h 167"/>
                <a:gd name="T46" fmla="*/ 68 w 95"/>
                <a:gd name="T47" fmla="*/ 158 h 167"/>
                <a:gd name="T48" fmla="*/ 68 w 95"/>
                <a:gd name="T49" fmla="*/ 100 h 167"/>
                <a:gd name="T50" fmla="*/ 87 w 95"/>
                <a:gd name="T51" fmla="*/ 100 h 167"/>
                <a:gd name="T52" fmla="*/ 63 w 95"/>
                <a:gd name="T53" fmla="*/ 25 h 167"/>
                <a:gd name="T54" fmla="*/ 67 w 95"/>
                <a:gd name="T55" fmla="*/ 25 h 167"/>
                <a:gd name="T56" fmla="*/ 80 w 95"/>
                <a:gd name="T57" fmla="*/ 69 h 167"/>
                <a:gd name="T58" fmla="*/ 90 w 95"/>
                <a:gd name="T59" fmla="*/ 73 h 167"/>
                <a:gd name="T60" fmla="*/ 94 w 95"/>
                <a:gd name="T61" fmla="*/ 64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95" h="167">
                  <a:moveTo>
                    <a:pt x="94" y="64"/>
                  </a:move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79" y="18"/>
                    <a:pt x="79" y="18"/>
                  </a:cubicBezTo>
                  <a:cubicBezTo>
                    <a:pt x="74" y="4"/>
                    <a:pt x="61" y="0"/>
                    <a:pt x="56" y="0"/>
                  </a:cubicBezTo>
                  <a:cubicBezTo>
                    <a:pt x="52" y="0"/>
                    <a:pt x="53" y="0"/>
                    <a:pt x="49" y="0"/>
                  </a:cubicBezTo>
                  <a:cubicBezTo>
                    <a:pt x="48" y="0"/>
                    <a:pt x="47" y="0"/>
                    <a:pt x="46" y="0"/>
                  </a:cubicBezTo>
                  <a:cubicBezTo>
                    <a:pt x="42" y="0"/>
                    <a:pt x="43" y="0"/>
                    <a:pt x="39" y="0"/>
                  </a:cubicBezTo>
                  <a:cubicBezTo>
                    <a:pt x="34" y="0"/>
                    <a:pt x="21" y="4"/>
                    <a:pt x="16" y="18"/>
                  </a:cubicBezTo>
                  <a:cubicBezTo>
                    <a:pt x="16" y="18"/>
                    <a:pt x="15" y="19"/>
                    <a:pt x="15" y="19"/>
                  </a:cubicBezTo>
                  <a:cubicBezTo>
                    <a:pt x="1" y="64"/>
                    <a:pt x="1" y="64"/>
                    <a:pt x="1" y="64"/>
                  </a:cubicBezTo>
                  <a:cubicBezTo>
                    <a:pt x="0" y="68"/>
                    <a:pt x="2" y="72"/>
                    <a:pt x="5" y="73"/>
                  </a:cubicBezTo>
                  <a:cubicBezTo>
                    <a:pt x="9" y="74"/>
                    <a:pt x="13" y="72"/>
                    <a:pt x="15" y="69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27" y="100"/>
                    <a:pt x="27" y="100"/>
                    <a:pt x="27" y="100"/>
                  </a:cubicBezTo>
                  <a:cubicBezTo>
                    <a:pt x="27" y="158"/>
                    <a:pt x="27" y="158"/>
                    <a:pt x="27" y="158"/>
                  </a:cubicBezTo>
                  <a:cubicBezTo>
                    <a:pt x="27" y="163"/>
                    <a:pt x="31" y="167"/>
                    <a:pt x="36" y="167"/>
                  </a:cubicBezTo>
                  <a:cubicBezTo>
                    <a:pt x="41" y="167"/>
                    <a:pt x="44" y="163"/>
                    <a:pt x="44" y="158"/>
                  </a:cubicBezTo>
                  <a:cubicBezTo>
                    <a:pt x="44" y="100"/>
                    <a:pt x="44" y="100"/>
                    <a:pt x="44" y="100"/>
                  </a:cubicBezTo>
                  <a:cubicBezTo>
                    <a:pt x="51" y="100"/>
                    <a:pt x="51" y="100"/>
                    <a:pt x="51" y="100"/>
                  </a:cubicBezTo>
                  <a:cubicBezTo>
                    <a:pt x="51" y="158"/>
                    <a:pt x="51" y="158"/>
                    <a:pt x="51" y="158"/>
                  </a:cubicBezTo>
                  <a:cubicBezTo>
                    <a:pt x="51" y="163"/>
                    <a:pt x="54" y="167"/>
                    <a:pt x="59" y="167"/>
                  </a:cubicBezTo>
                  <a:cubicBezTo>
                    <a:pt x="64" y="167"/>
                    <a:pt x="68" y="163"/>
                    <a:pt x="68" y="158"/>
                  </a:cubicBezTo>
                  <a:cubicBezTo>
                    <a:pt x="68" y="100"/>
                    <a:pt x="68" y="100"/>
                    <a:pt x="68" y="100"/>
                  </a:cubicBezTo>
                  <a:cubicBezTo>
                    <a:pt x="87" y="100"/>
                    <a:pt x="87" y="100"/>
                    <a:pt x="87" y="100"/>
                  </a:cubicBezTo>
                  <a:cubicBezTo>
                    <a:pt x="63" y="25"/>
                    <a:pt x="63" y="25"/>
                    <a:pt x="63" y="25"/>
                  </a:cubicBezTo>
                  <a:cubicBezTo>
                    <a:pt x="67" y="25"/>
                    <a:pt x="67" y="25"/>
                    <a:pt x="67" y="25"/>
                  </a:cubicBezTo>
                  <a:cubicBezTo>
                    <a:pt x="80" y="69"/>
                    <a:pt x="80" y="69"/>
                    <a:pt x="80" y="69"/>
                  </a:cubicBezTo>
                  <a:cubicBezTo>
                    <a:pt x="82" y="72"/>
                    <a:pt x="86" y="74"/>
                    <a:pt x="90" y="73"/>
                  </a:cubicBezTo>
                  <a:cubicBezTo>
                    <a:pt x="93" y="72"/>
                    <a:pt x="95" y="68"/>
                    <a:pt x="94" y="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256" name="Group 255"/>
          <p:cNvGrpSpPr/>
          <p:nvPr/>
        </p:nvGrpSpPr>
        <p:grpSpPr>
          <a:xfrm>
            <a:off x="3676918" y="1912299"/>
            <a:ext cx="143494" cy="339602"/>
            <a:chOff x="5505535" y="930389"/>
            <a:chExt cx="333375" cy="788988"/>
          </a:xfrm>
          <a:solidFill>
            <a:schemeClr val="tx2"/>
          </a:solidFill>
        </p:grpSpPr>
        <p:sp>
          <p:nvSpPr>
            <p:cNvPr id="257" name="Oval 27"/>
            <p:cNvSpPr>
              <a:spLocks noChangeArrowheads="1"/>
            </p:cNvSpPr>
            <p:nvPr/>
          </p:nvSpPr>
          <p:spPr bwMode="auto">
            <a:xfrm>
              <a:off x="5602373" y="930389"/>
              <a:ext cx="141288" cy="1397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58" name="Freeform 28"/>
            <p:cNvSpPr/>
            <p:nvPr/>
          </p:nvSpPr>
          <p:spPr bwMode="auto">
            <a:xfrm>
              <a:off x="5505535" y="1084377"/>
              <a:ext cx="333375" cy="635000"/>
            </a:xfrm>
            <a:custGeom>
              <a:avLst/>
              <a:gdLst>
                <a:gd name="T0" fmla="*/ 87 w 87"/>
                <a:gd name="T1" fmla="*/ 24 h 168"/>
                <a:gd name="T2" fmla="*/ 62 w 87"/>
                <a:gd name="T3" fmla="*/ 0 h 168"/>
                <a:gd name="T4" fmla="*/ 37 w 87"/>
                <a:gd name="T5" fmla="*/ 0 h 168"/>
                <a:gd name="T6" fmla="*/ 35 w 87"/>
                <a:gd name="T7" fmla="*/ 0 h 168"/>
                <a:gd name="T8" fmla="*/ 25 w 87"/>
                <a:gd name="T9" fmla="*/ 0 h 168"/>
                <a:gd name="T10" fmla="*/ 0 w 87"/>
                <a:gd name="T11" fmla="*/ 24 h 168"/>
                <a:gd name="T12" fmla="*/ 0 w 87"/>
                <a:gd name="T13" fmla="*/ 24 h 168"/>
                <a:gd name="T14" fmla="*/ 0 w 87"/>
                <a:gd name="T15" fmla="*/ 73 h 168"/>
                <a:gd name="T16" fmla="*/ 8 w 87"/>
                <a:gd name="T17" fmla="*/ 81 h 168"/>
                <a:gd name="T18" fmla="*/ 16 w 87"/>
                <a:gd name="T19" fmla="*/ 73 h 168"/>
                <a:gd name="T20" fmla="*/ 16 w 87"/>
                <a:gd name="T21" fmla="*/ 44 h 168"/>
                <a:gd name="T22" fmla="*/ 16 w 87"/>
                <a:gd name="T23" fmla="*/ 28 h 168"/>
                <a:gd name="T24" fmla="*/ 20 w 87"/>
                <a:gd name="T25" fmla="*/ 28 h 168"/>
                <a:gd name="T26" fmla="*/ 20 w 87"/>
                <a:gd name="T27" fmla="*/ 46 h 168"/>
                <a:gd name="T28" fmla="*/ 20 w 87"/>
                <a:gd name="T29" fmla="*/ 77 h 168"/>
                <a:gd name="T30" fmla="*/ 20 w 87"/>
                <a:gd name="T31" fmla="*/ 81 h 168"/>
                <a:gd name="T32" fmla="*/ 20 w 87"/>
                <a:gd name="T33" fmla="*/ 157 h 168"/>
                <a:gd name="T34" fmla="*/ 31 w 87"/>
                <a:gd name="T35" fmla="*/ 168 h 168"/>
                <a:gd name="T36" fmla="*/ 41 w 87"/>
                <a:gd name="T37" fmla="*/ 157 h 168"/>
                <a:gd name="T38" fmla="*/ 41 w 87"/>
                <a:gd name="T39" fmla="*/ 81 h 168"/>
                <a:gd name="T40" fmla="*/ 46 w 87"/>
                <a:gd name="T41" fmla="*/ 81 h 168"/>
                <a:gd name="T42" fmla="*/ 46 w 87"/>
                <a:gd name="T43" fmla="*/ 157 h 168"/>
                <a:gd name="T44" fmla="*/ 56 w 87"/>
                <a:gd name="T45" fmla="*/ 168 h 168"/>
                <a:gd name="T46" fmla="*/ 67 w 87"/>
                <a:gd name="T47" fmla="*/ 157 h 168"/>
                <a:gd name="T48" fmla="*/ 67 w 87"/>
                <a:gd name="T49" fmla="*/ 81 h 168"/>
                <a:gd name="T50" fmla="*/ 67 w 87"/>
                <a:gd name="T51" fmla="*/ 77 h 168"/>
                <a:gd name="T52" fmla="*/ 67 w 87"/>
                <a:gd name="T53" fmla="*/ 46 h 168"/>
                <a:gd name="T54" fmla="*/ 67 w 87"/>
                <a:gd name="T55" fmla="*/ 28 h 168"/>
                <a:gd name="T56" fmla="*/ 71 w 87"/>
                <a:gd name="T57" fmla="*/ 28 h 168"/>
                <a:gd name="T58" fmla="*/ 71 w 87"/>
                <a:gd name="T59" fmla="*/ 44 h 168"/>
                <a:gd name="T60" fmla="*/ 71 w 87"/>
                <a:gd name="T61" fmla="*/ 73 h 168"/>
                <a:gd name="T62" fmla="*/ 79 w 87"/>
                <a:gd name="T63" fmla="*/ 81 h 168"/>
                <a:gd name="T64" fmla="*/ 87 w 87"/>
                <a:gd name="T65" fmla="*/ 73 h 168"/>
                <a:gd name="T66" fmla="*/ 87 w 87"/>
                <a:gd name="T67" fmla="*/ 24 h 168"/>
                <a:gd name="T68" fmla="*/ 87 w 87"/>
                <a:gd name="T69" fmla="*/ 24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7" h="168">
                  <a:moveTo>
                    <a:pt x="87" y="24"/>
                  </a:moveTo>
                  <a:cubicBezTo>
                    <a:pt x="87" y="11"/>
                    <a:pt x="75" y="0"/>
                    <a:pt x="62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2" y="0"/>
                    <a:pt x="0" y="11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78"/>
                    <a:pt x="4" y="81"/>
                    <a:pt x="8" y="81"/>
                  </a:cubicBezTo>
                  <a:cubicBezTo>
                    <a:pt x="13" y="81"/>
                    <a:pt x="16" y="78"/>
                    <a:pt x="16" y="73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0" y="77"/>
                    <a:pt x="20" y="77"/>
                    <a:pt x="20" y="77"/>
                  </a:cubicBezTo>
                  <a:cubicBezTo>
                    <a:pt x="20" y="81"/>
                    <a:pt x="20" y="81"/>
                    <a:pt x="20" y="81"/>
                  </a:cubicBezTo>
                  <a:cubicBezTo>
                    <a:pt x="20" y="157"/>
                    <a:pt x="20" y="157"/>
                    <a:pt x="20" y="157"/>
                  </a:cubicBezTo>
                  <a:cubicBezTo>
                    <a:pt x="20" y="163"/>
                    <a:pt x="25" y="168"/>
                    <a:pt x="31" y="168"/>
                  </a:cubicBezTo>
                  <a:cubicBezTo>
                    <a:pt x="37" y="168"/>
                    <a:pt x="41" y="163"/>
                    <a:pt x="41" y="157"/>
                  </a:cubicBezTo>
                  <a:cubicBezTo>
                    <a:pt x="41" y="81"/>
                    <a:pt x="41" y="81"/>
                    <a:pt x="41" y="81"/>
                  </a:cubicBezTo>
                  <a:cubicBezTo>
                    <a:pt x="46" y="81"/>
                    <a:pt x="46" y="81"/>
                    <a:pt x="46" y="81"/>
                  </a:cubicBezTo>
                  <a:cubicBezTo>
                    <a:pt x="46" y="157"/>
                    <a:pt x="46" y="157"/>
                    <a:pt x="46" y="157"/>
                  </a:cubicBezTo>
                  <a:cubicBezTo>
                    <a:pt x="46" y="163"/>
                    <a:pt x="50" y="168"/>
                    <a:pt x="56" y="168"/>
                  </a:cubicBezTo>
                  <a:cubicBezTo>
                    <a:pt x="62" y="168"/>
                    <a:pt x="67" y="163"/>
                    <a:pt x="67" y="157"/>
                  </a:cubicBezTo>
                  <a:cubicBezTo>
                    <a:pt x="67" y="81"/>
                    <a:pt x="67" y="81"/>
                    <a:pt x="67" y="81"/>
                  </a:cubicBezTo>
                  <a:cubicBezTo>
                    <a:pt x="67" y="77"/>
                    <a:pt x="67" y="77"/>
                    <a:pt x="67" y="77"/>
                  </a:cubicBezTo>
                  <a:cubicBezTo>
                    <a:pt x="67" y="46"/>
                    <a:pt x="67" y="46"/>
                    <a:pt x="67" y="46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1" y="28"/>
                    <a:pt x="71" y="28"/>
                    <a:pt x="71" y="28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73"/>
                    <a:pt x="71" y="73"/>
                    <a:pt x="71" y="73"/>
                  </a:cubicBezTo>
                  <a:cubicBezTo>
                    <a:pt x="71" y="78"/>
                    <a:pt x="74" y="81"/>
                    <a:pt x="79" y="81"/>
                  </a:cubicBezTo>
                  <a:cubicBezTo>
                    <a:pt x="83" y="81"/>
                    <a:pt x="87" y="78"/>
                    <a:pt x="87" y="73"/>
                  </a:cubicBezTo>
                  <a:cubicBezTo>
                    <a:pt x="87" y="24"/>
                    <a:pt x="87" y="24"/>
                    <a:pt x="87" y="24"/>
                  </a:cubicBezTo>
                  <a:cubicBezTo>
                    <a:pt x="87" y="24"/>
                    <a:pt x="87" y="24"/>
                    <a:pt x="87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259" name="TextBox 258"/>
          <p:cNvSpPr txBox="1"/>
          <p:nvPr/>
        </p:nvSpPr>
        <p:spPr>
          <a:xfrm>
            <a:off x="3606639" y="2282080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3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60" name="TextBox 259"/>
          <p:cNvSpPr txBox="1"/>
          <p:nvPr/>
        </p:nvSpPr>
        <p:spPr>
          <a:xfrm>
            <a:off x="3927764" y="2282080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5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cxnSp>
        <p:nvCxnSpPr>
          <p:cNvPr id="261" name="Elbow Connector 260"/>
          <p:cNvCxnSpPr/>
          <p:nvPr/>
        </p:nvCxnSpPr>
        <p:spPr>
          <a:xfrm rot="5400000" flipH="1" flipV="1">
            <a:off x="7218905" y="4530427"/>
            <a:ext cx="498320" cy="488539"/>
          </a:xfrm>
          <a:prstGeom prst="bentConnector3">
            <a:avLst>
              <a:gd name="adj1" fmla="val 46177"/>
            </a:avLst>
          </a:prstGeom>
          <a:ln w="15875">
            <a:solidFill>
              <a:schemeClr val="accent3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2" name="TextBox 261"/>
          <p:cNvSpPr txBox="1"/>
          <p:nvPr/>
        </p:nvSpPr>
        <p:spPr>
          <a:xfrm>
            <a:off x="8245532" y="2589856"/>
            <a:ext cx="7216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Analysis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63" name="TextBox 262"/>
          <p:cNvSpPr txBox="1"/>
          <p:nvPr/>
        </p:nvSpPr>
        <p:spPr>
          <a:xfrm>
            <a:off x="6765847" y="5026515"/>
            <a:ext cx="9076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Optimizers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264" name="Group 263"/>
          <p:cNvGrpSpPr/>
          <p:nvPr/>
        </p:nvGrpSpPr>
        <p:grpSpPr>
          <a:xfrm>
            <a:off x="7321174" y="5303591"/>
            <a:ext cx="156477" cy="336185"/>
            <a:chOff x="5670635" y="1738427"/>
            <a:chExt cx="363538" cy="781050"/>
          </a:xfrm>
          <a:solidFill>
            <a:schemeClr val="bg2"/>
          </a:solidFill>
        </p:grpSpPr>
        <p:sp>
          <p:nvSpPr>
            <p:cNvPr id="265" name="Oval 25"/>
            <p:cNvSpPr>
              <a:spLocks noChangeArrowheads="1"/>
            </p:cNvSpPr>
            <p:nvPr/>
          </p:nvSpPr>
          <p:spPr bwMode="auto">
            <a:xfrm>
              <a:off x="5781760" y="1738427"/>
              <a:ext cx="141288" cy="1397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66" name="Freeform 26"/>
            <p:cNvSpPr/>
            <p:nvPr/>
          </p:nvSpPr>
          <p:spPr bwMode="auto">
            <a:xfrm>
              <a:off x="5670635" y="1889239"/>
              <a:ext cx="363538" cy="630238"/>
            </a:xfrm>
            <a:custGeom>
              <a:avLst/>
              <a:gdLst>
                <a:gd name="T0" fmla="*/ 94 w 95"/>
                <a:gd name="T1" fmla="*/ 64 h 167"/>
                <a:gd name="T2" fmla="*/ 80 w 95"/>
                <a:gd name="T3" fmla="*/ 19 h 167"/>
                <a:gd name="T4" fmla="*/ 79 w 95"/>
                <a:gd name="T5" fmla="*/ 18 h 167"/>
                <a:gd name="T6" fmla="*/ 56 w 95"/>
                <a:gd name="T7" fmla="*/ 0 h 167"/>
                <a:gd name="T8" fmla="*/ 49 w 95"/>
                <a:gd name="T9" fmla="*/ 0 h 167"/>
                <a:gd name="T10" fmla="*/ 46 w 95"/>
                <a:gd name="T11" fmla="*/ 0 h 167"/>
                <a:gd name="T12" fmla="*/ 39 w 95"/>
                <a:gd name="T13" fmla="*/ 0 h 167"/>
                <a:gd name="T14" fmla="*/ 16 w 95"/>
                <a:gd name="T15" fmla="*/ 18 h 167"/>
                <a:gd name="T16" fmla="*/ 15 w 95"/>
                <a:gd name="T17" fmla="*/ 19 h 167"/>
                <a:gd name="T18" fmla="*/ 1 w 95"/>
                <a:gd name="T19" fmla="*/ 64 h 167"/>
                <a:gd name="T20" fmla="*/ 5 w 95"/>
                <a:gd name="T21" fmla="*/ 73 h 167"/>
                <a:gd name="T22" fmla="*/ 15 w 95"/>
                <a:gd name="T23" fmla="*/ 69 h 167"/>
                <a:gd name="T24" fmla="*/ 28 w 95"/>
                <a:gd name="T25" fmla="*/ 25 h 167"/>
                <a:gd name="T26" fmla="*/ 32 w 95"/>
                <a:gd name="T27" fmla="*/ 25 h 167"/>
                <a:gd name="T28" fmla="*/ 8 w 95"/>
                <a:gd name="T29" fmla="*/ 100 h 167"/>
                <a:gd name="T30" fmla="*/ 27 w 95"/>
                <a:gd name="T31" fmla="*/ 100 h 167"/>
                <a:gd name="T32" fmla="*/ 27 w 95"/>
                <a:gd name="T33" fmla="*/ 158 h 167"/>
                <a:gd name="T34" fmla="*/ 36 w 95"/>
                <a:gd name="T35" fmla="*/ 167 h 167"/>
                <a:gd name="T36" fmla="*/ 44 w 95"/>
                <a:gd name="T37" fmla="*/ 158 h 167"/>
                <a:gd name="T38" fmla="*/ 44 w 95"/>
                <a:gd name="T39" fmla="*/ 100 h 167"/>
                <a:gd name="T40" fmla="*/ 51 w 95"/>
                <a:gd name="T41" fmla="*/ 100 h 167"/>
                <a:gd name="T42" fmla="*/ 51 w 95"/>
                <a:gd name="T43" fmla="*/ 158 h 167"/>
                <a:gd name="T44" fmla="*/ 59 w 95"/>
                <a:gd name="T45" fmla="*/ 167 h 167"/>
                <a:gd name="T46" fmla="*/ 68 w 95"/>
                <a:gd name="T47" fmla="*/ 158 h 167"/>
                <a:gd name="T48" fmla="*/ 68 w 95"/>
                <a:gd name="T49" fmla="*/ 100 h 167"/>
                <a:gd name="T50" fmla="*/ 87 w 95"/>
                <a:gd name="T51" fmla="*/ 100 h 167"/>
                <a:gd name="T52" fmla="*/ 63 w 95"/>
                <a:gd name="T53" fmla="*/ 25 h 167"/>
                <a:gd name="T54" fmla="*/ 67 w 95"/>
                <a:gd name="T55" fmla="*/ 25 h 167"/>
                <a:gd name="T56" fmla="*/ 80 w 95"/>
                <a:gd name="T57" fmla="*/ 69 h 167"/>
                <a:gd name="T58" fmla="*/ 90 w 95"/>
                <a:gd name="T59" fmla="*/ 73 h 167"/>
                <a:gd name="T60" fmla="*/ 94 w 95"/>
                <a:gd name="T61" fmla="*/ 64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95" h="167">
                  <a:moveTo>
                    <a:pt x="94" y="64"/>
                  </a:move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79" y="18"/>
                    <a:pt x="79" y="18"/>
                  </a:cubicBezTo>
                  <a:cubicBezTo>
                    <a:pt x="74" y="4"/>
                    <a:pt x="61" y="0"/>
                    <a:pt x="56" y="0"/>
                  </a:cubicBezTo>
                  <a:cubicBezTo>
                    <a:pt x="52" y="0"/>
                    <a:pt x="53" y="0"/>
                    <a:pt x="49" y="0"/>
                  </a:cubicBezTo>
                  <a:cubicBezTo>
                    <a:pt x="48" y="0"/>
                    <a:pt x="47" y="0"/>
                    <a:pt x="46" y="0"/>
                  </a:cubicBezTo>
                  <a:cubicBezTo>
                    <a:pt x="42" y="0"/>
                    <a:pt x="43" y="0"/>
                    <a:pt x="39" y="0"/>
                  </a:cubicBezTo>
                  <a:cubicBezTo>
                    <a:pt x="34" y="0"/>
                    <a:pt x="21" y="4"/>
                    <a:pt x="16" y="18"/>
                  </a:cubicBezTo>
                  <a:cubicBezTo>
                    <a:pt x="16" y="18"/>
                    <a:pt x="15" y="19"/>
                    <a:pt x="15" y="19"/>
                  </a:cubicBezTo>
                  <a:cubicBezTo>
                    <a:pt x="1" y="64"/>
                    <a:pt x="1" y="64"/>
                    <a:pt x="1" y="64"/>
                  </a:cubicBezTo>
                  <a:cubicBezTo>
                    <a:pt x="0" y="68"/>
                    <a:pt x="2" y="72"/>
                    <a:pt x="5" y="73"/>
                  </a:cubicBezTo>
                  <a:cubicBezTo>
                    <a:pt x="9" y="74"/>
                    <a:pt x="13" y="72"/>
                    <a:pt x="15" y="69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27" y="100"/>
                    <a:pt x="27" y="100"/>
                    <a:pt x="27" y="100"/>
                  </a:cubicBezTo>
                  <a:cubicBezTo>
                    <a:pt x="27" y="158"/>
                    <a:pt x="27" y="158"/>
                    <a:pt x="27" y="158"/>
                  </a:cubicBezTo>
                  <a:cubicBezTo>
                    <a:pt x="27" y="163"/>
                    <a:pt x="31" y="167"/>
                    <a:pt x="36" y="167"/>
                  </a:cubicBezTo>
                  <a:cubicBezTo>
                    <a:pt x="41" y="167"/>
                    <a:pt x="44" y="163"/>
                    <a:pt x="44" y="158"/>
                  </a:cubicBezTo>
                  <a:cubicBezTo>
                    <a:pt x="44" y="100"/>
                    <a:pt x="44" y="100"/>
                    <a:pt x="44" y="100"/>
                  </a:cubicBezTo>
                  <a:cubicBezTo>
                    <a:pt x="51" y="100"/>
                    <a:pt x="51" y="100"/>
                    <a:pt x="51" y="100"/>
                  </a:cubicBezTo>
                  <a:cubicBezTo>
                    <a:pt x="51" y="158"/>
                    <a:pt x="51" y="158"/>
                    <a:pt x="51" y="158"/>
                  </a:cubicBezTo>
                  <a:cubicBezTo>
                    <a:pt x="51" y="163"/>
                    <a:pt x="54" y="167"/>
                    <a:pt x="59" y="167"/>
                  </a:cubicBezTo>
                  <a:cubicBezTo>
                    <a:pt x="64" y="167"/>
                    <a:pt x="68" y="163"/>
                    <a:pt x="68" y="158"/>
                  </a:cubicBezTo>
                  <a:cubicBezTo>
                    <a:pt x="68" y="100"/>
                    <a:pt x="68" y="100"/>
                    <a:pt x="68" y="100"/>
                  </a:cubicBezTo>
                  <a:cubicBezTo>
                    <a:pt x="87" y="100"/>
                    <a:pt x="87" y="100"/>
                    <a:pt x="87" y="100"/>
                  </a:cubicBezTo>
                  <a:cubicBezTo>
                    <a:pt x="63" y="25"/>
                    <a:pt x="63" y="25"/>
                    <a:pt x="63" y="25"/>
                  </a:cubicBezTo>
                  <a:cubicBezTo>
                    <a:pt x="67" y="25"/>
                    <a:pt x="67" y="25"/>
                    <a:pt x="67" y="25"/>
                  </a:cubicBezTo>
                  <a:cubicBezTo>
                    <a:pt x="80" y="69"/>
                    <a:pt x="80" y="69"/>
                    <a:pt x="80" y="69"/>
                  </a:cubicBezTo>
                  <a:cubicBezTo>
                    <a:pt x="82" y="72"/>
                    <a:pt x="86" y="74"/>
                    <a:pt x="90" y="73"/>
                  </a:cubicBezTo>
                  <a:cubicBezTo>
                    <a:pt x="93" y="72"/>
                    <a:pt x="95" y="68"/>
                    <a:pt x="94" y="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267" name="Group 266"/>
          <p:cNvGrpSpPr/>
          <p:nvPr/>
        </p:nvGrpSpPr>
        <p:grpSpPr>
          <a:xfrm>
            <a:off x="6960856" y="5305118"/>
            <a:ext cx="143494" cy="339602"/>
            <a:chOff x="5505535" y="930389"/>
            <a:chExt cx="333375" cy="788988"/>
          </a:xfrm>
          <a:solidFill>
            <a:schemeClr val="tx2"/>
          </a:solidFill>
        </p:grpSpPr>
        <p:sp>
          <p:nvSpPr>
            <p:cNvPr id="268" name="Oval 27"/>
            <p:cNvSpPr>
              <a:spLocks noChangeArrowheads="1"/>
            </p:cNvSpPr>
            <p:nvPr/>
          </p:nvSpPr>
          <p:spPr bwMode="auto">
            <a:xfrm>
              <a:off x="5602373" y="930389"/>
              <a:ext cx="141288" cy="1397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69" name="Freeform 28"/>
            <p:cNvSpPr/>
            <p:nvPr/>
          </p:nvSpPr>
          <p:spPr bwMode="auto">
            <a:xfrm>
              <a:off x="5505535" y="1084377"/>
              <a:ext cx="333375" cy="635000"/>
            </a:xfrm>
            <a:custGeom>
              <a:avLst/>
              <a:gdLst>
                <a:gd name="T0" fmla="*/ 87 w 87"/>
                <a:gd name="T1" fmla="*/ 24 h 168"/>
                <a:gd name="T2" fmla="*/ 62 w 87"/>
                <a:gd name="T3" fmla="*/ 0 h 168"/>
                <a:gd name="T4" fmla="*/ 37 w 87"/>
                <a:gd name="T5" fmla="*/ 0 h 168"/>
                <a:gd name="T6" fmla="*/ 35 w 87"/>
                <a:gd name="T7" fmla="*/ 0 h 168"/>
                <a:gd name="T8" fmla="*/ 25 w 87"/>
                <a:gd name="T9" fmla="*/ 0 h 168"/>
                <a:gd name="T10" fmla="*/ 0 w 87"/>
                <a:gd name="T11" fmla="*/ 24 h 168"/>
                <a:gd name="T12" fmla="*/ 0 w 87"/>
                <a:gd name="T13" fmla="*/ 24 h 168"/>
                <a:gd name="T14" fmla="*/ 0 w 87"/>
                <a:gd name="T15" fmla="*/ 73 h 168"/>
                <a:gd name="T16" fmla="*/ 8 w 87"/>
                <a:gd name="T17" fmla="*/ 81 h 168"/>
                <a:gd name="T18" fmla="*/ 16 w 87"/>
                <a:gd name="T19" fmla="*/ 73 h 168"/>
                <a:gd name="T20" fmla="*/ 16 w 87"/>
                <a:gd name="T21" fmla="*/ 44 h 168"/>
                <a:gd name="T22" fmla="*/ 16 w 87"/>
                <a:gd name="T23" fmla="*/ 28 h 168"/>
                <a:gd name="T24" fmla="*/ 20 w 87"/>
                <a:gd name="T25" fmla="*/ 28 h 168"/>
                <a:gd name="T26" fmla="*/ 20 w 87"/>
                <a:gd name="T27" fmla="*/ 46 h 168"/>
                <a:gd name="T28" fmla="*/ 20 w 87"/>
                <a:gd name="T29" fmla="*/ 77 h 168"/>
                <a:gd name="T30" fmla="*/ 20 w 87"/>
                <a:gd name="T31" fmla="*/ 81 h 168"/>
                <a:gd name="T32" fmla="*/ 20 w 87"/>
                <a:gd name="T33" fmla="*/ 157 h 168"/>
                <a:gd name="T34" fmla="*/ 31 w 87"/>
                <a:gd name="T35" fmla="*/ 168 h 168"/>
                <a:gd name="T36" fmla="*/ 41 w 87"/>
                <a:gd name="T37" fmla="*/ 157 h 168"/>
                <a:gd name="T38" fmla="*/ 41 w 87"/>
                <a:gd name="T39" fmla="*/ 81 h 168"/>
                <a:gd name="T40" fmla="*/ 46 w 87"/>
                <a:gd name="T41" fmla="*/ 81 h 168"/>
                <a:gd name="T42" fmla="*/ 46 w 87"/>
                <a:gd name="T43" fmla="*/ 157 h 168"/>
                <a:gd name="T44" fmla="*/ 56 w 87"/>
                <a:gd name="T45" fmla="*/ 168 h 168"/>
                <a:gd name="T46" fmla="*/ 67 w 87"/>
                <a:gd name="T47" fmla="*/ 157 h 168"/>
                <a:gd name="T48" fmla="*/ 67 w 87"/>
                <a:gd name="T49" fmla="*/ 81 h 168"/>
                <a:gd name="T50" fmla="*/ 67 w 87"/>
                <a:gd name="T51" fmla="*/ 77 h 168"/>
                <a:gd name="T52" fmla="*/ 67 w 87"/>
                <a:gd name="T53" fmla="*/ 46 h 168"/>
                <a:gd name="T54" fmla="*/ 67 w 87"/>
                <a:gd name="T55" fmla="*/ 28 h 168"/>
                <a:gd name="T56" fmla="*/ 71 w 87"/>
                <a:gd name="T57" fmla="*/ 28 h 168"/>
                <a:gd name="T58" fmla="*/ 71 w 87"/>
                <a:gd name="T59" fmla="*/ 44 h 168"/>
                <a:gd name="T60" fmla="*/ 71 w 87"/>
                <a:gd name="T61" fmla="*/ 73 h 168"/>
                <a:gd name="T62" fmla="*/ 79 w 87"/>
                <a:gd name="T63" fmla="*/ 81 h 168"/>
                <a:gd name="T64" fmla="*/ 87 w 87"/>
                <a:gd name="T65" fmla="*/ 73 h 168"/>
                <a:gd name="T66" fmla="*/ 87 w 87"/>
                <a:gd name="T67" fmla="*/ 24 h 168"/>
                <a:gd name="T68" fmla="*/ 87 w 87"/>
                <a:gd name="T69" fmla="*/ 24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7" h="168">
                  <a:moveTo>
                    <a:pt x="87" y="24"/>
                  </a:moveTo>
                  <a:cubicBezTo>
                    <a:pt x="87" y="11"/>
                    <a:pt x="75" y="0"/>
                    <a:pt x="62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2" y="0"/>
                    <a:pt x="0" y="11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78"/>
                    <a:pt x="4" y="81"/>
                    <a:pt x="8" y="81"/>
                  </a:cubicBezTo>
                  <a:cubicBezTo>
                    <a:pt x="13" y="81"/>
                    <a:pt x="16" y="78"/>
                    <a:pt x="16" y="73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0" y="77"/>
                    <a:pt x="20" y="77"/>
                    <a:pt x="20" y="77"/>
                  </a:cubicBezTo>
                  <a:cubicBezTo>
                    <a:pt x="20" y="81"/>
                    <a:pt x="20" y="81"/>
                    <a:pt x="20" y="81"/>
                  </a:cubicBezTo>
                  <a:cubicBezTo>
                    <a:pt x="20" y="157"/>
                    <a:pt x="20" y="157"/>
                    <a:pt x="20" y="157"/>
                  </a:cubicBezTo>
                  <a:cubicBezTo>
                    <a:pt x="20" y="163"/>
                    <a:pt x="25" y="168"/>
                    <a:pt x="31" y="168"/>
                  </a:cubicBezTo>
                  <a:cubicBezTo>
                    <a:pt x="37" y="168"/>
                    <a:pt x="41" y="163"/>
                    <a:pt x="41" y="157"/>
                  </a:cubicBezTo>
                  <a:cubicBezTo>
                    <a:pt x="41" y="81"/>
                    <a:pt x="41" y="81"/>
                    <a:pt x="41" y="81"/>
                  </a:cubicBezTo>
                  <a:cubicBezTo>
                    <a:pt x="46" y="81"/>
                    <a:pt x="46" y="81"/>
                    <a:pt x="46" y="81"/>
                  </a:cubicBezTo>
                  <a:cubicBezTo>
                    <a:pt x="46" y="157"/>
                    <a:pt x="46" y="157"/>
                    <a:pt x="46" y="157"/>
                  </a:cubicBezTo>
                  <a:cubicBezTo>
                    <a:pt x="46" y="163"/>
                    <a:pt x="50" y="168"/>
                    <a:pt x="56" y="168"/>
                  </a:cubicBezTo>
                  <a:cubicBezTo>
                    <a:pt x="62" y="168"/>
                    <a:pt x="67" y="163"/>
                    <a:pt x="67" y="157"/>
                  </a:cubicBezTo>
                  <a:cubicBezTo>
                    <a:pt x="67" y="81"/>
                    <a:pt x="67" y="81"/>
                    <a:pt x="67" y="81"/>
                  </a:cubicBezTo>
                  <a:cubicBezTo>
                    <a:pt x="67" y="77"/>
                    <a:pt x="67" y="77"/>
                    <a:pt x="67" y="77"/>
                  </a:cubicBezTo>
                  <a:cubicBezTo>
                    <a:pt x="67" y="46"/>
                    <a:pt x="67" y="46"/>
                    <a:pt x="67" y="46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1" y="28"/>
                    <a:pt x="71" y="28"/>
                    <a:pt x="71" y="28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73"/>
                    <a:pt x="71" y="73"/>
                    <a:pt x="71" y="73"/>
                  </a:cubicBezTo>
                  <a:cubicBezTo>
                    <a:pt x="71" y="78"/>
                    <a:pt x="74" y="81"/>
                    <a:pt x="79" y="81"/>
                  </a:cubicBezTo>
                  <a:cubicBezTo>
                    <a:pt x="83" y="81"/>
                    <a:pt x="87" y="78"/>
                    <a:pt x="87" y="73"/>
                  </a:cubicBezTo>
                  <a:cubicBezTo>
                    <a:pt x="87" y="24"/>
                    <a:pt x="87" y="24"/>
                    <a:pt x="87" y="24"/>
                  </a:cubicBezTo>
                  <a:cubicBezTo>
                    <a:pt x="87" y="24"/>
                    <a:pt x="87" y="24"/>
                    <a:pt x="87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270" name="TextBox 269"/>
          <p:cNvSpPr txBox="1"/>
          <p:nvPr/>
        </p:nvSpPr>
        <p:spPr>
          <a:xfrm>
            <a:off x="6917211" y="567489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5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71" name="TextBox 270"/>
          <p:cNvSpPr txBox="1"/>
          <p:nvPr/>
        </p:nvSpPr>
        <p:spPr>
          <a:xfrm>
            <a:off x="7238336" y="567489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5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273" name="Group 272"/>
          <p:cNvGrpSpPr/>
          <p:nvPr/>
        </p:nvGrpSpPr>
        <p:grpSpPr>
          <a:xfrm>
            <a:off x="8641225" y="2049271"/>
            <a:ext cx="156477" cy="336185"/>
            <a:chOff x="5670635" y="1738427"/>
            <a:chExt cx="363538" cy="781050"/>
          </a:xfrm>
          <a:solidFill>
            <a:schemeClr val="bg2"/>
          </a:solidFill>
        </p:grpSpPr>
        <p:sp>
          <p:nvSpPr>
            <p:cNvPr id="274" name="Oval 25"/>
            <p:cNvSpPr>
              <a:spLocks noChangeArrowheads="1"/>
            </p:cNvSpPr>
            <p:nvPr/>
          </p:nvSpPr>
          <p:spPr bwMode="auto">
            <a:xfrm>
              <a:off x="5781760" y="1738427"/>
              <a:ext cx="141288" cy="1397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75" name="Freeform 26"/>
            <p:cNvSpPr/>
            <p:nvPr/>
          </p:nvSpPr>
          <p:spPr bwMode="auto">
            <a:xfrm>
              <a:off x="5670635" y="1889239"/>
              <a:ext cx="363538" cy="630238"/>
            </a:xfrm>
            <a:custGeom>
              <a:avLst/>
              <a:gdLst>
                <a:gd name="T0" fmla="*/ 94 w 95"/>
                <a:gd name="T1" fmla="*/ 64 h 167"/>
                <a:gd name="T2" fmla="*/ 80 w 95"/>
                <a:gd name="T3" fmla="*/ 19 h 167"/>
                <a:gd name="T4" fmla="*/ 79 w 95"/>
                <a:gd name="T5" fmla="*/ 18 h 167"/>
                <a:gd name="T6" fmla="*/ 56 w 95"/>
                <a:gd name="T7" fmla="*/ 0 h 167"/>
                <a:gd name="T8" fmla="*/ 49 w 95"/>
                <a:gd name="T9" fmla="*/ 0 h 167"/>
                <a:gd name="T10" fmla="*/ 46 w 95"/>
                <a:gd name="T11" fmla="*/ 0 h 167"/>
                <a:gd name="T12" fmla="*/ 39 w 95"/>
                <a:gd name="T13" fmla="*/ 0 h 167"/>
                <a:gd name="T14" fmla="*/ 16 w 95"/>
                <a:gd name="T15" fmla="*/ 18 h 167"/>
                <a:gd name="T16" fmla="*/ 15 w 95"/>
                <a:gd name="T17" fmla="*/ 19 h 167"/>
                <a:gd name="T18" fmla="*/ 1 w 95"/>
                <a:gd name="T19" fmla="*/ 64 h 167"/>
                <a:gd name="T20" fmla="*/ 5 w 95"/>
                <a:gd name="T21" fmla="*/ 73 h 167"/>
                <a:gd name="T22" fmla="*/ 15 w 95"/>
                <a:gd name="T23" fmla="*/ 69 h 167"/>
                <a:gd name="T24" fmla="*/ 28 w 95"/>
                <a:gd name="T25" fmla="*/ 25 h 167"/>
                <a:gd name="T26" fmla="*/ 32 w 95"/>
                <a:gd name="T27" fmla="*/ 25 h 167"/>
                <a:gd name="T28" fmla="*/ 8 w 95"/>
                <a:gd name="T29" fmla="*/ 100 h 167"/>
                <a:gd name="T30" fmla="*/ 27 w 95"/>
                <a:gd name="T31" fmla="*/ 100 h 167"/>
                <a:gd name="T32" fmla="*/ 27 w 95"/>
                <a:gd name="T33" fmla="*/ 158 h 167"/>
                <a:gd name="T34" fmla="*/ 36 w 95"/>
                <a:gd name="T35" fmla="*/ 167 h 167"/>
                <a:gd name="T36" fmla="*/ 44 w 95"/>
                <a:gd name="T37" fmla="*/ 158 h 167"/>
                <a:gd name="T38" fmla="*/ 44 w 95"/>
                <a:gd name="T39" fmla="*/ 100 h 167"/>
                <a:gd name="T40" fmla="*/ 51 w 95"/>
                <a:gd name="T41" fmla="*/ 100 h 167"/>
                <a:gd name="T42" fmla="*/ 51 w 95"/>
                <a:gd name="T43" fmla="*/ 158 h 167"/>
                <a:gd name="T44" fmla="*/ 59 w 95"/>
                <a:gd name="T45" fmla="*/ 167 h 167"/>
                <a:gd name="T46" fmla="*/ 68 w 95"/>
                <a:gd name="T47" fmla="*/ 158 h 167"/>
                <a:gd name="T48" fmla="*/ 68 w 95"/>
                <a:gd name="T49" fmla="*/ 100 h 167"/>
                <a:gd name="T50" fmla="*/ 87 w 95"/>
                <a:gd name="T51" fmla="*/ 100 h 167"/>
                <a:gd name="T52" fmla="*/ 63 w 95"/>
                <a:gd name="T53" fmla="*/ 25 h 167"/>
                <a:gd name="T54" fmla="*/ 67 w 95"/>
                <a:gd name="T55" fmla="*/ 25 h 167"/>
                <a:gd name="T56" fmla="*/ 80 w 95"/>
                <a:gd name="T57" fmla="*/ 69 h 167"/>
                <a:gd name="T58" fmla="*/ 90 w 95"/>
                <a:gd name="T59" fmla="*/ 73 h 167"/>
                <a:gd name="T60" fmla="*/ 94 w 95"/>
                <a:gd name="T61" fmla="*/ 64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95" h="167">
                  <a:moveTo>
                    <a:pt x="94" y="64"/>
                  </a:move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79" y="18"/>
                    <a:pt x="79" y="18"/>
                  </a:cubicBezTo>
                  <a:cubicBezTo>
                    <a:pt x="74" y="4"/>
                    <a:pt x="61" y="0"/>
                    <a:pt x="56" y="0"/>
                  </a:cubicBezTo>
                  <a:cubicBezTo>
                    <a:pt x="52" y="0"/>
                    <a:pt x="53" y="0"/>
                    <a:pt x="49" y="0"/>
                  </a:cubicBezTo>
                  <a:cubicBezTo>
                    <a:pt x="48" y="0"/>
                    <a:pt x="47" y="0"/>
                    <a:pt x="46" y="0"/>
                  </a:cubicBezTo>
                  <a:cubicBezTo>
                    <a:pt x="42" y="0"/>
                    <a:pt x="43" y="0"/>
                    <a:pt x="39" y="0"/>
                  </a:cubicBezTo>
                  <a:cubicBezTo>
                    <a:pt x="34" y="0"/>
                    <a:pt x="21" y="4"/>
                    <a:pt x="16" y="18"/>
                  </a:cubicBezTo>
                  <a:cubicBezTo>
                    <a:pt x="16" y="18"/>
                    <a:pt x="15" y="19"/>
                    <a:pt x="15" y="19"/>
                  </a:cubicBezTo>
                  <a:cubicBezTo>
                    <a:pt x="1" y="64"/>
                    <a:pt x="1" y="64"/>
                    <a:pt x="1" y="64"/>
                  </a:cubicBezTo>
                  <a:cubicBezTo>
                    <a:pt x="0" y="68"/>
                    <a:pt x="2" y="72"/>
                    <a:pt x="5" y="73"/>
                  </a:cubicBezTo>
                  <a:cubicBezTo>
                    <a:pt x="9" y="74"/>
                    <a:pt x="13" y="72"/>
                    <a:pt x="15" y="69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27" y="100"/>
                    <a:pt x="27" y="100"/>
                    <a:pt x="27" y="100"/>
                  </a:cubicBezTo>
                  <a:cubicBezTo>
                    <a:pt x="27" y="158"/>
                    <a:pt x="27" y="158"/>
                    <a:pt x="27" y="158"/>
                  </a:cubicBezTo>
                  <a:cubicBezTo>
                    <a:pt x="27" y="163"/>
                    <a:pt x="31" y="167"/>
                    <a:pt x="36" y="167"/>
                  </a:cubicBezTo>
                  <a:cubicBezTo>
                    <a:pt x="41" y="167"/>
                    <a:pt x="44" y="163"/>
                    <a:pt x="44" y="158"/>
                  </a:cubicBezTo>
                  <a:cubicBezTo>
                    <a:pt x="44" y="100"/>
                    <a:pt x="44" y="100"/>
                    <a:pt x="44" y="100"/>
                  </a:cubicBezTo>
                  <a:cubicBezTo>
                    <a:pt x="51" y="100"/>
                    <a:pt x="51" y="100"/>
                    <a:pt x="51" y="100"/>
                  </a:cubicBezTo>
                  <a:cubicBezTo>
                    <a:pt x="51" y="158"/>
                    <a:pt x="51" y="158"/>
                    <a:pt x="51" y="158"/>
                  </a:cubicBezTo>
                  <a:cubicBezTo>
                    <a:pt x="51" y="163"/>
                    <a:pt x="54" y="167"/>
                    <a:pt x="59" y="167"/>
                  </a:cubicBezTo>
                  <a:cubicBezTo>
                    <a:pt x="64" y="167"/>
                    <a:pt x="68" y="163"/>
                    <a:pt x="68" y="158"/>
                  </a:cubicBezTo>
                  <a:cubicBezTo>
                    <a:pt x="68" y="100"/>
                    <a:pt x="68" y="100"/>
                    <a:pt x="68" y="100"/>
                  </a:cubicBezTo>
                  <a:cubicBezTo>
                    <a:pt x="87" y="100"/>
                    <a:pt x="87" y="100"/>
                    <a:pt x="87" y="100"/>
                  </a:cubicBezTo>
                  <a:cubicBezTo>
                    <a:pt x="63" y="25"/>
                    <a:pt x="63" y="25"/>
                    <a:pt x="63" y="25"/>
                  </a:cubicBezTo>
                  <a:cubicBezTo>
                    <a:pt x="67" y="25"/>
                    <a:pt x="67" y="25"/>
                    <a:pt x="67" y="25"/>
                  </a:cubicBezTo>
                  <a:cubicBezTo>
                    <a:pt x="80" y="69"/>
                    <a:pt x="80" y="69"/>
                    <a:pt x="80" y="69"/>
                  </a:cubicBezTo>
                  <a:cubicBezTo>
                    <a:pt x="82" y="72"/>
                    <a:pt x="86" y="74"/>
                    <a:pt x="90" y="73"/>
                  </a:cubicBezTo>
                  <a:cubicBezTo>
                    <a:pt x="93" y="72"/>
                    <a:pt x="95" y="68"/>
                    <a:pt x="94" y="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276" name="Group 275"/>
          <p:cNvGrpSpPr/>
          <p:nvPr/>
        </p:nvGrpSpPr>
        <p:grpSpPr>
          <a:xfrm>
            <a:off x="8326591" y="2050798"/>
            <a:ext cx="143494" cy="339602"/>
            <a:chOff x="5505535" y="930389"/>
            <a:chExt cx="333375" cy="788988"/>
          </a:xfrm>
          <a:solidFill>
            <a:schemeClr val="tx2"/>
          </a:solidFill>
        </p:grpSpPr>
        <p:sp>
          <p:nvSpPr>
            <p:cNvPr id="277" name="Oval 27"/>
            <p:cNvSpPr>
              <a:spLocks noChangeArrowheads="1"/>
            </p:cNvSpPr>
            <p:nvPr/>
          </p:nvSpPr>
          <p:spPr bwMode="auto">
            <a:xfrm>
              <a:off x="5602373" y="930389"/>
              <a:ext cx="141288" cy="1397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78" name="Freeform 28"/>
            <p:cNvSpPr/>
            <p:nvPr/>
          </p:nvSpPr>
          <p:spPr bwMode="auto">
            <a:xfrm>
              <a:off x="5505535" y="1084377"/>
              <a:ext cx="333375" cy="635000"/>
            </a:xfrm>
            <a:custGeom>
              <a:avLst/>
              <a:gdLst>
                <a:gd name="T0" fmla="*/ 87 w 87"/>
                <a:gd name="T1" fmla="*/ 24 h 168"/>
                <a:gd name="T2" fmla="*/ 62 w 87"/>
                <a:gd name="T3" fmla="*/ 0 h 168"/>
                <a:gd name="T4" fmla="*/ 37 w 87"/>
                <a:gd name="T5" fmla="*/ 0 h 168"/>
                <a:gd name="T6" fmla="*/ 35 w 87"/>
                <a:gd name="T7" fmla="*/ 0 h 168"/>
                <a:gd name="T8" fmla="*/ 25 w 87"/>
                <a:gd name="T9" fmla="*/ 0 h 168"/>
                <a:gd name="T10" fmla="*/ 0 w 87"/>
                <a:gd name="T11" fmla="*/ 24 h 168"/>
                <a:gd name="T12" fmla="*/ 0 w 87"/>
                <a:gd name="T13" fmla="*/ 24 h 168"/>
                <a:gd name="T14" fmla="*/ 0 w 87"/>
                <a:gd name="T15" fmla="*/ 73 h 168"/>
                <a:gd name="T16" fmla="*/ 8 w 87"/>
                <a:gd name="T17" fmla="*/ 81 h 168"/>
                <a:gd name="T18" fmla="*/ 16 w 87"/>
                <a:gd name="T19" fmla="*/ 73 h 168"/>
                <a:gd name="T20" fmla="*/ 16 w 87"/>
                <a:gd name="T21" fmla="*/ 44 h 168"/>
                <a:gd name="T22" fmla="*/ 16 w 87"/>
                <a:gd name="T23" fmla="*/ 28 h 168"/>
                <a:gd name="T24" fmla="*/ 20 w 87"/>
                <a:gd name="T25" fmla="*/ 28 h 168"/>
                <a:gd name="T26" fmla="*/ 20 w 87"/>
                <a:gd name="T27" fmla="*/ 46 h 168"/>
                <a:gd name="T28" fmla="*/ 20 w 87"/>
                <a:gd name="T29" fmla="*/ 77 h 168"/>
                <a:gd name="T30" fmla="*/ 20 w 87"/>
                <a:gd name="T31" fmla="*/ 81 h 168"/>
                <a:gd name="T32" fmla="*/ 20 w 87"/>
                <a:gd name="T33" fmla="*/ 157 h 168"/>
                <a:gd name="T34" fmla="*/ 31 w 87"/>
                <a:gd name="T35" fmla="*/ 168 h 168"/>
                <a:gd name="T36" fmla="*/ 41 w 87"/>
                <a:gd name="T37" fmla="*/ 157 h 168"/>
                <a:gd name="T38" fmla="*/ 41 w 87"/>
                <a:gd name="T39" fmla="*/ 81 h 168"/>
                <a:gd name="T40" fmla="*/ 46 w 87"/>
                <a:gd name="T41" fmla="*/ 81 h 168"/>
                <a:gd name="T42" fmla="*/ 46 w 87"/>
                <a:gd name="T43" fmla="*/ 157 h 168"/>
                <a:gd name="T44" fmla="*/ 56 w 87"/>
                <a:gd name="T45" fmla="*/ 168 h 168"/>
                <a:gd name="T46" fmla="*/ 67 w 87"/>
                <a:gd name="T47" fmla="*/ 157 h 168"/>
                <a:gd name="T48" fmla="*/ 67 w 87"/>
                <a:gd name="T49" fmla="*/ 81 h 168"/>
                <a:gd name="T50" fmla="*/ 67 w 87"/>
                <a:gd name="T51" fmla="*/ 77 h 168"/>
                <a:gd name="T52" fmla="*/ 67 w 87"/>
                <a:gd name="T53" fmla="*/ 46 h 168"/>
                <a:gd name="T54" fmla="*/ 67 w 87"/>
                <a:gd name="T55" fmla="*/ 28 h 168"/>
                <a:gd name="T56" fmla="*/ 71 w 87"/>
                <a:gd name="T57" fmla="*/ 28 h 168"/>
                <a:gd name="T58" fmla="*/ 71 w 87"/>
                <a:gd name="T59" fmla="*/ 44 h 168"/>
                <a:gd name="T60" fmla="*/ 71 w 87"/>
                <a:gd name="T61" fmla="*/ 73 h 168"/>
                <a:gd name="T62" fmla="*/ 79 w 87"/>
                <a:gd name="T63" fmla="*/ 81 h 168"/>
                <a:gd name="T64" fmla="*/ 87 w 87"/>
                <a:gd name="T65" fmla="*/ 73 h 168"/>
                <a:gd name="T66" fmla="*/ 87 w 87"/>
                <a:gd name="T67" fmla="*/ 24 h 168"/>
                <a:gd name="T68" fmla="*/ 87 w 87"/>
                <a:gd name="T69" fmla="*/ 24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7" h="168">
                  <a:moveTo>
                    <a:pt x="87" y="24"/>
                  </a:moveTo>
                  <a:cubicBezTo>
                    <a:pt x="87" y="11"/>
                    <a:pt x="75" y="0"/>
                    <a:pt x="62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2" y="0"/>
                    <a:pt x="0" y="11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78"/>
                    <a:pt x="4" y="81"/>
                    <a:pt x="8" y="81"/>
                  </a:cubicBezTo>
                  <a:cubicBezTo>
                    <a:pt x="13" y="81"/>
                    <a:pt x="16" y="78"/>
                    <a:pt x="16" y="73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0" y="77"/>
                    <a:pt x="20" y="77"/>
                    <a:pt x="20" y="77"/>
                  </a:cubicBezTo>
                  <a:cubicBezTo>
                    <a:pt x="20" y="81"/>
                    <a:pt x="20" y="81"/>
                    <a:pt x="20" y="81"/>
                  </a:cubicBezTo>
                  <a:cubicBezTo>
                    <a:pt x="20" y="157"/>
                    <a:pt x="20" y="157"/>
                    <a:pt x="20" y="157"/>
                  </a:cubicBezTo>
                  <a:cubicBezTo>
                    <a:pt x="20" y="163"/>
                    <a:pt x="25" y="168"/>
                    <a:pt x="31" y="168"/>
                  </a:cubicBezTo>
                  <a:cubicBezTo>
                    <a:pt x="37" y="168"/>
                    <a:pt x="41" y="163"/>
                    <a:pt x="41" y="157"/>
                  </a:cubicBezTo>
                  <a:cubicBezTo>
                    <a:pt x="41" y="81"/>
                    <a:pt x="41" y="81"/>
                    <a:pt x="41" y="81"/>
                  </a:cubicBezTo>
                  <a:cubicBezTo>
                    <a:pt x="46" y="81"/>
                    <a:pt x="46" y="81"/>
                    <a:pt x="46" y="81"/>
                  </a:cubicBezTo>
                  <a:cubicBezTo>
                    <a:pt x="46" y="157"/>
                    <a:pt x="46" y="157"/>
                    <a:pt x="46" y="157"/>
                  </a:cubicBezTo>
                  <a:cubicBezTo>
                    <a:pt x="46" y="163"/>
                    <a:pt x="50" y="168"/>
                    <a:pt x="56" y="168"/>
                  </a:cubicBezTo>
                  <a:cubicBezTo>
                    <a:pt x="62" y="168"/>
                    <a:pt x="67" y="163"/>
                    <a:pt x="67" y="157"/>
                  </a:cubicBezTo>
                  <a:cubicBezTo>
                    <a:pt x="67" y="81"/>
                    <a:pt x="67" y="81"/>
                    <a:pt x="67" y="81"/>
                  </a:cubicBezTo>
                  <a:cubicBezTo>
                    <a:pt x="67" y="77"/>
                    <a:pt x="67" y="77"/>
                    <a:pt x="67" y="77"/>
                  </a:cubicBezTo>
                  <a:cubicBezTo>
                    <a:pt x="67" y="46"/>
                    <a:pt x="67" y="46"/>
                    <a:pt x="67" y="46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1" y="28"/>
                    <a:pt x="71" y="28"/>
                    <a:pt x="71" y="28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73"/>
                    <a:pt x="71" y="73"/>
                    <a:pt x="71" y="73"/>
                  </a:cubicBezTo>
                  <a:cubicBezTo>
                    <a:pt x="71" y="78"/>
                    <a:pt x="74" y="81"/>
                    <a:pt x="79" y="81"/>
                  </a:cubicBezTo>
                  <a:cubicBezTo>
                    <a:pt x="83" y="81"/>
                    <a:pt x="87" y="78"/>
                    <a:pt x="87" y="73"/>
                  </a:cubicBezTo>
                  <a:cubicBezTo>
                    <a:pt x="87" y="24"/>
                    <a:pt x="87" y="24"/>
                    <a:pt x="87" y="24"/>
                  </a:cubicBezTo>
                  <a:cubicBezTo>
                    <a:pt x="87" y="24"/>
                    <a:pt x="87" y="24"/>
                    <a:pt x="87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279" name="TextBox 278"/>
          <p:cNvSpPr txBox="1"/>
          <p:nvPr/>
        </p:nvSpPr>
        <p:spPr>
          <a:xfrm>
            <a:off x="8256312" y="242057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0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80" name="TextBox 279"/>
          <p:cNvSpPr txBox="1"/>
          <p:nvPr/>
        </p:nvSpPr>
        <p:spPr>
          <a:xfrm>
            <a:off x="8620979" y="242057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3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cxnSp>
        <p:nvCxnSpPr>
          <p:cNvPr id="282" name="Elbow Connector 281"/>
          <p:cNvCxnSpPr/>
          <p:nvPr/>
        </p:nvCxnSpPr>
        <p:spPr>
          <a:xfrm rot="10800000" flipV="1">
            <a:off x="8166323" y="2947296"/>
            <a:ext cx="424473" cy="235290"/>
          </a:xfrm>
          <a:prstGeom prst="bentConnector3">
            <a:avLst>
              <a:gd name="adj1" fmla="val -1611"/>
            </a:avLst>
          </a:prstGeom>
          <a:ln w="15875">
            <a:solidFill>
              <a:schemeClr val="accent3">
                <a:lumMod val="60000"/>
                <a:lumOff val="4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Elbow Connector 285"/>
          <p:cNvCxnSpPr/>
          <p:nvPr/>
        </p:nvCxnSpPr>
        <p:spPr>
          <a:xfrm rot="5400000" flipH="1" flipV="1">
            <a:off x="9577479" y="4387914"/>
            <a:ext cx="498320" cy="488539"/>
          </a:xfrm>
          <a:prstGeom prst="bentConnector3">
            <a:avLst>
              <a:gd name="adj1" fmla="val 46177"/>
            </a:avLst>
          </a:prstGeom>
          <a:ln w="15875">
            <a:solidFill>
              <a:schemeClr val="accent4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7" name="TextBox 286"/>
          <p:cNvSpPr txBox="1"/>
          <p:nvPr/>
        </p:nvSpPr>
        <p:spPr>
          <a:xfrm>
            <a:off x="10853025" y="2612115"/>
            <a:ext cx="8547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Marketing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88" name="TextBox 287"/>
          <p:cNvSpPr txBox="1"/>
          <p:nvPr/>
        </p:nvSpPr>
        <p:spPr>
          <a:xfrm>
            <a:off x="9298348" y="4884002"/>
            <a:ext cx="5597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Event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289" name="Group 288"/>
          <p:cNvGrpSpPr/>
          <p:nvPr/>
        </p:nvGrpSpPr>
        <p:grpSpPr>
          <a:xfrm>
            <a:off x="9679748" y="5161078"/>
            <a:ext cx="156477" cy="336185"/>
            <a:chOff x="5670635" y="1738427"/>
            <a:chExt cx="363538" cy="781050"/>
          </a:xfrm>
          <a:solidFill>
            <a:schemeClr val="bg2"/>
          </a:solidFill>
        </p:grpSpPr>
        <p:sp>
          <p:nvSpPr>
            <p:cNvPr id="290" name="Oval 25"/>
            <p:cNvSpPr>
              <a:spLocks noChangeArrowheads="1"/>
            </p:cNvSpPr>
            <p:nvPr/>
          </p:nvSpPr>
          <p:spPr bwMode="auto">
            <a:xfrm>
              <a:off x="5781760" y="1738427"/>
              <a:ext cx="141288" cy="1397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91" name="Freeform 26"/>
            <p:cNvSpPr/>
            <p:nvPr/>
          </p:nvSpPr>
          <p:spPr bwMode="auto">
            <a:xfrm>
              <a:off x="5670635" y="1889239"/>
              <a:ext cx="363538" cy="630238"/>
            </a:xfrm>
            <a:custGeom>
              <a:avLst/>
              <a:gdLst>
                <a:gd name="T0" fmla="*/ 94 w 95"/>
                <a:gd name="T1" fmla="*/ 64 h 167"/>
                <a:gd name="T2" fmla="*/ 80 w 95"/>
                <a:gd name="T3" fmla="*/ 19 h 167"/>
                <a:gd name="T4" fmla="*/ 79 w 95"/>
                <a:gd name="T5" fmla="*/ 18 h 167"/>
                <a:gd name="T6" fmla="*/ 56 w 95"/>
                <a:gd name="T7" fmla="*/ 0 h 167"/>
                <a:gd name="T8" fmla="*/ 49 w 95"/>
                <a:gd name="T9" fmla="*/ 0 h 167"/>
                <a:gd name="T10" fmla="*/ 46 w 95"/>
                <a:gd name="T11" fmla="*/ 0 h 167"/>
                <a:gd name="T12" fmla="*/ 39 w 95"/>
                <a:gd name="T13" fmla="*/ 0 h 167"/>
                <a:gd name="T14" fmla="*/ 16 w 95"/>
                <a:gd name="T15" fmla="*/ 18 h 167"/>
                <a:gd name="T16" fmla="*/ 15 w 95"/>
                <a:gd name="T17" fmla="*/ 19 h 167"/>
                <a:gd name="T18" fmla="*/ 1 w 95"/>
                <a:gd name="T19" fmla="*/ 64 h 167"/>
                <a:gd name="T20" fmla="*/ 5 w 95"/>
                <a:gd name="T21" fmla="*/ 73 h 167"/>
                <a:gd name="T22" fmla="*/ 15 w 95"/>
                <a:gd name="T23" fmla="*/ 69 h 167"/>
                <a:gd name="T24" fmla="*/ 28 w 95"/>
                <a:gd name="T25" fmla="*/ 25 h 167"/>
                <a:gd name="T26" fmla="*/ 32 w 95"/>
                <a:gd name="T27" fmla="*/ 25 h 167"/>
                <a:gd name="T28" fmla="*/ 8 w 95"/>
                <a:gd name="T29" fmla="*/ 100 h 167"/>
                <a:gd name="T30" fmla="*/ 27 w 95"/>
                <a:gd name="T31" fmla="*/ 100 h 167"/>
                <a:gd name="T32" fmla="*/ 27 w 95"/>
                <a:gd name="T33" fmla="*/ 158 h 167"/>
                <a:gd name="T34" fmla="*/ 36 w 95"/>
                <a:gd name="T35" fmla="*/ 167 h 167"/>
                <a:gd name="T36" fmla="*/ 44 w 95"/>
                <a:gd name="T37" fmla="*/ 158 h 167"/>
                <a:gd name="T38" fmla="*/ 44 w 95"/>
                <a:gd name="T39" fmla="*/ 100 h 167"/>
                <a:gd name="T40" fmla="*/ 51 w 95"/>
                <a:gd name="T41" fmla="*/ 100 h 167"/>
                <a:gd name="T42" fmla="*/ 51 w 95"/>
                <a:gd name="T43" fmla="*/ 158 h 167"/>
                <a:gd name="T44" fmla="*/ 59 w 95"/>
                <a:gd name="T45" fmla="*/ 167 h 167"/>
                <a:gd name="T46" fmla="*/ 68 w 95"/>
                <a:gd name="T47" fmla="*/ 158 h 167"/>
                <a:gd name="T48" fmla="*/ 68 w 95"/>
                <a:gd name="T49" fmla="*/ 100 h 167"/>
                <a:gd name="T50" fmla="*/ 87 w 95"/>
                <a:gd name="T51" fmla="*/ 100 h 167"/>
                <a:gd name="T52" fmla="*/ 63 w 95"/>
                <a:gd name="T53" fmla="*/ 25 h 167"/>
                <a:gd name="T54" fmla="*/ 67 w 95"/>
                <a:gd name="T55" fmla="*/ 25 h 167"/>
                <a:gd name="T56" fmla="*/ 80 w 95"/>
                <a:gd name="T57" fmla="*/ 69 h 167"/>
                <a:gd name="T58" fmla="*/ 90 w 95"/>
                <a:gd name="T59" fmla="*/ 73 h 167"/>
                <a:gd name="T60" fmla="*/ 94 w 95"/>
                <a:gd name="T61" fmla="*/ 64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95" h="167">
                  <a:moveTo>
                    <a:pt x="94" y="64"/>
                  </a:move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79" y="18"/>
                    <a:pt x="79" y="18"/>
                  </a:cubicBezTo>
                  <a:cubicBezTo>
                    <a:pt x="74" y="4"/>
                    <a:pt x="61" y="0"/>
                    <a:pt x="56" y="0"/>
                  </a:cubicBezTo>
                  <a:cubicBezTo>
                    <a:pt x="52" y="0"/>
                    <a:pt x="53" y="0"/>
                    <a:pt x="49" y="0"/>
                  </a:cubicBezTo>
                  <a:cubicBezTo>
                    <a:pt x="48" y="0"/>
                    <a:pt x="47" y="0"/>
                    <a:pt x="46" y="0"/>
                  </a:cubicBezTo>
                  <a:cubicBezTo>
                    <a:pt x="42" y="0"/>
                    <a:pt x="43" y="0"/>
                    <a:pt x="39" y="0"/>
                  </a:cubicBezTo>
                  <a:cubicBezTo>
                    <a:pt x="34" y="0"/>
                    <a:pt x="21" y="4"/>
                    <a:pt x="16" y="18"/>
                  </a:cubicBezTo>
                  <a:cubicBezTo>
                    <a:pt x="16" y="18"/>
                    <a:pt x="15" y="19"/>
                    <a:pt x="15" y="19"/>
                  </a:cubicBezTo>
                  <a:cubicBezTo>
                    <a:pt x="1" y="64"/>
                    <a:pt x="1" y="64"/>
                    <a:pt x="1" y="64"/>
                  </a:cubicBezTo>
                  <a:cubicBezTo>
                    <a:pt x="0" y="68"/>
                    <a:pt x="2" y="72"/>
                    <a:pt x="5" y="73"/>
                  </a:cubicBezTo>
                  <a:cubicBezTo>
                    <a:pt x="9" y="74"/>
                    <a:pt x="13" y="72"/>
                    <a:pt x="15" y="69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27" y="100"/>
                    <a:pt x="27" y="100"/>
                    <a:pt x="27" y="100"/>
                  </a:cubicBezTo>
                  <a:cubicBezTo>
                    <a:pt x="27" y="158"/>
                    <a:pt x="27" y="158"/>
                    <a:pt x="27" y="158"/>
                  </a:cubicBezTo>
                  <a:cubicBezTo>
                    <a:pt x="27" y="163"/>
                    <a:pt x="31" y="167"/>
                    <a:pt x="36" y="167"/>
                  </a:cubicBezTo>
                  <a:cubicBezTo>
                    <a:pt x="41" y="167"/>
                    <a:pt x="44" y="163"/>
                    <a:pt x="44" y="158"/>
                  </a:cubicBezTo>
                  <a:cubicBezTo>
                    <a:pt x="44" y="100"/>
                    <a:pt x="44" y="100"/>
                    <a:pt x="44" y="100"/>
                  </a:cubicBezTo>
                  <a:cubicBezTo>
                    <a:pt x="51" y="100"/>
                    <a:pt x="51" y="100"/>
                    <a:pt x="51" y="100"/>
                  </a:cubicBezTo>
                  <a:cubicBezTo>
                    <a:pt x="51" y="158"/>
                    <a:pt x="51" y="158"/>
                    <a:pt x="51" y="158"/>
                  </a:cubicBezTo>
                  <a:cubicBezTo>
                    <a:pt x="51" y="163"/>
                    <a:pt x="54" y="167"/>
                    <a:pt x="59" y="167"/>
                  </a:cubicBezTo>
                  <a:cubicBezTo>
                    <a:pt x="64" y="167"/>
                    <a:pt x="68" y="163"/>
                    <a:pt x="68" y="158"/>
                  </a:cubicBezTo>
                  <a:cubicBezTo>
                    <a:pt x="68" y="100"/>
                    <a:pt x="68" y="100"/>
                    <a:pt x="68" y="100"/>
                  </a:cubicBezTo>
                  <a:cubicBezTo>
                    <a:pt x="87" y="100"/>
                    <a:pt x="87" y="100"/>
                    <a:pt x="87" y="100"/>
                  </a:cubicBezTo>
                  <a:cubicBezTo>
                    <a:pt x="63" y="25"/>
                    <a:pt x="63" y="25"/>
                    <a:pt x="63" y="25"/>
                  </a:cubicBezTo>
                  <a:cubicBezTo>
                    <a:pt x="67" y="25"/>
                    <a:pt x="67" y="25"/>
                    <a:pt x="67" y="25"/>
                  </a:cubicBezTo>
                  <a:cubicBezTo>
                    <a:pt x="80" y="69"/>
                    <a:pt x="80" y="69"/>
                    <a:pt x="80" y="69"/>
                  </a:cubicBezTo>
                  <a:cubicBezTo>
                    <a:pt x="82" y="72"/>
                    <a:pt x="86" y="74"/>
                    <a:pt x="90" y="73"/>
                  </a:cubicBezTo>
                  <a:cubicBezTo>
                    <a:pt x="93" y="72"/>
                    <a:pt x="95" y="68"/>
                    <a:pt x="94" y="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292" name="Group 291"/>
          <p:cNvGrpSpPr/>
          <p:nvPr/>
        </p:nvGrpSpPr>
        <p:grpSpPr>
          <a:xfrm>
            <a:off x="9319430" y="5162605"/>
            <a:ext cx="143494" cy="339602"/>
            <a:chOff x="5505535" y="930389"/>
            <a:chExt cx="333375" cy="788988"/>
          </a:xfrm>
          <a:solidFill>
            <a:schemeClr val="tx2"/>
          </a:solidFill>
        </p:grpSpPr>
        <p:sp>
          <p:nvSpPr>
            <p:cNvPr id="293" name="Oval 27"/>
            <p:cNvSpPr>
              <a:spLocks noChangeArrowheads="1"/>
            </p:cNvSpPr>
            <p:nvPr/>
          </p:nvSpPr>
          <p:spPr bwMode="auto">
            <a:xfrm>
              <a:off x="5602373" y="930389"/>
              <a:ext cx="141288" cy="1397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94" name="Freeform 28"/>
            <p:cNvSpPr/>
            <p:nvPr/>
          </p:nvSpPr>
          <p:spPr bwMode="auto">
            <a:xfrm>
              <a:off x="5505535" y="1084377"/>
              <a:ext cx="333375" cy="635000"/>
            </a:xfrm>
            <a:custGeom>
              <a:avLst/>
              <a:gdLst>
                <a:gd name="T0" fmla="*/ 87 w 87"/>
                <a:gd name="T1" fmla="*/ 24 h 168"/>
                <a:gd name="T2" fmla="*/ 62 w 87"/>
                <a:gd name="T3" fmla="*/ 0 h 168"/>
                <a:gd name="T4" fmla="*/ 37 w 87"/>
                <a:gd name="T5" fmla="*/ 0 h 168"/>
                <a:gd name="T6" fmla="*/ 35 w 87"/>
                <a:gd name="T7" fmla="*/ 0 h 168"/>
                <a:gd name="T8" fmla="*/ 25 w 87"/>
                <a:gd name="T9" fmla="*/ 0 h 168"/>
                <a:gd name="T10" fmla="*/ 0 w 87"/>
                <a:gd name="T11" fmla="*/ 24 h 168"/>
                <a:gd name="T12" fmla="*/ 0 w 87"/>
                <a:gd name="T13" fmla="*/ 24 h 168"/>
                <a:gd name="T14" fmla="*/ 0 w 87"/>
                <a:gd name="T15" fmla="*/ 73 h 168"/>
                <a:gd name="T16" fmla="*/ 8 w 87"/>
                <a:gd name="T17" fmla="*/ 81 h 168"/>
                <a:gd name="T18" fmla="*/ 16 w 87"/>
                <a:gd name="T19" fmla="*/ 73 h 168"/>
                <a:gd name="T20" fmla="*/ 16 w 87"/>
                <a:gd name="T21" fmla="*/ 44 h 168"/>
                <a:gd name="T22" fmla="*/ 16 w 87"/>
                <a:gd name="T23" fmla="*/ 28 h 168"/>
                <a:gd name="T24" fmla="*/ 20 w 87"/>
                <a:gd name="T25" fmla="*/ 28 h 168"/>
                <a:gd name="T26" fmla="*/ 20 w 87"/>
                <a:gd name="T27" fmla="*/ 46 h 168"/>
                <a:gd name="T28" fmla="*/ 20 w 87"/>
                <a:gd name="T29" fmla="*/ 77 h 168"/>
                <a:gd name="T30" fmla="*/ 20 w 87"/>
                <a:gd name="T31" fmla="*/ 81 h 168"/>
                <a:gd name="T32" fmla="*/ 20 w 87"/>
                <a:gd name="T33" fmla="*/ 157 h 168"/>
                <a:gd name="T34" fmla="*/ 31 w 87"/>
                <a:gd name="T35" fmla="*/ 168 h 168"/>
                <a:gd name="T36" fmla="*/ 41 w 87"/>
                <a:gd name="T37" fmla="*/ 157 h 168"/>
                <a:gd name="T38" fmla="*/ 41 w 87"/>
                <a:gd name="T39" fmla="*/ 81 h 168"/>
                <a:gd name="T40" fmla="*/ 46 w 87"/>
                <a:gd name="T41" fmla="*/ 81 h 168"/>
                <a:gd name="T42" fmla="*/ 46 w 87"/>
                <a:gd name="T43" fmla="*/ 157 h 168"/>
                <a:gd name="T44" fmla="*/ 56 w 87"/>
                <a:gd name="T45" fmla="*/ 168 h 168"/>
                <a:gd name="T46" fmla="*/ 67 w 87"/>
                <a:gd name="T47" fmla="*/ 157 h 168"/>
                <a:gd name="T48" fmla="*/ 67 w 87"/>
                <a:gd name="T49" fmla="*/ 81 h 168"/>
                <a:gd name="T50" fmla="*/ 67 w 87"/>
                <a:gd name="T51" fmla="*/ 77 h 168"/>
                <a:gd name="T52" fmla="*/ 67 w 87"/>
                <a:gd name="T53" fmla="*/ 46 h 168"/>
                <a:gd name="T54" fmla="*/ 67 w 87"/>
                <a:gd name="T55" fmla="*/ 28 h 168"/>
                <a:gd name="T56" fmla="*/ 71 w 87"/>
                <a:gd name="T57" fmla="*/ 28 h 168"/>
                <a:gd name="T58" fmla="*/ 71 w 87"/>
                <a:gd name="T59" fmla="*/ 44 h 168"/>
                <a:gd name="T60" fmla="*/ 71 w 87"/>
                <a:gd name="T61" fmla="*/ 73 h 168"/>
                <a:gd name="T62" fmla="*/ 79 w 87"/>
                <a:gd name="T63" fmla="*/ 81 h 168"/>
                <a:gd name="T64" fmla="*/ 87 w 87"/>
                <a:gd name="T65" fmla="*/ 73 h 168"/>
                <a:gd name="T66" fmla="*/ 87 w 87"/>
                <a:gd name="T67" fmla="*/ 24 h 168"/>
                <a:gd name="T68" fmla="*/ 87 w 87"/>
                <a:gd name="T69" fmla="*/ 24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7" h="168">
                  <a:moveTo>
                    <a:pt x="87" y="24"/>
                  </a:moveTo>
                  <a:cubicBezTo>
                    <a:pt x="87" y="11"/>
                    <a:pt x="75" y="0"/>
                    <a:pt x="62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2" y="0"/>
                    <a:pt x="0" y="11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78"/>
                    <a:pt x="4" y="81"/>
                    <a:pt x="8" y="81"/>
                  </a:cubicBezTo>
                  <a:cubicBezTo>
                    <a:pt x="13" y="81"/>
                    <a:pt x="16" y="78"/>
                    <a:pt x="16" y="73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0" y="77"/>
                    <a:pt x="20" y="77"/>
                    <a:pt x="20" y="77"/>
                  </a:cubicBezTo>
                  <a:cubicBezTo>
                    <a:pt x="20" y="81"/>
                    <a:pt x="20" y="81"/>
                    <a:pt x="20" y="81"/>
                  </a:cubicBezTo>
                  <a:cubicBezTo>
                    <a:pt x="20" y="157"/>
                    <a:pt x="20" y="157"/>
                    <a:pt x="20" y="157"/>
                  </a:cubicBezTo>
                  <a:cubicBezTo>
                    <a:pt x="20" y="163"/>
                    <a:pt x="25" y="168"/>
                    <a:pt x="31" y="168"/>
                  </a:cubicBezTo>
                  <a:cubicBezTo>
                    <a:pt x="37" y="168"/>
                    <a:pt x="41" y="163"/>
                    <a:pt x="41" y="157"/>
                  </a:cubicBezTo>
                  <a:cubicBezTo>
                    <a:pt x="41" y="81"/>
                    <a:pt x="41" y="81"/>
                    <a:pt x="41" y="81"/>
                  </a:cubicBezTo>
                  <a:cubicBezTo>
                    <a:pt x="46" y="81"/>
                    <a:pt x="46" y="81"/>
                    <a:pt x="46" y="81"/>
                  </a:cubicBezTo>
                  <a:cubicBezTo>
                    <a:pt x="46" y="157"/>
                    <a:pt x="46" y="157"/>
                    <a:pt x="46" y="157"/>
                  </a:cubicBezTo>
                  <a:cubicBezTo>
                    <a:pt x="46" y="163"/>
                    <a:pt x="50" y="168"/>
                    <a:pt x="56" y="168"/>
                  </a:cubicBezTo>
                  <a:cubicBezTo>
                    <a:pt x="62" y="168"/>
                    <a:pt x="67" y="163"/>
                    <a:pt x="67" y="157"/>
                  </a:cubicBezTo>
                  <a:cubicBezTo>
                    <a:pt x="67" y="81"/>
                    <a:pt x="67" y="81"/>
                    <a:pt x="67" y="81"/>
                  </a:cubicBezTo>
                  <a:cubicBezTo>
                    <a:pt x="67" y="77"/>
                    <a:pt x="67" y="77"/>
                    <a:pt x="67" y="77"/>
                  </a:cubicBezTo>
                  <a:cubicBezTo>
                    <a:pt x="67" y="46"/>
                    <a:pt x="67" y="46"/>
                    <a:pt x="67" y="46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1" y="28"/>
                    <a:pt x="71" y="28"/>
                    <a:pt x="71" y="28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73"/>
                    <a:pt x="71" y="73"/>
                    <a:pt x="71" y="73"/>
                  </a:cubicBezTo>
                  <a:cubicBezTo>
                    <a:pt x="71" y="78"/>
                    <a:pt x="74" y="81"/>
                    <a:pt x="79" y="81"/>
                  </a:cubicBezTo>
                  <a:cubicBezTo>
                    <a:pt x="83" y="81"/>
                    <a:pt x="87" y="78"/>
                    <a:pt x="87" y="73"/>
                  </a:cubicBezTo>
                  <a:cubicBezTo>
                    <a:pt x="87" y="24"/>
                    <a:pt x="87" y="24"/>
                    <a:pt x="87" y="24"/>
                  </a:cubicBezTo>
                  <a:cubicBezTo>
                    <a:pt x="87" y="24"/>
                    <a:pt x="87" y="24"/>
                    <a:pt x="87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295" name="TextBox 294"/>
          <p:cNvSpPr txBox="1"/>
          <p:nvPr/>
        </p:nvSpPr>
        <p:spPr>
          <a:xfrm>
            <a:off x="9275785" y="553238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3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96" name="TextBox 295"/>
          <p:cNvSpPr txBox="1"/>
          <p:nvPr/>
        </p:nvSpPr>
        <p:spPr>
          <a:xfrm>
            <a:off x="9596910" y="553238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4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297" name="Group 296"/>
          <p:cNvGrpSpPr/>
          <p:nvPr/>
        </p:nvGrpSpPr>
        <p:grpSpPr>
          <a:xfrm>
            <a:off x="11358783" y="2071530"/>
            <a:ext cx="156477" cy="336185"/>
            <a:chOff x="5670635" y="1738427"/>
            <a:chExt cx="363538" cy="781050"/>
          </a:xfrm>
          <a:solidFill>
            <a:schemeClr val="bg2"/>
          </a:solidFill>
        </p:grpSpPr>
        <p:sp>
          <p:nvSpPr>
            <p:cNvPr id="298" name="Oval 25"/>
            <p:cNvSpPr>
              <a:spLocks noChangeArrowheads="1"/>
            </p:cNvSpPr>
            <p:nvPr/>
          </p:nvSpPr>
          <p:spPr bwMode="auto">
            <a:xfrm>
              <a:off x="5781760" y="1738427"/>
              <a:ext cx="141288" cy="1397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99" name="Freeform 26"/>
            <p:cNvSpPr/>
            <p:nvPr/>
          </p:nvSpPr>
          <p:spPr bwMode="auto">
            <a:xfrm>
              <a:off x="5670635" y="1889239"/>
              <a:ext cx="363538" cy="630238"/>
            </a:xfrm>
            <a:custGeom>
              <a:avLst/>
              <a:gdLst>
                <a:gd name="T0" fmla="*/ 94 w 95"/>
                <a:gd name="T1" fmla="*/ 64 h 167"/>
                <a:gd name="T2" fmla="*/ 80 w 95"/>
                <a:gd name="T3" fmla="*/ 19 h 167"/>
                <a:gd name="T4" fmla="*/ 79 w 95"/>
                <a:gd name="T5" fmla="*/ 18 h 167"/>
                <a:gd name="T6" fmla="*/ 56 w 95"/>
                <a:gd name="T7" fmla="*/ 0 h 167"/>
                <a:gd name="T8" fmla="*/ 49 w 95"/>
                <a:gd name="T9" fmla="*/ 0 h 167"/>
                <a:gd name="T10" fmla="*/ 46 w 95"/>
                <a:gd name="T11" fmla="*/ 0 h 167"/>
                <a:gd name="T12" fmla="*/ 39 w 95"/>
                <a:gd name="T13" fmla="*/ 0 h 167"/>
                <a:gd name="T14" fmla="*/ 16 w 95"/>
                <a:gd name="T15" fmla="*/ 18 h 167"/>
                <a:gd name="T16" fmla="*/ 15 w 95"/>
                <a:gd name="T17" fmla="*/ 19 h 167"/>
                <a:gd name="T18" fmla="*/ 1 w 95"/>
                <a:gd name="T19" fmla="*/ 64 h 167"/>
                <a:gd name="T20" fmla="*/ 5 w 95"/>
                <a:gd name="T21" fmla="*/ 73 h 167"/>
                <a:gd name="T22" fmla="*/ 15 w 95"/>
                <a:gd name="T23" fmla="*/ 69 h 167"/>
                <a:gd name="T24" fmla="*/ 28 w 95"/>
                <a:gd name="T25" fmla="*/ 25 h 167"/>
                <a:gd name="T26" fmla="*/ 32 w 95"/>
                <a:gd name="T27" fmla="*/ 25 h 167"/>
                <a:gd name="T28" fmla="*/ 8 w 95"/>
                <a:gd name="T29" fmla="*/ 100 h 167"/>
                <a:gd name="T30" fmla="*/ 27 w 95"/>
                <a:gd name="T31" fmla="*/ 100 h 167"/>
                <a:gd name="T32" fmla="*/ 27 w 95"/>
                <a:gd name="T33" fmla="*/ 158 h 167"/>
                <a:gd name="T34" fmla="*/ 36 w 95"/>
                <a:gd name="T35" fmla="*/ 167 h 167"/>
                <a:gd name="T36" fmla="*/ 44 w 95"/>
                <a:gd name="T37" fmla="*/ 158 h 167"/>
                <a:gd name="T38" fmla="*/ 44 w 95"/>
                <a:gd name="T39" fmla="*/ 100 h 167"/>
                <a:gd name="T40" fmla="*/ 51 w 95"/>
                <a:gd name="T41" fmla="*/ 100 h 167"/>
                <a:gd name="T42" fmla="*/ 51 w 95"/>
                <a:gd name="T43" fmla="*/ 158 h 167"/>
                <a:gd name="T44" fmla="*/ 59 w 95"/>
                <a:gd name="T45" fmla="*/ 167 h 167"/>
                <a:gd name="T46" fmla="*/ 68 w 95"/>
                <a:gd name="T47" fmla="*/ 158 h 167"/>
                <a:gd name="T48" fmla="*/ 68 w 95"/>
                <a:gd name="T49" fmla="*/ 100 h 167"/>
                <a:gd name="T50" fmla="*/ 87 w 95"/>
                <a:gd name="T51" fmla="*/ 100 h 167"/>
                <a:gd name="T52" fmla="*/ 63 w 95"/>
                <a:gd name="T53" fmla="*/ 25 h 167"/>
                <a:gd name="T54" fmla="*/ 67 w 95"/>
                <a:gd name="T55" fmla="*/ 25 h 167"/>
                <a:gd name="T56" fmla="*/ 80 w 95"/>
                <a:gd name="T57" fmla="*/ 69 h 167"/>
                <a:gd name="T58" fmla="*/ 90 w 95"/>
                <a:gd name="T59" fmla="*/ 73 h 167"/>
                <a:gd name="T60" fmla="*/ 94 w 95"/>
                <a:gd name="T61" fmla="*/ 64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95" h="167">
                  <a:moveTo>
                    <a:pt x="94" y="64"/>
                  </a:move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79" y="18"/>
                    <a:pt x="79" y="18"/>
                  </a:cubicBezTo>
                  <a:cubicBezTo>
                    <a:pt x="74" y="4"/>
                    <a:pt x="61" y="0"/>
                    <a:pt x="56" y="0"/>
                  </a:cubicBezTo>
                  <a:cubicBezTo>
                    <a:pt x="52" y="0"/>
                    <a:pt x="53" y="0"/>
                    <a:pt x="49" y="0"/>
                  </a:cubicBezTo>
                  <a:cubicBezTo>
                    <a:pt x="48" y="0"/>
                    <a:pt x="47" y="0"/>
                    <a:pt x="46" y="0"/>
                  </a:cubicBezTo>
                  <a:cubicBezTo>
                    <a:pt x="42" y="0"/>
                    <a:pt x="43" y="0"/>
                    <a:pt x="39" y="0"/>
                  </a:cubicBezTo>
                  <a:cubicBezTo>
                    <a:pt x="34" y="0"/>
                    <a:pt x="21" y="4"/>
                    <a:pt x="16" y="18"/>
                  </a:cubicBezTo>
                  <a:cubicBezTo>
                    <a:pt x="16" y="18"/>
                    <a:pt x="15" y="19"/>
                    <a:pt x="15" y="19"/>
                  </a:cubicBezTo>
                  <a:cubicBezTo>
                    <a:pt x="1" y="64"/>
                    <a:pt x="1" y="64"/>
                    <a:pt x="1" y="64"/>
                  </a:cubicBezTo>
                  <a:cubicBezTo>
                    <a:pt x="0" y="68"/>
                    <a:pt x="2" y="72"/>
                    <a:pt x="5" y="73"/>
                  </a:cubicBezTo>
                  <a:cubicBezTo>
                    <a:pt x="9" y="74"/>
                    <a:pt x="13" y="72"/>
                    <a:pt x="15" y="69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27" y="100"/>
                    <a:pt x="27" y="100"/>
                    <a:pt x="27" y="100"/>
                  </a:cubicBezTo>
                  <a:cubicBezTo>
                    <a:pt x="27" y="158"/>
                    <a:pt x="27" y="158"/>
                    <a:pt x="27" y="158"/>
                  </a:cubicBezTo>
                  <a:cubicBezTo>
                    <a:pt x="27" y="163"/>
                    <a:pt x="31" y="167"/>
                    <a:pt x="36" y="167"/>
                  </a:cubicBezTo>
                  <a:cubicBezTo>
                    <a:pt x="41" y="167"/>
                    <a:pt x="44" y="163"/>
                    <a:pt x="44" y="158"/>
                  </a:cubicBezTo>
                  <a:cubicBezTo>
                    <a:pt x="44" y="100"/>
                    <a:pt x="44" y="100"/>
                    <a:pt x="44" y="100"/>
                  </a:cubicBezTo>
                  <a:cubicBezTo>
                    <a:pt x="51" y="100"/>
                    <a:pt x="51" y="100"/>
                    <a:pt x="51" y="100"/>
                  </a:cubicBezTo>
                  <a:cubicBezTo>
                    <a:pt x="51" y="158"/>
                    <a:pt x="51" y="158"/>
                    <a:pt x="51" y="158"/>
                  </a:cubicBezTo>
                  <a:cubicBezTo>
                    <a:pt x="51" y="163"/>
                    <a:pt x="54" y="167"/>
                    <a:pt x="59" y="167"/>
                  </a:cubicBezTo>
                  <a:cubicBezTo>
                    <a:pt x="64" y="167"/>
                    <a:pt x="68" y="163"/>
                    <a:pt x="68" y="158"/>
                  </a:cubicBezTo>
                  <a:cubicBezTo>
                    <a:pt x="68" y="100"/>
                    <a:pt x="68" y="100"/>
                    <a:pt x="68" y="100"/>
                  </a:cubicBezTo>
                  <a:cubicBezTo>
                    <a:pt x="87" y="100"/>
                    <a:pt x="87" y="100"/>
                    <a:pt x="87" y="100"/>
                  </a:cubicBezTo>
                  <a:cubicBezTo>
                    <a:pt x="63" y="25"/>
                    <a:pt x="63" y="25"/>
                    <a:pt x="63" y="25"/>
                  </a:cubicBezTo>
                  <a:cubicBezTo>
                    <a:pt x="67" y="25"/>
                    <a:pt x="67" y="25"/>
                    <a:pt x="67" y="25"/>
                  </a:cubicBezTo>
                  <a:cubicBezTo>
                    <a:pt x="80" y="69"/>
                    <a:pt x="80" y="69"/>
                    <a:pt x="80" y="69"/>
                  </a:cubicBezTo>
                  <a:cubicBezTo>
                    <a:pt x="82" y="72"/>
                    <a:pt x="86" y="74"/>
                    <a:pt x="90" y="73"/>
                  </a:cubicBezTo>
                  <a:cubicBezTo>
                    <a:pt x="93" y="72"/>
                    <a:pt x="95" y="68"/>
                    <a:pt x="94" y="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300" name="Group 299"/>
          <p:cNvGrpSpPr/>
          <p:nvPr/>
        </p:nvGrpSpPr>
        <p:grpSpPr>
          <a:xfrm>
            <a:off x="11044149" y="2073057"/>
            <a:ext cx="143494" cy="339602"/>
            <a:chOff x="5505535" y="930389"/>
            <a:chExt cx="333375" cy="788988"/>
          </a:xfrm>
          <a:solidFill>
            <a:schemeClr val="tx2"/>
          </a:solidFill>
        </p:grpSpPr>
        <p:sp>
          <p:nvSpPr>
            <p:cNvPr id="301" name="Oval 27"/>
            <p:cNvSpPr>
              <a:spLocks noChangeArrowheads="1"/>
            </p:cNvSpPr>
            <p:nvPr/>
          </p:nvSpPr>
          <p:spPr bwMode="auto">
            <a:xfrm>
              <a:off x="5602373" y="930389"/>
              <a:ext cx="141288" cy="1397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02" name="Freeform 28"/>
            <p:cNvSpPr/>
            <p:nvPr/>
          </p:nvSpPr>
          <p:spPr bwMode="auto">
            <a:xfrm>
              <a:off x="5505535" y="1084377"/>
              <a:ext cx="333375" cy="635000"/>
            </a:xfrm>
            <a:custGeom>
              <a:avLst/>
              <a:gdLst>
                <a:gd name="T0" fmla="*/ 87 w 87"/>
                <a:gd name="T1" fmla="*/ 24 h 168"/>
                <a:gd name="T2" fmla="*/ 62 w 87"/>
                <a:gd name="T3" fmla="*/ 0 h 168"/>
                <a:gd name="T4" fmla="*/ 37 w 87"/>
                <a:gd name="T5" fmla="*/ 0 h 168"/>
                <a:gd name="T6" fmla="*/ 35 w 87"/>
                <a:gd name="T7" fmla="*/ 0 h 168"/>
                <a:gd name="T8" fmla="*/ 25 w 87"/>
                <a:gd name="T9" fmla="*/ 0 h 168"/>
                <a:gd name="T10" fmla="*/ 0 w 87"/>
                <a:gd name="T11" fmla="*/ 24 h 168"/>
                <a:gd name="T12" fmla="*/ 0 w 87"/>
                <a:gd name="T13" fmla="*/ 24 h 168"/>
                <a:gd name="T14" fmla="*/ 0 w 87"/>
                <a:gd name="T15" fmla="*/ 73 h 168"/>
                <a:gd name="T16" fmla="*/ 8 w 87"/>
                <a:gd name="T17" fmla="*/ 81 h 168"/>
                <a:gd name="T18" fmla="*/ 16 w 87"/>
                <a:gd name="T19" fmla="*/ 73 h 168"/>
                <a:gd name="T20" fmla="*/ 16 w 87"/>
                <a:gd name="T21" fmla="*/ 44 h 168"/>
                <a:gd name="T22" fmla="*/ 16 w 87"/>
                <a:gd name="T23" fmla="*/ 28 h 168"/>
                <a:gd name="T24" fmla="*/ 20 w 87"/>
                <a:gd name="T25" fmla="*/ 28 h 168"/>
                <a:gd name="T26" fmla="*/ 20 w 87"/>
                <a:gd name="T27" fmla="*/ 46 h 168"/>
                <a:gd name="T28" fmla="*/ 20 w 87"/>
                <a:gd name="T29" fmla="*/ 77 h 168"/>
                <a:gd name="T30" fmla="*/ 20 w 87"/>
                <a:gd name="T31" fmla="*/ 81 h 168"/>
                <a:gd name="T32" fmla="*/ 20 w 87"/>
                <a:gd name="T33" fmla="*/ 157 h 168"/>
                <a:gd name="T34" fmla="*/ 31 w 87"/>
                <a:gd name="T35" fmla="*/ 168 h 168"/>
                <a:gd name="T36" fmla="*/ 41 w 87"/>
                <a:gd name="T37" fmla="*/ 157 h 168"/>
                <a:gd name="T38" fmla="*/ 41 w 87"/>
                <a:gd name="T39" fmla="*/ 81 h 168"/>
                <a:gd name="T40" fmla="*/ 46 w 87"/>
                <a:gd name="T41" fmla="*/ 81 h 168"/>
                <a:gd name="T42" fmla="*/ 46 w 87"/>
                <a:gd name="T43" fmla="*/ 157 h 168"/>
                <a:gd name="T44" fmla="*/ 56 w 87"/>
                <a:gd name="T45" fmla="*/ 168 h 168"/>
                <a:gd name="T46" fmla="*/ 67 w 87"/>
                <a:gd name="T47" fmla="*/ 157 h 168"/>
                <a:gd name="T48" fmla="*/ 67 w 87"/>
                <a:gd name="T49" fmla="*/ 81 h 168"/>
                <a:gd name="T50" fmla="*/ 67 w 87"/>
                <a:gd name="T51" fmla="*/ 77 h 168"/>
                <a:gd name="T52" fmla="*/ 67 w 87"/>
                <a:gd name="T53" fmla="*/ 46 h 168"/>
                <a:gd name="T54" fmla="*/ 67 w 87"/>
                <a:gd name="T55" fmla="*/ 28 h 168"/>
                <a:gd name="T56" fmla="*/ 71 w 87"/>
                <a:gd name="T57" fmla="*/ 28 h 168"/>
                <a:gd name="T58" fmla="*/ 71 w 87"/>
                <a:gd name="T59" fmla="*/ 44 h 168"/>
                <a:gd name="T60" fmla="*/ 71 w 87"/>
                <a:gd name="T61" fmla="*/ 73 h 168"/>
                <a:gd name="T62" fmla="*/ 79 w 87"/>
                <a:gd name="T63" fmla="*/ 81 h 168"/>
                <a:gd name="T64" fmla="*/ 87 w 87"/>
                <a:gd name="T65" fmla="*/ 73 h 168"/>
                <a:gd name="T66" fmla="*/ 87 w 87"/>
                <a:gd name="T67" fmla="*/ 24 h 168"/>
                <a:gd name="T68" fmla="*/ 87 w 87"/>
                <a:gd name="T69" fmla="*/ 24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7" h="168">
                  <a:moveTo>
                    <a:pt x="87" y="24"/>
                  </a:moveTo>
                  <a:cubicBezTo>
                    <a:pt x="87" y="11"/>
                    <a:pt x="75" y="0"/>
                    <a:pt x="62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2" y="0"/>
                    <a:pt x="0" y="11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78"/>
                    <a:pt x="4" y="81"/>
                    <a:pt x="8" y="81"/>
                  </a:cubicBezTo>
                  <a:cubicBezTo>
                    <a:pt x="13" y="81"/>
                    <a:pt x="16" y="78"/>
                    <a:pt x="16" y="73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0" y="77"/>
                    <a:pt x="20" y="77"/>
                    <a:pt x="20" y="77"/>
                  </a:cubicBezTo>
                  <a:cubicBezTo>
                    <a:pt x="20" y="81"/>
                    <a:pt x="20" y="81"/>
                    <a:pt x="20" y="81"/>
                  </a:cubicBezTo>
                  <a:cubicBezTo>
                    <a:pt x="20" y="157"/>
                    <a:pt x="20" y="157"/>
                    <a:pt x="20" y="157"/>
                  </a:cubicBezTo>
                  <a:cubicBezTo>
                    <a:pt x="20" y="163"/>
                    <a:pt x="25" y="168"/>
                    <a:pt x="31" y="168"/>
                  </a:cubicBezTo>
                  <a:cubicBezTo>
                    <a:pt x="37" y="168"/>
                    <a:pt x="41" y="163"/>
                    <a:pt x="41" y="157"/>
                  </a:cubicBezTo>
                  <a:cubicBezTo>
                    <a:pt x="41" y="81"/>
                    <a:pt x="41" y="81"/>
                    <a:pt x="41" y="81"/>
                  </a:cubicBezTo>
                  <a:cubicBezTo>
                    <a:pt x="46" y="81"/>
                    <a:pt x="46" y="81"/>
                    <a:pt x="46" y="81"/>
                  </a:cubicBezTo>
                  <a:cubicBezTo>
                    <a:pt x="46" y="157"/>
                    <a:pt x="46" y="157"/>
                    <a:pt x="46" y="157"/>
                  </a:cubicBezTo>
                  <a:cubicBezTo>
                    <a:pt x="46" y="163"/>
                    <a:pt x="50" y="168"/>
                    <a:pt x="56" y="168"/>
                  </a:cubicBezTo>
                  <a:cubicBezTo>
                    <a:pt x="62" y="168"/>
                    <a:pt x="67" y="163"/>
                    <a:pt x="67" y="157"/>
                  </a:cubicBezTo>
                  <a:cubicBezTo>
                    <a:pt x="67" y="81"/>
                    <a:pt x="67" y="81"/>
                    <a:pt x="67" y="81"/>
                  </a:cubicBezTo>
                  <a:cubicBezTo>
                    <a:pt x="67" y="77"/>
                    <a:pt x="67" y="77"/>
                    <a:pt x="67" y="77"/>
                  </a:cubicBezTo>
                  <a:cubicBezTo>
                    <a:pt x="67" y="46"/>
                    <a:pt x="67" y="46"/>
                    <a:pt x="67" y="46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1" y="28"/>
                    <a:pt x="71" y="28"/>
                    <a:pt x="71" y="28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73"/>
                    <a:pt x="71" y="73"/>
                    <a:pt x="71" y="73"/>
                  </a:cubicBezTo>
                  <a:cubicBezTo>
                    <a:pt x="71" y="78"/>
                    <a:pt x="74" y="81"/>
                    <a:pt x="79" y="81"/>
                  </a:cubicBezTo>
                  <a:cubicBezTo>
                    <a:pt x="83" y="81"/>
                    <a:pt x="87" y="78"/>
                    <a:pt x="87" y="73"/>
                  </a:cubicBezTo>
                  <a:cubicBezTo>
                    <a:pt x="87" y="24"/>
                    <a:pt x="87" y="24"/>
                    <a:pt x="87" y="24"/>
                  </a:cubicBezTo>
                  <a:cubicBezTo>
                    <a:pt x="87" y="24"/>
                    <a:pt x="87" y="24"/>
                    <a:pt x="87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303" name="TextBox 302"/>
          <p:cNvSpPr txBox="1"/>
          <p:nvPr/>
        </p:nvSpPr>
        <p:spPr>
          <a:xfrm>
            <a:off x="10983488" y="2442838"/>
            <a:ext cx="2648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1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04" name="TextBox 303"/>
          <p:cNvSpPr txBox="1"/>
          <p:nvPr/>
        </p:nvSpPr>
        <p:spPr>
          <a:xfrm>
            <a:off x="11294995" y="2442838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4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cxnSp>
        <p:nvCxnSpPr>
          <p:cNvPr id="305" name="Elbow Connector 304"/>
          <p:cNvCxnSpPr/>
          <p:nvPr/>
        </p:nvCxnSpPr>
        <p:spPr>
          <a:xfrm rot="10800000" flipV="1">
            <a:off x="10851642" y="2893619"/>
            <a:ext cx="424473" cy="235290"/>
          </a:xfrm>
          <a:prstGeom prst="bentConnector3">
            <a:avLst>
              <a:gd name="adj1" fmla="val -1611"/>
            </a:avLst>
          </a:prstGeom>
          <a:ln w="15875">
            <a:solidFill>
              <a:schemeClr val="accent4">
                <a:lumMod val="75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Elbow Connector 308"/>
          <p:cNvCxnSpPr>
            <a:stCxn id="310" idx="0"/>
          </p:cNvCxnSpPr>
          <p:nvPr/>
        </p:nvCxnSpPr>
        <p:spPr>
          <a:xfrm rot="16200000" flipV="1">
            <a:off x="10645951" y="4532844"/>
            <a:ext cx="560678" cy="349044"/>
          </a:xfrm>
          <a:prstGeom prst="bentConnector3">
            <a:avLst>
              <a:gd name="adj1" fmla="val 50000"/>
            </a:avLst>
          </a:prstGeom>
          <a:ln w="15875">
            <a:solidFill>
              <a:schemeClr val="accent4">
                <a:lumMod val="60000"/>
                <a:lumOff val="4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0" name="TextBox 309"/>
          <p:cNvSpPr txBox="1"/>
          <p:nvPr/>
        </p:nvSpPr>
        <p:spPr>
          <a:xfrm>
            <a:off x="10665436" y="4987705"/>
            <a:ext cx="8707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Promotion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311" name="Group 310"/>
          <p:cNvGrpSpPr/>
          <p:nvPr/>
        </p:nvGrpSpPr>
        <p:grpSpPr>
          <a:xfrm>
            <a:off x="11202326" y="5264781"/>
            <a:ext cx="156477" cy="336185"/>
            <a:chOff x="5670635" y="1738427"/>
            <a:chExt cx="363538" cy="781050"/>
          </a:xfrm>
          <a:solidFill>
            <a:schemeClr val="bg2"/>
          </a:solidFill>
        </p:grpSpPr>
        <p:sp>
          <p:nvSpPr>
            <p:cNvPr id="312" name="Oval 25"/>
            <p:cNvSpPr>
              <a:spLocks noChangeArrowheads="1"/>
            </p:cNvSpPr>
            <p:nvPr/>
          </p:nvSpPr>
          <p:spPr bwMode="auto">
            <a:xfrm>
              <a:off x="5781760" y="1738427"/>
              <a:ext cx="141288" cy="1397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13" name="Freeform 26"/>
            <p:cNvSpPr/>
            <p:nvPr/>
          </p:nvSpPr>
          <p:spPr bwMode="auto">
            <a:xfrm>
              <a:off x="5670635" y="1889239"/>
              <a:ext cx="363538" cy="630238"/>
            </a:xfrm>
            <a:custGeom>
              <a:avLst/>
              <a:gdLst>
                <a:gd name="T0" fmla="*/ 94 w 95"/>
                <a:gd name="T1" fmla="*/ 64 h 167"/>
                <a:gd name="T2" fmla="*/ 80 w 95"/>
                <a:gd name="T3" fmla="*/ 19 h 167"/>
                <a:gd name="T4" fmla="*/ 79 w 95"/>
                <a:gd name="T5" fmla="*/ 18 h 167"/>
                <a:gd name="T6" fmla="*/ 56 w 95"/>
                <a:gd name="T7" fmla="*/ 0 h 167"/>
                <a:gd name="T8" fmla="*/ 49 w 95"/>
                <a:gd name="T9" fmla="*/ 0 h 167"/>
                <a:gd name="T10" fmla="*/ 46 w 95"/>
                <a:gd name="T11" fmla="*/ 0 h 167"/>
                <a:gd name="T12" fmla="*/ 39 w 95"/>
                <a:gd name="T13" fmla="*/ 0 h 167"/>
                <a:gd name="T14" fmla="*/ 16 w 95"/>
                <a:gd name="T15" fmla="*/ 18 h 167"/>
                <a:gd name="T16" fmla="*/ 15 w 95"/>
                <a:gd name="T17" fmla="*/ 19 h 167"/>
                <a:gd name="T18" fmla="*/ 1 w 95"/>
                <a:gd name="T19" fmla="*/ 64 h 167"/>
                <a:gd name="T20" fmla="*/ 5 w 95"/>
                <a:gd name="T21" fmla="*/ 73 h 167"/>
                <a:gd name="T22" fmla="*/ 15 w 95"/>
                <a:gd name="T23" fmla="*/ 69 h 167"/>
                <a:gd name="T24" fmla="*/ 28 w 95"/>
                <a:gd name="T25" fmla="*/ 25 h 167"/>
                <a:gd name="T26" fmla="*/ 32 w 95"/>
                <a:gd name="T27" fmla="*/ 25 h 167"/>
                <a:gd name="T28" fmla="*/ 8 w 95"/>
                <a:gd name="T29" fmla="*/ 100 h 167"/>
                <a:gd name="T30" fmla="*/ 27 w 95"/>
                <a:gd name="T31" fmla="*/ 100 h 167"/>
                <a:gd name="T32" fmla="*/ 27 w 95"/>
                <a:gd name="T33" fmla="*/ 158 h 167"/>
                <a:gd name="T34" fmla="*/ 36 w 95"/>
                <a:gd name="T35" fmla="*/ 167 h 167"/>
                <a:gd name="T36" fmla="*/ 44 w 95"/>
                <a:gd name="T37" fmla="*/ 158 h 167"/>
                <a:gd name="T38" fmla="*/ 44 w 95"/>
                <a:gd name="T39" fmla="*/ 100 h 167"/>
                <a:gd name="T40" fmla="*/ 51 w 95"/>
                <a:gd name="T41" fmla="*/ 100 h 167"/>
                <a:gd name="T42" fmla="*/ 51 w 95"/>
                <a:gd name="T43" fmla="*/ 158 h 167"/>
                <a:gd name="T44" fmla="*/ 59 w 95"/>
                <a:gd name="T45" fmla="*/ 167 h 167"/>
                <a:gd name="T46" fmla="*/ 68 w 95"/>
                <a:gd name="T47" fmla="*/ 158 h 167"/>
                <a:gd name="T48" fmla="*/ 68 w 95"/>
                <a:gd name="T49" fmla="*/ 100 h 167"/>
                <a:gd name="T50" fmla="*/ 87 w 95"/>
                <a:gd name="T51" fmla="*/ 100 h 167"/>
                <a:gd name="T52" fmla="*/ 63 w 95"/>
                <a:gd name="T53" fmla="*/ 25 h 167"/>
                <a:gd name="T54" fmla="*/ 67 w 95"/>
                <a:gd name="T55" fmla="*/ 25 h 167"/>
                <a:gd name="T56" fmla="*/ 80 w 95"/>
                <a:gd name="T57" fmla="*/ 69 h 167"/>
                <a:gd name="T58" fmla="*/ 90 w 95"/>
                <a:gd name="T59" fmla="*/ 73 h 167"/>
                <a:gd name="T60" fmla="*/ 94 w 95"/>
                <a:gd name="T61" fmla="*/ 64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95" h="167">
                  <a:moveTo>
                    <a:pt x="94" y="64"/>
                  </a:move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79" y="18"/>
                    <a:pt x="79" y="18"/>
                  </a:cubicBezTo>
                  <a:cubicBezTo>
                    <a:pt x="74" y="4"/>
                    <a:pt x="61" y="0"/>
                    <a:pt x="56" y="0"/>
                  </a:cubicBezTo>
                  <a:cubicBezTo>
                    <a:pt x="52" y="0"/>
                    <a:pt x="53" y="0"/>
                    <a:pt x="49" y="0"/>
                  </a:cubicBezTo>
                  <a:cubicBezTo>
                    <a:pt x="48" y="0"/>
                    <a:pt x="47" y="0"/>
                    <a:pt x="46" y="0"/>
                  </a:cubicBezTo>
                  <a:cubicBezTo>
                    <a:pt x="42" y="0"/>
                    <a:pt x="43" y="0"/>
                    <a:pt x="39" y="0"/>
                  </a:cubicBezTo>
                  <a:cubicBezTo>
                    <a:pt x="34" y="0"/>
                    <a:pt x="21" y="4"/>
                    <a:pt x="16" y="18"/>
                  </a:cubicBezTo>
                  <a:cubicBezTo>
                    <a:pt x="16" y="18"/>
                    <a:pt x="15" y="19"/>
                    <a:pt x="15" y="19"/>
                  </a:cubicBezTo>
                  <a:cubicBezTo>
                    <a:pt x="1" y="64"/>
                    <a:pt x="1" y="64"/>
                    <a:pt x="1" y="64"/>
                  </a:cubicBezTo>
                  <a:cubicBezTo>
                    <a:pt x="0" y="68"/>
                    <a:pt x="2" y="72"/>
                    <a:pt x="5" y="73"/>
                  </a:cubicBezTo>
                  <a:cubicBezTo>
                    <a:pt x="9" y="74"/>
                    <a:pt x="13" y="72"/>
                    <a:pt x="15" y="69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27" y="100"/>
                    <a:pt x="27" y="100"/>
                    <a:pt x="27" y="100"/>
                  </a:cubicBezTo>
                  <a:cubicBezTo>
                    <a:pt x="27" y="158"/>
                    <a:pt x="27" y="158"/>
                    <a:pt x="27" y="158"/>
                  </a:cubicBezTo>
                  <a:cubicBezTo>
                    <a:pt x="27" y="163"/>
                    <a:pt x="31" y="167"/>
                    <a:pt x="36" y="167"/>
                  </a:cubicBezTo>
                  <a:cubicBezTo>
                    <a:pt x="41" y="167"/>
                    <a:pt x="44" y="163"/>
                    <a:pt x="44" y="158"/>
                  </a:cubicBezTo>
                  <a:cubicBezTo>
                    <a:pt x="44" y="100"/>
                    <a:pt x="44" y="100"/>
                    <a:pt x="44" y="100"/>
                  </a:cubicBezTo>
                  <a:cubicBezTo>
                    <a:pt x="51" y="100"/>
                    <a:pt x="51" y="100"/>
                    <a:pt x="51" y="100"/>
                  </a:cubicBezTo>
                  <a:cubicBezTo>
                    <a:pt x="51" y="158"/>
                    <a:pt x="51" y="158"/>
                    <a:pt x="51" y="158"/>
                  </a:cubicBezTo>
                  <a:cubicBezTo>
                    <a:pt x="51" y="163"/>
                    <a:pt x="54" y="167"/>
                    <a:pt x="59" y="167"/>
                  </a:cubicBezTo>
                  <a:cubicBezTo>
                    <a:pt x="64" y="167"/>
                    <a:pt x="68" y="163"/>
                    <a:pt x="68" y="158"/>
                  </a:cubicBezTo>
                  <a:cubicBezTo>
                    <a:pt x="68" y="100"/>
                    <a:pt x="68" y="100"/>
                    <a:pt x="68" y="100"/>
                  </a:cubicBezTo>
                  <a:cubicBezTo>
                    <a:pt x="87" y="100"/>
                    <a:pt x="87" y="100"/>
                    <a:pt x="87" y="100"/>
                  </a:cubicBezTo>
                  <a:cubicBezTo>
                    <a:pt x="63" y="25"/>
                    <a:pt x="63" y="25"/>
                    <a:pt x="63" y="25"/>
                  </a:cubicBezTo>
                  <a:cubicBezTo>
                    <a:pt x="67" y="25"/>
                    <a:pt x="67" y="25"/>
                    <a:pt x="67" y="25"/>
                  </a:cubicBezTo>
                  <a:cubicBezTo>
                    <a:pt x="80" y="69"/>
                    <a:pt x="80" y="69"/>
                    <a:pt x="80" y="69"/>
                  </a:cubicBezTo>
                  <a:cubicBezTo>
                    <a:pt x="82" y="72"/>
                    <a:pt x="86" y="74"/>
                    <a:pt x="90" y="73"/>
                  </a:cubicBezTo>
                  <a:cubicBezTo>
                    <a:pt x="93" y="72"/>
                    <a:pt x="95" y="68"/>
                    <a:pt x="94" y="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314" name="Group 313"/>
          <p:cNvGrpSpPr/>
          <p:nvPr/>
        </p:nvGrpSpPr>
        <p:grpSpPr>
          <a:xfrm>
            <a:off x="10842008" y="5266308"/>
            <a:ext cx="143494" cy="339602"/>
            <a:chOff x="5505535" y="930389"/>
            <a:chExt cx="333375" cy="788988"/>
          </a:xfrm>
          <a:solidFill>
            <a:schemeClr val="tx2"/>
          </a:solidFill>
        </p:grpSpPr>
        <p:sp>
          <p:nvSpPr>
            <p:cNvPr id="315" name="Oval 27"/>
            <p:cNvSpPr>
              <a:spLocks noChangeArrowheads="1"/>
            </p:cNvSpPr>
            <p:nvPr/>
          </p:nvSpPr>
          <p:spPr bwMode="auto">
            <a:xfrm>
              <a:off x="5602373" y="930389"/>
              <a:ext cx="141288" cy="1397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16" name="Freeform 28"/>
            <p:cNvSpPr/>
            <p:nvPr/>
          </p:nvSpPr>
          <p:spPr bwMode="auto">
            <a:xfrm>
              <a:off x="5505535" y="1084377"/>
              <a:ext cx="333375" cy="635000"/>
            </a:xfrm>
            <a:custGeom>
              <a:avLst/>
              <a:gdLst>
                <a:gd name="T0" fmla="*/ 87 w 87"/>
                <a:gd name="T1" fmla="*/ 24 h 168"/>
                <a:gd name="T2" fmla="*/ 62 w 87"/>
                <a:gd name="T3" fmla="*/ 0 h 168"/>
                <a:gd name="T4" fmla="*/ 37 w 87"/>
                <a:gd name="T5" fmla="*/ 0 h 168"/>
                <a:gd name="T6" fmla="*/ 35 w 87"/>
                <a:gd name="T7" fmla="*/ 0 h 168"/>
                <a:gd name="T8" fmla="*/ 25 w 87"/>
                <a:gd name="T9" fmla="*/ 0 h 168"/>
                <a:gd name="T10" fmla="*/ 0 w 87"/>
                <a:gd name="T11" fmla="*/ 24 h 168"/>
                <a:gd name="T12" fmla="*/ 0 w 87"/>
                <a:gd name="T13" fmla="*/ 24 h 168"/>
                <a:gd name="T14" fmla="*/ 0 w 87"/>
                <a:gd name="T15" fmla="*/ 73 h 168"/>
                <a:gd name="T16" fmla="*/ 8 w 87"/>
                <a:gd name="T17" fmla="*/ 81 h 168"/>
                <a:gd name="T18" fmla="*/ 16 w 87"/>
                <a:gd name="T19" fmla="*/ 73 h 168"/>
                <a:gd name="T20" fmla="*/ 16 w 87"/>
                <a:gd name="T21" fmla="*/ 44 h 168"/>
                <a:gd name="T22" fmla="*/ 16 w 87"/>
                <a:gd name="T23" fmla="*/ 28 h 168"/>
                <a:gd name="T24" fmla="*/ 20 w 87"/>
                <a:gd name="T25" fmla="*/ 28 h 168"/>
                <a:gd name="T26" fmla="*/ 20 w 87"/>
                <a:gd name="T27" fmla="*/ 46 h 168"/>
                <a:gd name="T28" fmla="*/ 20 w 87"/>
                <a:gd name="T29" fmla="*/ 77 h 168"/>
                <a:gd name="T30" fmla="*/ 20 w 87"/>
                <a:gd name="T31" fmla="*/ 81 h 168"/>
                <a:gd name="T32" fmla="*/ 20 w 87"/>
                <a:gd name="T33" fmla="*/ 157 h 168"/>
                <a:gd name="T34" fmla="*/ 31 w 87"/>
                <a:gd name="T35" fmla="*/ 168 h 168"/>
                <a:gd name="T36" fmla="*/ 41 w 87"/>
                <a:gd name="T37" fmla="*/ 157 h 168"/>
                <a:gd name="T38" fmla="*/ 41 w 87"/>
                <a:gd name="T39" fmla="*/ 81 h 168"/>
                <a:gd name="T40" fmla="*/ 46 w 87"/>
                <a:gd name="T41" fmla="*/ 81 h 168"/>
                <a:gd name="T42" fmla="*/ 46 w 87"/>
                <a:gd name="T43" fmla="*/ 157 h 168"/>
                <a:gd name="T44" fmla="*/ 56 w 87"/>
                <a:gd name="T45" fmla="*/ 168 h 168"/>
                <a:gd name="T46" fmla="*/ 67 w 87"/>
                <a:gd name="T47" fmla="*/ 157 h 168"/>
                <a:gd name="T48" fmla="*/ 67 w 87"/>
                <a:gd name="T49" fmla="*/ 81 h 168"/>
                <a:gd name="T50" fmla="*/ 67 w 87"/>
                <a:gd name="T51" fmla="*/ 77 h 168"/>
                <a:gd name="T52" fmla="*/ 67 w 87"/>
                <a:gd name="T53" fmla="*/ 46 h 168"/>
                <a:gd name="T54" fmla="*/ 67 w 87"/>
                <a:gd name="T55" fmla="*/ 28 h 168"/>
                <a:gd name="T56" fmla="*/ 71 w 87"/>
                <a:gd name="T57" fmla="*/ 28 h 168"/>
                <a:gd name="T58" fmla="*/ 71 w 87"/>
                <a:gd name="T59" fmla="*/ 44 h 168"/>
                <a:gd name="T60" fmla="*/ 71 w 87"/>
                <a:gd name="T61" fmla="*/ 73 h 168"/>
                <a:gd name="T62" fmla="*/ 79 w 87"/>
                <a:gd name="T63" fmla="*/ 81 h 168"/>
                <a:gd name="T64" fmla="*/ 87 w 87"/>
                <a:gd name="T65" fmla="*/ 73 h 168"/>
                <a:gd name="T66" fmla="*/ 87 w 87"/>
                <a:gd name="T67" fmla="*/ 24 h 168"/>
                <a:gd name="T68" fmla="*/ 87 w 87"/>
                <a:gd name="T69" fmla="*/ 24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7" h="168">
                  <a:moveTo>
                    <a:pt x="87" y="24"/>
                  </a:moveTo>
                  <a:cubicBezTo>
                    <a:pt x="87" y="11"/>
                    <a:pt x="75" y="0"/>
                    <a:pt x="62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2" y="0"/>
                    <a:pt x="0" y="11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78"/>
                    <a:pt x="4" y="81"/>
                    <a:pt x="8" y="81"/>
                  </a:cubicBezTo>
                  <a:cubicBezTo>
                    <a:pt x="13" y="81"/>
                    <a:pt x="16" y="78"/>
                    <a:pt x="16" y="73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0" y="77"/>
                    <a:pt x="20" y="77"/>
                    <a:pt x="20" y="77"/>
                  </a:cubicBezTo>
                  <a:cubicBezTo>
                    <a:pt x="20" y="81"/>
                    <a:pt x="20" y="81"/>
                    <a:pt x="20" y="81"/>
                  </a:cubicBezTo>
                  <a:cubicBezTo>
                    <a:pt x="20" y="157"/>
                    <a:pt x="20" y="157"/>
                    <a:pt x="20" y="157"/>
                  </a:cubicBezTo>
                  <a:cubicBezTo>
                    <a:pt x="20" y="163"/>
                    <a:pt x="25" y="168"/>
                    <a:pt x="31" y="168"/>
                  </a:cubicBezTo>
                  <a:cubicBezTo>
                    <a:pt x="37" y="168"/>
                    <a:pt x="41" y="163"/>
                    <a:pt x="41" y="157"/>
                  </a:cubicBezTo>
                  <a:cubicBezTo>
                    <a:pt x="41" y="81"/>
                    <a:pt x="41" y="81"/>
                    <a:pt x="41" y="81"/>
                  </a:cubicBezTo>
                  <a:cubicBezTo>
                    <a:pt x="46" y="81"/>
                    <a:pt x="46" y="81"/>
                    <a:pt x="46" y="81"/>
                  </a:cubicBezTo>
                  <a:cubicBezTo>
                    <a:pt x="46" y="157"/>
                    <a:pt x="46" y="157"/>
                    <a:pt x="46" y="157"/>
                  </a:cubicBezTo>
                  <a:cubicBezTo>
                    <a:pt x="46" y="163"/>
                    <a:pt x="50" y="168"/>
                    <a:pt x="56" y="168"/>
                  </a:cubicBezTo>
                  <a:cubicBezTo>
                    <a:pt x="62" y="168"/>
                    <a:pt x="67" y="163"/>
                    <a:pt x="67" y="157"/>
                  </a:cubicBezTo>
                  <a:cubicBezTo>
                    <a:pt x="67" y="81"/>
                    <a:pt x="67" y="81"/>
                    <a:pt x="67" y="81"/>
                  </a:cubicBezTo>
                  <a:cubicBezTo>
                    <a:pt x="67" y="77"/>
                    <a:pt x="67" y="77"/>
                    <a:pt x="67" y="77"/>
                  </a:cubicBezTo>
                  <a:cubicBezTo>
                    <a:pt x="67" y="46"/>
                    <a:pt x="67" y="46"/>
                    <a:pt x="67" y="46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1" y="28"/>
                    <a:pt x="71" y="28"/>
                    <a:pt x="71" y="28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73"/>
                    <a:pt x="71" y="73"/>
                    <a:pt x="71" y="73"/>
                  </a:cubicBezTo>
                  <a:cubicBezTo>
                    <a:pt x="71" y="78"/>
                    <a:pt x="74" y="81"/>
                    <a:pt x="79" y="81"/>
                  </a:cubicBezTo>
                  <a:cubicBezTo>
                    <a:pt x="83" y="81"/>
                    <a:pt x="87" y="78"/>
                    <a:pt x="87" y="73"/>
                  </a:cubicBezTo>
                  <a:cubicBezTo>
                    <a:pt x="87" y="24"/>
                    <a:pt x="87" y="24"/>
                    <a:pt x="87" y="24"/>
                  </a:cubicBezTo>
                  <a:cubicBezTo>
                    <a:pt x="87" y="24"/>
                    <a:pt x="87" y="24"/>
                    <a:pt x="87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317" name="TextBox 316"/>
          <p:cNvSpPr txBox="1"/>
          <p:nvPr/>
        </p:nvSpPr>
        <p:spPr>
          <a:xfrm>
            <a:off x="10798363" y="563608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2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18" name="TextBox 317"/>
          <p:cNvSpPr txBox="1"/>
          <p:nvPr/>
        </p:nvSpPr>
        <p:spPr>
          <a:xfrm>
            <a:off x="11119487" y="563608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3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500"/>
                            </p:stCondLst>
                            <p:childTnLst>
                              <p:par>
                                <p:cTn id="9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4" grpId="0">
        <p:bldAsOne/>
      </p:bldGraphic>
      <p:bldGraphic spid="15" grpId="0">
        <p:bldAsOne/>
      </p:bldGraphic>
      <p:bldGraphic spid="16" grpId="0">
        <p:bldAsOne/>
      </p:bldGraphic>
      <p:bldGraphic spid="17" grpId="0">
        <p:bldAsOne/>
      </p:bldGraphic>
      <p:bldP spid="71" grpId="0"/>
      <p:bldP spid="72" grpId="0"/>
      <p:bldP spid="73" grpId="0"/>
      <p:bldP spid="74" grpId="0"/>
      <p:bldP spid="81" grpId="0"/>
      <p:bldP spid="82" grpId="0"/>
      <p:bldP spid="83" grpId="0"/>
      <p:bldP spid="84" grpId="0"/>
      <p:bldP spid="152" grpId="0"/>
      <p:bldP spid="165" grpId="0"/>
      <p:bldP spid="169" grpId="0"/>
      <p:bldP spid="170" grpId="0"/>
      <p:bldP spid="176" grpId="0"/>
      <p:bldP spid="180" grpId="0"/>
      <p:bldP spid="181" grpId="0"/>
      <p:bldP spid="217" grpId="0"/>
      <p:bldP spid="224" grpId="0"/>
      <p:bldP spid="225" grpId="0"/>
      <p:bldP spid="241" grpId="0"/>
      <p:bldP spid="248" grpId="0"/>
      <p:bldP spid="249" grpId="0"/>
      <p:bldP spid="259" grpId="0"/>
      <p:bldP spid="260" grpId="0"/>
      <p:bldP spid="262" grpId="0"/>
      <p:bldP spid="263" grpId="0"/>
      <p:bldP spid="270" grpId="0"/>
      <p:bldP spid="271" grpId="0"/>
      <p:bldP spid="279" grpId="0"/>
      <p:bldP spid="280" grpId="0"/>
      <p:bldP spid="287" grpId="0"/>
      <p:bldP spid="288" grpId="0"/>
      <p:bldP spid="295" grpId="0"/>
      <p:bldP spid="296" grpId="0"/>
      <p:bldP spid="303" grpId="0"/>
      <p:bldP spid="304" grpId="0"/>
      <p:bldP spid="310" grpId="0"/>
      <p:bldP spid="317" grpId="0"/>
      <p:bldP spid="31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/>
        </p:nvSpPr>
        <p:spPr>
          <a:xfrm>
            <a:off x="904902" y="644336"/>
            <a:ext cx="4352898" cy="64633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lang="en-US" sz="2400" kern="0" smtClean="0">
                <a:solidFill>
                  <a:srgbClr val="DD2067"/>
                </a:solidFill>
                <a:latin typeface="+mj-lt"/>
                <a:ea typeface="+mj-ea"/>
                <a:cs typeface="Arial" panose="020B0604020202020204" pitchFamily="34" charset="0"/>
                <a:sym typeface="Calibri" panose="020F0502020204030204" charset="0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600" b="1" i="0" u="none" strike="noStrike" kern="0" cap="none" spc="-151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Open Sans" panose="020B0606030504020204" pitchFamily="34" charset="0"/>
                <a:cs typeface="Aa楷体" panose="02000500000000000000" pitchFamily="2" charset="-122"/>
                <a:sym typeface="Calibri" panose="020F0502020204030204" charset="0"/>
              </a:rPr>
              <a:t>Our </a:t>
            </a:r>
            <a:r>
              <a:rPr kumimoji="0" lang="en-US" sz="3600" b="0" i="0" u="none" strike="noStrike" kern="0" cap="none" spc="-151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Open Sans" panose="020B0606030504020204" pitchFamily="34" charset="0"/>
                <a:cs typeface="Aa楷体" panose="02000500000000000000" pitchFamily="2" charset="-122"/>
                <a:sym typeface="Calibri" panose="020F0502020204030204" charset="0"/>
              </a:rPr>
              <a:t>Solution </a:t>
            </a:r>
            <a:endParaRPr kumimoji="0" lang="en-US" sz="3600" b="0" i="0" u="none" strike="noStrike" kern="0" cap="none" spc="-151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Open Sans" panose="020B0606030504020204" pitchFamily="34" charset="0"/>
              <a:cs typeface="Aa楷体" panose="02000500000000000000" pitchFamily="2" charset="-122"/>
              <a:sym typeface="Calibri" panose="020F050202020403020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58692" y="1290667"/>
            <a:ext cx="215601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4848"/>
              </a:buClr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1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Open Sans Light" panose="020B0306030504020204" pitchFamily="34" charset="0"/>
                <a:cs typeface="Open Sans Light" panose="020B0306030504020204" pitchFamily="34" charset="0"/>
              </a:rPr>
              <a:t>Insert  Your Great Subtitle Here</a:t>
            </a:r>
            <a:endParaRPr kumimoji="0" lang="en-US" sz="1100" b="0" i="0" u="none" strike="noStrike" kern="1200" cap="none" spc="0" normalizeH="0" baseline="0" noProof="1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5F62417-4A12-46BB-B530-A96D3E44AF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Shape 22337"/>
          <p:cNvSpPr/>
          <p:nvPr/>
        </p:nvSpPr>
        <p:spPr>
          <a:xfrm>
            <a:off x="10539669" y="2759530"/>
            <a:ext cx="360681" cy="360681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>
                <a:solidFill>
                  <a:srgbClr val="FFFFFF"/>
                </a:solidFill>
              </a:defRPr>
            </a:pP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7" name="Shape 22338"/>
          <p:cNvSpPr/>
          <p:nvPr/>
        </p:nvSpPr>
        <p:spPr>
          <a:xfrm>
            <a:off x="10417679" y="2639449"/>
            <a:ext cx="600844" cy="600844"/>
          </a:xfrm>
          <a:prstGeom prst="ellipse">
            <a:avLst/>
          </a:prstGeom>
          <a:noFill/>
          <a:ln w="28575" cap="flat">
            <a:solidFill>
              <a:schemeClr val="bg1">
                <a:lumMod val="65000"/>
              </a:schemeClr>
            </a:solidFill>
            <a:prstDash val="sysDot"/>
            <a:miter lim="400000"/>
          </a:ln>
          <a:effectLst/>
        </p:spPr>
        <p:txBody>
          <a:bodyPr wrap="square" lIns="25400" tIns="25400" rIns="25400" bIns="25400" numCol="1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>
                <a:solidFill>
                  <a:srgbClr val="FFFFFF"/>
                </a:solidFill>
              </a:defRPr>
            </a:pP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8" name="Group 22360"/>
          <p:cNvGrpSpPr/>
          <p:nvPr/>
        </p:nvGrpSpPr>
        <p:grpSpPr>
          <a:xfrm>
            <a:off x="5357778" y="3185531"/>
            <a:ext cx="5840201" cy="3338157"/>
            <a:chOff x="0" y="0"/>
            <a:chExt cx="11680402" cy="6676313"/>
          </a:xfrm>
        </p:grpSpPr>
        <p:sp>
          <p:nvSpPr>
            <p:cNvPr id="9" name="Shape 22352"/>
            <p:cNvSpPr/>
            <p:nvPr/>
          </p:nvSpPr>
          <p:spPr>
            <a:xfrm>
              <a:off x="1" y="0"/>
              <a:ext cx="11677467" cy="66763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914" y="0"/>
                  </a:moveTo>
                  <a:lnTo>
                    <a:pt x="13765" y="4257"/>
                  </a:lnTo>
                  <a:lnTo>
                    <a:pt x="13628" y="8254"/>
                  </a:lnTo>
                  <a:lnTo>
                    <a:pt x="15343" y="8154"/>
                  </a:lnTo>
                  <a:lnTo>
                    <a:pt x="13892" y="11524"/>
                  </a:lnTo>
                  <a:lnTo>
                    <a:pt x="10088" y="6375"/>
                  </a:lnTo>
                  <a:lnTo>
                    <a:pt x="6530" y="13627"/>
                  </a:lnTo>
                  <a:lnTo>
                    <a:pt x="3757" y="11324"/>
                  </a:lnTo>
                  <a:lnTo>
                    <a:pt x="137" y="17603"/>
                  </a:lnTo>
                  <a:lnTo>
                    <a:pt x="0" y="21600"/>
                  </a:lnTo>
                  <a:lnTo>
                    <a:pt x="3814" y="17004"/>
                  </a:lnTo>
                  <a:lnTo>
                    <a:pt x="6701" y="20309"/>
                  </a:lnTo>
                  <a:lnTo>
                    <a:pt x="10341" y="13742"/>
                  </a:lnTo>
                  <a:lnTo>
                    <a:pt x="14239" y="19704"/>
                  </a:lnTo>
                  <a:lnTo>
                    <a:pt x="19175" y="8944"/>
                  </a:lnTo>
                  <a:lnTo>
                    <a:pt x="21463" y="11786"/>
                  </a:lnTo>
                  <a:lnTo>
                    <a:pt x="21600" y="7789"/>
                  </a:lnTo>
                  <a:cubicBezTo>
                    <a:pt x="21600" y="7789"/>
                    <a:pt x="19914" y="0"/>
                    <a:pt x="19914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lin ang="5400000" scaled="1"/>
              <a:tileRect/>
            </a:gradFill>
            <a:ln w="12700" cap="flat">
              <a:noFill/>
              <a:miter lim="4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lIns="19050" tIns="19050" rIns="19050" bIns="19050" numCol="1" anchor="ctr">
              <a:noAutofit/>
            </a:bodyPr>
            <a:lstStyle/>
            <a:p>
              <a:pPr marL="0" marR="0" lvl="0" indent="0" algn="l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Aa楷体" panose="02000500000000000000" pitchFamily="2" charset="-122"/>
                <a:ea typeface="Aa楷体" panose="02000500000000000000" pitchFamily="2" charset="-122"/>
                <a:cs typeface="Aa楷体" panose="02000500000000000000" pitchFamily="2" charset="-122"/>
                <a:sym typeface="Gill Sans"/>
              </a:endParaRPr>
            </a:p>
          </p:txBody>
        </p:sp>
        <p:sp>
          <p:nvSpPr>
            <p:cNvPr id="10" name="Shape 22353"/>
            <p:cNvSpPr/>
            <p:nvPr/>
          </p:nvSpPr>
          <p:spPr>
            <a:xfrm>
              <a:off x="10369284" y="1530118"/>
              <a:ext cx="1311118" cy="21139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8976"/>
                  </a:moveTo>
                  <a:lnTo>
                    <a:pt x="20382" y="21600"/>
                  </a:lnTo>
                  <a:lnTo>
                    <a:pt x="0" y="12624"/>
                  </a:lnTo>
                  <a:lnTo>
                    <a:pt x="1217" y="0"/>
                  </a:lnTo>
                  <a:cubicBezTo>
                    <a:pt x="1217" y="0"/>
                    <a:pt x="21600" y="8976"/>
                    <a:pt x="21600" y="8976"/>
                  </a:cubicBezTo>
                  <a:close/>
                </a:path>
              </a:pathLst>
            </a:custGeom>
            <a:solidFill>
              <a:srgbClr val="000000">
                <a:alpha val="5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marL="0" marR="0" lvl="0" indent="0" algn="l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Aa楷体" panose="02000500000000000000" pitchFamily="2" charset="-122"/>
                <a:ea typeface="Aa楷体" panose="02000500000000000000" pitchFamily="2" charset="-122"/>
                <a:cs typeface="Aa楷体" panose="02000500000000000000" pitchFamily="2" charset="-122"/>
                <a:sym typeface="Gill Sans"/>
              </a:endParaRPr>
            </a:p>
          </p:txBody>
        </p:sp>
        <p:sp>
          <p:nvSpPr>
            <p:cNvPr id="11" name="Shape 22354"/>
            <p:cNvSpPr/>
            <p:nvPr/>
          </p:nvSpPr>
          <p:spPr>
            <a:xfrm>
              <a:off x="7705238" y="1530118"/>
              <a:ext cx="2742495" cy="45611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21018" y="5851"/>
                  </a:lnTo>
                  <a:lnTo>
                    <a:pt x="0" y="21600"/>
                  </a:lnTo>
                  <a:lnTo>
                    <a:pt x="582" y="15749"/>
                  </a:lnTo>
                  <a:cubicBezTo>
                    <a:pt x="582" y="15749"/>
                    <a:pt x="21600" y="0"/>
                    <a:pt x="21600" y="0"/>
                  </a:cubicBezTo>
                  <a:close/>
                </a:path>
              </a:pathLst>
            </a:custGeom>
            <a:solidFill>
              <a:srgbClr val="000000">
                <a:alpha val="3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marL="0" marR="0" lvl="0" indent="0" algn="l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Aa楷体" panose="02000500000000000000" pitchFamily="2" charset="-122"/>
                <a:ea typeface="Aa楷体" panose="02000500000000000000" pitchFamily="2" charset="-122"/>
                <a:cs typeface="Aa楷体" panose="02000500000000000000" pitchFamily="2" charset="-122"/>
                <a:sym typeface="Gill Sans"/>
              </a:endParaRPr>
            </a:p>
          </p:txBody>
        </p:sp>
        <p:sp>
          <p:nvSpPr>
            <p:cNvPr id="12" name="Shape 22355"/>
            <p:cNvSpPr/>
            <p:nvPr/>
          </p:nvSpPr>
          <p:spPr>
            <a:xfrm>
              <a:off x="5587664" y="3005589"/>
              <a:ext cx="2181322" cy="30782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2930"/>
                  </a:moveTo>
                  <a:lnTo>
                    <a:pt x="20868" y="21600"/>
                  </a:lnTo>
                  <a:lnTo>
                    <a:pt x="0" y="8670"/>
                  </a:lnTo>
                  <a:lnTo>
                    <a:pt x="732" y="0"/>
                  </a:lnTo>
                  <a:cubicBezTo>
                    <a:pt x="732" y="0"/>
                    <a:pt x="21600" y="12930"/>
                    <a:pt x="21600" y="12930"/>
                  </a:cubicBezTo>
                  <a:close/>
                </a:path>
              </a:pathLst>
            </a:custGeom>
            <a:solidFill>
              <a:srgbClr val="000000">
                <a:alpha val="5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marL="0" marR="0" lvl="0" indent="0" algn="l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Aa楷体" panose="02000500000000000000" pitchFamily="2" charset="-122"/>
                <a:ea typeface="Aa楷体" panose="02000500000000000000" pitchFamily="2" charset="-122"/>
                <a:cs typeface="Aa楷体" panose="02000500000000000000" pitchFamily="2" charset="-122"/>
                <a:sym typeface="Gill Sans"/>
              </a:endParaRPr>
            </a:p>
          </p:txBody>
        </p:sp>
        <p:sp>
          <p:nvSpPr>
            <p:cNvPr id="13" name="Shape 22356"/>
            <p:cNvSpPr/>
            <p:nvPr/>
          </p:nvSpPr>
          <p:spPr>
            <a:xfrm>
              <a:off x="3620369" y="3005589"/>
              <a:ext cx="2041596" cy="32654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20818" y="8172"/>
                  </a:lnTo>
                  <a:lnTo>
                    <a:pt x="0" y="21600"/>
                  </a:lnTo>
                  <a:lnTo>
                    <a:pt x="782" y="13428"/>
                  </a:lnTo>
                  <a:cubicBezTo>
                    <a:pt x="782" y="13428"/>
                    <a:pt x="21600" y="0"/>
                    <a:pt x="21600" y="0"/>
                  </a:cubicBezTo>
                  <a:close/>
                </a:path>
              </a:pathLst>
            </a:custGeom>
            <a:solidFill>
              <a:srgbClr val="000000">
                <a:alpha val="3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marL="0" marR="0" lvl="0" indent="0" algn="l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Aa楷体" panose="02000500000000000000" pitchFamily="2" charset="-122"/>
                <a:ea typeface="Aa楷体" panose="02000500000000000000" pitchFamily="2" charset="-122"/>
                <a:cs typeface="Aa楷体" panose="02000500000000000000" pitchFamily="2" charset="-122"/>
                <a:sym typeface="Gill Sans"/>
              </a:endParaRPr>
            </a:p>
          </p:txBody>
        </p:sp>
        <p:sp>
          <p:nvSpPr>
            <p:cNvPr id="14" name="Shape 22357"/>
            <p:cNvSpPr/>
            <p:nvPr/>
          </p:nvSpPr>
          <p:spPr>
            <a:xfrm>
              <a:off x="2062927" y="4016560"/>
              <a:ext cx="1634771" cy="22570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9776"/>
                  </a:moveTo>
                  <a:lnTo>
                    <a:pt x="20624" y="21600"/>
                  </a:lnTo>
                  <a:lnTo>
                    <a:pt x="0" y="11824"/>
                  </a:lnTo>
                  <a:lnTo>
                    <a:pt x="977" y="0"/>
                  </a:lnTo>
                  <a:cubicBezTo>
                    <a:pt x="977" y="0"/>
                    <a:pt x="21600" y="9776"/>
                    <a:pt x="21600" y="9776"/>
                  </a:cubicBezTo>
                  <a:close/>
                </a:path>
              </a:pathLst>
            </a:custGeom>
            <a:solidFill>
              <a:srgbClr val="000000">
                <a:alpha val="5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marL="0" marR="0" lvl="0" indent="0" algn="l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Aa楷体" panose="02000500000000000000" pitchFamily="2" charset="-122"/>
                <a:ea typeface="Aa楷体" panose="02000500000000000000" pitchFamily="2" charset="-122"/>
                <a:cs typeface="Aa楷体" panose="02000500000000000000" pitchFamily="2" charset="-122"/>
                <a:sym typeface="Gill Sans"/>
              </a:endParaRPr>
            </a:p>
          </p:txBody>
        </p:sp>
        <p:sp>
          <p:nvSpPr>
            <p:cNvPr id="15" name="Shape 22358"/>
            <p:cNvSpPr/>
            <p:nvPr/>
          </p:nvSpPr>
          <p:spPr>
            <a:xfrm>
              <a:off x="0" y="4016560"/>
              <a:ext cx="2135707" cy="26559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20852" y="10048"/>
                  </a:lnTo>
                  <a:lnTo>
                    <a:pt x="0" y="21600"/>
                  </a:lnTo>
                  <a:lnTo>
                    <a:pt x="747" y="11552"/>
                  </a:lnTo>
                  <a:cubicBezTo>
                    <a:pt x="747" y="11552"/>
                    <a:pt x="21600" y="0"/>
                    <a:pt x="21600" y="0"/>
                  </a:cubicBezTo>
                  <a:close/>
                </a:path>
              </a:pathLst>
            </a:custGeom>
            <a:solidFill>
              <a:srgbClr val="000000">
                <a:alpha val="3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marL="0" marR="0" lvl="0" indent="0" algn="l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Aa楷体" panose="02000500000000000000" pitchFamily="2" charset="-122"/>
                <a:ea typeface="Aa楷体" panose="02000500000000000000" pitchFamily="2" charset="-122"/>
                <a:cs typeface="Aa楷体" panose="02000500000000000000" pitchFamily="2" charset="-122"/>
                <a:sym typeface="Gill Sans"/>
              </a:endParaRPr>
            </a:p>
          </p:txBody>
        </p:sp>
        <p:sp>
          <p:nvSpPr>
            <p:cNvPr id="16" name="Shape 22359"/>
            <p:cNvSpPr/>
            <p:nvPr/>
          </p:nvSpPr>
          <p:spPr>
            <a:xfrm>
              <a:off x="7377356" y="1256882"/>
              <a:ext cx="1879829" cy="12959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49" y="1007"/>
                  </a:moveTo>
                  <a:lnTo>
                    <a:pt x="0" y="21600"/>
                  </a:lnTo>
                  <a:lnTo>
                    <a:pt x="10655" y="21083"/>
                  </a:lnTo>
                  <a:lnTo>
                    <a:pt x="21600" y="0"/>
                  </a:lnTo>
                  <a:cubicBezTo>
                    <a:pt x="21600" y="0"/>
                    <a:pt x="849" y="1007"/>
                    <a:pt x="849" y="1007"/>
                  </a:cubicBezTo>
                  <a:close/>
                </a:path>
              </a:pathLst>
            </a:custGeom>
            <a:solidFill>
              <a:srgbClr val="000000">
                <a:alpha val="3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marL="0" marR="0" lvl="0" indent="0" algn="l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Aa楷体" panose="02000500000000000000" pitchFamily="2" charset="-122"/>
                <a:ea typeface="Aa楷体" panose="02000500000000000000" pitchFamily="2" charset="-122"/>
                <a:cs typeface="Aa楷体" panose="02000500000000000000" pitchFamily="2" charset="-122"/>
                <a:sym typeface="Gill Sans"/>
              </a:endParaRPr>
            </a:p>
          </p:txBody>
        </p:sp>
      </p:grpSp>
      <p:sp>
        <p:nvSpPr>
          <p:cNvPr id="18" name="Shape 22361"/>
          <p:cNvSpPr/>
          <p:nvPr/>
        </p:nvSpPr>
        <p:spPr>
          <a:xfrm>
            <a:off x="6153097" y="1986804"/>
            <a:ext cx="2035664" cy="97462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t">
            <a:spAutoFit/>
          </a:bodyPr>
          <a:lstStyle>
            <a:lvl1pPr algn="l">
              <a:defRPr sz="15000" b="1">
                <a:solidFill>
                  <a:srgbClr val="82165D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0"/>
            </a:pPr>
            <a:r>
              <a:rPr kumimoji="0" sz="60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cs typeface="Aa楷体" panose="02000500000000000000" pitchFamily="2" charset="-122"/>
                <a:sym typeface="Helvetica"/>
              </a:rPr>
              <a:t>85%</a:t>
            </a:r>
            <a:endParaRPr kumimoji="0" sz="60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cs typeface="Aa楷体" panose="02000500000000000000" pitchFamily="2" charset="-122"/>
              <a:sym typeface="Helvetica"/>
            </a:endParaRPr>
          </a:p>
        </p:txBody>
      </p:sp>
      <p:sp>
        <p:nvSpPr>
          <p:cNvPr id="20" name="Shape 22380"/>
          <p:cNvSpPr/>
          <p:nvPr/>
        </p:nvSpPr>
        <p:spPr>
          <a:xfrm>
            <a:off x="8190715" y="2244878"/>
            <a:ext cx="2536038" cy="3814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21600" y="0"/>
                </a:lnTo>
                <a:lnTo>
                  <a:pt x="0" y="0"/>
                </a:lnTo>
              </a:path>
            </a:pathLst>
          </a:custGeom>
          <a:ln w="28575">
            <a:solidFill>
              <a:schemeClr val="bg1">
                <a:lumMod val="65000"/>
              </a:schemeClr>
            </a:solidFill>
            <a:prstDash val="sysDot"/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/>
            </a:pP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642100" y="2996007"/>
            <a:ext cx="240289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4848"/>
              </a:buClr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1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Open Sans Light" panose="020B0306030504020204" pitchFamily="34" charset="0"/>
                <a:cs typeface="Open Sans Light" panose="020B0306030504020204" pitchFamily="34" charset="0"/>
              </a:rPr>
              <a:t>Lorem ipsum dolor sit amet consectetur adipiscing elit. Nunc enim sem commodo a rhoncus sit amet, </a:t>
            </a:r>
            <a:endParaRPr kumimoji="0" lang="en-US" sz="1200" b="0" i="0" u="none" strike="noStrike" kern="1200" cap="none" spc="0" normalizeH="0" baseline="0" noProof="1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grpSp>
        <p:nvGrpSpPr>
          <p:cNvPr id="35" name="Group 34"/>
          <p:cNvGrpSpPr/>
          <p:nvPr/>
        </p:nvGrpSpPr>
        <p:grpSpPr>
          <a:xfrm flipH="1">
            <a:off x="4912039" y="2143144"/>
            <a:ext cx="1477203" cy="1701359"/>
            <a:chOff x="5059363" y="1522413"/>
            <a:chExt cx="638175" cy="735013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36" name="Freeform 34"/>
            <p:cNvSpPr>
              <a:spLocks noEditPoints="1"/>
            </p:cNvSpPr>
            <p:nvPr/>
          </p:nvSpPr>
          <p:spPr bwMode="auto">
            <a:xfrm>
              <a:off x="5202238" y="1522413"/>
              <a:ext cx="495300" cy="728663"/>
            </a:xfrm>
            <a:custGeom>
              <a:avLst/>
              <a:gdLst>
                <a:gd name="T0" fmla="*/ 9 w 312"/>
                <a:gd name="T1" fmla="*/ 455 h 459"/>
                <a:gd name="T2" fmla="*/ 19 w 312"/>
                <a:gd name="T3" fmla="*/ 455 h 459"/>
                <a:gd name="T4" fmla="*/ 26 w 312"/>
                <a:gd name="T5" fmla="*/ 450 h 459"/>
                <a:gd name="T6" fmla="*/ 30 w 312"/>
                <a:gd name="T7" fmla="*/ 441 h 459"/>
                <a:gd name="T8" fmla="*/ 74 w 312"/>
                <a:gd name="T9" fmla="*/ 431 h 459"/>
                <a:gd name="T10" fmla="*/ 309 w 312"/>
                <a:gd name="T11" fmla="*/ 447 h 459"/>
                <a:gd name="T12" fmla="*/ 312 w 312"/>
                <a:gd name="T13" fmla="*/ 407 h 459"/>
                <a:gd name="T14" fmla="*/ 310 w 312"/>
                <a:gd name="T15" fmla="*/ 368 h 459"/>
                <a:gd name="T16" fmla="*/ 311 w 312"/>
                <a:gd name="T17" fmla="*/ 344 h 459"/>
                <a:gd name="T18" fmla="*/ 303 w 312"/>
                <a:gd name="T19" fmla="*/ 323 h 459"/>
                <a:gd name="T20" fmla="*/ 307 w 312"/>
                <a:gd name="T21" fmla="*/ 295 h 459"/>
                <a:gd name="T22" fmla="*/ 298 w 312"/>
                <a:gd name="T23" fmla="*/ 266 h 459"/>
                <a:gd name="T24" fmla="*/ 298 w 312"/>
                <a:gd name="T25" fmla="*/ 244 h 459"/>
                <a:gd name="T26" fmla="*/ 291 w 312"/>
                <a:gd name="T27" fmla="*/ 213 h 459"/>
                <a:gd name="T28" fmla="*/ 254 w 312"/>
                <a:gd name="T29" fmla="*/ 152 h 459"/>
                <a:gd name="T30" fmla="*/ 232 w 312"/>
                <a:gd name="T31" fmla="*/ 139 h 459"/>
                <a:gd name="T32" fmla="*/ 223 w 312"/>
                <a:gd name="T33" fmla="*/ 125 h 459"/>
                <a:gd name="T34" fmla="*/ 202 w 312"/>
                <a:gd name="T35" fmla="*/ 137 h 459"/>
                <a:gd name="T36" fmla="*/ 154 w 312"/>
                <a:gd name="T37" fmla="*/ 208 h 459"/>
                <a:gd name="T38" fmla="*/ 162 w 312"/>
                <a:gd name="T39" fmla="*/ 182 h 459"/>
                <a:gd name="T40" fmla="*/ 162 w 312"/>
                <a:gd name="T41" fmla="*/ 170 h 459"/>
                <a:gd name="T42" fmla="*/ 172 w 312"/>
                <a:gd name="T43" fmla="*/ 145 h 459"/>
                <a:gd name="T44" fmla="*/ 214 w 312"/>
                <a:gd name="T45" fmla="*/ 117 h 459"/>
                <a:gd name="T46" fmla="*/ 225 w 312"/>
                <a:gd name="T47" fmla="*/ 110 h 459"/>
                <a:gd name="T48" fmla="*/ 230 w 312"/>
                <a:gd name="T49" fmla="*/ 97 h 459"/>
                <a:gd name="T50" fmla="*/ 242 w 312"/>
                <a:gd name="T51" fmla="*/ 45 h 459"/>
                <a:gd name="T52" fmla="*/ 228 w 312"/>
                <a:gd name="T53" fmla="*/ 16 h 459"/>
                <a:gd name="T54" fmla="*/ 189 w 312"/>
                <a:gd name="T55" fmla="*/ 0 h 459"/>
                <a:gd name="T56" fmla="*/ 142 w 312"/>
                <a:gd name="T57" fmla="*/ 9 h 459"/>
                <a:gd name="T58" fmla="*/ 134 w 312"/>
                <a:gd name="T59" fmla="*/ 25 h 459"/>
                <a:gd name="T60" fmla="*/ 135 w 312"/>
                <a:gd name="T61" fmla="*/ 44 h 459"/>
                <a:gd name="T62" fmla="*/ 132 w 312"/>
                <a:gd name="T63" fmla="*/ 61 h 459"/>
                <a:gd name="T64" fmla="*/ 123 w 312"/>
                <a:gd name="T65" fmla="*/ 74 h 459"/>
                <a:gd name="T66" fmla="*/ 119 w 312"/>
                <a:gd name="T67" fmla="*/ 85 h 459"/>
                <a:gd name="T68" fmla="*/ 126 w 312"/>
                <a:gd name="T69" fmla="*/ 91 h 459"/>
                <a:gd name="T70" fmla="*/ 125 w 312"/>
                <a:gd name="T71" fmla="*/ 102 h 459"/>
                <a:gd name="T72" fmla="*/ 126 w 312"/>
                <a:gd name="T73" fmla="*/ 110 h 459"/>
                <a:gd name="T74" fmla="*/ 127 w 312"/>
                <a:gd name="T75" fmla="*/ 120 h 459"/>
                <a:gd name="T76" fmla="*/ 141 w 312"/>
                <a:gd name="T77" fmla="*/ 133 h 459"/>
                <a:gd name="T78" fmla="*/ 155 w 312"/>
                <a:gd name="T79" fmla="*/ 135 h 459"/>
                <a:gd name="T80" fmla="*/ 160 w 312"/>
                <a:gd name="T81" fmla="*/ 151 h 459"/>
                <a:gd name="T82" fmla="*/ 152 w 312"/>
                <a:gd name="T83" fmla="*/ 179 h 459"/>
                <a:gd name="T84" fmla="*/ 140 w 312"/>
                <a:gd name="T85" fmla="*/ 211 h 459"/>
                <a:gd name="T86" fmla="*/ 129 w 312"/>
                <a:gd name="T87" fmla="*/ 228 h 459"/>
                <a:gd name="T88" fmla="*/ 111 w 312"/>
                <a:gd name="T89" fmla="*/ 272 h 459"/>
                <a:gd name="T90" fmla="*/ 93 w 312"/>
                <a:gd name="T91" fmla="*/ 336 h 459"/>
                <a:gd name="T92" fmla="*/ 85 w 312"/>
                <a:gd name="T93" fmla="*/ 356 h 459"/>
                <a:gd name="T94" fmla="*/ 68 w 312"/>
                <a:gd name="T95" fmla="*/ 375 h 459"/>
                <a:gd name="T96" fmla="*/ 13 w 312"/>
                <a:gd name="T97" fmla="*/ 413 h 459"/>
                <a:gd name="T98" fmla="*/ 4 w 312"/>
                <a:gd name="T99" fmla="*/ 420 h 459"/>
                <a:gd name="T100" fmla="*/ 3 w 312"/>
                <a:gd name="T101" fmla="*/ 435 h 459"/>
                <a:gd name="T102" fmla="*/ 5 w 312"/>
                <a:gd name="T103" fmla="*/ 447 h 459"/>
                <a:gd name="T104" fmla="*/ 155 w 312"/>
                <a:gd name="T105" fmla="*/ 173 h 459"/>
                <a:gd name="T106" fmla="*/ 114 w 312"/>
                <a:gd name="T107" fmla="*/ 401 h 459"/>
                <a:gd name="T108" fmla="*/ 114 w 312"/>
                <a:gd name="T109" fmla="*/ 376 h 459"/>
                <a:gd name="T110" fmla="*/ 120 w 312"/>
                <a:gd name="T111" fmla="*/ 360 h 459"/>
                <a:gd name="T112" fmla="*/ 114 w 312"/>
                <a:gd name="T113" fmla="*/ 410 h 459"/>
                <a:gd name="T114" fmla="*/ 114 w 312"/>
                <a:gd name="T115" fmla="*/ 402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12" h="459">
                  <a:moveTo>
                    <a:pt x="5" y="447"/>
                  </a:moveTo>
                  <a:lnTo>
                    <a:pt x="9" y="454"/>
                  </a:lnTo>
                  <a:lnTo>
                    <a:pt x="9" y="454"/>
                  </a:lnTo>
                  <a:lnTo>
                    <a:pt x="10" y="452"/>
                  </a:lnTo>
                  <a:lnTo>
                    <a:pt x="9" y="455"/>
                  </a:lnTo>
                  <a:lnTo>
                    <a:pt x="9" y="455"/>
                  </a:lnTo>
                  <a:lnTo>
                    <a:pt x="9" y="457"/>
                  </a:lnTo>
                  <a:lnTo>
                    <a:pt x="10" y="458"/>
                  </a:lnTo>
                  <a:lnTo>
                    <a:pt x="14" y="458"/>
                  </a:lnTo>
                  <a:lnTo>
                    <a:pt x="19" y="455"/>
                  </a:lnTo>
                  <a:lnTo>
                    <a:pt x="19" y="455"/>
                  </a:lnTo>
                  <a:lnTo>
                    <a:pt x="24" y="453"/>
                  </a:lnTo>
                  <a:lnTo>
                    <a:pt x="25" y="452"/>
                  </a:lnTo>
                  <a:lnTo>
                    <a:pt x="26" y="450"/>
                  </a:lnTo>
                  <a:lnTo>
                    <a:pt x="26" y="450"/>
                  </a:lnTo>
                  <a:lnTo>
                    <a:pt x="28" y="449"/>
                  </a:lnTo>
                  <a:lnTo>
                    <a:pt x="29" y="446"/>
                  </a:lnTo>
                  <a:lnTo>
                    <a:pt x="30" y="442"/>
                  </a:lnTo>
                  <a:lnTo>
                    <a:pt x="30" y="442"/>
                  </a:lnTo>
                  <a:lnTo>
                    <a:pt x="30" y="441"/>
                  </a:lnTo>
                  <a:lnTo>
                    <a:pt x="32" y="440"/>
                  </a:lnTo>
                  <a:lnTo>
                    <a:pt x="35" y="440"/>
                  </a:lnTo>
                  <a:lnTo>
                    <a:pt x="43" y="452"/>
                  </a:lnTo>
                  <a:lnTo>
                    <a:pt x="74" y="431"/>
                  </a:lnTo>
                  <a:lnTo>
                    <a:pt x="74" y="431"/>
                  </a:lnTo>
                  <a:lnTo>
                    <a:pt x="70" y="459"/>
                  </a:lnTo>
                  <a:lnTo>
                    <a:pt x="312" y="459"/>
                  </a:lnTo>
                  <a:lnTo>
                    <a:pt x="312" y="459"/>
                  </a:lnTo>
                  <a:lnTo>
                    <a:pt x="309" y="447"/>
                  </a:lnTo>
                  <a:lnTo>
                    <a:pt x="309" y="447"/>
                  </a:lnTo>
                  <a:lnTo>
                    <a:pt x="308" y="442"/>
                  </a:lnTo>
                  <a:lnTo>
                    <a:pt x="308" y="436"/>
                  </a:lnTo>
                  <a:lnTo>
                    <a:pt x="311" y="419"/>
                  </a:lnTo>
                  <a:lnTo>
                    <a:pt x="311" y="419"/>
                  </a:lnTo>
                  <a:lnTo>
                    <a:pt x="312" y="407"/>
                  </a:lnTo>
                  <a:lnTo>
                    <a:pt x="312" y="397"/>
                  </a:lnTo>
                  <a:lnTo>
                    <a:pt x="309" y="379"/>
                  </a:lnTo>
                  <a:lnTo>
                    <a:pt x="309" y="379"/>
                  </a:lnTo>
                  <a:lnTo>
                    <a:pt x="309" y="373"/>
                  </a:lnTo>
                  <a:lnTo>
                    <a:pt x="310" y="368"/>
                  </a:lnTo>
                  <a:lnTo>
                    <a:pt x="312" y="362"/>
                  </a:lnTo>
                  <a:lnTo>
                    <a:pt x="312" y="356"/>
                  </a:lnTo>
                  <a:lnTo>
                    <a:pt x="312" y="356"/>
                  </a:lnTo>
                  <a:lnTo>
                    <a:pt x="312" y="350"/>
                  </a:lnTo>
                  <a:lnTo>
                    <a:pt x="311" y="344"/>
                  </a:lnTo>
                  <a:lnTo>
                    <a:pt x="310" y="338"/>
                  </a:lnTo>
                  <a:lnTo>
                    <a:pt x="306" y="331"/>
                  </a:lnTo>
                  <a:lnTo>
                    <a:pt x="306" y="331"/>
                  </a:lnTo>
                  <a:lnTo>
                    <a:pt x="303" y="325"/>
                  </a:lnTo>
                  <a:lnTo>
                    <a:pt x="303" y="323"/>
                  </a:lnTo>
                  <a:lnTo>
                    <a:pt x="305" y="320"/>
                  </a:lnTo>
                  <a:lnTo>
                    <a:pt x="307" y="315"/>
                  </a:lnTo>
                  <a:lnTo>
                    <a:pt x="307" y="315"/>
                  </a:lnTo>
                  <a:lnTo>
                    <a:pt x="308" y="305"/>
                  </a:lnTo>
                  <a:lnTo>
                    <a:pt x="307" y="295"/>
                  </a:lnTo>
                  <a:lnTo>
                    <a:pt x="306" y="285"/>
                  </a:lnTo>
                  <a:lnTo>
                    <a:pt x="303" y="276"/>
                  </a:lnTo>
                  <a:lnTo>
                    <a:pt x="303" y="276"/>
                  </a:lnTo>
                  <a:lnTo>
                    <a:pt x="300" y="269"/>
                  </a:lnTo>
                  <a:lnTo>
                    <a:pt x="298" y="266"/>
                  </a:lnTo>
                  <a:lnTo>
                    <a:pt x="298" y="262"/>
                  </a:lnTo>
                  <a:lnTo>
                    <a:pt x="298" y="255"/>
                  </a:lnTo>
                  <a:lnTo>
                    <a:pt x="298" y="255"/>
                  </a:lnTo>
                  <a:lnTo>
                    <a:pt x="298" y="248"/>
                  </a:lnTo>
                  <a:lnTo>
                    <a:pt x="298" y="244"/>
                  </a:lnTo>
                  <a:lnTo>
                    <a:pt x="298" y="238"/>
                  </a:lnTo>
                  <a:lnTo>
                    <a:pt x="297" y="228"/>
                  </a:lnTo>
                  <a:lnTo>
                    <a:pt x="297" y="228"/>
                  </a:lnTo>
                  <a:lnTo>
                    <a:pt x="294" y="221"/>
                  </a:lnTo>
                  <a:lnTo>
                    <a:pt x="291" y="213"/>
                  </a:lnTo>
                  <a:lnTo>
                    <a:pt x="282" y="194"/>
                  </a:lnTo>
                  <a:lnTo>
                    <a:pt x="262" y="161"/>
                  </a:lnTo>
                  <a:lnTo>
                    <a:pt x="262" y="161"/>
                  </a:lnTo>
                  <a:lnTo>
                    <a:pt x="258" y="156"/>
                  </a:lnTo>
                  <a:lnTo>
                    <a:pt x="254" y="152"/>
                  </a:lnTo>
                  <a:lnTo>
                    <a:pt x="250" y="149"/>
                  </a:lnTo>
                  <a:lnTo>
                    <a:pt x="246" y="147"/>
                  </a:lnTo>
                  <a:lnTo>
                    <a:pt x="239" y="142"/>
                  </a:lnTo>
                  <a:lnTo>
                    <a:pt x="232" y="139"/>
                  </a:lnTo>
                  <a:lnTo>
                    <a:pt x="232" y="139"/>
                  </a:lnTo>
                  <a:lnTo>
                    <a:pt x="230" y="137"/>
                  </a:lnTo>
                  <a:lnTo>
                    <a:pt x="228" y="134"/>
                  </a:lnTo>
                  <a:lnTo>
                    <a:pt x="224" y="125"/>
                  </a:lnTo>
                  <a:lnTo>
                    <a:pt x="221" y="115"/>
                  </a:lnTo>
                  <a:lnTo>
                    <a:pt x="223" y="125"/>
                  </a:lnTo>
                  <a:lnTo>
                    <a:pt x="223" y="125"/>
                  </a:lnTo>
                  <a:lnTo>
                    <a:pt x="218" y="125"/>
                  </a:lnTo>
                  <a:lnTo>
                    <a:pt x="213" y="128"/>
                  </a:lnTo>
                  <a:lnTo>
                    <a:pt x="208" y="132"/>
                  </a:lnTo>
                  <a:lnTo>
                    <a:pt x="202" y="137"/>
                  </a:lnTo>
                  <a:lnTo>
                    <a:pt x="190" y="151"/>
                  </a:lnTo>
                  <a:lnTo>
                    <a:pt x="179" y="166"/>
                  </a:lnTo>
                  <a:lnTo>
                    <a:pt x="169" y="181"/>
                  </a:lnTo>
                  <a:lnTo>
                    <a:pt x="161" y="195"/>
                  </a:lnTo>
                  <a:lnTo>
                    <a:pt x="154" y="208"/>
                  </a:lnTo>
                  <a:lnTo>
                    <a:pt x="156" y="200"/>
                  </a:lnTo>
                  <a:lnTo>
                    <a:pt x="156" y="200"/>
                  </a:lnTo>
                  <a:lnTo>
                    <a:pt x="160" y="191"/>
                  </a:lnTo>
                  <a:lnTo>
                    <a:pt x="162" y="185"/>
                  </a:lnTo>
                  <a:lnTo>
                    <a:pt x="162" y="182"/>
                  </a:lnTo>
                  <a:lnTo>
                    <a:pt x="161" y="181"/>
                  </a:lnTo>
                  <a:lnTo>
                    <a:pt x="165" y="180"/>
                  </a:lnTo>
                  <a:lnTo>
                    <a:pt x="165" y="180"/>
                  </a:lnTo>
                  <a:lnTo>
                    <a:pt x="163" y="175"/>
                  </a:lnTo>
                  <a:lnTo>
                    <a:pt x="162" y="170"/>
                  </a:lnTo>
                  <a:lnTo>
                    <a:pt x="162" y="166"/>
                  </a:lnTo>
                  <a:lnTo>
                    <a:pt x="162" y="166"/>
                  </a:lnTo>
                  <a:lnTo>
                    <a:pt x="165" y="158"/>
                  </a:lnTo>
                  <a:lnTo>
                    <a:pt x="168" y="152"/>
                  </a:lnTo>
                  <a:lnTo>
                    <a:pt x="172" y="145"/>
                  </a:lnTo>
                  <a:lnTo>
                    <a:pt x="177" y="140"/>
                  </a:lnTo>
                  <a:lnTo>
                    <a:pt x="187" y="131"/>
                  </a:lnTo>
                  <a:lnTo>
                    <a:pt x="197" y="125"/>
                  </a:lnTo>
                  <a:lnTo>
                    <a:pt x="206" y="120"/>
                  </a:lnTo>
                  <a:lnTo>
                    <a:pt x="214" y="117"/>
                  </a:lnTo>
                  <a:lnTo>
                    <a:pt x="221" y="115"/>
                  </a:lnTo>
                  <a:lnTo>
                    <a:pt x="221" y="115"/>
                  </a:lnTo>
                  <a:lnTo>
                    <a:pt x="223" y="114"/>
                  </a:lnTo>
                  <a:lnTo>
                    <a:pt x="224" y="112"/>
                  </a:lnTo>
                  <a:lnTo>
                    <a:pt x="225" y="110"/>
                  </a:lnTo>
                  <a:lnTo>
                    <a:pt x="225" y="110"/>
                  </a:lnTo>
                  <a:lnTo>
                    <a:pt x="225" y="106"/>
                  </a:lnTo>
                  <a:lnTo>
                    <a:pt x="227" y="102"/>
                  </a:lnTo>
                  <a:lnTo>
                    <a:pt x="230" y="97"/>
                  </a:lnTo>
                  <a:lnTo>
                    <a:pt x="230" y="97"/>
                  </a:lnTo>
                  <a:lnTo>
                    <a:pt x="236" y="84"/>
                  </a:lnTo>
                  <a:lnTo>
                    <a:pt x="239" y="72"/>
                  </a:lnTo>
                  <a:lnTo>
                    <a:pt x="241" y="62"/>
                  </a:lnTo>
                  <a:lnTo>
                    <a:pt x="242" y="53"/>
                  </a:lnTo>
                  <a:lnTo>
                    <a:pt x="242" y="45"/>
                  </a:lnTo>
                  <a:lnTo>
                    <a:pt x="241" y="39"/>
                  </a:lnTo>
                  <a:lnTo>
                    <a:pt x="240" y="34"/>
                  </a:lnTo>
                  <a:lnTo>
                    <a:pt x="240" y="34"/>
                  </a:lnTo>
                  <a:lnTo>
                    <a:pt x="234" y="25"/>
                  </a:lnTo>
                  <a:lnTo>
                    <a:pt x="228" y="16"/>
                  </a:lnTo>
                  <a:lnTo>
                    <a:pt x="221" y="10"/>
                  </a:lnTo>
                  <a:lnTo>
                    <a:pt x="214" y="5"/>
                  </a:lnTo>
                  <a:lnTo>
                    <a:pt x="206" y="2"/>
                  </a:lnTo>
                  <a:lnTo>
                    <a:pt x="198" y="0"/>
                  </a:lnTo>
                  <a:lnTo>
                    <a:pt x="189" y="0"/>
                  </a:lnTo>
                  <a:lnTo>
                    <a:pt x="182" y="0"/>
                  </a:lnTo>
                  <a:lnTo>
                    <a:pt x="174" y="0"/>
                  </a:lnTo>
                  <a:lnTo>
                    <a:pt x="167" y="2"/>
                  </a:lnTo>
                  <a:lnTo>
                    <a:pt x="154" y="5"/>
                  </a:lnTo>
                  <a:lnTo>
                    <a:pt x="142" y="9"/>
                  </a:lnTo>
                  <a:lnTo>
                    <a:pt x="142" y="9"/>
                  </a:lnTo>
                  <a:lnTo>
                    <a:pt x="137" y="13"/>
                  </a:lnTo>
                  <a:lnTo>
                    <a:pt x="134" y="17"/>
                  </a:lnTo>
                  <a:lnTo>
                    <a:pt x="133" y="21"/>
                  </a:lnTo>
                  <a:lnTo>
                    <a:pt x="134" y="25"/>
                  </a:lnTo>
                  <a:lnTo>
                    <a:pt x="135" y="29"/>
                  </a:lnTo>
                  <a:lnTo>
                    <a:pt x="137" y="31"/>
                  </a:lnTo>
                  <a:lnTo>
                    <a:pt x="139" y="33"/>
                  </a:lnTo>
                  <a:lnTo>
                    <a:pt x="139" y="33"/>
                  </a:lnTo>
                  <a:lnTo>
                    <a:pt x="135" y="44"/>
                  </a:lnTo>
                  <a:lnTo>
                    <a:pt x="132" y="50"/>
                  </a:lnTo>
                  <a:lnTo>
                    <a:pt x="132" y="50"/>
                  </a:lnTo>
                  <a:lnTo>
                    <a:pt x="131" y="54"/>
                  </a:lnTo>
                  <a:lnTo>
                    <a:pt x="131" y="58"/>
                  </a:lnTo>
                  <a:lnTo>
                    <a:pt x="132" y="61"/>
                  </a:lnTo>
                  <a:lnTo>
                    <a:pt x="132" y="61"/>
                  </a:lnTo>
                  <a:lnTo>
                    <a:pt x="132" y="63"/>
                  </a:lnTo>
                  <a:lnTo>
                    <a:pt x="132" y="65"/>
                  </a:lnTo>
                  <a:lnTo>
                    <a:pt x="128" y="70"/>
                  </a:lnTo>
                  <a:lnTo>
                    <a:pt x="123" y="74"/>
                  </a:lnTo>
                  <a:lnTo>
                    <a:pt x="123" y="74"/>
                  </a:lnTo>
                  <a:lnTo>
                    <a:pt x="119" y="77"/>
                  </a:lnTo>
                  <a:lnTo>
                    <a:pt x="118" y="80"/>
                  </a:lnTo>
                  <a:lnTo>
                    <a:pt x="118" y="83"/>
                  </a:lnTo>
                  <a:lnTo>
                    <a:pt x="119" y="85"/>
                  </a:lnTo>
                  <a:lnTo>
                    <a:pt x="122" y="88"/>
                  </a:lnTo>
                  <a:lnTo>
                    <a:pt x="124" y="89"/>
                  </a:lnTo>
                  <a:lnTo>
                    <a:pt x="124" y="89"/>
                  </a:lnTo>
                  <a:lnTo>
                    <a:pt x="125" y="90"/>
                  </a:lnTo>
                  <a:lnTo>
                    <a:pt x="126" y="91"/>
                  </a:lnTo>
                  <a:lnTo>
                    <a:pt x="126" y="93"/>
                  </a:lnTo>
                  <a:lnTo>
                    <a:pt x="125" y="97"/>
                  </a:lnTo>
                  <a:lnTo>
                    <a:pt x="125" y="97"/>
                  </a:lnTo>
                  <a:lnTo>
                    <a:pt x="124" y="100"/>
                  </a:lnTo>
                  <a:lnTo>
                    <a:pt x="125" y="102"/>
                  </a:lnTo>
                  <a:lnTo>
                    <a:pt x="127" y="103"/>
                  </a:lnTo>
                  <a:lnTo>
                    <a:pt x="127" y="103"/>
                  </a:lnTo>
                  <a:lnTo>
                    <a:pt x="126" y="104"/>
                  </a:lnTo>
                  <a:lnTo>
                    <a:pt x="125" y="106"/>
                  </a:lnTo>
                  <a:lnTo>
                    <a:pt x="126" y="110"/>
                  </a:lnTo>
                  <a:lnTo>
                    <a:pt x="127" y="113"/>
                  </a:lnTo>
                  <a:lnTo>
                    <a:pt x="128" y="115"/>
                  </a:lnTo>
                  <a:lnTo>
                    <a:pt x="128" y="115"/>
                  </a:lnTo>
                  <a:lnTo>
                    <a:pt x="127" y="118"/>
                  </a:lnTo>
                  <a:lnTo>
                    <a:pt x="127" y="120"/>
                  </a:lnTo>
                  <a:lnTo>
                    <a:pt x="127" y="123"/>
                  </a:lnTo>
                  <a:lnTo>
                    <a:pt x="128" y="125"/>
                  </a:lnTo>
                  <a:lnTo>
                    <a:pt x="131" y="128"/>
                  </a:lnTo>
                  <a:lnTo>
                    <a:pt x="136" y="131"/>
                  </a:lnTo>
                  <a:lnTo>
                    <a:pt x="141" y="133"/>
                  </a:lnTo>
                  <a:lnTo>
                    <a:pt x="146" y="134"/>
                  </a:lnTo>
                  <a:lnTo>
                    <a:pt x="151" y="135"/>
                  </a:lnTo>
                  <a:lnTo>
                    <a:pt x="151" y="135"/>
                  </a:lnTo>
                  <a:lnTo>
                    <a:pt x="153" y="135"/>
                  </a:lnTo>
                  <a:lnTo>
                    <a:pt x="155" y="135"/>
                  </a:lnTo>
                  <a:lnTo>
                    <a:pt x="157" y="138"/>
                  </a:lnTo>
                  <a:lnTo>
                    <a:pt x="158" y="142"/>
                  </a:lnTo>
                  <a:lnTo>
                    <a:pt x="158" y="142"/>
                  </a:lnTo>
                  <a:lnTo>
                    <a:pt x="159" y="147"/>
                  </a:lnTo>
                  <a:lnTo>
                    <a:pt x="160" y="151"/>
                  </a:lnTo>
                  <a:lnTo>
                    <a:pt x="163" y="155"/>
                  </a:lnTo>
                  <a:lnTo>
                    <a:pt x="163" y="155"/>
                  </a:lnTo>
                  <a:lnTo>
                    <a:pt x="160" y="158"/>
                  </a:lnTo>
                  <a:lnTo>
                    <a:pt x="158" y="164"/>
                  </a:lnTo>
                  <a:lnTo>
                    <a:pt x="152" y="179"/>
                  </a:lnTo>
                  <a:lnTo>
                    <a:pt x="152" y="179"/>
                  </a:lnTo>
                  <a:lnTo>
                    <a:pt x="149" y="188"/>
                  </a:lnTo>
                  <a:lnTo>
                    <a:pt x="146" y="199"/>
                  </a:lnTo>
                  <a:lnTo>
                    <a:pt x="142" y="207"/>
                  </a:lnTo>
                  <a:lnTo>
                    <a:pt x="140" y="211"/>
                  </a:lnTo>
                  <a:lnTo>
                    <a:pt x="138" y="213"/>
                  </a:lnTo>
                  <a:lnTo>
                    <a:pt x="138" y="213"/>
                  </a:lnTo>
                  <a:lnTo>
                    <a:pt x="136" y="215"/>
                  </a:lnTo>
                  <a:lnTo>
                    <a:pt x="134" y="219"/>
                  </a:lnTo>
                  <a:lnTo>
                    <a:pt x="129" y="228"/>
                  </a:lnTo>
                  <a:lnTo>
                    <a:pt x="123" y="245"/>
                  </a:lnTo>
                  <a:lnTo>
                    <a:pt x="123" y="245"/>
                  </a:lnTo>
                  <a:lnTo>
                    <a:pt x="118" y="257"/>
                  </a:lnTo>
                  <a:lnTo>
                    <a:pt x="111" y="272"/>
                  </a:lnTo>
                  <a:lnTo>
                    <a:pt x="111" y="272"/>
                  </a:lnTo>
                  <a:lnTo>
                    <a:pt x="108" y="280"/>
                  </a:lnTo>
                  <a:lnTo>
                    <a:pt x="104" y="292"/>
                  </a:lnTo>
                  <a:lnTo>
                    <a:pt x="98" y="315"/>
                  </a:lnTo>
                  <a:lnTo>
                    <a:pt x="98" y="315"/>
                  </a:lnTo>
                  <a:lnTo>
                    <a:pt x="93" y="336"/>
                  </a:lnTo>
                  <a:lnTo>
                    <a:pt x="91" y="345"/>
                  </a:lnTo>
                  <a:lnTo>
                    <a:pt x="88" y="350"/>
                  </a:lnTo>
                  <a:lnTo>
                    <a:pt x="88" y="350"/>
                  </a:lnTo>
                  <a:lnTo>
                    <a:pt x="86" y="353"/>
                  </a:lnTo>
                  <a:lnTo>
                    <a:pt x="85" y="356"/>
                  </a:lnTo>
                  <a:lnTo>
                    <a:pt x="84" y="363"/>
                  </a:lnTo>
                  <a:lnTo>
                    <a:pt x="84" y="363"/>
                  </a:lnTo>
                  <a:lnTo>
                    <a:pt x="82" y="366"/>
                  </a:lnTo>
                  <a:lnTo>
                    <a:pt x="78" y="369"/>
                  </a:lnTo>
                  <a:lnTo>
                    <a:pt x="68" y="375"/>
                  </a:lnTo>
                  <a:lnTo>
                    <a:pt x="50" y="385"/>
                  </a:lnTo>
                  <a:lnTo>
                    <a:pt x="50" y="385"/>
                  </a:lnTo>
                  <a:lnTo>
                    <a:pt x="25" y="407"/>
                  </a:lnTo>
                  <a:lnTo>
                    <a:pt x="13" y="413"/>
                  </a:lnTo>
                  <a:lnTo>
                    <a:pt x="13" y="413"/>
                  </a:lnTo>
                  <a:lnTo>
                    <a:pt x="8" y="415"/>
                  </a:lnTo>
                  <a:lnTo>
                    <a:pt x="5" y="418"/>
                  </a:lnTo>
                  <a:lnTo>
                    <a:pt x="4" y="419"/>
                  </a:lnTo>
                  <a:lnTo>
                    <a:pt x="4" y="420"/>
                  </a:lnTo>
                  <a:lnTo>
                    <a:pt x="4" y="420"/>
                  </a:lnTo>
                  <a:lnTo>
                    <a:pt x="2" y="423"/>
                  </a:lnTo>
                  <a:lnTo>
                    <a:pt x="0" y="425"/>
                  </a:lnTo>
                  <a:lnTo>
                    <a:pt x="0" y="428"/>
                  </a:lnTo>
                  <a:lnTo>
                    <a:pt x="1" y="431"/>
                  </a:lnTo>
                  <a:lnTo>
                    <a:pt x="3" y="435"/>
                  </a:lnTo>
                  <a:lnTo>
                    <a:pt x="4" y="436"/>
                  </a:lnTo>
                  <a:lnTo>
                    <a:pt x="4" y="436"/>
                  </a:lnTo>
                  <a:lnTo>
                    <a:pt x="3" y="440"/>
                  </a:lnTo>
                  <a:lnTo>
                    <a:pt x="4" y="443"/>
                  </a:lnTo>
                  <a:lnTo>
                    <a:pt x="5" y="447"/>
                  </a:lnTo>
                  <a:lnTo>
                    <a:pt x="5" y="447"/>
                  </a:lnTo>
                  <a:close/>
                  <a:moveTo>
                    <a:pt x="162" y="157"/>
                  </a:moveTo>
                  <a:lnTo>
                    <a:pt x="160" y="166"/>
                  </a:lnTo>
                  <a:lnTo>
                    <a:pt x="155" y="173"/>
                  </a:lnTo>
                  <a:lnTo>
                    <a:pt x="155" y="173"/>
                  </a:lnTo>
                  <a:lnTo>
                    <a:pt x="158" y="166"/>
                  </a:lnTo>
                  <a:lnTo>
                    <a:pt x="162" y="157"/>
                  </a:lnTo>
                  <a:lnTo>
                    <a:pt x="162" y="157"/>
                  </a:lnTo>
                  <a:close/>
                  <a:moveTo>
                    <a:pt x="114" y="401"/>
                  </a:moveTo>
                  <a:lnTo>
                    <a:pt x="114" y="401"/>
                  </a:lnTo>
                  <a:lnTo>
                    <a:pt x="115" y="396"/>
                  </a:lnTo>
                  <a:lnTo>
                    <a:pt x="115" y="388"/>
                  </a:lnTo>
                  <a:lnTo>
                    <a:pt x="115" y="380"/>
                  </a:lnTo>
                  <a:lnTo>
                    <a:pt x="115" y="380"/>
                  </a:lnTo>
                  <a:lnTo>
                    <a:pt x="114" y="376"/>
                  </a:lnTo>
                  <a:lnTo>
                    <a:pt x="114" y="372"/>
                  </a:lnTo>
                  <a:lnTo>
                    <a:pt x="115" y="366"/>
                  </a:lnTo>
                  <a:lnTo>
                    <a:pt x="117" y="363"/>
                  </a:lnTo>
                  <a:lnTo>
                    <a:pt x="119" y="361"/>
                  </a:lnTo>
                  <a:lnTo>
                    <a:pt x="120" y="360"/>
                  </a:lnTo>
                  <a:lnTo>
                    <a:pt x="120" y="360"/>
                  </a:lnTo>
                  <a:lnTo>
                    <a:pt x="120" y="370"/>
                  </a:lnTo>
                  <a:lnTo>
                    <a:pt x="120" y="388"/>
                  </a:lnTo>
                  <a:lnTo>
                    <a:pt x="120" y="412"/>
                  </a:lnTo>
                  <a:lnTo>
                    <a:pt x="114" y="410"/>
                  </a:lnTo>
                  <a:lnTo>
                    <a:pt x="114" y="410"/>
                  </a:lnTo>
                  <a:lnTo>
                    <a:pt x="113" y="408"/>
                  </a:lnTo>
                  <a:lnTo>
                    <a:pt x="113" y="405"/>
                  </a:lnTo>
                  <a:lnTo>
                    <a:pt x="114" y="402"/>
                  </a:lnTo>
                  <a:lnTo>
                    <a:pt x="114" y="402"/>
                  </a:lnTo>
                  <a:lnTo>
                    <a:pt x="114" y="401"/>
                  </a:lnTo>
                  <a:lnTo>
                    <a:pt x="114" y="4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7" name="Freeform 35"/>
            <p:cNvSpPr/>
            <p:nvPr/>
          </p:nvSpPr>
          <p:spPr bwMode="auto">
            <a:xfrm>
              <a:off x="5300663" y="1684338"/>
              <a:ext cx="63500" cy="65088"/>
            </a:xfrm>
            <a:custGeom>
              <a:avLst/>
              <a:gdLst>
                <a:gd name="T0" fmla="*/ 0 w 40"/>
                <a:gd name="T1" fmla="*/ 17 h 41"/>
                <a:gd name="T2" fmla="*/ 17 w 40"/>
                <a:gd name="T3" fmla="*/ 41 h 41"/>
                <a:gd name="T4" fmla="*/ 17 w 40"/>
                <a:gd name="T5" fmla="*/ 41 h 41"/>
                <a:gd name="T6" fmla="*/ 21 w 40"/>
                <a:gd name="T7" fmla="*/ 41 h 41"/>
                <a:gd name="T8" fmla="*/ 24 w 40"/>
                <a:gd name="T9" fmla="*/ 41 h 41"/>
                <a:gd name="T10" fmla="*/ 28 w 40"/>
                <a:gd name="T11" fmla="*/ 40 h 41"/>
                <a:gd name="T12" fmla="*/ 31 w 40"/>
                <a:gd name="T13" fmla="*/ 38 h 41"/>
                <a:gd name="T14" fmla="*/ 34 w 40"/>
                <a:gd name="T15" fmla="*/ 36 h 41"/>
                <a:gd name="T16" fmla="*/ 37 w 40"/>
                <a:gd name="T17" fmla="*/ 33 h 41"/>
                <a:gd name="T18" fmla="*/ 39 w 40"/>
                <a:gd name="T19" fmla="*/ 29 h 41"/>
                <a:gd name="T20" fmla="*/ 40 w 40"/>
                <a:gd name="T21" fmla="*/ 26 h 41"/>
                <a:gd name="T22" fmla="*/ 40 w 40"/>
                <a:gd name="T23" fmla="*/ 26 h 41"/>
                <a:gd name="T24" fmla="*/ 40 w 40"/>
                <a:gd name="T25" fmla="*/ 22 h 41"/>
                <a:gd name="T26" fmla="*/ 40 w 40"/>
                <a:gd name="T27" fmla="*/ 18 h 41"/>
                <a:gd name="T28" fmla="*/ 39 w 40"/>
                <a:gd name="T29" fmla="*/ 14 h 41"/>
                <a:gd name="T30" fmla="*/ 38 w 40"/>
                <a:gd name="T31" fmla="*/ 10 h 41"/>
                <a:gd name="T32" fmla="*/ 35 w 40"/>
                <a:gd name="T33" fmla="*/ 7 h 41"/>
                <a:gd name="T34" fmla="*/ 32 w 40"/>
                <a:gd name="T35" fmla="*/ 4 h 41"/>
                <a:gd name="T36" fmla="*/ 29 w 40"/>
                <a:gd name="T37" fmla="*/ 2 h 41"/>
                <a:gd name="T38" fmla="*/ 25 w 40"/>
                <a:gd name="T39" fmla="*/ 1 h 41"/>
                <a:gd name="T40" fmla="*/ 25 w 40"/>
                <a:gd name="T41" fmla="*/ 1 h 41"/>
                <a:gd name="T42" fmla="*/ 21 w 40"/>
                <a:gd name="T43" fmla="*/ 0 h 41"/>
                <a:gd name="T44" fmla="*/ 17 w 40"/>
                <a:gd name="T45" fmla="*/ 0 h 41"/>
                <a:gd name="T46" fmla="*/ 13 w 40"/>
                <a:gd name="T47" fmla="*/ 1 h 41"/>
                <a:gd name="T48" fmla="*/ 9 w 40"/>
                <a:gd name="T49" fmla="*/ 3 h 41"/>
                <a:gd name="T50" fmla="*/ 6 w 40"/>
                <a:gd name="T51" fmla="*/ 5 h 41"/>
                <a:gd name="T52" fmla="*/ 4 w 40"/>
                <a:gd name="T53" fmla="*/ 8 h 41"/>
                <a:gd name="T54" fmla="*/ 1 w 40"/>
                <a:gd name="T55" fmla="*/ 12 h 41"/>
                <a:gd name="T56" fmla="*/ 0 w 40"/>
                <a:gd name="T57" fmla="*/ 16 h 41"/>
                <a:gd name="T58" fmla="*/ 0 w 40"/>
                <a:gd name="T59" fmla="*/ 16 h 41"/>
                <a:gd name="T60" fmla="*/ 0 w 40"/>
                <a:gd name="T61" fmla="*/ 17 h 41"/>
                <a:gd name="T62" fmla="*/ 0 w 40"/>
                <a:gd name="T63" fmla="*/ 17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0" h="41">
                  <a:moveTo>
                    <a:pt x="0" y="17"/>
                  </a:moveTo>
                  <a:lnTo>
                    <a:pt x="17" y="41"/>
                  </a:lnTo>
                  <a:lnTo>
                    <a:pt x="17" y="41"/>
                  </a:lnTo>
                  <a:lnTo>
                    <a:pt x="21" y="41"/>
                  </a:lnTo>
                  <a:lnTo>
                    <a:pt x="24" y="41"/>
                  </a:lnTo>
                  <a:lnTo>
                    <a:pt x="28" y="40"/>
                  </a:lnTo>
                  <a:lnTo>
                    <a:pt x="31" y="38"/>
                  </a:lnTo>
                  <a:lnTo>
                    <a:pt x="34" y="36"/>
                  </a:lnTo>
                  <a:lnTo>
                    <a:pt x="37" y="33"/>
                  </a:lnTo>
                  <a:lnTo>
                    <a:pt x="39" y="29"/>
                  </a:lnTo>
                  <a:lnTo>
                    <a:pt x="40" y="26"/>
                  </a:lnTo>
                  <a:lnTo>
                    <a:pt x="40" y="26"/>
                  </a:lnTo>
                  <a:lnTo>
                    <a:pt x="40" y="22"/>
                  </a:lnTo>
                  <a:lnTo>
                    <a:pt x="40" y="18"/>
                  </a:lnTo>
                  <a:lnTo>
                    <a:pt x="39" y="14"/>
                  </a:lnTo>
                  <a:lnTo>
                    <a:pt x="38" y="10"/>
                  </a:lnTo>
                  <a:lnTo>
                    <a:pt x="35" y="7"/>
                  </a:lnTo>
                  <a:lnTo>
                    <a:pt x="32" y="4"/>
                  </a:lnTo>
                  <a:lnTo>
                    <a:pt x="29" y="2"/>
                  </a:lnTo>
                  <a:lnTo>
                    <a:pt x="25" y="1"/>
                  </a:lnTo>
                  <a:lnTo>
                    <a:pt x="25" y="1"/>
                  </a:lnTo>
                  <a:lnTo>
                    <a:pt x="21" y="0"/>
                  </a:lnTo>
                  <a:lnTo>
                    <a:pt x="17" y="0"/>
                  </a:lnTo>
                  <a:lnTo>
                    <a:pt x="13" y="1"/>
                  </a:lnTo>
                  <a:lnTo>
                    <a:pt x="9" y="3"/>
                  </a:lnTo>
                  <a:lnTo>
                    <a:pt x="6" y="5"/>
                  </a:lnTo>
                  <a:lnTo>
                    <a:pt x="4" y="8"/>
                  </a:lnTo>
                  <a:lnTo>
                    <a:pt x="1" y="12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0" y="17"/>
                  </a:lnTo>
                  <a:lnTo>
                    <a:pt x="0" y="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8" name="Freeform 36"/>
            <p:cNvSpPr/>
            <p:nvPr/>
          </p:nvSpPr>
          <p:spPr bwMode="auto">
            <a:xfrm>
              <a:off x="5205413" y="1722438"/>
              <a:ext cx="111125" cy="88900"/>
            </a:xfrm>
            <a:custGeom>
              <a:avLst/>
              <a:gdLst>
                <a:gd name="T0" fmla="*/ 58 w 70"/>
                <a:gd name="T1" fmla="*/ 0 h 56"/>
                <a:gd name="T2" fmla="*/ 6 w 70"/>
                <a:gd name="T3" fmla="*/ 40 h 56"/>
                <a:gd name="T4" fmla="*/ 6 w 70"/>
                <a:gd name="T5" fmla="*/ 40 h 56"/>
                <a:gd name="T6" fmla="*/ 3 w 70"/>
                <a:gd name="T7" fmla="*/ 43 h 56"/>
                <a:gd name="T8" fmla="*/ 1 w 70"/>
                <a:gd name="T9" fmla="*/ 47 h 56"/>
                <a:gd name="T10" fmla="*/ 0 w 70"/>
                <a:gd name="T11" fmla="*/ 51 h 56"/>
                <a:gd name="T12" fmla="*/ 1 w 70"/>
                <a:gd name="T13" fmla="*/ 54 h 56"/>
                <a:gd name="T14" fmla="*/ 1 w 70"/>
                <a:gd name="T15" fmla="*/ 54 h 56"/>
                <a:gd name="T16" fmla="*/ 4 w 70"/>
                <a:gd name="T17" fmla="*/ 56 h 56"/>
                <a:gd name="T18" fmla="*/ 8 w 70"/>
                <a:gd name="T19" fmla="*/ 56 h 56"/>
                <a:gd name="T20" fmla="*/ 12 w 70"/>
                <a:gd name="T21" fmla="*/ 56 h 56"/>
                <a:gd name="T22" fmla="*/ 16 w 70"/>
                <a:gd name="T23" fmla="*/ 55 h 56"/>
                <a:gd name="T24" fmla="*/ 70 w 70"/>
                <a:gd name="T25" fmla="*/ 18 h 56"/>
                <a:gd name="T26" fmla="*/ 58 w 70"/>
                <a:gd name="T27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8" y="0"/>
                  </a:moveTo>
                  <a:lnTo>
                    <a:pt x="6" y="40"/>
                  </a:lnTo>
                  <a:lnTo>
                    <a:pt x="6" y="40"/>
                  </a:lnTo>
                  <a:lnTo>
                    <a:pt x="3" y="43"/>
                  </a:lnTo>
                  <a:lnTo>
                    <a:pt x="1" y="47"/>
                  </a:lnTo>
                  <a:lnTo>
                    <a:pt x="0" y="51"/>
                  </a:lnTo>
                  <a:lnTo>
                    <a:pt x="1" y="54"/>
                  </a:lnTo>
                  <a:lnTo>
                    <a:pt x="1" y="54"/>
                  </a:lnTo>
                  <a:lnTo>
                    <a:pt x="4" y="56"/>
                  </a:lnTo>
                  <a:lnTo>
                    <a:pt x="8" y="56"/>
                  </a:lnTo>
                  <a:lnTo>
                    <a:pt x="12" y="56"/>
                  </a:lnTo>
                  <a:lnTo>
                    <a:pt x="16" y="55"/>
                  </a:lnTo>
                  <a:lnTo>
                    <a:pt x="70" y="18"/>
                  </a:lnTo>
                  <a:lnTo>
                    <a:pt x="5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9" name="Freeform 37"/>
            <p:cNvSpPr/>
            <p:nvPr/>
          </p:nvSpPr>
          <p:spPr bwMode="auto">
            <a:xfrm>
              <a:off x="5059363" y="1770063"/>
              <a:ext cx="225425" cy="487363"/>
            </a:xfrm>
            <a:custGeom>
              <a:avLst/>
              <a:gdLst>
                <a:gd name="T0" fmla="*/ 137 w 142"/>
                <a:gd name="T1" fmla="*/ 24 h 307"/>
                <a:gd name="T2" fmla="*/ 142 w 142"/>
                <a:gd name="T3" fmla="*/ 20 h 307"/>
                <a:gd name="T4" fmla="*/ 138 w 142"/>
                <a:gd name="T5" fmla="*/ 0 h 307"/>
                <a:gd name="T6" fmla="*/ 110 w 142"/>
                <a:gd name="T7" fmla="*/ 20 h 307"/>
                <a:gd name="T8" fmla="*/ 119 w 142"/>
                <a:gd name="T9" fmla="*/ 25 h 307"/>
                <a:gd name="T10" fmla="*/ 14 w 142"/>
                <a:gd name="T11" fmla="*/ 215 h 307"/>
                <a:gd name="T12" fmla="*/ 14 w 142"/>
                <a:gd name="T13" fmla="*/ 215 h 307"/>
                <a:gd name="T14" fmla="*/ 9 w 142"/>
                <a:gd name="T15" fmla="*/ 216 h 307"/>
                <a:gd name="T16" fmla="*/ 4 w 142"/>
                <a:gd name="T17" fmla="*/ 220 h 307"/>
                <a:gd name="T18" fmla="*/ 1 w 142"/>
                <a:gd name="T19" fmla="*/ 224 h 307"/>
                <a:gd name="T20" fmla="*/ 0 w 142"/>
                <a:gd name="T21" fmla="*/ 230 h 307"/>
                <a:gd name="T22" fmla="*/ 0 w 142"/>
                <a:gd name="T23" fmla="*/ 230 h 307"/>
                <a:gd name="T24" fmla="*/ 1 w 142"/>
                <a:gd name="T25" fmla="*/ 234 h 307"/>
                <a:gd name="T26" fmla="*/ 2 w 142"/>
                <a:gd name="T27" fmla="*/ 239 h 307"/>
                <a:gd name="T28" fmla="*/ 4 w 142"/>
                <a:gd name="T29" fmla="*/ 242 h 307"/>
                <a:gd name="T30" fmla="*/ 7 w 142"/>
                <a:gd name="T31" fmla="*/ 244 h 307"/>
                <a:gd name="T32" fmla="*/ 7 w 142"/>
                <a:gd name="T33" fmla="*/ 307 h 307"/>
                <a:gd name="T34" fmla="*/ 24 w 142"/>
                <a:gd name="T35" fmla="*/ 307 h 307"/>
                <a:gd name="T36" fmla="*/ 24 w 142"/>
                <a:gd name="T37" fmla="*/ 245 h 307"/>
                <a:gd name="T38" fmla="*/ 24 w 142"/>
                <a:gd name="T39" fmla="*/ 245 h 307"/>
                <a:gd name="T40" fmla="*/ 27 w 142"/>
                <a:gd name="T41" fmla="*/ 242 h 307"/>
                <a:gd name="T42" fmla="*/ 29 w 142"/>
                <a:gd name="T43" fmla="*/ 239 h 307"/>
                <a:gd name="T44" fmla="*/ 31 w 142"/>
                <a:gd name="T45" fmla="*/ 234 h 307"/>
                <a:gd name="T46" fmla="*/ 32 w 142"/>
                <a:gd name="T47" fmla="*/ 230 h 307"/>
                <a:gd name="T48" fmla="*/ 32 w 142"/>
                <a:gd name="T49" fmla="*/ 230 h 307"/>
                <a:gd name="T50" fmla="*/ 31 w 142"/>
                <a:gd name="T51" fmla="*/ 225 h 307"/>
                <a:gd name="T52" fmla="*/ 29 w 142"/>
                <a:gd name="T53" fmla="*/ 221 h 307"/>
                <a:gd name="T54" fmla="*/ 137 w 142"/>
                <a:gd name="T55" fmla="*/ 24 h 307"/>
                <a:gd name="T56" fmla="*/ 137 w 142"/>
                <a:gd name="T57" fmla="*/ 24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2" h="307">
                  <a:moveTo>
                    <a:pt x="137" y="24"/>
                  </a:moveTo>
                  <a:lnTo>
                    <a:pt x="142" y="20"/>
                  </a:lnTo>
                  <a:lnTo>
                    <a:pt x="138" y="0"/>
                  </a:lnTo>
                  <a:lnTo>
                    <a:pt x="110" y="20"/>
                  </a:lnTo>
                  <a:lnTo>
                    <a:pt x="119" y="25"/>
                  </a:lnTo>
                  <a:lnTo>
                    <a:pt x="14" y="215"/>
                  </a:lnTo>
                  <a:lnTo>
                    <a:pt x="14" y="215"/>
                  </a:lnTo>
                  <a:lnTo>
                    <a:pt x="9" y="216"/>
                  </a:lnTo>
                  <a:lnTo>
                    <a:pt x="4" y="220"/>
                  </a:lnTo>
                  <a:lnTo>
                    <a:pt x="1" y="224"/>
                  </a:lnTo>
                  <a:lnTo>
                    <a:pt x="0" y="230"/>
                  </a:lnTo>
                  <a:lnTo>
                    <a:pt x="0" y="230"/>
                  </a:lnTo>
                  <a:lnTo>
                    <a:pt x="1" y="234"/>
                  </a:lnTo>
                  <a:lnTo>
                    <a:pt x="2" y="239"/>
                  </a:lnTo>
                  <a:lnTo>
                    <a:pt x="4" y="242"/>
                  </a:lnTo>
                  <a:lnTo>
                    <a:pt x="7" y="244"/>
                  </a:lnTo>
                  <a:lnTo>
                    <a:pt x="7" y="307"/>
                  </a:lnTo>
                  <a:lnTo>
                    <a:pt x="24" y="307"/>
                  </a:lnTo>
                  <a:lnTo>
                    <a:pt x="24" y="245"/>
                  </a:lnTo>
                  <a:lnTo>
                    <a:pt x="24" y="245"/>
                  </a:lnTo>
                  <a:lnTo>
                    <a:pt x="27" y="242"/>
                  </a:lnTo>
                  <a:lnTo>
                    <a:pt x="29" y="239"/>
                  </a:lnTo>
                  <a:lnTo>
                    <a:pt x="31" y="234"/>
                  </a:lnTo>
                  <a:lnTo>
                    <a:pt x="32" y="230"/>
                  </a:lnTo>
                  <a:lnTo>
                    <a:pt x="32" y="230"/>
                  </a:lnTo>
                  <a:lnTo>
                    <a:pt x="31" y="225"/>
                  </a:lnTo>
                  <a:lnTo>
                    <a:pt x="29" y="221"/>
                  </a:lnTo>
                  <a:lnTo>
                    <a:pt x="137" y="24"/>
                  </a:lnTo>
                  <a:lnTo>
                    <a:pt x="137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40" name="Rectangle 39"/>
          <p:cNvSpPr/>
          <p:nvPr/>
        </p:nvSpPr>
        <p:spPr>
          <a:xfrm>
            <a:off x="2059659" y="2495693"/>
            <a:ext cx="229319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4848"/>
              </a:buClr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1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Open Sans Light" panose="020B0306030504020204" pitchFamily="34" charset="0"/>
                <a:cs typeface="Open Sans Light" panose="020B0306030504020204" pitchFamily="34" charset="0"/>
              </a:rPr>
              <a:t>Lorem ipsum dolor sit amet, consectetur adipiscing elit. Nulla imperdiet volutpat dui at</a:t>
            </a:r>
            <a:endParaRPr kumimoji="0" lang="en-US" sz="1200" b="0" i="0" u="none" strike="noStrike" kern="1200" cap="none" spc="0" normalizeH="0" baseline="0" noProof="1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41" name="Content Placeholder 2"/>
          <p:cNvSpPr txBox="1"/>
          <p:nvPr/>
        </p:nvSpPr>
        <p:spPr>
          <a:xfrm>
            <a:off x="2061555" y="2244364"/>
            <a:ext cx="19101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6600" spc="-150">
                <a:solidFill>
                  <a:schemeClr val="tx1">
                    <a:lumMod val="95000"/>
                    <a:lumOff val="5000"/>
                  </a:schemeClr>
                </a:solidFill>
                <a:latin typeface="Raleway Light" panose="020B0403030101060003" pitchFamily="34" charset="0"/>
                <a:ea typeface="Roboto Light" panose="02000000000000000000" pitchFamily="2" charset="0"/>
                <a:cs typeface="Open Sans" panose="020B0606030504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cs typeface="Aa楷体" panose="02000500000000000000" pitchFamily="2" charset="-122"/>
              </a:rPr>
              <a:t>Idea 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cs typeface="Aa楷体" panose="02000500000000000000" pitchFamily="2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059659" y="3644682"/>
            <a:ext cx="229319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4848"/>
              </a:buClr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1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Open Sans Light" panose="020B0306030504020204" pitchFamily="34" charset="0"/>
                <a:cs typeface="Open Sans Light" panose="020B0306030504020204" pitchFamily="34" charset="0"/>
              </a:rPr>
              <a:t>Lorem ipsum dolor sit amet, consectetur adipiscing elit. Nulla imperdiet volutpat dui at</a:t>
            </a:r>
            <a:endParaRPr kumimoji="0" lang="en-US" sz="1200" b="0" i="0" u="none" strike="noStrike" kern="1200" cap="none" spc="0" normalizeH="0" baseline="0" noProof="1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43" name="Content Placeholder 2"/>
          <p:cNvSpPr txBox="1"/>
          <p:nvPr/>
        </p:nvSpPr>
        <p:spPr>
          <a:xfrm>
            <a:off x="2061555" y="3393353"/>
            <a:ext cx="19101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6600" spc="-150">
                <a:solidFill>
                  <a:schemeClr val="tx1">
                    <a:lumMod val="95000"/>
                    <a:lumOff val="5000"/>
                  </a:schemeClr>
                </a:solidFill>
                <a:latin typeface="Raleway Light" panose="020B0403030101060003" pitchFamily="34" charset="0"/>
                <a:ea typeface="Roboto Light" panose="02000000000000000000" pitchFamily="2" charset="0"/>
                <a:cs typeface="Open Sans" panose="020B0606030504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cs typeface="Aa楷体" panose="02000500000000000000" pitchFamily="2" charset="-122"/>
              </a:rPr>
              <a:t>Idea 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cs typeface="Aa楷体" panose="02000500000000000000" pitchFamily="2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2059659" y="4737223"/>
            <a:ext cx="229319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4848"/>
              </a:buClr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1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Open Sans Light" panose="020B0306030504020204" pitchFamily="34" charset="0"/>
                <a:cs typeface="Open Sans Light" panose="020B0306030504020204" pitchFamily="34" charset="0"/>
              </a:rPr>
              <a:t>Lorem ipsum dolor sit amet, consectetur adipiscing elit. Nulla imperdiet volutpat dui at</a:t>
            </a:r>
            <a:endParaRPr kumimoji="0" lang="en-US" sz="1200" b="0" i="0" u="none" strike="noStrike" kern="1200" cap="none" spc="0" normalizeH="0" baseline="0" noProof="1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45" name="Content Placeholder 2"/>
          <p:cNvSpPr txBox="1"/>
          <p:nvPr/>
        </p:nvSpPr>
        <p:spPr>
          <a:xfrm>
            <a:off x="2061555" y="4485894"/>
            <a:ext cx="19101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6600" spc="-150">
                <a:solidFill>
                  <a:schemeClr val="tx1">
                    <a:lumMod val="95000"/>
                    <a:lumOff val="5000"/>
                  </a:schemeClr>
                </a:solidFill>
                <a:latin typeface="Raleway Light" panose="020B0403030101060003" pitchFamily="34" charset="0"/>
                <a:ea typeface="Roboto Light" panose="02000000000000000000" pitchFamily="2" charset="0"/>
                <a:cs typeface="Open Sans" panose="020B0606030504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cs typeface="Aa楷体" panose="02000500000000000000" pitchFamily="2" charset="-122"/>
              </a:rPr>
              <a:t>Idea 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cs typeface="Aa楷体" panose="02000500000000000000" pitchFamily="2" charset="-122"/>
            </a:endParaRPr>
          </a:p>
        </p:txBody>
      </p:sp>
      <p:sp>
        <p:nvSpPr>
          <p:cNvPr id="48" name="Shape 22361"/>
          <p:cNvSpPr/>
          <p:nvPr/>
        </p:nvSpPr>
        <p:spPr>
          <a:xfrm>
            <a:off x="1140540" y="2306024"/>
            <a:ext cx="800946" cy="66684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t">
            <a:spAutoFit/>
          </a:bodyPr>
          <a:lstStyle>
            <a:lvl1pPr algn="l">
              <a:defRPr sz="15000" b="1">
                <a:solidFill>
                  <a:srgbClr val="82165D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0"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cs typeface="Aa楷体" panose="02000500000000000000" pitchFamily="2" charset="-122"/>
                <a:sym typeface="Helvetica"/>
              </a:rPr>
              <a:t>01.</a:t>
            </a:r>
            <a:endParaRPr kumimoji="0" sz="40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cs typeface="Aa楷体" panose="02000500000000000000" pitchFamily="2" charset="-122"/>
              <a:sym typeface="Helvetica"/>
            </a:endParaRPr>
          </a:p>
        </p:txBody>
      </p:sp>
      <p:sp>
        <p:nvSpPr>
          <p:cNvPr id="49" name="Shape 22361"/>
          <p:cNvSpPr/>
          <p:nvPr/>
        </p:nvSpPr>
        <p:spPr>
          <a:xfrm>
            <a:off x="1140540" y="3493579"/>
            <a:ext cx="800946" cy="66684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t">
            <a:spAutoFit/>
          </a:bodyPr>
          <a:lstStyle>
            <a:lvl1pPr algn="l">
              <a:defRPr sz="15000" b="1">
                <a:solidFill>
                  <a:srgbClr val="82165D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0"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cs typeface="Aa楷体" panose="02000500000000000000" pitchFamily="2" charset="-122"/>
                <a:sym typeface="Helvetica"/>
              </a:rPr>
              <a:t>02.</a:t>
            </a:r>
            <a:endParaRPr kumimoji="0" sz="40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cs typeface="Aa楷体" panose="02000500000000000000" pitchFamily="2" charset="-122"/>
              <a:sym typeface="Helvetica"/>
            </a:endParaRPr>
          </a:p>
        </p:txBody>
      </p:sp>
      <p:sp>
        <p:nvSpPr>
          <p:cNvPr id="50" name="Shape 22361"/>
          <p:cNvSpPr/>
          <p:nvPr/>
        </p:nvSpPr>
        <p:spPr>
          <a:xfrm>
            <a:off x="1140540" y="4639782"/>
            <a:ext cx="800946" cy="66684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t">
            <a:spAutoFit/>
          </a:bodyPr>
          <a:lstStyle>
            <a:lvl1pPr algn="l">
              <a:defRPr sz="15000" b="1">
                <a:solidFill>
                  <a:srgbClr val="82165D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0"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cs typeface="Aa楷体" panose="02000500000000000000" pitchFamily="2" charset="-122"/>
                <a:sym typeface="Helvetica"/>
              </a:rPr>
              <a:t>03.</a:t>
            </a:r>
            <a:endParaRPr kumimoji="0" sz="40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cs typeface="Aa楷体" panose="02000500000000000000" pitchFamily="2" charset="-122"/>
              <a:sym typeface="Helvetic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Oval 63"/>
          <p:cNvSpPr/>
          <p:nvPr/>
        </p:nvSpPr>
        <p:spPr>
          <a:xfrm>
            <a:off x="8992697" y="4389953"/>
            <a:ext cx="2434378" cy="79685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10623592" y="6427003"/>
            <a:ext cx="429579" cy="14077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5F62417-4A12-46BB-B530-A96D3E44AF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9091907" y="3620919"/>
            <a:ext cx="2218136" cy="1439236"/>
            <a:chOff x="4597083" y="2495713"/>
            <a:chExt cx="1873677" cy="1215734"/>
          </a:xfrm>
        </p:grpSpPr>
        <p:grpSp>
          <p:nvGrpSpPr>
            <p:cNvPr id="6" name="Group 5"/>
            <p:cNvGrpSpPr/>
            <p:nvPr/>
          </p:nvGrpSpPr>
          <p:grpSpPr>
            <a:xfrm>
              <a:off x="4817735" y="2495713"/>
              <a:ext cx="1653025" cy="1215734"/>
              <a:chOff x="7580313" y="3121026"/>
              <a:chExt cx="846137" cy="622300"/>
            </a:xfrm>
          </p:grpSpPr>
          <p:sp>
            <p:nvSpPr>
              <p:cNvPr id="8" name="Freeform 408"/>
              <p:cNvSpPr/>
              <p:nvPr/>
            </p:nvSpPr>
            <p:spPr bwMode="auto">
              <a:xfrm>
                <a:off x="7580313" y="3152776"/>
                <a:ext cx="419100" cy="590550"/>
              </a:xfrm>
              <a:custGeom>
                <a:avLst/>
                <a:gdLst>
                  <a:gd name="T0" fmla="*/ 0 w 792"/>
                  <a:gd name="T1" fmla="*/ 805 h 1117"/>
                  <a:gd name="T2" fmla="*/ 792 w 792"/>
                  <a:gd name="T3" fmla="*/ 1117 h 1117"/>
                  <a:gd name="T4" fmla="*/ 789 w 792"/>
                  <a:gd name="T5" fmla="*/ 76 h 1117"/>
                  <a:gd name="T6" fmla="*/ 0 w 792"/>
                  <a:gd name="T7" fmla="*/ 0 h 1117"/>
                  <a:gd name="T8" fmla="*/ 0 w 792"/>
                  <a:gd name="T9" fmla="*/ 805 h 1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2" h="1117">
                    <a:moveTo>
                      <a:pt x="0" y="805"/>
                    </a:moveTo>
                    <a:lnTo>
                      <a:pt x="792" y="1117"/>
                    </a:lnTo>
                    <a:lnTo>
                      <a:pt x="789" y="76"/>
                    </a:lnTo>
                    <a:lnTo>
                      <a:pt x="0" y="0"/>
                    </a:lnTo>
                    <a:lnTo>
                      <a:pt x="0" y="805"/>
                    </a:lnTo>
                    <a:close/>
                  </a:path>
                </a:pathLst>
              </a:custGeom>
              <a:solidFill>
                <a:srgbClr val="BCBE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9" name="Freeform 409"/>
              <p:cNvSpPr/>
              <p:nvPr/>
            </p:nvSpPr>
            <p:spPr bwMode="auto">
              <a:xfrm>
                <a:off x="7997825" y="3162301"/>
                <a:ext cx="298450" cy="581025"/>
              </a:xfrm>
              <a:custGeom>
                <a:avLst/>
                <a:gdLst>
                  <a:gd name="T0" fmla="*/ 565 w 565"/>
                  <a:gd name="T1" fmla="*/ 803 h 1098"/>
                  <a:gd name="T2" fmla="*/ 3 w 565"/>
                  <a:gd name="T3" fmla="*/ 1098 h 1098"/>
                  <a:gd name="T4" fmla="*/ 0 w 565"/>
                  <a:gd name="T5" fmla="*/ 57 h 1098"/>
                  <a:gd name="T6" fmla="*/ 565 w 565"/>
                  <a:gd name="T7" fmla="*/ 0 h 1098"/>
                  <a:gd name="T8" fmla="*/ 565 w 565"/>
                  <a:gd name="T9" fmla="*/ 803 h 10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65" h="1098">
                    <a:moveTo>
                      <a:pt x="565" y="803"/>
                    </a:moveTo>
                    <a:lnTo>
                      <a:pt x="3" y="1098"/>
                    </a:lnTo>
                    <a:lnTo>
                      <a:pt x="0" y="57"/>
                    </a:lnTo>
                    <a:lnTo>
                      <a:pt x="565" y="0"/>
                    </a:lnTo>
                    <a:lnTo>
                      <a:pt x="565" y="803"/>
                    </a:lnTo>
                    <a:close/>
                  </a:path>
                </a:pathLst>
              </a:custGeom>
              <a:solidFill>
                <a:srgbClr val="A7A9A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10" name="Freeform 411"/>
              <p:cNvSpPr/>
              <p:nvPr/>
            </p:nvSpPr>
            <p:spPr bwMode="auto">
              <a:xfrm>
                <a:off x="7580313" y="3121026"/>
                <a:ext cx="304800" cy="60325"/>
              </a:xfrm>
              <a:custGeom>
                <a:avLst/>
                <a:gdLst>
                  <a:gd name="T0" fmla="*/ 576 w 577"/>
                  <a:gd name="T1" fmla="*/ 0 h 114"/>
                  <a:gd name="T2" fmla="*/ 0 w 577"/>
                  <a:gd name="T3" fmla="*/ 59 h 114"/>
                  <a:gd name="T4" fmla="*/ 577 w 577"/>
                  <a:gd name="T5" fmla="*/ 114 h 114"/>
                  <a:gd name="T6" fmla="*/ 576 w 577"/>
                  <a:gd name="T7" fmla="*/ 0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77" h="114">
                    <a:moveTo>
                      <a:pt x="576" y="0"/>
                    </a:moveTo>
                    <a:lnTo>
                      <a:pt x="0" y="59"/>
                    </a:lnTo>
                    <a:lnTo>
                      <a:pt x="577" y="114"/>
                    </a:lnTo>
                    <a:lnTo>
                      <a:pt x="576" y="0"/>
                    </a:lnTo>
                    <a:close/>
                  </a:path>
                </a:pathLst>
              </a:custGeom>
              <a:solidFill>
                <a:srgbClr val="BCBE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11" name="Freeform 412"/>
              <p:cNvSpPr/>
              <p:nvPr/>
            </p:nvSpPr>
            <p:spPr bwMode="auto">
              <a:xfrm>
                <a:off x="7885113" y="3121026"/>
                <a:ext cx="411163" cy="71438"/>
              </a:xfrm>
              <a:custGeom>
                <a:avLst/>
                <a:gdLst>
                  <a:gd name="T0" fmla="*/ 0 w 778"/>
                  <a:gd name="T1" fmla="*/ 0 h 135"/>
                  <a:gd name="T2" fmla="*/ 1 w 778"/>
                  <a:gd name="T3" fmla="*/ 114 h 135"/>
                  <a:gd name="T4" fmla="*/ 213 w 778"/>
                  <a:gd name="T5" fmla="*/ 135 h 135"/>
                  <a:gd name="T6" fmla="*/ 778 w 778"/>
                  <a:gd name="T7" fmla="*/ 78 h 135"/>
                  <a:gd name="T8" fmla="*/ 0 w 778"/>
                  <a:gd name="T9" fmla="*/ 0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78" h="135">
                    <a:moveTo>
                      <a:pt x="0" y="0"/>
                    </a:moveTo>
                    <a:lnTo>
                      <a:pt x="1" y="114"/>
                    </a:lnTo>
                    <a:lnTo>
                      <a:pt x="213" y="135"/>
                    </a:lnTo>
                    <a:lnTo>
                      <a:pt x="778" y="7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7A9A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12" name="Freeform 413"/>
              <p:cNvSpPr/>
              <p:nvPr/>
            </p:nvSpPr>
            <p:spPr bwMode="auto">
              <a:xfrm>
                <a:off x="7997825" y="3162301"/>
                <a:ext cx="428625" cy="269875"/>
              </a:xfrm>
              <a:custGeom>
                <a:avLst/>
                <a:gdLst>
                  <a:gd name="T0" fmla="*/ 810 w 810"/>
                  <a:gd name="T1" fmla="*/ 331 h 510"/>
                  <a:gd name="T2" fmla="*/ 238 w 810"/>
                  <a:gd name="T3" fmla="*/ 510 h 510"/>
                  <a:gd name="T4" fmla="*/ 0 w 810"/>
                  <a:gd name="T5" fmla="*/ 57 h 510"/>
                  <a:gd name="T6" fmla="*/ 565 w 810"/>
                  <a:gd name="T7" fmla="*/ 0 h 510"/>
                  <a:gd name="T8" fmla="*/ 810 w 810"/>
                  <a:gd name="T9" fmla="*/ 331 h 5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10" h="510">
                    <a:moveTo>
                      <a:pt x="810" y="331"/>
                    </a:moveTo>
                    <a:lnTo>
                      <a:pt x="238" y="510"/>
                    </a:lnTo>
                    <a:lnTo>
                      <a:pt x="0" y="57"/>
                    </a:lnTo>
                    <a:lnTo>
                      <a:pt x="565" y="0"/>
                    </a:lnTo>
                    <a:lnTo>
                      <a:pt x="810" y="331"/>
                    </a:lnTo>
                    <a:close/>
                  </a:path>
                </a:pathLst>
              </a:custGeom>
              <a:solidFill>
                <a:srgbClr val="D1D3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</p:grpSp>
        <p:sp>
          <p:nvSpPr>
            <p:cNvPr id="7" name="Freeform 410"/>
            <p:cNvSpPr/>
            <p:nvPr/>
          </p:nvSpPr>
          <p:spPr bwMode="auto">
            <a:xfrm>
              <a:off x="4597083" y="2552565"/>
              <a:ext cx="1091942" cy="496044"/>
            </a:xfrm>
            <a:custGeom>
              <a:avLst/>
              <a:gdLst>
                <a:gd name="T0" fmla="*/ 0 w 1017"/>
                <a:gd name="T1" fmla="*/ 275 h 463"/>
                <a:gd name="T2" fmla="*/ 789 w 1017"/>
                <a:gd name="T3" fmla="*/ 463 h 463"/>
                <a:gd name="T4" fmla="*/ 1017 w 1017"/>
                <a:gd name="T5" fmla="*/ 76 h 463"/>
                <a:gd name="T6" fmla="*/ 228 w 1017"/>
                <a:gd name="T7" fmla="*/ 0 h 463"/>
                <a:gd name="T8" fmla="*/ 0 w 1017"/>
                <a:gd name="T9" fmla="*/ 275 h 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7" h="463">
                  <a:moveTo>
                    <a:pt x="0" y="275"/>
                  </a:moveTo>
                  <a:lnTo>
                    <a:pt x="789" y="463"/>
                  </a:lnTo>
                  <a:lnTo>
                    <a:pt x="1017" y="76"/>
                  </a:lnTo>
                  <a:lnTo>
                    <a:pt x="228" y="0"/>
                  </a:lnTo>
                  <a:lnTo>
                    <a:pt x="0" y="275"/>
                  </a:lnTo>
                  <a:close/>
                </a:path>
              </a:pathLst>
            </a:custGeom>
            <a:solidFill>
              <a:srgbClr val="D1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8383841" y="1208420"/>
            <a:ext cx="2262255" cy="2522247"/>
            <a:chOff x="4096445" y="804305"/>
            <a:chExt cx="2181231" cy="2431912"/>
          </a:xfrm>
        </p:grpSpPr>
        <p:grpSp>
          <p:nvGrpSpPr>
            <p:cNvPr id="15" name="Group 14"/>
            <p:cNvGrpSpPr/>
            <p:nvPr/>
          </p:nvGrpSpPr>
          <p:grpSpPr>
            <a:xfrm>
              <a:off x="4169651" y="981455"/>
              <a:ext cx="1667092" cy="1845090"/>
              <a:chOff x="5114723" y="474441"/>
              <a:chExt cx="1885602" cy="2086930"/>
            </a:xfrm>
            <a:solidFill>
              <a:schemeClr val="accent1"/>
            </a:solidFill>
          </p:grpSpPr>
          <p:sp>
            <p:nvSpPr>
              <p:cNvPr id="59" name="Freeform 11"/>
              <p:cNvSpPr>
                <a:spLocks noEditPoints="1"/>
              </p:cNvSpPr>
              <p:nvPr/>
            </p:nvSpPr>
            <p:spPr bwMode="auto">
              <a:xfrm rot="19386584" flipH="1">
                <a:off x="5519459" y="1327075"/>
                <a:ext cx="899140" cy="881835"/>
              </a:xfrm>
              <a:custGeom>
                <a:avLst/>
                <a:gdLst>
                  <a:gd name="T0" fmla="*/ 514 w 1247"/>
                  <a:gd name="T1" fmla="*/ 427 h 1223"/>
                  <a:gd name="T2" fmla="*/ 419 w 1247"/>
                  <a:gd name="T3" fmla="*/ 537 h 1223"/>
                  <a:gd name="T4" fmla="*/ 419 w 1247"/>
                  <a:gd name="T5" fmla="*/ 686 h 1223"/>
                  <a:gd name="T6" fmla="*/ 514 w 1247"/>
                  <a:gd name="T7" fmla="*/ 796 h 1223"/>
                  <a:gd name="T8" fmla="*/ 663 w 1247"/>
                  <a:gd name="T9" fmla="*/ 822 h 1223"/>
                  <a:gd name="T10" fmla="*/ 790 w 1247"/>
                  <a:gd name="T11" fmla="*/ 749 h 1223"/>
                  <a:gd name="T12" fmla="*/ 841 w 1247"/>
                  <a:gd name="T13" fmla="*/ 611 h 1223"/>
                  <a:gd name="T14" fmla="*/ 790 w 1247"/>
                  <a:gd name="T15" fmla="*/ 474 h 1223"/>
                  <a:gd name="T16" fmla="*/ 663 w 1247"/>
                  <a:gd name="T17" fmla="*/ 401 h 1223"/>
                  <a:gd name="T18" fmla="*/ 691 w 1247"/>
                  <a:gd name="T19" fmla="*/ 0 h 1223"/>
                  <a:gd name="T20" fmla="*/ 709 w 1247"/>
                  <a:gd name="T21" fmla="*/ 12 h 1223"/>
                  <a:gd name="T22" fmla="*/ 739 w 1247"/>
                  <a:gd name="T23" fmla="*/ 71 h 1223"/>
                  <a:gd name="T24" fmla="*/ 832 w 1247"/>
                  <a:gd name="T25" fmla="*/ 187 h 1223"/>
                  <a:gd name="T26" fmla="*/ 942 w 1247"/>
                  <a:gd name="T27" fmla="*/ 140 h 1223"/>
                  <a:gd name="T28" fmla="*/ 986 w 1247"/>
                  <a:gd name="T29" fmla="*/ 124 h 1223"/>
                  <a:gd name="T30" fmla="*/ 1006 w 1247"/>
                  <a:gd name="T31" fmla="*/ 123 h 1223"/>
                  <a:gd name="T32" fmla="*/ 1115 w 1247"/>
                  <a:gd name="T33" fmla="*/ 229 h 1223"/>
                  <a:gd name="T34" fmla="*/ 1115 w 1247"/>
                  <a:gd name="T35" fmla="*/ 258 h 1223"/>
                  <a:gd name="T36" fmla="*/ 1085 w 1247"/>
                  <a:gd name="T37" fmla="*/ 337 h 1223"/>
                  <a:gd name="T38" fmla="*/ 1116 w 1247"/>
                  <a:gd name="T39" fmla="*/ 470 h 1223"/>
                  <a:gd name="T40" fmla="*/ 1213 w 1247"/>
                  <a:gd name="T41" fmla="*/ 509 h 1223"/>
                  <a:gd name="T42" fmla="*/ 1244 w 1247"/>
                  <a:gd name="T43" fmla="*/ 530 h 1223"/>
                  <a:gd name="T44" fmla="*/ 1247 w 1247"/>
                  <a:gd name="T45" fmla="*/ 673 h 1223"/>
                  <a:gd name="T46" fmla="*/ 1240 w 1247"/>
                  <a:gd name="T47" fmla="*/ 691 h 1223"/>
                  <a:gd name="T48" fmla="*/ 1197 w 1247"/>
                  <a:gd name="T49" fmla="*/ 716 h 1223"/>
                  <a:gd name="T50" fmla="*/ 1077 w 1247"/>
                  <a:gd name="T51" fmla="*/ 766 h 1223"/>
                  <a:gd name="T52" fmla="*/ 1099 w 1247"/>
                  <a:gd name="T53" fmla="*/ 910 h 1223"/>
                  <a:gd name="T54" fmla="*/ 1121 w 1247"/>
                  <a:gd name="T55" fmla="*/ 971 h 1223"/>
                  <a:gd name="T56" fmla="*/ 1116 w 1247"/>
                  <a:gd name="T57" fmla="*/ 992 h 1223"/>
                  <a:gd name="T58" fmla="*/ 989 w 1247"/>
                  <a:gd name="T59" fmla="*/ 1093 h 1223"/>
                  <a:gd name="T60" fmla="*/ 878 w 1247"/>
                  <a:gd name="T61" fmla="*/ 1053 h 1223"/>
                  <a:gd name="T62" fmla="*/ 755 w 1247"/>
                  <a:gd name="T63" fmla="*/ 1126 h 1223"/>
                  <a:gd name="T64" fmla="*/ 721 w 1247"/>
                  <a:gd name="T65" fmla="*/ 1202 h 1223"/>
                  <a:gd name="T66" fmla="*/ 701 w 1247"/>
                  <a:gd name="T67" fmla="*/ 1221 h 1223"/>
                  <a:gd name="T68" fmla="*/ 556 w 1247"/>
                  <a:gd name="T69" fmla="*/ 1223 h 1223"/>
                  <a:gd name="T70" fmla="*/ 538 w 1247"/>
                  <a:gd name="T71" fmla="*/ 1211 h 1223"/>
                  <a:gd name="T72" fmla="*/ 508 w 1247"/>
                  <a:gd name="T73" fmla="*/ 1152 h 1223"/>
                  <a:gd name="T74" fmla="*/ 415 w 1247"/>
                  <a:gd name="T75" fmla="*/ 1036 h 1223"/>
                  <a:gd name="T76" fmla="*/ 305 w 1247"/>
                  <a:gd name="T77" fmla="*/ 1083 h 1223"/>
                  <a:gd name="T78" fmla="*/ 261 w 1247"/>
                  <a:gd name="T79" fmla="*/ 1098 h 1223"/>
                  <a:gd name="T80" fmla="*/ 241 w 1247"/>
                  <a:gd name="T81" fmla="*/ 1100 h 1223"/>
                  <a:gd name="T82" fmla="*/ 132 w 1247"/>
                  <a:gd name="T83" fmla="*/ 994 h 1223"/>
                  <a:gd name="T84" fmla="*/ 132 w 1247"/>
                  <a:gd name="T85" fmla="*/ 965 h 1223"/>
                  <a:gd name="T86" fmla="*/ 162 w 1247"/>
                  <a:gd name="T87" fmla="*/ 886 h 1223"/>
                  <a:gd name="T88" fmla="*/ 132 w 1247"/>
                  <a:gd name="T89" fmla="*/ 753 h 1223"/>
                  <a:gd name="T90" fmla="*/ 34 w 1247"/>
                  <a:gd name="T91" fmla="*/ 714 h 1223"/>
                  <a:gd name="T92" fmla="*/ 3 w 1247"/>
                  <a:gd name="T93" fmla="*/ 693 h 1223"/>
                  <a:gd name="T94" fmla="*/ 0 w 1247"/>
                  <a:gd name="T95" fmla="*/ 550 h 1223"/>
                  <a:gd name="T96" fmla="*/ 7 w 1247"/>
                  <a:gd name="T97" fmla="*/ 532 h 1223"/>
                  <a:gd name="T98" fmla="*/ 51 w 1247"/>
                  <a:gd name="T99" fmla="*/ 507 h 1223"/>
                  <a:gd name="T100" fmla="*/ 170 w 1247"/>
                  <a:gd name="T101" fmla="*/ 457 h 1223"/>
                  <a:gd name="T102" fmla="*/ 148 w 1247"/>
                  <a:gd name="T103" fmla="*/ 313 h 1223"/>
                  <a:gd name="T104" fmla="*/ 127 w 1247"/>
                  <a:gd name="T105" fmla="*/ 251 h 1223"/>
                  <a:gd name="T106" fmla="*/ 132 w 1247"/>
                  <a:gd name="T107" fmla="*/ 229 h 1223"/>
                  <a:gd name="T108" fmla="*/ 258 w 1247"/>
                  <a:gd name="T109" fmla="*/ 130 h 1223"/>
                  <a:gd name="T110" fmla="*/ 369 w 1247"/>
                  <a:gd name="T111" fmla="*/ 170 h 1223"/>
                  <a:gd name="T112" fmla="*/ 492 w 1247"/>
                  <a:gd name="T113" fmla="*/ 97 h 1223"/>
                  <a:gd name="T114" fmla="*/ 526 w 1247"/>
                  <a:gd name="T115" fmla="*/ 21 h 1223"/>
                  <a:gd name="T116" fmla="*/ 546 w 1247"/>
                  <a:gd name="T117" fmla="*/ 1 h 12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247" h="1223">
                    <a:moveTo>
                      <a:pt x="624" y="398"/>
                    </a:moveTo>
                    <a:lnTo>
                      <a:pt x="585" y="401"/>
                    </a:lnTo>
                    <a:lnTo>
                      <a:pt x="548" y="411"/>
                    </a:lnTo>
                    <a:lnTo>
                      <a:pt x="514" y="427"/>
                    </a:lnTo>
                    <a:lnTo>
                      <a:pt x="483" y="448"/>
                    </a:lnTo>
                    <a:lnTo>
                      <a:pt x="457" y="474"/>
                    </a:lnTo>
                    <a:lnTo>
                      <a:pt x="436" y="504"/>
                    </a:lnTo>
                    <a:lnTo>
                      <a:pt x="419" y="537"/>
                    </a:lnTo>
                    <a:lnTo>
                      <a:pt x="410" y="573"/>
                    </a:lnTo>
                    <a:lnTo>
                      <a:pt x="406" y="611"/>
                    </a:lnTo>
                    <a:lnTo>
                      <a:pt x="410" y="649"/>
                    </a:lnTo>
                    <a:lnTo>
                      <a:pt x="419" y="686"/>
                    </a:lnTo>
                    <a:lnTo>
                      <a:pt x="436" y="719"/>
                    </a:lnTo>
                    <a:lnTo>
                      <a:pt x="457" y="749"/>
                    </a:lnTo>
                    <a:lnTo>
                      <a:pt x="483" y="775"/>
                    </a:lnTo>
                    <a:lnTo>
                      <a:pt x="514" y="796"/>
                    </a:lnTo>
                    <a:lnTo>
                      <a:pt x="548" y="812"/>
                    </a:lnTo>
                    <a:lnTo>
                      <a:pt x="585" y="822"/>
                    </a:lnTo>
                    <a:lnTo>
                      <a:pt x="624" y="825"/>
                    </a:lnTo>
                    <a:lnTo>
                      <a:pt x="663" y="822"/>
                    </a:lnTo>
                    <a:lnTo>
                      <a:pt x="700" y="812"/>
                    </a:lnTo>
                    <a:lnTo>
                      <a:pt x="734" y="796"/>
                    </a:lnTo>
                    <a:lnTo>
                      <a:pt x="764" y="775"/>
                    </a:lnTo>
                    <a:lnTo>
                      <a:pt x="790" y="749"/>
                    </a:lnTo>
                    <a:lnTo>
                      <a:pt x="811" y="719"/>
                    </a:lnTo>
                    <a:lnTo>
                      <a:pt x="828" y="686"/>
                    </a:lnTo>
                    <a:lnTo>
                      <a:pt x="837" y="649"/>
                    </a:lnTo>
                    <a:lnTo>
                      <a:pt x="841" y="611"/>
                    </a:lnTo>
                    <a:lnTo>
                      <a:pt x="837" y="573"/>
                    </a:lnTo>
                    <a:lnTo>
                      <a:pt x="828" y="537"/>
                    </a:lnTo>
                    <a:lnTo>
                      <a:pt x="811" y="504"/>
                    </a:lnTo>
                    <a:lnTo>
                      <a:pt x="790" y="474"/>
                    </a:lnTo>
                    <a:lnTo>
                      <a:pt x="764" y="448"/>
                    </a:lnTo>
                    <a:lnTo>
                      <a:pt x="734" y="427"/>
                    </a:lnTo>
                    <a:lnTo>
                      <a:pt x="700" y="411"/>
                    </a:lnTo>
                    <a:lnTo>
                      <a:pt x="663" y="401"/>
                    </a:lnTo>
                    <a:lnTo>
                      <a:pt x="624" y="398"/>
                    </a:lnTo>
                    <a:close/>
                    <a:moveTo>
                      <a:pt x="555" y="0"/>
                    </a:moveTo>
                    <a:lnTo>
                      <a:pt x="687" y="0"/>
                    </a:lnTo>
                    <a:lnTo>
                      <a:pt x="691" y="0"/>
                    </a:lnTo>
                    <a:lnTo>
                      <a:pt x="696" y="1"/>
                    </a:lnTo>
                    <a:lnTo>
                      <a:pt x="700" y="3"/>
                    </a:lnTo>
                    <a:lnTo>
                      <a:pt x="704" y="7"/>
                    </a:lnTo>
                    <a:lnTo>
                      <a:pt x="709" y="12"/>
                    </a:lnTo>
                    <a:lnTo>
                      <a:pt x="716" y="21"/>
                    </a:lnTo>
                    <a:lnTo>
                      <a:pt x="722" y="33"/>
                    </a:lnTo>
                    <a:lnTo>
                      <a:pt x="730" y="50"/>
                    </a:lnTo>
                    <a:lnTo>
                      <a:pt x="739" y="71"/>
                    </a:lnTo>
                    <a:lnTo>
                      <a:pt x="751" y="97"/>
                    </a:lnTo>
                    <a:lnTo>
                      <a:pt x="764" y="128"/>
                    </a:lnTo>
                    <a:lnTo>
                      <a:pt x="780" y="166"/>
                    </a:lnTo>
                    <a:lnTo>
                      <a:pt x="832" y="187"/>
                    </a:lnTo>
                    <a:lnTo>
                      <a:pt x="867" y="172"/>
                    </a:lnTo>
                    <a:lnTo>
                      <a:pt x="897" y="158"/>
                    </a:lnTo>
                    <a:lnTo>
                      <a:pt x="922" y="148"/>
                    </a:lnTo>
                    <a:lnTo>
                      <a:pt x="942" y="140"/>
                    </a:lnTo>
                    <a:lnTo>
                      <a:pt x="958" y="134"/>
                    </a:lnTo>
                    <a:lnTo>
                      <a:pt x="971" y="130"/>
                    </a:lnTo>
                    <a:lnTo>
                      <a:pt x="980" y="127"/>
                    </a:lnTo>
                    <a:lnTo>
                      <a:pt x="986" y="124"/>
                    </a:lnTo>
                    <a:lnTo>
                      <a:pt x="990" y="124"/>
                    </a:lnTo>
                    <a:lnTo>
                      <a:pt x="994" y="123"/>
                    </a:lnTo>
                    <a:lnTo>
                      <a:pt x="996" y="123"/>
                    </a:lnTo>
                    <a:lnTo>
                      <a:pt x="1006" y="123"/>
                    </a:lnTo>
                    <a:lnTo>
                      <a:pt x="1015" y="131"/>
                    </a:lnTo>
                    <a:lnTo>
                      <a:pt x="1108" y="223"/>
                    </a:lnTo>
                    <a:lnTo>
                      <a:pt x="1112" y="225"/>
                    </a:lnTo>
                    <a:lnTo>
                      <a:pt x="1115" y="229"/>
                    </a:lnTo>
                    <a:lnTo>
                      <a:pt x="1116" y="234"/>
                    </a:lnTo>
                    <a:lnTo>
                      <a:pt x="1117" y="240"/>
                    </a:lnTo>
                    <a:lnTo>
                      <a:pt x="1116" y="248"/>
                    </a:lnTo>
                    <a:lnTo>
                      <a:pt x="1115" y="258"/>
                    </a:lnTo>
                    <a:lnTo>
                      <a:pt x="1111" y="271"/>
                    </a:lnTo>
                    <a:lnTo>
                      <a:pt x="1104" y="288"/>
                    </a:lnTo>
                    <a:lnTo>
                      <a:pt x="1096" y="310"/>
                    </a:lnTo>
                    <a:lnTo>
                      <a:pt x="1085" y="337"/>
                    </a:lnTo>
                    <a:lnTo>
                      <a:pt x="1071" y="368"/>
                    </a:lnTo>
                    <a:lnTo>
                      <a:pt x="1054" y="406"/>
                    </a:lnTo>
                    <a:lnTo>
                      <a:pt x="1077" y="456"/>
                    </a:lnTo>
                    <a:lnTo>
                      <a:pt x="1116" y="470"/>
                    </a:lnTo>
                    <a:lnTo>
                      <a:pt x="1149" y="483"/>
                    </a:lnTo>
                    <a:lnTo>
                      <a:pt x="1175" y="492"/>
                    </a:lnTo>
                    <a:lnTo>
                      <a:pt x="1196" y="501"/>
                    </a:lnTo>
                    <a:lnTo>
                      <a:pt x="1213" y="509"/>
                    </a:lnTo>
                    <a:lnTo>
                      <a:pt x="1226" y="516"/>
                    </a:lnTo>
                    <a:lnTo>
                      <a:pt x="1235" y="521"/>
                    </a:lnTo>
                    <a:lnTo>
                      <a:pt x="1240" y="526"/>
                    </a:lnTo>
                    <a:lnTo>
                      <a:pt x="1244" y="530"/>
                    </a:lnTo>
                    <a:lnTo>
                      <a:pt x="1247" y="536"/>
                    </a:lnTo>
                    <a:lnTo>
                      <a:pt x="1247" y="539"/>
                    </a:lnTo>
                    <a:lnTo>
                      <a:pt x="1247" y="545"/>
                    </a:lnTo>
                    <a:lnTo>
                      <a:pt x="1247" y="673"/>
                    </a:lnTo>
                    <a:lnTo>
                      <a:pt x="1247" y="678"/>
                    </a:lnTo>
                    <a:lnTo>
                      <a:pt x="1247" y="682"/>
                    </a:lnTo>
                    <a:lnTo>
                      <a:pt x="1244" y="686"/>
                    </a:lnTo>
                    <a:lnTo>
                      <a:pt x="1240" y="691"/>
                    </a:lnTo>
                    <a:lnTo>
                      <a:pt x="1235" y="697"/>
                    </a:lnTo>
                    <a:lnTo>
                      <a:pt x="1226" y="702"/>
                    </a:lnTo>
                    <a:lnTo>
                      <a:pt x="1213" y="708"/>
                    </a:lnTo>
                    <a:lnTo>
                      <a:pt x="1197" y="716"/>
                    </a:lnTo>
                    <a:lnTo>
                      <a:pt x="1175" y="725"/>
                    </a:lnTo>
                    <a:lnTo>
                      <a:pt x="1149" y="737"/>
                    </a:lnTo>
                    <a:lnTo>
                      <a:pt x="1116" y="750"/>
                    </a:lnTo>
                    <a:lnTo>
                      <a:pt x="1077" y="766"/>
                    </a:lnTo>
                    <a:lnTo>
                      <a:pt x="1056" y="816"/>
                    </a:lnTo>
                    <a:lnTo>
                      <a:pt x="1073" y="852"/>
                    </a:lnTo>
                    <a:lnTo>
                      <a:pt x="1087" y="884"/>
                    </a:lnTo>
                    <a:lnTo>
                      <a:pt x="1099" y="910"/>
                    </a:lnTo>
                    <a:lnTo>
                      <a:pt x="1108" y="931"/>
                    </a:lnTo>
                    <a:lnTo>
                      <a:pt x="1115" y="948"/>
                    </a:lnTo>
                    <a:lnTo>
                      <a:pt x="1119" y="961"/>
                    </a:lnTo>
                    <a:lnTo>
                      <a:pt x="1121" y="971"/>
                    </a:lnTo>
                    <a:lnTo>
                      <a:pt x="1121" y="979"/>
                    </a:lnTo>
                    <a:lnTo>
                      <a:pt x="1121" y="985"/>
                    </a:lnTo>
                    <a:lnTo>
                      <a:pt x="1119" y="988"/>
                    </a:lnTo>
                    <a:lnTo>
                      <a:pt x="1116" y="992"/>
                    </a:lnTo>
                    <a:lnTo>
                      <a:pt x="1113" y="996"/>
                    </a:lnTo>
                    <a:lnTo>
                      <a:pt x="1013" y="1094"/>
                    </a:lnTo>
                    <a:lnTo>
                      <a:pt x="1000" y="1096"/>
                    </a:lnTo>
                    <a:lnTo>
                      <a:pt x="989" y="1093"/>
                    </a:lnTo>
                    <a:lnTo>
                      <a:pt x="971" y="1088"/>
                    </a:lnTo>
                    <a:lnTo>
                      <a:pt x="947" y="1080"/>
                    </a:lnTo>
                    <a:lnTo>
                      <a:pt x="916" y="1068"/>
                    </a:lnTo>
                    <a:lnTo>
                      <a:pt x="878" y="1053"/>
                    </a:lnTo>
                    <a:lnTo>
                      <a:pt x="833" y="1034"/>
                    </a:lnTo>
                    <a:lnTo>
                      <a:pt x="781" y="1055"/>
                    </a:lnTo>
                    <a:lnTo>
                      <a:pt x="767" y="1094"/>
                    </a:lnTo>
                    <a:lnTo>
                      <a:pt x="755" y="1126"/>
                    </a:lnTo>
                    <a:lnTo>
                      <a:pt x="744" y="1152"/>
                    </a:lnTo>
                    <a:lnTo>
                      <a:pt x="735" y="1173"/>
                    </a:lnTo>
                    <a:lnTo>
                      <a:pt x="727" y="1190"/>
                    </a:lnTo>
                    <a:lnTo>
                      <a:pt x="721" y="1202"/>
                    </a:lnTo>
                    <a:lnTo>
                      <a:pt x="716" y="1211"/>
                    </a:lnTo>
                    <a:lnTo>
                      <a:pt x="710" y="1216"/>
                    </a:lnTo>
                    <a:lnTo>
                      <a:pt x="705" y="1220"/>
                    </a:lnTo>
                    <a:lnTo>
                      <a:pt x="701" y="1221"/>
                    </a:lnTo>
                    <a:lnTo>
                      <a:pt x="696" y="1223"/>
                    </a:lnTo>
                    <a:lnTo>
                      <a:pt x="692" y="1223"/>
                    </a:lnTo>
                    <a:lnTo>
                      <a:pt x="561" y="1223"/>
                    </a:lnTo>
                    <a:lnTo>
                      <a:pt x="556" y="1223"/>
                    </a:lnTo>
                    <a:lnTo>
                      <a:pt x="552" y="1221"/>
                    </a:lnTo>
                    <a:lnTo>
                      <a:pt x="547" y="1220"/>
                    </a:lnTo>
                    <a:lnTo>
                      <a:pt x="543" y="1216"/>
                    </a:lnTo>
                    <a:lnTo>
                      <a:pt x="538" y="1211"/>
                    </a:lnTo>
                    <a:lnTo>
                      <a:pt x="531" y="1202"/>
                    </a:lnTo>
                    <a:lnTo>
                      <a:pt x="525" y="1190"/>
                    </a:lnTo>
                    <a:lnTo>
                      <a:pt x="517" y="1173"/>
                    </a:lnTo>
                    <a:lnTo>
                      <a:pt x="508" y="1152"/>
                    </a:lnTo>
                    <a:lnTo>
                      <a:pt x="496" y="1126"/>
                    </a:lnTo>
                    <a:lnTo>
                      <a:pt x="483" y="1094"/>
                    </a:lnTo>
                    <a:lnTo>
                      <a:pt x="467" y="1057"/>
                    </a:lnTo>
                    <a:lnTo>
                      <a:pt x="415" y="1036"/>
                    </a:lnTo>
                    <a:lnTo>
                      <a:pt x="380" y="1051"/>
                    </a:lnTo>
                    <a:lnTo>
                      <a:pt x="349" y="1064"/>
                    </a:lnTo>
                    <a:lnTo>
                      <a:pt x="325" y="1075"/>
                    </a:lnTo>
                    <a:lnTo>
                      <a:pt x="305" y="1083"/>
                    </a:lnTo>
                    <a:lnTo>
                      <a:pt x="289" y="1089"/>
                    </a:lnTo>
                    <a:lnTo>
                      <a:pt x="276" y="1093"/>
                    </a:lnTo>
                    <a:lnTo>
                      <a:pt x="267" y="1096"/>
                    </a:lnTo>
                    <a:lnTo>
                      <a:pt x="261" y="1098"/>
                    </a:lnTo>
                    <a:lnTo>
                      <a:pt x="257" y="1098"/>
                    </a:lnTo>
                    <a:lnTo>
                      <a:pt x="253" y="1100"/>
                    </a:lnTo>
                    <a:lnTo>
                      <a:pt x="251" y="1100"/>
                    </a:lnTo>
                    <a:lnTo>
                      <a:pt x="241" y="1100"/>
                    </a:lnTo>
                    <a:lnTo>
                      <a:pt x="232" y="1092"/>
                    </a:lnTo>
                    <a:lnTo>
                      <a:pt x="139" y="1000"/>
                    </a:lnTo>
                    <a:lnTo>
                      <a:pt x="135" y="996"/>
                    </a:lnTo>
                    <a:lnTo>
                      <a:pt x="132" y="994"/>
                    </a:lnTo>
                    <a:lnTo>
                      <a:pt x="131" y="988"/>
                    </a:lnTo>
                    <a:lnTo>
                      <a:pt x="130" y="983"/>
                    </a:lnTo>
                    <a:lnTo>
                      <a:pt x="131" y="975"/>
                    </a:lnTo>
                    <a:lnTo>
                      <a:pt x="132" y="965"/>
                    </a:lnTo>
                    <a:lnTo>
                      <a:pt x="136" y="952"/>
                    </a:lnTo>
                    <a:lnTo>
                      <a:pt x="143" y="935"/>
                    </a:lnTo>
                    <a:lnTo>
                      <a:pt x="151" y="913"/>
                    </a:lnTo>
                    <a:lnTo>
                      <a:pt x="162" y="886"/>
                    </a:lnTo>
                    <a:lnTo>
                      <a:pt x="176" y="855"/>
                    </a:lnTo>
                    <a:lnTo>
                      <a:pt x="193" y="817"/>
                    </a:lnTo>
                    <a:lnTo>
                      <a:pt x="172" y="767"/>
                    </a:lnTo>
                    <a:lnTo>
                      <a:pt x="132" y="753"/>
                    </a:lnTo>
                    <a:lnTo>
                      <a:pt x="100" y="741"/>
                    </a:lnTo>
                    <a:lnTo>
                      <a:pt x="72" y="731"/>
                    </a:lnTo>
                    <a:lnTo>
                      <a:pt x="51" y="721"/>
                    </a:lnTo>
                    <a:lnTo>
                      <a:pt x="34" y="714"/>
                    </a:lnTo>
                    <a:lnTo>
                      <a:pt x="21" y="707"/>
                    </a:lnTo>
                    <a:lnTo>
                      <a:pt x="13" y="702"/>
                    </a:lnTo>
                    <a:lnTo>
                      <a:pt x="7" y="697"/>
                    </a:lnTo>
                    <a:lnTo>
                      <a:pt x="3" y="693"/>
                    </a:lnTo>
                    <a:lnTo>
                      <a:pt x="2" y="687"/>
                    </a:lnTo>
                    <a:lnTo>
                      <a:pt x="0" y="683"/>
                    </a:lnTo>
                    <a:lnTo>
                      <a:pt x="0" y="678"/>
                    </a:lnTo>
                    <a:lnTo>
                      <a:pt x="0" y="550"/>
                    </a:lnTo>
                    <a:lnTo>
                      <a:pt x="0" y="545"/>
                    </a:lnTo>
                    <a:lnTo>
                      <a:pt x="2" y="541"/>
                    </a:lnTo>
                    <a:lnTo>
                      <a:pt x="3" y="536"/>
                    </a:lnTo>
                    <a:lnTo>
                      <a:pt x="7" y="532"/>
                    </a:lnTo>
                    <a:lnTo>
                      <a:pt x="13" y="526"/>
                    </a:lnTo>
                    <a:lnTo>
                      <a:pt x="21" y="521"/>
                    </a:lnTo>
                    <a:lnTo>
                      <a:pt x="34" y="515"/>
                    </a:lnTo>
                    <a:lnTo>
                      <a:pt x="51" y="507"/>
                    </a:lnTo>
                    <a:lnTo>
                      <a:pt x="72" y="496"/>
                    </a:lnTo>
                    <a:lnTo>
                      <a:pt x="98" y="486"/>
                    </a:lnTo>
                    <a:lnTo>
                      <a:pt x="131" y="473"/>
                    </a:lnTo>
                    <a:lnTo>
                      <a:pt x="170" y="457"/>
                    </a:lnTo>
                    <a:lnTo>
                      <a:pt x="191" y="407"/>
                    </a:lnTo>
                    <a:lnTo>
                      <a:pt x="174" y="371"/>
                    </a:lnTo>
                    <a:lnTo>
                      <a:pt x="160" y="339"/>
                    </a:lnTo>
                    <a:lnTo>
                      <a:pt x="148" y="313"/>
                    </a:lnTo>
                    <a:lnTo>
                      <a:pt x="139" y="292"/>
                    </a:lnTo>
                    <a:lnTo>
                      <a:pt x="134" y="275"/>
                    </a:lnTo>
                    <a:lnTo>
                      <a:pt x="128" y="262"/>
                    </a:lnTo>
                    <a:lnTo>
                      <a:pt x="127" y="251"/>
                    </a:lnTo>
                    <a:lnTo>
                      <a:pt x="126" y="244"/>
                    </a:lnTo>
                    <a:lnTo>
                      <a:pt x="127" y="237"/>
                    </a:lnTo>
                    <a:lnTo>
                      <a:pt x="128" y="233"/>
                    </a:lnTo>
                    <a:lnTo>
                      <a:pt x="132" y="229"/>
                    </a:lnTo>
                    <a:lnTo>
                      <a:pt x="135" y="227"/>
                    </a:lnTo>
                    <a:lnTo>
                      <a:pt x="236" y="128"/>
                    </a:lnTo>
                    <a:lnTo>
                      <a:pt x="247" y="127"/>
                    </a:lnTo>
                    <a:lnTo>
                      <a:pt x="258" y="130"/>
                    </a:lnTo>
                    <a:lnTo>
                      <a:pt x="276" y="135"/>
                    </a:lnTo>
                    <a:lnTo>
                      <a:pt x="301" y="143"/>
                    </a:lnTo>
                    <a:lnTo>
                      <a:pt x="332" y="155"/>
                    </a:lnTo>
                    <a:lnTo>
                      <a:pt x="369" y="170"/>
                    </a:lnTo>
                    <a:lnTo>
                      <a:pt x="414" y="189"/>
                    </a:lnTo>
                    <a:lnTo>
                      <a:pt x="466" y="168"/>
                    </a:lnTo>
                    <a:lnTo>
                      <a:pt x="480" y="128"/>
                    </a:lnTo>
                    <a:lnTo>
                      <a:pt x="492" y="97"/>
                    </a:lnTo>
                    <a:lnTo>
                      <a:pt x="504" y="71"/>
                    </a:lnTo>
                    <a:lnTo>
                      <a:pt x="512" y="50"/>
                    </a:lnTo>
                    <a:lnTo>
                      <a:pt x="519" y="33"/>
                    </a:lnTo>
                    <a:lnTo>
                      <a:pt x="526" y="21"/>
                    </a:lnTo>
                    <a:lnTo>
                      <a:pt x="533" y="12"/>
                    </a:lnTo>
                    <a:lnTo>
                      <a:pt x="538" y="7"/>
                    </a:lnTo>
                    <a:lnTo>
                      <a:pt x="542" y="3"/>
                    </a:lnTo>
                    <a:lnTo>
                      <a:pt x="546" y="1"/>
                    </a:lnTo>
                    <a:lnTo>
                      <a:pt x="551" y="0"/>
                    </a:lnTo>
                    <a:lnTo>
                      <a:pt x="55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60" name="Freeform 12"/>
              <p:cNvSpPr>
                <a:spLocks noEditPoints="1"/>
              </p:cNvSpPr>
              <p:nvPr/>
            </p:nvSpPr>
            <p:spPr bwMode="auto">
              <a:xfrm rot="19386584" flipH="1">
                <a:off x="5114723" y="474441"/>
                <a:ext cx="898419" cy="881835"/>
              </a:xfrm>
              <a:custGeom>
                <a:avLst/>
                <a:gdLst>
                  <a:gd name="T0" fmla="*/ 513 w 1246"/>
                  <a:gd name="T1" fmla="*/ 427 h 1223"/>
                  <a:gd name="T2" fmla="*/ 418 w 1246"/>
                  <a:gd name="T3" fmla="*/ 537 h 1223"/>
                  <a:gd name="T4" fmla="*/ 418 w 1246"/>
                  <a:gd name="T5" fmla="*/ 686 h 1223"/>
                  <a:gd name="T6" fmla="*/ 513 w 1246"/>
                  <a:gd name="T7" fmla="*/ 796 h 1223"/>
                  <a:gd name="T8" fmla="*/ 662 w 1246"/>
                  <a:gd name="T9" fmla="*/ 821 h 1223"/>
                  <a:gd name="T10" fmla="*/ 790 w 1246"/>
                  <a:gd name="T11" fmla="*/ 749 h 1223"/>
                  <a:gd name="T12" fmla="*/ 841 w 1246"/>
                  <a:gd name="T13" fmla="*/ 612 h 1223"/>
                  <a:gd name="T14" fmla="*/ 790 w 1246"/>
                  <a:gd name="T15" fmla="*/ 473 h 1223"/>
                  <a:gd name="T16" fmla="*/ 662 w 1246"/>
                  <a:gd name="T17" fmla="*/ 401 h 1223"/>
                  <a:gd name="T18" fmla="*/ 691 w 1246"/>
                  <a:gd name="T19" fmla="*/ 0 h 1223"/>
                  <a:gd name="T20" fmla="*/ 709 w 1246"/>
                  <a:gd name="T21" fmla="*/ 12 h 1223"/>
                  <a:gd name="T22" fmla="*/ 739 w 1246"/>
                  <a:gd name="T23" fmla="*/ 70 h 1223"/>
                  <a:gd name="T24" fmla="*/ 831 w 1246"/>
                  <a:gd name="T25" fmla="*/ 187 h 1223"/>
                  <a:gd name="T26" fmla="*/ 942 w 1246"/>
                  <a:gd name="T27" fmla="*/ 140 h 1223"/>
                  <a:gd name="T28" fmla="*/ 986 w 1246"/>
                  <a:gd name="T29" fmla="*/ 125 h 1223"/>
                  <a:gd name="T30" fmla="*/ 1006 w 1246"/>
                  <a:gd name="T31" fmla="*/ 123 h 1223"/>
                  <a:gd name="T32" fmla="*/ 1114 w 1246"/>
                  <a:gd name="T33" fmla="*/ 229 h 1223"/>
                  <a:gd name="T34" fmla="*/ 1113 w 1246"/>
                  <a:gd name="T35" fmla="*/ 257 h 1223"/>
                  <a:gd name="T36" fmla="*/ 1084 w 1246"/>
                  <a:gd name="T37" fmla="*/ 335 h 1223"/>
                  <a:gd name="T38" fmla="*/ 1114 w 1246"/>
                  <a:gd name="T39" fmla="*/ 470 h 1223"/>
                  <a:gd name="T40" fmla="*/ 1212 w 1246"/>
                  <a:gd name="T41" fmla="*/ 509 h 1223"/>
                  <a:gd name="T42" fmla="*/ 1244 w 1246"/>
                  <a:gd name="T43" fmla="*/ 530 h 1223"/>
                  <a:gd name="T44" fmla="*/ 1246 w 1246"/>
                  <a:gd name="T45" fmla="*/ 673 h 1223"/>
                  <a:gd name="T46" fmla="*/ 1240 w 1246"/>
                  <a:gd name="T47" fmla="*/ 690 h 1223"/>
                  <a:gd name="T48" fmla="*/ 1195 w 1246"/>
                  <a:gd name="T49" fmla="*/ 716 h 1223"/>
                  <a:gd name="T50" fmla="*/ 1076 w 1246"/>
                  <a:gd name="T51" fmla="*/ 765 h 1223"/>
                  <a:gd name="T52" fmla="*/ 1099 w 1246"/>
                  <a:gd name="T53" fmla="*/ 910 h 1223"/>
                  <a:gd name="T54" fmla="*/ 1120 w 1246"/>
                  <a:gd name="T55" fmla="*/ 972 h 1223"/>
                  <a:gd name="T56" fmla="*/ 1116 w 1246"/>
                  <a:gd name="T57" fmla="*/ 992 h 1223"/>
                  <a:gd name="T58" fmla="*/ 987 w 1246"/>
                  <a:gd name="T59" fmla="*/ 1093 h 1223"/>
                  <a:gd name="T60" fmla="*/ 878 w 1246"/>
                  <a:gd name="T61" fmla="*/ 1053 h 1223"/>
                  <a:gd name="T62" fmla="*/ 753 w 1246"/>
                  <a:gd name="T63" fmla="*/ 1126 h 1223"/>
                  <a:gd name="T64" fmla="*/ 721 w 1246"/>
                  <a:gd name="T65" fmla="*/ 1202 h 1223"/>
                  <a:gd name="T66" fmla="*/ 700 w 1246"/>
                  <a:gd name="T67" fmla="*/ 1222 h 1223"/>
                  <a:gd name="T68" fmla="*/ 556 w 1246"/>
                  <a:gd name="T69" fmla="*/ 1223 h 1223"/>
                  <a:gd name="T70" fmla="*/ 536 w 1246"/>
                  <a:gd name="T71" fmla="*/ 1210 h 1223"/>
                  <a:gd name="T72" fmla="*/ 506 w 1246"/>
                  <a:gd name="T73" fmla="*/ 1152 h 1223"/>
                  <a:gd name="T74" fmla="*/ 415 w 1246"/>
                  <a:gd name="T75" fmla="*/ 1034 h 1223"/>
                  <a:gd name="T76" fmla="*/ 305 w 1246"/>
                  <a:gd name="T77" fmla="*/ 1083 h 1223"/>
                  <a:gd name="T78" fmla="*/ 260 w 1246"/>
                  <a:gd name="T79" fmla="*/ 1097 h 1223"/>
                  <a:gd name="T80" fmla="*/ 239 w 1246"/>
                  <a:gd name="T81" fmla="*/ 1099 h 1223"/>
                  <a:gd name="T82" fmla="*/ 132 w 1246"/>
                  <a:gd name="T83" fmla="*/ 992 h 1223"/>
                  <a:gd name="T84" fmla="*/ 132 w 1246"/>
                  <a:gd name="T85" fmla="*/ 965 h 1223"/>
                  <a:gd name="T86" fmla="*/ 161 w 1246"/>
                  <a:gd name="T87" fmla="*/ 886 h 1223"/>
                  <a:gd name="T88" fmla="*/ 131 w 1246"/>
                  <a:gd name="T89" fmla="*/ 753 h 1223"/>
                  <a:gd name="T90" fmla="*/ 34 w 1246"/>
                  <a:gd name="T91" fmla="*/ 714 h 1223"/>
                  <a:gd name="T92" fmla="*/ 3 w 1246"/>
                  <a:gd name="T93" fmla="*/ 691 h 1223"/>
                  <a:gd name="T94" fmla="*/ 0 w 1246"/>
                  <a:gd name="T95" fmla="*/ 550 h 1223"/>
                  <a:gd name="T96" fmla="*/ 6 w 1246"/>
                  <a:gd name="T97" fmla="*/ 532 h 1223"/>
                  <a:gd name="T98" fmla="*/ 50 w 1246"/>
                  <a:gd name="T99" fmla="*/ 505 h 1223"/>
                  <a:gd name="T100" fmla="*/ 170 w 1246"/>
                  <a:gd name="T101" fmla="*/ 457 h 1223"/>
                  <a:gd name="T102" fmla="*/ 148 w 1246"/>
                  <a:gd name="T103" fmla="*/ 312 h 1223"/>
                  <a:gd name="T104" fmla="*/ 126 w 1246"/>
                  <a:gd name="T105" fmla="*/ 250 h 1223"/>
                  <a:gd name="T106" fmla="*/ 131 w 1246"/>
                  <a:gd name="T107" fmla="*/ 229 h 1223"/>
                  <a:gd name="T108" fmla="*/ 258 w 1246"/>
                  <a:gd name="T109" fmla="*/ 128 h 1223"/>
                  <a:gd name="T110" fmla="*/ 369 w 1246"/>
                  <a:gd name="T111" fmla="*/ 169 h 1223"/>
                  <a:gd name="T112" fmla="*/ 492 w 1246"/>
                  <a:gd name="T113" fmla="*/ 97 h 1223"/>
                  <a:gd name="T114" fmla="*/ 526 w 1246"/>
                  <a:gd name="T115" fmla="*/ 21 h 1223"/>
                  <a:gd name="T116" fmla="*/ 545 w 1246"/>
                  <a:gd name="T117" fmla="*/ 0 h 12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246" h="1223">
                    <a:moveTo>
                      <a:pt x="623" y="397"/>
                    </a:moveTo>
                    <a:lnTo>
                      <a:pt x="583" y="401"/>
                    </a:lnTo>
                    <a:lnTo>
                      <a:pt x="547" y="411"/>
                    </a:lnTo>
                    <a:lnTo>
                      <a:pt x="513" y="427"/>
                    </a:lnTo>
                    <a:lnTo>
                      <a:pt x="483" y="448"/>
                    </a:lnTo>
                    <a:lnTo>
                      <a:pt x="456" y="473"/>
                    </a:lnTo>
                    <a:lnTo>
                      <a:pt x="434" y="503"/>
                    </a:lnTo>
                    <a:lnTo>
                      <a:pt x="418" y="537"/>
                    </a:lnTo>
                    <a:lnTo>
                      <a:pt x="408" y="572"/>
                    </a:lnTo>
                    <a:lnTo>
                      <a:pt x="405" y="612"/>
                    </a:lnTo>
                    <a:lnTo>
                      <a:pt x="408" y="649"/>
                    </a:lnTo>
                    <a:lnTo>
                      <a:pt x="418" y="686"/>
                    </a:lnTo>
                    <a:lnTo>
                      <a:pt x="434" y="719"/>
                    </a:lnTo>
                    <a:lnTo>
                      <a:pt x="456" y="749"/>
                    </a:lnTo>
                    <a:lnTo>
                      <a:pt x="483" y="775"/>
                    </a:lnTo>
                    <a:lnTo>
                      <a:pt x="513" y="796"/>
                    </a:lnTo>
                    <a:lnTo>
                      <a:pt x="547" y="812"/>
                    </a:lnTo>
                    <a:lnTo>
                      <a:pt x="583" y="821"/>
                    </a:lnTo>
                    <a:lnTo>
                      <a:pt x="623" y="825"/>
                    </a:lnTo>
                    <a:lnTo>
                      <a:pt x="662" y="821"/>
                    </a:lnTo>
                    <a:lnTo>
                      <a:pt x="698" y="812"/>
                    </a:lnTo>
                    <a:lnTo>
                      <a:pt x="732" y="796"/>
                    </a:lnTo>
                    <a:lnTo>
                      <a:pt x="762" y="775"/>
                    </a:lnTo>
                    <a:lnTo>
                      <a:pt x="790" y="749"/>
                    </a:lnTo>
                    <a:lnTo>
                      <a:pt x="811" y="719"/>
                    </a:lnTo>
                    <a:lnTo>
                      <a:pt x="827" y="686"/>
                    </a:lnTo>
                    <a:lnTo>
                      <a:pt x="837" y="649"/>
                    </a:lnTo>
                    <a:lnTo>
                      <a:pt x="841" y="612"/>
                    </a:lnTo>
                    <a:lnTo>
                      <a:pt x="837" y="572"/>
                    </a:lnTo>
                    <a:lnTo>
                      <a:pt x="827" y="537"/>
                    </a:lnTo>
                    <a:lnTo>
                      <a:pt x="811" y="503"/>
                    </a:lnTo>
                    <a:lnTo>
                      <a:pt x="790" y="473"/>
                    </a:lnTo>
                    <a:lnTo>
                      <a:pt x="762" y="448"/>
                    </a:lnTo>
                    <a:lnTo>
                      <a:pt x="732" y="427"/>
                    </a:lnTo>
                    <a:lnTo>
                      <a:pt x="698" y="411"/>
                    </a:lnTo>
                    <a:lnTo>
                      <a:pt x="662" y="401"/>
                    </a:lnTo>
                    <a:lnTo>
                      <a:pt x="623" y="397"/>
                    </a:lnTo>
                    <a:close/>
                    <a:moveTo>
                      <a:pt x="555" y="0"/>
                    </a:moveTo>
                    <a:lnTo>
                      <a:pt x="685" y="0"/>
                    </a:lnTo>
                    <a:lnTo>
                      <a:pt x="691" y="0"/>
                    </a:lnTo>
                    <a:lnTo>
                      <a:pt x="694" y="0"/>
                    </a:lnTo>
                    <a:lnTo>
                      <a:pt x="698" y="3"/>
                    </a:lnTo>
                    <a:lnTo>
                      <a:pt x="704" y="5"/>
                    </a:lnTo>
                    <a:lnTo>
                      <a:pt x="709" y="12"/>
                    </a:lnTo>
                    <a:lnTo>
                      <a:pt x="714" y="21"/>
                    </a:lnTo>
                    <a:lnTo>
                      <a:pt x="722" y="33"/>
                    </a:lnTo>
                    <a:lnTo>
                      <a:pt x="730" y="49"/>
                    </a:lnTo>
                    <a:lnTo>
                      <a:pt x="739" y="70"/>
                    </a:lnTo>
                    <a:lnTo>
                      <a:pt x="751" y="96"/>
                    </a:lnTo>
                    <a:lnTo>
                      <a:pt x="764" y="128"/>
                    </a:lnTo>
                    <a:lnTo>
                      <a:pt x="779" y="166"/>
                    </a:lnTo>
                    <a:lnTo>
                      <a:pt x="831" y="187"/>
                    </a:lnTo>
                    <a:lnTo>
                      <a:pt x="867" y="172"/>
                    </a:lnTo>
                    <a:lnTo>
                      <a:pt x="896" y="159"/>
                    </a:lnTo>
                    <a:lnTo>
                      <a:pt x="921" y="148"/>
                    </a:lnTo>
                    <a:lnTo>
                      <a:pt x="942" y="140"/>
                    </a:lnTo>
                    <a:lnTo>
                      <a:pt x="957" y="134"/>
                    </a:lnTo>
                    <a:lnTo>
                      <a:pt x="969" y="130"/>
                    </a:lnTo>
                    <a:lnTo>
                      <a:pt x="978" y="126"/>
                    </a:lnTo>
                    <a:lnTo>
                      <a:pt x="986" y="125"/>
                    </a:lnTo>
                    <a:lnTo>
                      <a:pt x="990" y="123"/>
                    </a:lnTo>
                    <a:lnTo>
                      <a:pt x="993" y="123"/>
                    </a:lnTo>
                    <a:lnTo>
                      <a:pt x="995" y="123"/>
                    </a:lnTo>
                    <a:lnTo>
                      <a:pt x="1006" y="123"/>
                    </a:lnTo>
                    <a:lnTo>
                      <a:pt x="1015" y="131"/>
                    </a:lnTo>
                    <a:lnTo>
                      <a:pt x="1108" y="221"/>
                    </a:lnTo>
                    <a:lnTo>
                      <a:pt x="1112" y="225"/>
                    </a:lnTo>
                    <a:lnTo>
                      <a:pt x="1114" y="229"/>
                    </a:lnTo>
                    <a:lnTo>
                      <a:pt x="1116" y="233"/>
                    </a:lnTo>
                    <a:lnTo>
                      <a:pt x="1117" y="240"/>
                    </a:lnTo>
                    <a:lnTo>
                      <a:pt x="1116" y="248"/>
                    </a:lnTo>
                    <a:lnTo>
                      <a:pt x="1113" y="257"/>
                    </a:lnTo>
                    <a:lnTo>
                      <a:pt x="1109" y="271"/>
                    </a:lnTo>
                    <a:lnTo>
                      <a:pt x="1104" y="288"/>
                    </a:lnTo>
                    <a:lnTo>
                      <a:pt x="1095" y="309"/>
                    </a:lnTo>
                    <a:lnTo>
                      <a:pt x="1084" y="335"/>
                    </a:lnTo>
                    <a:lnTo>
                      <a:pt x="1071" y="368"/>
                    </a:lnTo>
                    <a:lnTo>
                      <a:pt x="1054" y="406"/>
                    </a:lnTo>
                    <a:lnTo>
                      <a:pt x="1075" y="456"/>
                    </a:lnTo>
                    <a:lnTo>
                      <a:pt x="1114" y="470"/>
                    </a:lnTo>
                    <a:lnTo>
                      <a:pt x="1147" y="482"/>
                    </a:lnTo>
                    <a:lnTo>
                      <a:pt x="1174" y="492"/>
                    </a:lnTo>
                    <a:lnTo>
                      <a:pt x="1195" y="502"/>
                    </a:lnTo>
                    <a:lnTo>
                      <a:pt x="1212" y="509"/>
                    </a:lnTo>
                    <a:lnTo>
                      <a:pt x="1224" y="516"/>
                    </a:lnTo>
                    <a:lnTo>
                      <a:pt x="1233" y="521"/>
                    </a:lnTo>
                    <a:lnTo>
                      <a:pt x="1240" y="526"/>
                    </a:lnTo>
                    <a:lnTo>
                      <a:pt x="1244" y="530"/>
                    </a:lnTo>
                    <a:lnTo>
                      <a:pt x="1245" y="534"/>
                    </a:lnTo>
                    <a:lnTo>
                      <a:pt x="1246" y="540"/>
                    </a:lnTo>
                    <a:lnTo>
                      <a:pt x="1246" y="545"/>
                    </a:lnTo>
                    <a:lnTo>
                      <a:pt x="1246" y="673"/>
                    </a:lnTo>
                    <a:lnTo>
                      <a:pt x="1246" y="677"/>
                    </a:lnTo>
                    <a:lnTo>
                      <a:pt x="1245" y="682"/>
                    </a:lnTo>
                    <a:lnTo>
                      <a:pt x="1244" y="686"/>
                    </a:lnTo>
                    <a:lnTo>
                      <a:pt x="1240" y="690"/>
                    </a:lnTo>
                    <a:lnTo>
                      <a:pt x="1233" y="695"/>
                    </a:lnTo>
                    <a:lnTo>
                      <a:pt x="1226" y="702"/>
                    </a:lnTo>
                    <a:lnTo>
                      <a:pt x="1212" y="708"/>
                    </a:lnTo>
                    <a:lnTo>
                      <a:pt x="1195" y="716"/>
                    </a:lnTo>
                    <a:lnTo>
                      <a:pt x="1174" y="725"/>
                    </a:lnTo>
                    <a:lnTo>
                      <a:pt x="1147" y="737"/>
                    </a:lnTo>
                    <a:lnTo>
                      <a:pt x="1116" y="750"/>
                    </a:lnTo>
                    <a:lnTo>
                      <a:pt x="1076" y="765"/>
                    </a:lnTo>
                    <a:lnTo>
                      <a:pt x="1055" y="816"/>
                    </a:lnTo>
                    <a:lnTo>
                      <a:pt x="1072" y="852"/>
                    </a:lnTo>
                    <a:lnTo>
                      <a:pt x="1087" y="884"/>
                    </a:lnTo>
                    <a:lnTo>
                      <a:pt x="1099" y="910"/>
                    </a:lnTo>
                    <a:lnTo>
                      <a:pt x="1106" y="931"/>
                    </a:lnTo>
                    <a:lnTo>
                      <a:pt x="1113" y="948"/>
                    </a:lnTo>
                    <a:lnTo>
                      <a:pt x="1117" y="961"/>
                    </a:lnTo>
                    <a:lnTo>
                      <a:pt x="1120" y="972"/>
                    </a:lnTo>
                    <a:lnTo>
                      <a:pt x="1121" y="978"/>
                    </a:lnTo>
                    <a:lnTo>
                      <a:pt x="1120" y="985"/>
                    </a:lnTo>
                    <a:lnTo>
                      <a:pt x="1118" y="989"/>
                    </a:lnTo>
                    <a:lnTo>
                      <a:pt x="1116" y="992"/>
                    </a:lnTo>
                    <a:lnTo>
                      <a:pt x="1112" y="996"/>
                    </a:lnTo>
                    <a:lnTo>
                      <a:pt x="1011" y="1095"/>
                    </a:lnTo>
                    <a:lnTo>
                      <a:pt x="999" y="1095"/>
                    </a:lnTo>
                    <a:lnTo>
                      <a:pt x="987" y="1093"/>
                    </a:lnTo>
                    <a:lnTo>
                      <a:pt x="970" y="1088"/>
                    </a:lnTo>
                    <a:lnTo>
                      <a:pt x="946" y="1080"/>
                    </a:lnTo>
                    <a:lnTo>
                      <a:pt x="914" y="1068"/>
                    </a:lnTo>
                    <a:lnTo>
                      <a:pt x="878" y="1053"/>
                    </a:lnTo>
                    <a:lnTo>
                      <a:pt x="833" y="1034"/>
                    </a:lnTo>
                    <a:lnTo>
                      <a:pt x="781" y="1055"/>
                    </a:lnTo>
                    <a:lnTo>
                      <a:pt x="766" y="1093"/>
                    </a:lnTo>
                    <a:lnTo>
                      <a:pt x="753" y="1126"/>
                    </a:lnTo>
                    <a:lnTo>
                      <a:pt x="743" y="1152"/>
                    </a:lnTo>
                    <a:lnTo>
                      <a:pt x="734" y="1173"/>
                    </a:lnTo>
                    <a:lnTo>
                      <a:pt x="726" y="1189"/>
                    </a:lnTo>
                    <a:lnTo>
                      <a:pt x="721" y="1202"/>
                    </a:lnTo>
                    <a:lnTo>
                      <a:pt x="714" y="1210"/>
                    </a:lnTo>
                    <a:lnTo>
                      <a:pt x="709" y="1216"/>
                    </a:lnTo>
                    <a:lnTo>
                      <a:pt x="705" y="1220"/>
                    </a:lnTo>
                    <a:lnTo>
                      <a:pt x="700" y="1222"/>
                    </a:lnTo>
                    <a:lnTo>
                      <a:pt x="696" y="1223"/>
                    </a:lnTo>
                    <a:lnTo>
                      <a:pt x="691" y="1223"/>
                    </a:lnTo>
                    <a:lnTo>
                      <a:pt x="560" y="1223"/>
                    </a:lnTo>
                    <a:lnTo>
                      <a:pt x="556" y="1223"/>
                    </a:lnTo>
                    <a:lnTo>
                      <a:pt x="551" y="1222"/>
                    </a:lnTo>
                    <a:lnTo>
                      <a:pt x="547" y="1220"/>
                    </a:lnTo>
                    <a:lnTo>
                      <a:pt x="541" y="1216"/>
                    </a:lnTo>
                    <a:lnTo>
                      <a:pt x="536" y="1210"/>
                    </a:lnTo>
                    <a:lnTo>
                      <a:pt x="531" y="1202"/>
                    </a:lnTo>
                    <a:lnTo>
                      <a:pt x="524" y="1189"/>
                    </a:lnTo>
                    <a:lnTo>
                      <a:pt x="517" y="1173"/>
                    </a:lnTo>
                    <a:lnTo>
                      <a:pt x="506" y="1152"/>
                    </a:lnTo>
                    <a:lnTo>
                      <a:pt x="496" y="1126"/>
                    </a:lnTo>
                    <a:lnTo>
                      <a:pt x="481" y="1095"/>
                    </a:lnTo>
                    <a:lnTo>
                      <a:pt x="466" y="1055"/>
                    </a:lnTo>
                    <a:lnTo>
                      <a:pt x="415" y="1034"/>
                    </a:lnTo>
                    <a:lnTo>
                      <a:pt x="379" y="1050"/>
                    </a:lnTo>
                    <a:lnTo>
                      <a:pt x="349" y="1063"/>
                    </a:lnTo>
                    <a:lnTo>
                      <a:pt x="324" y="1075"/>
                    </a:lnTo>
                    <a:lnTo>
                      <a:pt x="305" y="1083"/>
                    </a:lnTo>
                    <a:lnTo>
                      <a:pt x="288" y="1088"/>
                    </a:lnTo>
                    <a:lnTo>
                      <a:pt x="276" y="1093"/>
                    </a:lnTo>
                    <a:lnTo>
                      <a:pt x="267" y="1096"/>
                    </a:lnTo>
                    <a:lnTo>
                      <a:pt x="260" y="1097"/>
                    </a:lnTo>
                    <a:lnTo>
                      <a:pt x="255" y="1099"/>
                    </a:lnTo>
                    <a:lnTo>
                      <a:pt x="252" y="1099"/>
                    </a:lnTo>
                    <a:lnTo>
                      <a:pt x="251" y="1099"/>
                    </a:lnTo>
                    <a:lnTo>
                      <a:pt x="239" y="1099"/>
                    </a:lnTo>
                    <a:lnTo>
                      <a:pt x="230" y="1091"/>
                    </a:lnTo>
                    <a:lnTo>
                      <a:pt x="137" y="1000"/>
                    </a:lnTo>
                    <a:lnTo>
                      <a:pt x="135" y="996"/>
                    </a:lnTo>
                    <a:lnTo>
                      <a:pt x="132" y="992"/>
                    </a:lnTo>
                    <a:lnTo>
                      <a:pt x="129" y="989"/>
                    </a:lnTo>
                    <a:lnTo>
                      <a:pt x="129" y="983"/>
                    </a:lnTo>
                    <a:lnTo>
                      <a:pt x="129" y="975"/>
                    </a:lnTo>
                    <a:lnTo>
                      <a:pt x="132" y="965"/>
                    </a:lnTo>
                    <a:lnTo>
                      <a:pt x="136" y="952"/>
                    </a:lnTo>
                    <a:lnTo>
                      <a:pt x="143" y="934"/>
                    </a:lnTo>
                    <a:lnTo>
                      <a:pt x="150" y="913"/>
                    </a:lnTo>
                    <a:lnTo>
                      <a:pt x="161" y="886"/>
                    </a:lnTo>
                    <a:lnTo>
                      <a:pt x="175" y="855"/>
                    </a:lnTo>
                    <a:lnTo>
                      <a:pt x="191" y="817"/>
                    </a:lnTo>
                    <a:lnTo>
                      <a:pt x="170" y="766"/>
                    </a:lnTo>
                    <a:lnTo>
                      <a:pt x="131" y="753"/>
                    </a:lnTo>
                    <a:lnTo>
                      <a:pt x="98" y="740"/>
                    </a:lnTo>
                    <a:lnTo>
                      <a:pt x="72" y="729"/>
                    </a:lnTo>
                    <a:lnTo>
                      <a:pt x="50" y="721"/>
                    </a:lnTo>
                    <a:lnTo>
                      <a:pt x="34" y="714"/>
                    </a:lnTo>
                    <a:lnTo>
                      <a:pt x="21" y="707"/>
                    </a:lnTo>
                    <a:lnTo>
                      <a:pt x="12" y="702"/>
                    </a:lnTo>
                    <a:lnTo>
                      <a:pt x="6" y="697"/>
                    </a:lnTo>
                    <a:lnTo>
                      <a:pt x="3" y="691"/>
                    </a:lnTo>
                    <a:lnTo>
                      <a:pt x="0" y="687"/>
                    </a:lnTo>
                    <a:lnTo>
                      <a:pt x="0" y="682"/>
                    </a:lnTo>
                    <a:lnTo>
                      <a:pt x="0" y="678"/>
                    </a:lnTo>
                    <a:lnTo>
                      <a:pt x="0" y="550"/>
                    </a:lnTo>
                    <a:lnTo>
                      <a:pt x="0" y="545"/>
                    </a:lnTo>
                    <a:lnTo>
                      <a:pt x="0" y="541"/>
                    </a:lnTo>
                    <a:lnTo>
                      <a:pt x="3" y="536"/>
                    </a:lnTo>
                    <a:lnTo>
                      <a:pt x="6" y="532"/>
                    </a:lnTo>
                    <a:lnTo>
                      <a:pt x="12" y="526"/>
                    </a:lnTo>
                    <a:lnTo>
                      <a:pt x="21" y="520"/>
                    </a:lnTo>
                    <a:lnTo>
                      <a:pt x="34" y="513"/>
                    </a:lnTo>
                    <a:lnTo>
                      <a:pt x="50" y="505"/>
                    </a:lnTo>
                    <a:lnTo>
                      <a:pt x="72" y="496"/>
                    </a:lnTo>
                    <a:lnTo>
                      <a:pt x="98" y="486"/>
                    </a:lnTo>
                    <a:lnTo>
                      <a:pt x="131" y="473"/>
                    </a:lnTo>
                    <a:lnTo>
                      <a:pt x="170" y="457"/>
                    </a:lnTo>
                    <a:lnTo>
                      <a:pt x="191" y="407"/>
                    </a:lnTo>
                    <a:lnTo>
                      <a:pt x="174" y="369"/>
                    </a:lnTo>
                    <a:lnTo>
                      <a:pt x="160" y="338"/>
                    </a:lnTo>
                    <a:lnTo>
                      <a:pt x="148" y="312"/>
                    </a:lnTo>
                    <a:lnTo>
                      <a:pt x="139" y="291"/>
                    </a:lnTo>
                    <a:lnTo>
                      <a:pt x="132" y="274"/>
                    </a:lnTo>
                    <a:lnTo>
                      <a:pt x="128" y="261"/>
                    </a:lnTo>
                    <a:lnTo>
                      <a:pt x="126" y="250"/>
                    </a:lnTo>
                    <a:lnTo>
                      <a:pt x="126" y="244"/>
                    </a:lnTo>
                    <a:lnTo>
                      <a:pt x="126" y="237"/>
                    </a:lnTo>
                    <a:lnTo>
                      <a:pt x="128" y="233"/>
                    </a:lnTo>
                    <a:lnTo>
                      <a:pt x="131" y="229"/>
                    </a:lnTo>
                    <a:lnTo>
                      <a:pt x="135" y="225"/>
                    </a:lnTo>
                    <a:lnTo>
                      <a:pt x="234" y="127"/>
                    </a:lnTo>
                    <a:lnTo>
                      <a:pt x="247" y="127"/>
                    </a:lnTo>
                    <a:lnTo>
                      <a:pt x="258" y="128"/>
                    </a:lnTo>
                    <a:lnTo>
                      <a:pt x="276" y="134"/>
                    </a:lnTo>
                    <a:lnTo>
                      <a:pt x="299" y="143"/>
                    </a:lnTo>
                    <a:lnTo>
                      <a:pt x="331" y="155"/>
                    </a:lnTo>
                    <a:lnTo>
                      <a:pt x="369" y="169"/>
                    </a:lnTo>
                    <a:lnTo>
                      <a:pt x="413" y="189"/>
                    </a:lnTo>
                    <a:lnTo>
                      <a:pt x="466" y="166"/>
                    </a:lnTo>
                    <a:lnTo>
                      <a:pt x="480" y="128"/>
                    </a:lnTo>
                    <a:lnTo>
                      <a:pt x="492" y="97"/>
                    </a:lnTo>
                    <a:lnTo>
                      <a:pt x="502" y="71"/>
                    </a:lnTo>
                    <a:lnTo>
                      <a:pt x="511" y="50"/>
                    </a:lnTo>
                    <a:lnTo>
                      <a:pt x="519" y="33"/>
                    </a:lnTo>
                    <a:lnTo>
                      <a:pt x="526" y="21"/>
                    </a:lnTo>
                    <a:lnTo>
                      <a:pt x="531" y="12"/>
                    </a:lnTo>
                    <a:lnTo>
                      <a:pt x="536" y="5"/>
                    </a:lnTo>
                    <a:lnTo>
                      <a:pt x="541" y="3"/>
                    </a:lnTo>
                    <a:lnTo>
                      <a:pt x="545" y="0"/>
                    </a:lnTo>
                    <a:lnTo>
                      <a:pt x="549" y="0"/>
                    </a:lnTo>
                    <a:lnTo>
                      <a:pt x="55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61" name="Freeform 13"/>
              <p:cNvSpPr>
                <a:spLocks noEditPoints="1"/>
              </p:cNvSpPr>
              <p:nvPr/>
            </p:nvSpPr>
            <p:spPr bwMode="auto">
              <a:xfrm rot="19386584" flipH="1">
                <a:off x="6072667" y="621568"/>
                <a:ext cx="820546" cy="804684"/>
              </a:xfrm>
              <a:custGeom>
                <a:avLst/>
                <a:gdLst>
                  <a:gd name="T0" fmla="*/ 458 w 1138"/>
                  <a:gd name="T1" fmla="*/ 396 h 1116"/>
                  <a:gd name="T2" fmla="*/ 374 w 1138"/>
                  <a:gd name="T3" fmla="*/ 520 h 1116"/>
                  <a:gd name="T4" fmla="*/ 404 w 1138"/>
                  <a:gd name="T5" fmla="*/ 667 h 1116"/>
                  <a:gd name="T6" fmla="*/ 528 w 1138"/>
                  <a:gd name="T7" fmla="*/ 750 h 1116"/>
                  <a:gd name="T8" fmla="*/ 680 w 1138"/>
                  <a:gd name="T9" fmla="*/ 720 h 1116"/>
                  <a:gd name="T10" fmla="*/ 764 w 1138"/>
                  <a:gd name="T11" fmla="*/ 598 h 1116"/>
                  <a:gd name="T12" fmla="*/ 734 w 1138"/>
                  <a:gd name="T13" fmla="*/ 449 h 1116"/>
                  <a:gd name="T14" fmla="*/ 609 w 1138"/>
                  <a:gd name="T15" fmla="*/ 368 h 1116"/>
                  <a:gd name="T16" fmla="*/ 630 w 1138"/>
                  <a:gd name="T17" fmla="*/ 1 h 1116"/>
                  <a:gd name="T18" fmla="*/ 650 w 1138"/>
                  <a:gd name="T19" fmla="*/ 14 h 1116"/>
                  <a:gd name="T20" fmla="*/ 683 w 1138"/>
                  <a:gd name="T21" fmla="*/ 84 h 1116"/>
                  <a:gd name="T22" fmla="*/ 794 w 1138"/>
                  <a:gd name="T23" fmla="*/ 156 h 1116"/>
                  <a:gd name="T24" fmla="*/ 880 w 1138"/>
                  <a:gd name="T25" fmla="*/ 120 h 1116"/>
                  <a:gd name="T26" fmla="*/ 906 w 1138"/>
                  <a:gd name="T27" fmla="*/ 114 h 1116"/>
                  <a:gd name="T28" fmla="*/ 1012 w 1138"/>
                  <a:gd name="T29" fmla="*/ 203 h 1116"/>
                  <a:gd name="T30" fmla="*/ 1019 w 1138"/>
                  <a:gd name="T31" fmla="*/ 218 h 1116"/>
                  <a:gd name="T32" fmla="*/ 1007 w 1138"/>
                  <a:gd name="T33" fmla="*/ 263 h 1116"/>
                  <a:gd name="T34" fmla="*/ 963 w 1138"/>
                  <a:gd name="T35" fmla="*/ 370 h 1116"/>
                  <a:gd name="T36" fmla="*/ 1078 w 1138"/>
                  <a:gd name="T37" fmla="*/ 453 h 1116"/>
                  <a:gd name="T38" fmla="*/ 1130 w 1138"/>
                  <a:gd name="T39" fmla="*/ 479 h 1116"/>
                  <a:gd name="T40" fmla="*/ 1138 w 1138"/>
                  <a:gd name="T41" fmla="*/ 497 h 1116"/>
                  <a:gd name="T42" fmla="*/ 1135 w 1138"/>
                  <a:gd name="T43" fmla="*/ 628 h 1116"/>
                  <a:gd name="T44" fmla="*/ 1097 w 1138"/>
                  <a:gd name="T45" fmla="*/ 652 h 1116"/>
                  <a:gd name="T46" fmla="*/ 982 w 1138"/>
                  <a:gd name="T47" fmla="*/ 699 h 1116"/>
                  <a:gd name="T48" fmla="*/ 1003 w 1138"/>
                  <a:gd name="T49" fmla="*/ 831 h 1116"/>
                  <a:gd name="T50" fmla="*/ 1023 w 1138"/>
                  <a:gd name="T51" fmla="*/ 887 h 1116"/>
                  <a:gd name="T52" fmla="*/ 1019 w 1138"/>
                  <a:gd name="T53" fmla="*/ 907 h 1116"/>
                  <a:gd name="T54" fmla="*/ 902 w 1138"/>
                  <a:gd name="T55" fmla="*/ 999 h 1116"/>
                  <a:gd name="T56" fmla="*/ 800 w 1138"/>
                  <a:gd name="T57" fmla="*/ 962 h 1116"/>
                  <a:gd name="T58" fmla="*/ 687 w 1138"/>
                  <a:gd name="T59" fmla="*/ 1033 h 1116"/>
                  <a:gd name="T60" fmla="*/ 655 w 1138"/>
                  <a:gd name="T61" fmla="*/ 1102 h 1116"/>
                  <a:gd name="T62" fmla="*/ 636 w 1138"/>
                  <a:gd name="T63" fmla="*/ 1116 h 1116"/>
                  <a:gd name="T64" fmla="*/ 502 w 1138"/>
                  <a:gd name="T65" fmla="*/ 1115 h 1116"/>
                  <a:gd name="T66" fmla="*/ 481 w 1138"/>
                  <a:gd name="T67" fmla="*/ 1092 h 1116"/>
                  <a:gd name="T68" fmla="*/ 441 w 1138"/>
                  <a:gd name="T69" fmla="*/ 1003 h 1116"/>
                  <a:gd name="T70" fmla="*/ 314 w 1138"/>
                  <a:gd name="T71" fmla="*/ 974 h 1116"/>
                  <a:gd name="T72" fmla="*/ 247 w 1138"/>
                  <a:gd name="T73" fmla="*/ 1000 h 1116"/>
                  <a:gd name="T74" fmla="*/ 229 w 1138"/>
                  <a:gd name="T75" fmla="*/ 1004 h 1116"/>
                  <a:gd name="T76" fmla="*/ 123 w 1138"/>
                  <a:gd name="T77" fmla="*/ 911 h 1116"/>
                  <a:gd name="T78" fmla="*/ 119 w 1138"/>
                  <a:gd name="T79" fmla="*/ 891 h 1116"/>
                  <a:gd name="T80" fmla="*/ 137 w 1138"/>
                  <a:gd name="T81" fmla="*/ 834 h 1116"/>
                  <a:gd name="T82" fmla="*/ 156 w 1138"/>
                  <a:gd name="T83" fmla="*/ 700 h 1116"/>
                  <a:gd name="T84" fmla="*/ 40 w 1138"/>
                  <a:gd name="T85" fmla="*/ 656 h 1116"/>
                  <a:gd name="T86" fmla="*/ 3 w 1138"/>
                  <a:gd name="T87" fmla="*/ 633 h 1116"/>
                  <a:gd name="T88" fmla="*/ 0 w 1138"/>
                  <a:gd name="T89" fmla="*/ 502 h 1116"/>
                  <a:gd name="T90" fmla="*/ 8 w 1138"/>
                  <a:gd name="T91" fmla="*/ 484 h 1116"/>
                  <a:gd name="T92" fmla="*/ 60 w 1138"/>
                  <a:gd name="T93" fmla="*/ 457 h 1116"/>
                  <a:gd name="T94" fmla="*/ 174 w 1138"/>
                  <a:gd name="T95" fmla="*/ 372 h 1116"/>
                  <a:gd name="T96" fmla="*/ 127 w 1138"/>
                  <a:gd name="T97" fmla="*/ 267 h 1116"/>
                  <a:gd name="T98" fmla="*/ 115 w 1138"/>
                  <a:gd name="T99" fmla="*/ 222 h 1116"/>
                  <a:gd name="T100" fmla="*/ 123 w 1138"/>
                  <a:gd name="T101" fmla="*/ 207 h 1116"/>
                  <a:gd name="T102" fmla="*/ 251 w 1138"/>
                  <a:gd name="T103" fmla="*/ 123 h 1116"/>
                  <a:gd name="T104" fmla="*/ 378 w 1138"/>
                  <a:gd name="T105" fmla="*/ 173 h 1116"/>
                  <a:gd name="T106" fmla="*/ 462 w 1138"/>
                  <a:gd name="T107" fmla="*/ 59 h 1116"/>
                  <a:gd name="T108" fmla="*/ 488 w 1138"/>
                  <a:gd name="T109" fmla="*/ 8 h 1116"/>
                  <a:gd name="T110" fmla="*/ 506 w 1138"/>
                  <a:gd name="T111" fmla="*/ 0 h 1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138" h="1116">
                    <a:moveTo>
                      <a:pt x="569" y="364"/>
                    </a:moveTo>
                    <a:lnTo>
                      <a:pt x="528" y="368"/>
                    </a:lnTo>
                    <a:lnTo>
                      <a:pt x="492" y="378"/>
                    </a:lnTo>
                    <a:lnTo>
                      <a:pt x="458" y="396"/>
                    </a:lnTo>
                    <a:lnTo>
                      <a:pt x="428" y="420"/>
                    </a:lnTo>
                    <a:lnTo>
                      <a:pt x="404" y="449"/>
                    </a:lnTo>
                    <a:lnTo>
                      <a:pt x="386" y="483"/>
                    </a:lnTo>
                    <a:lnTo>
                      <a:pt x="374" y="520"/>
                    </a:lnTo>
                    <a:lnTo>
                      <a:pt x="370" y="559"/>
                    </a:lnTo>
                    <a:lnTo>
                      <a:pt x="374" y="598"/>
                    </a:lnTo>
                    <a:lnTo>
                      <a:pt x="386" y="635"/>
                    </a:lnTo>
                    <a:lnTo>
                      <a:pt x="404" y="667"/>
                    </a:lnTo>
                    <a:lnTo>
                      <a:pt x="428" y="696"/>
                    </a:lnTo>
                    <a:lnTo>
                      <a:pt x="458" y="720"/>
                    </a:lnTo>
                    <a:lnTo>
                      <a:pt x="492" y="738"/>
                    </a:lnTo>
                    <a:lnTo>
                      <a:pt x="528" y="750"/>
                    </a:lnTo>
                    <a:lnTo>
                      <a:pt x="569" y="754"/>
                    </a:lnTo>
                    <a:lnTo>
                      <a:pt x="609" y="750"/>
                    </a:lnTo>
                    <a:lnTo>
                      <a:pt x="646" y="738"/>
                    </a:lnTo>
                    <a:lnTo>
                      <a:pt x="680" y="720"/>
                    </a:lnTo>
                    <a:lnTo>
                      <a:pt x="709" y="696"/>
                    </a:lnTo>
                    <a:lnTo>
                      <a:pt x="734" y="667"/>
                    </a:lnTo>
                    <a:lnTo>
                      <a:pt x="752" y="635"/>
                    </a:lnTo>
                    <a:lnTo>
                      <a:pt x="764" y="598"/>
                    </a:lnTo>
                    <a:lnTo>
                      <a:pt x="768" y="559"/>
                    </a:lnTo>
                    <a:lnTo>
                      <a:pt x="764" y="520"/>
                    </a:lnTo>
                    <a:lnTo>
                      <a:pt x="752" y="483"/>
                    </a:lnTo>
                    <a:lnTo>
                      <a:pt x="734" y="449"/>
                    </a:lnTo>
                    <a:lnTo>
                      <a:pt x="709" y="420"/>
                    </a:lnTo>
                    <a:lnTo>
                      <a:pt x="680" y="396"/>
                    </a:lnTo>
                    <a:lnTo>
                      <a:pt x="646" y="378"/>
                    </a:lnTo>
                    <a:lnTo>
                      <a:pt x="609" y="368"/>
                    </a:lnTo>
                    <a:lnTo>
                      <a:pt x="569" y="364"/>
                    </a:lnTo>
                    <a:close/>
                    <a:moveTo>
                      <a:pt x="506" y="0"/>
                    </a:moveTo>
                    <a:lnTo>
                      <a:pt x="626" y="0"/>
                    </a:lnTo>
                    <a:lnTo>
                      <a:pt x="630" y="1"/>
                    </a:lnTo>
                    <a:lnTo>
                      <a:pt x="636" y="1"/>
                    </a:lnTo>
                    <a:lnTo>
                      <a:pt x="640" y="4"/>
                    </a:lnTo>
                    <a:lnTo>
                      <a:pt x="645" y="8"/>
                    </a:lnTo>
                    <a:lnTo>
                      <a:pt x="650" y="14"/>
                    </a:lnTo>
                    <a:lnTo>
                      <a:pt x="655" y="25"/>
                    </a:lnTo>
                    <a:lnTo>
                      <a:pt x="663" y="39"/>
                    </a:lnTo>
                    <a:lnTo>
                      <a:pt x="672" y="59"/>
                    </a:lnTo>
                    <a:lnTo>
                      <a:pt x="683" y="84"/>
                    </a:lnTo>
                    <a:lnTo>
                      <a:pt x="696" y="115"/>
                    </a:lnTo>
                    <a:lnTo>
                      <a:pt x="711" y="153"/>
                    </a:lnTo>
                    <a:lnTo>
                      <a:pt x="759" y="171"/>
                    </a:lnTo>
                    <a:lnTo>
                      <a:pt x="794" y="156"/>
                    </a:lnTo>
                    <a:lnTo>
                      <a:pt x="824" y="142"/>
                    </a:lnTo>
                    <a:lnTo>
                      <a:pt x="847" y="133"/>
                    </a:lnTo>
                    <a:lnTo>
                      <a:pt x="866" y="125"/>
                    </a:lnTo>
                    <a:lnTo>
                      <a:pt x="880" y="120"/>
                    </a:lnTo>
                    <a:lnTo>
                      <a:pt x="891" y="116"/>
                    </a:lnTo>
                    <a:lnTo>
                      <a:pt x="898" y="115"/>
                    </a:lnTo>
                    <a:lnTo>
                      <a:pt x="904" y="114"/>
                    </a:lnTo>
                    <a:lnTo>
                      <a:pt x="906" y="114"/>
                    </a:lnTo>
                    <a:lnTo>
                      <a:pt x="909" y="114"/>
                    </a:lnTo>
                    <a:lnTo>
                      <a:pt x="918" y="114"/>
                    </a:lnTo>
                    <a:lnTo>
                      <a:pt x="927" y="120"/>
                    </a:lnTo>
                    <a:lnTo>
                      <a:pt x="1012" y="203"/>
                    </a:lnTo>
                    <a:lnTo>
                      <a:pt x="1015" y="207"/>
                    </a:lnTo>
                    <a:lnTo>
                      <a:pt x="1018" y="209"/>
                    </a:lnTo>
                    <a:lnTo>
                      <a:pt x="1019" y="213"/>
                    </a:lnTo>
                    <a:lnTo>
                      <a:pt x="1019" y="218"/>
                    </a:lnTo>
                    <a:lnTo>
                      <a:pt x="1019" y="226"/>
                    </a:lnTo>
                    <a:lnTo>
                      <a:pt x="1016" y="235"/>
                    </a:lnTo>
                    <a:lnTo>
                      <a:pt x="1014" y="247"/>
                    </a:lnTo>
                    <a:lnTo>
                      <a:pt x="1007" y="263"/>
                    </a:lnTo>
                    <a:lnTo>
                      <a:pt x="1001" y="283"/>
                    </a:lnTo>
                    <a:lnTo>
                      <a:pt x="990" y="307"/>
                    </a:lnTo>
                    <a:lnTo>
                      <a:pt x="978" y="336"/>
                    </a:lnTo>
                    <a:lnTo>
                      <a:pt x="963" y="370"/>
                    </a:lnTo>
                    <a:lnTo>
                      <a:pt x="982" y="417"/>
                    </a:lnTo>
                    <a:lnTo>
                      <a:pt x="1020" y="430"/>
                    </a:lnTo>
                    <a:lnTo>
                      <a:pt x="1053" y="442"/>
                    </a:lnTo>
                    <a:lnTo>
                      <a:pt x="1078" y="453"/>
                    </a:lnTo>
                    <a:lnTo>
                      <a:pt x="1097" y="461"/>
                    </a:lnTo>
                    <a:lnTo>
                      <a:pt x="1113" y="468"/>
                    </a:lnTo>
                    <a:lnTo>
                      <a:pt x="1123" y="474"/>
                    </a:lnTo>
                    <a:lnTo>
                      <a:pt x="1130" y="479"/>
                    </a:lnTo>
                    <a:lnTo>
                      <a:pt x="1135" y="484"/>
                    </a:lnTo>
                    <a:lnTo>
                      <a:pt x="1137" y="488"/>
                    </a:lnTo>
                    <a:lnTo>
                      <a:pt x="1138" y="492"/>
                    </a:lnTo>
                    <a:lnTo>
                      <a:pt x="1138" y="497"/>
                    </a:lnTo>
                    <a:lnTo>
                      <a:pt x="1138" y="615"/>
                    </a:lnTo>
                    <a:lnTo>
                      <a:pt x="1138" y="619"/>
                    </a:lnTo>
                    <a:lnTo>
                      <a:pt x="1137" y="624"/>
                    </a:lnTo>
                    <a:lnTo>
                      <a:pt x="1135" y="628"/>
                    </a:lnTo>
                    <a:lnTo>
                      <a:pt x="1130" y="632"/>
                    </a:lnTo>
                    <a:lnTo>
                      <a:pt x="1123" y="639"/>
                    </a:lnTo>
                    <a:lnTo>
                      <a:pt x="1113" y="644"/>
                    </a:lnTo>
                    <a:lnTo>
                      <a:pt x="1097" y="652"/>
                    </a:lnTo>
                    <a:lnTo>
                      <a:pt x="1078" y="661"/>
                    </a:lnTo>
                    <a:lnTo>
                      <a:pt x="1053" y="671"/>
                    </a:lnTo>
                    <a:lnTo>
                      <a:pt x="1021" y="684"/>
                    </a:lnTo>
                    <a:lnTo>
                      <a:pt x="982" y="699"/>
                    </a:lnTo>
                    <a:lnTo>
                      <a:pt x="964" y="745"/>
                    </a:lnTo>
                    <a:lnTo>
                      <a:pt x="980" y="779"/>
                    </a:lnTo>
                    <a:lnTo>
                      <a:pt x="993" y="808"/>
                    </a:lnTo>
                    <a:lnTo>
                      <a:pt x="1003" y="831"/>
                    </a:lnTo>
                    <a:lnTo>
                      <a:pt x="1011" y="851"/>
                    </a:lnTo>
                    <a:lnTo>
                      <a:pt x="1016" y="865"/>
                    </a:lnTo>
                    <a:lnTo>
                      <a:pt x="1020" y="878"/>
                    </a:lnTo>
                    <a:lnTo>
                      <a:pt x="1023" y="887"/>
                    </a:lnTo>
                    <a:lnTo>
                      <a:pt x="1023" y="894"/>
                    </a:lnTo>
                    <a:lnTo>
                      <a:pt x="1023" y="899"/>
                    </a:lnTo>
                    <a:lnTo>
                      <a:pt x="1021" y="903"/>
                    </a:lnTo>
                    <a:lnTo>
                      <a:pt x="1019" y="907"/>
                    </a:lnTo>
                    <a:lnTo>
                      <a:pt x="1015" y="910"/>
                    </a:lnTo>
                    <a:lnTo>
                      <a:pt x="923" y="1000"/>
                    </a:lnTo>
                    <a:lnTo>
                      <a:pt x="912" y="1000"/>
                    </a:lnTo>
                    <a:lnTo>
                      <a:pt x="902" y="999"/>
                    </a:lnTo>
                    <a:lnTo>
                      <a:pt x="885" y="995"/>
                    </a:lnTo>
                    <a:lnTo>
                      <a:pt x="863" y="987"/>
                    </a:lnTo>
                    <a:lnTo>
                      <a:pt x="836" y="975"/>
                    </a:lnTo>
                    <a:lnTo>
                      <a:pt x="800" y="962"/>
                    </a:lnTo>
                    <a:lnTo>
                      <a:pt x="760" y="945"/>
                    </a:lnTo>
                    <a:lnTo>
                      <a:pt x="713" y="965"/>
                    </a:lnTo>
                    <a:lnTo>
                      <a:pt x="698" y="1003"/>
                    </a:lnTo>
                    <a:lnTo>
                      <a:pt x="687" y="1033"/>
                    </a:lnTo>
                    <a:lnTo>
                      <a:pt x="676" y="1058"/>
                    </a:lnTo>
                    <a:lnTo>
                      <a:pt x="668" y="1077"/>
                    </a:lnTo>
                    <a:lnTo>
                      <a:pt x="660" y="1092"/>
                    </a:lnTo>
                    <a:lnTo>
                      <a:pt x="655" y="1102"/>
                    </a:lnTo>
                    <a:lnTo>
                      <a:pt x="650" y="1109"/>
                    </a:lnTo>
                    <a:lnTo>
                      <a:pt x="645" y="1114"/>
                    </a:lnTo>
                    <a:lnTo>
                      <a:pt x="641" y="1115"/>
                    </a:lnTo>
                    <a:lnTo>
                      <a:pt x="636" y="1116"/>
                    </a:lnTo>
                    <a:lnTo>
                      <a:pt x="632" y="1116"/>
                    </a:lnTo>
                    <a:lnTo>
                      <a:pt x="511" y="1116"/>
                    </a:lnTo>
                    <a:lnTo>
                      <a:pt x="507" y="1116"/>
                    </a:lnTo>
                    <a:lnTo>
                      <a:pt x="502" y="1115"/>
                    </a:lnTo>
                    <a:lnTo>
                      <a:pt x="498" y="1114"/>
                    </a:lnTo>
                    <a:lnTo>
                      <a:pt x="493" y="1109"/>
                    </a:lnTo>
                    <a:lnTo>
                      <a:pt x="488" y="1102"/>
                    </a:lnTo>
                    <a:lnTo>
                      <a:pt x="481" y="1092"/>
                    </a:lnTo>
                    <a:lnTo>
                      <a:pt x="475" y="1077"/>
                    </a:lnTo>
                    <a:lnTo>
                      <a:pt x="466" y="1058"/>
                    </a:lnTo>
                    <a:lnTo>
                      <a:pt x="454" y="1033"/>
                    </a:lnTo>
                    <a:lnTo>
                      <a:pt x="441" y="1003"/>
                    </a:lnTo>
                    <a:lnTo>
                      <a:pt x="426" y="965"/>
                    </a:lnTo>
                    <a:lnTo>
                      <a:pt x="378" y="945"/>
                    </a:lnTo>
                    <a:lnTo>
                      <a:pt x="343" y="961"/>
                    </a:lnTo>
                    <a:lnTo>
                      <a:pt x="314" y="974"/>
                    </a:lnTo>
                    <a:lnTo>
                      <a:pt x="290" y="984"/>
                    </a:lnTo>
                    <a:lnTo>
                      <a:pt x="272" y="991"/>
                    </a:lnTo>
                    <a:lnTo>
                      <a:pt x="258" y="996"/>
                    </a:lnTo>
                    <a:lnTo>
                      <a:pt x="247" y="1000"/>
                    </a:lnTo>
                    <a:lnTo>
                      <a:pt x="239" y="1003"/>
                    </a:lnTo>
                    <a:lnTo>
                      <a:pt x="234" y="1004"/>
                    </a:lnTo>
                    <a:lnTo>
                      <a:pt x="231" y="1004"/>
                    </a:lnTo>
                    <a:lnTo>
                      <a:pt x="229" y="1004"/>
                    </a:lnTo>
                    <a:lnTo>
                      <a:pt x="220" y="1004"/>
                    </a:lnTo>
                    <a:lnTo>
                      <a:pt x="211" y="996"/>
                    </a:lnTo>
                    <a:lnTo>
                      <a:pt x="125" y="914"/>
                    </a:lnTo>
                    <a:lnTo>
                      <a:pt x="123" y="911"/>
                    </a:lnTo>
                    <a:lnTo>
                      <a:pt x="120" y="907"/>
                    </a:lnTo>
                    <a:lnTo>
                      <a:pt x="119" y="903"/>
                    </a:lnTo>
                    <a:lnTo>
                      <a:pt x="118" y="898"/>
                    </a:lnTo>
                    <a:lnTo>
                      <a:pt x="119" y="891"/>
                    </a:lnTo>
                    <a:lnTo>
                      <a:pt x="120" y="881"/>
                    </a:lnTo>
                    <a:lnTo>
                      <a:pt x="124" y="869"/>
                    </a:lnTo>
                    <a:lnTo>
                      <a:pt x="129" y="853"/>
                    </a:lnTo>
                    <a:lnTo>
                      <a:pt x="137" y="834"/>
                    </a:lnTo>
                    <a:lnTo>
                      <a:pt x="148" y="810"/>
                    </a:lnTo>
                    <a:lnTo>
                      <a:pt x="160" y="781"/>
                    </a:lnTo>
                    <a:lnTo>
                      <a:pt x="175" y="746"/>
                    </a:lnTo>
                    <a:lnTo>
                      <a:pt x="156" y="700"/>
                    </a:lnTo>
                    <a:lnTo>
                      <a:pt x="116" y="686"/>
                    </a:lnTo>
                    <a:lnTo>
                      <a:pt x="85" y="674"/>
                    </a:lnTo>
                    <a:lnTo>
                      <a:pt x="60" y="665"/>
                    </a:lnTo>
                    <a:lnTo>
                      <a:pt x="40" y="656"/>
                    </a:lnTo>
                    <a:lnTo>
                      <a:pt x="25" y="649"/>
                    </a:lnTo>
                    <a:lnTo>
                      <a:pt x="14" y="643"/>
                    </a:lnTo>
                    <a:lnTo>
                      <a:pt x="8" y="637"/>
                    </a:lnTo>
                    <a:lnTo>
                      <a:pt x="3" y="633"/>
                    </a:lnTo>
                    <a:lnTo>
                      <a:pt x="1" y="628"/>
                    </a:lnTo>
                    <a:lnTo>
                      <a:pt x="0" y="624"/>
                    </a:lnTo>
                    <a:lnTo>
                      <a:pt x="0" y="619"/>
                    </a:lnTo>
                    <a:lnTo>
                      <a:pt x="0" y="502"/>
                    </a:lnTo>
                    <a:lnTo>
                      <a:pt x="0" y="497"/>
                    </a:lnTo>
                    <a:lnTo>
                      <a:pt x="1" y="493"/>
                    </a:lnTo>
                    <a:lnTo>
                      <a:pt x="3" y="488"/>
                    </a:lnTo>
                    <a:lnTo>
                      <a:pt x="8" y="484"/>
                    </a:lnTo>
                    <a:lnTo>
                      <a:pt x="14" y="479"/>
                    </a:lnTo>
                    <a:lnTo>
                      <a:pt x="25" y="472"/>
                    </a:lnTo>
                    <a:lnTo>
                      <a:pt x="40" y="465"/>
                    </a:lnTo>
                    <a:lnTo>
                      <a:pt x="60" y="457"/>
                    </a:lnTo>
                    <a:lnTo>
                      <a:pt x="85" y="446"/>
                    </a:lnTo>
                    <a:lnTo>
                      <a:pt x="116" y="433"/>
                    </a:lnTo>
                    <a:lnTo>
                      <a:pt x="156" y="417"/>
                    </a:lnTo>
                    <a:lnTo>
                      <a:pt x="174" y="372"/>
                    </a:lnTo>
                    <a:lnTo>
                      <a:pt x="158" y="338"/>
                    </a:lnTo>
                    <a:lnTo>
                      <a:pt x="145" y="309"/>
                    </a:lnTo>
                    <a:lnTo>
                      <a:pt x="135" y="285"/>
                    </a:lnTo>
                    <a:lnTo>
                      <a:pt x="127" y="267"/>
                    </a:lnTo>
                    <a:lnTo>
                      <a:pt x="122" y="251"/>
                    </a:lnTo>
                    <a:lnTo>
                      <a:pt x="118" y="239"/>
                    </a:lnTo>
                    <a:lnTo>
                      <a:pt x="115" y="229"/>
                    </a:lnTo>
                    <a:lnTo>
                      <a:pt x="115" y="222"/>
                    </a:lnTo>
                    <a:lnTo>
                      <a:pt x="115" y="217"/>
                    </a:lnTo>
                    <a:lnTo>
                      <a:pt x="118" y="213"/>
                    </a:lnTo>
                    <a:lnTo>
                      <a:pt x="120" y="209"/>
                    </a:lnTo>
                    <a:lnTo>
                      <a:pt x="123" y="207"/>
                    </a:lnTo>
                    <a:lnTo>
                      <a:pt x="214" y="118"/>
                    </a:lnTo>
                    <a:lnTo>
                      <a:pt x="225" y="116"/>
                    </a:lnTo>
                    <a:lnTo>
                      <a:pt x="235" y="119"/>
                    </a:lnTo>
                    <a:lnTo>
                      <a:pt x="251" y="123"/>
                    </a:lnTo>
                    <a:lnTo>
                      <a:pt x="273" y="131"/>
                    </a:lnTo>
                    <a:lnTo>
                      <a:pt x="302" y="141"/>
                    </a:lnTo>
                    <a:lnTo>
                      <a:pt x="337" y="156"/>
                    </a:lnTo>
                    <a:lnTo>
                      <a:pt x="378" y="173"/>
                    </a:lnTo>
                    <a:lnTo>
                      <a:pt x="425" y="153"/>
                    </a:lnTo>
                    <a:lnTo>
                      <a:pt x="439" y="115"/>
                    </a:lnTo>
                    <a:lnTo>
                      <a:pt x="451" y="84"/>
                    </a:lnTo>
                    <a:lnTo>
                      <a:pt x="462" y="59"/>
                    </a:lnTo>
                    <a:lnTo>
                      <a:pt x="469" y="39"/>
                    </a:lnTo>
                    <a:lnTo>
                      <a:pt x="477" y="25"/>
                    </a:lnTo>
                    <a:lnTo>
                      <a:pt x="483" y="14"/>
                    </a:lnTo>
                    <a:lnTo>
                      <a:pt x="488" y="8"/>
                    </a:lnTo>
                    <a:lnTo>
                      <a:pt x="493" y="4"/>
                    </a:lnTo>
                    <a:lnTo>
                      <a:pt x="497" y="1"/>
                    </a:lnTo>
                    <a:lnTo>
                      <a:pt x="502" y="1"/>
                    </a:lnTo>
                    <a:lnTo>
                      <a:pt x="506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62" name="Freeform 14"/>
              <p:cNvSpPr>
                <a:spLocks noEditPoints="1"/>
              </p:cNvSpPr>
              <p:nvPr/>
            </p:nvSpPr>
            <p:spPr bwMode="auto">
              <a:xfrm rot="19386584" flipH="1">
                <a:off x="6486222" y="1485717"/>
                <a:ext cx="514103" cy="504009"/>
              </a:xfrm>
              <a:custGeom>
                <a:avLst/>
                <a:gdLst>
                  <a:gd name="T0" fmla="*/ 302 w 713"/>
                  <a:gd name="T1" fmla="*/ 240 h 699"/>
                  <a:gd name="T2" fmla="*/ 244 w 713"/>
                  <a:gd name="T3" fmla="*/ 296 h 699"/>
                  <a:gd name="T4" fmla="*/ 235 w 713"/>
                  <a:gd name="T5" fmla="*/ 377 h 699"/>
                  <a:gd name="T6" fmla="*/ 278 w 713"/>
                  <a:gd name="T7" fmla="*/ 445 h 699"/>
                  <a:gd name="T8" fmla="*/ 357 w 713"/>
                  <a:gd name="T9" fmla="*/ 472 h 699"/>
                  <a:gd name="T10" fmla="*/ 434 w 713"/>
                  <a:gd name="T11" fmla="*/ 445 h 699"/>
                  <a:gd name="T12" fmla="*/ 477 w 713"/>
                  <a:gd name="T13" fmla="*/ 377 h 699"/>
                  <a:gd name="T14" fmla="*/ 468 w 713"/>
                  <a:gd name="T15" fmla="*/ 296 h 699"/>
                  <a:gd name="T16" fmla="*/ 412 w 713"/>
                  <a:gd name="T17" fmla="*/ 240 h 699"/>
                  <a:gd name="T18" fmla="*/ 318 w 713"/>
                  <a:gd name="T19" fmla="*/ 0 h 699"/>
                  <a:gd name="T20" fmla="*/ 399 w 713"/>
                  <a:gd name="T21" fmla="*/ 2 h 699"/>
                  <a:gd name="T22" fmla="*/ 412 w 713"/>
                  <a:gd name="T23" fmla="*/ 16 h 699"/>
                  <a:gd name="T24" fmla="*/ 434 w 713"/>
                  <a:gd name="T25" fmla="*/ 67 h 699"/>
                  <a:gd name="T26" fmla="*/ 502 w 713"/>
                  <a:gd name="T27" fmla="*/ 96 h 699"/>
                  <a:gd name="T28" fmla="*/ 552 w 713"/>
                  <a:gd name="T29" fmla="*/ 75 h 699"/>
                  <a:gd name="T30" fmla="*/ 568 w 713"/>
                  <a:gd name="T31" fmla="*/ 71 h 699"/>
                  <a:gd name="T32" fmla="*/ 581 w 713"/>
                  <a:gd name="T33" fmla="*/ 75 h 699"/>
                  <a:gd name="T34" fmla="*/ 638 w 713"/>
                  <a:gd name="T35" fmla="*/ 132 h 699"/>
                  <a:gd name="T36" fmla="*/ 636 w 713"/>
                  <a:gd name="T37" fmla="*/ 152 h 699"/>
                  <a:gd name="T38" fmla="*/ 616 w 713"/>
                  <a:gd name="T39" fmla="*/ 204 h 699"/>
                  <a:gd name="T40" fmla="*/ 645 w 713"/>
                  <a:gd name="T41" fmla="*/ 271 h 699"/>
                  <a:gd name="T42" fmla="*/ 696 w 713"/>
                  <a:gd name="T43" fmla="*/ 292 h 699"/>
                  <a:gd name="T44" fmla="*/ 711 w 713"/>
                  <a:gd name="T45" fmla="*/ 304 h 699"/>
                  <a:gd name="T46" fmla="*/ 713 w 713"/>
                  <a:gd name="T47" fmla="*/ 385 h 699"/>
                  <a:gd name="T48" fmla="*/ 709 w 713"/>
                  <a:gd name="T49" fmla="*/ 396 h 699"/>
                  <a:gd name="T50" fmla="*/ 684 w 713"/>
                  <a:gd name="T51" fmla="*/ 410 h 699"/>
                  <a:gd name="T52" fmla="*/ 616 w 713"/>
                  <a:gd name="T53" fmla="*/ 437 h 699"/>
                  <a:gd name="T54" fmla="*/ 626 w 713"/>
                  <a:gd name="T55" fmla="*/ 516 h 699"/>
                  <a:gd name="T56" fmla="*/ 641 w 713"/>
                  <a:gd name="T57" fmla="*/ 554 h 699"/>
                  <a:gd name="T58" fmla="*/ 638 w 713"/>
                  <a:gd name="T59" fmla="*/ 567 h 699"/>
                  <a:gd name="T60" fmla="*/ 571 w 713"/>
                  <a:gd name="T61" fmla="*/ 626 h 699"/>
                  <a:gd name="T62" fmla="*/ 531 w 713"/>
                  <a:gd name="T63" fmla="*/ 614 h 699"/>
                  <a:gd name="T64" fmla="*/ 447 w 713"/>
                  <a:gd name="T65" fmla="*/ 604 h 699"/>
                  <a:gd name="T66" fmla="*/ 420 w 713"/>
                  <a:gd name="T67" fmla="*/ 671 h 699"/>
                  <a:gd name="T68" fmla="*/ 407 w 713"/>
                  <a:gd name="T69" fmla="*/ 695 h 699"/>
                  <a:gd name="T70" fmla="*/ 396 w 713"/>
                  <a:gd name="T71" fmla="*/ 699 h 699"/>
                  <a:gd name="T72" fmla="*/ 314 w 713"/>
                  <a:gd name="T73" fmla="*/ 698 h 699"/>
                  <a:gd name="T74" fmla="*/ 302 w 713"/>
                  <a:gd name="T75" fmla="*/ 682 h 699"/>
                  <a:gd name="T76" fmla="*/ 278 w 713"/>
                  <a:gd name="T77" fmla="*/ 633 h 699"/>
                  <a:gd name="T78" fmla="*/ 210 w 713"/>
                  <a:gd name="T79" fmla="*/ 604 h 699"/>
                  <a:gd name="T80" fmla="*/ 162 w 713"/>
                  <a:gd name="T81" fmla="*/ 625 h 699"/>
                  <a:gd name="T82" fmla="*/ 145 w 713"/>
                  <a:gd name="T83" fmla="*/ 629 h 699"/>
                  <a:gd name="T84" fmla="*/ 132 w 713"/>
                  <a:gd name="T85" fmla="*/ 625 h 699"/>
                  <a:gd name="T86" fmla="*/ 74 w 713"/>
                  <a:gd name="T87" fmla="*/ 567 h 699"/>
                  <a:gd name="T88" fmla="*/ 77 w 713"/>
                  <a:gd name="T89" fmla="*/ 547 h 699"/>
                  <a:gd name="T90" fmla="*/ 98 w 713"/>
                  <a:gd name="T91" fmla="*/ 495 h 699"/>
                  <a:gd name="T92" fmla="*/ 69 w 713"/>
                  <a:gd name="T93" fmla="*/ 428 h 699"/>
                  <a:gd name="T94" fmla="*/ 17 w 713"/>
                  <a:gd name="T95" fmla="*/ 407 h 699"/>
                  <a:gd name="T96" fmla="*/ 1 w 713"/>
                  <a:gd name="T97" fmla="*/ 396 h 699"/>
                  <a:gd name="T98" fmla="*/ 0 w 713"/>
                  <a:gd name="T99" fmla="*/ 314 h 699"/>
                  <a:gd name="T100" fmla="*/ 4 w 713"/>
                  <a:gd name="T101" fmla="*/ 304 h 699"/>
                  <a:gd name="T102" fmla="*/ 29 w 713"/>
                  <a:gd name="T103" fmla="*/ 290 h 699"/>
                  <a:gd name="T104" fmla="*/ 98 w 713"/>
                  <a:gd name="T105" fmla="*/ 262 h 699"/>
                  <a:gd name="T106" fmla="*/ 86 w 713"/>
                  <a:gd name="T107" fmla="*/ 184 h 699"/>
                  <a:gd name="T108" fmla="*/ 73 w 713"/>
                  <a:gd name="T109" fmla="*/ 146 h 699"/>
                  <a:gd name="T110" fmla="*/ 74 w 713"/>
                  <a:gd name="T111" fmla="*/ 132 h 699"/>
                  <a:gd name="T112" fmla="*/ 141 w 713"/>
                  <a:gd name="T113" fmla="*/ 74 h 699"/>
                  <a:gd name="T114" fmla="*/ 182 w 713"/>
                  <a:gd name="T115" fmla="*/ 85 h 699"/>
                  <a:gd name="T116" fmla="*/ 267 w 713"/>
                  <a:gd name="T117" fmla="*/ 96 h 699"/>
                  <a:gd name="T118" fmla="*/ 293 w 713"/>
                  <a:gd name="T119" fmla="*/ 29 h 699"/>
                  <a:gd name="T120" fmla="*/ 307 w 713"/>
                  <a:gd name="T121" fmla="*/ 4 h 699"/>
                  <a:gd name="T122" fmla="*/ 318 w 713"/>
                  <a:gd name="T123" fmla="*/ 0 h 6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713" h="699">
                    <a:moveTo>
                      <a:pt x="357" y="228"/>
                    </a:moveTo>
                    <a:lnTo>
                      <a:pt x="328" y="231"/>
                    </a:lnTo>
                    <a:lnTo>
                      <a:pt x="302" y="240"/>
                    </a:lnTo>
                    <a:lnTo>
                      <a:pt x="278" y="254"/>
                    </a:lnTo>
                    <a:lnTo>
                      <a:pt x="259" y="274"/>
                    </a:lnTo>
                    <a:lnTo>
                      <a:pt x="244" y="296"/>
                    </a:lnTo>
                    <a:lnTo>
                      <a:pt x="235" y="322"/>
                    </a:lnTo>
                    <a:lnTo>
                      <a:pt x="231" y="350"/>
                    </a:lnTo>
                    <a:lnTo>
                      <a:pt x="235" y="377"/>
                    </a:lnTo>
                    <a:lnTo>
                      <a:pt x="244" y="403"/>
                    </a:lnTo>
                    <a:lnTo>
                      <a:pt x="259" y="426"/>
                    </a:lnTo>
                    <a:lnTo>
                      <a:pt x="278" y="445"/>
                    </a:lnTo>
                    <a:lnTo>
                      <a:pt x="302" y="460"/>
                    </a:lnTo>
                    <a:lnTo>
                      <a:pt x="328" y="469"/>
                    </a:lnTo>
                    <a:lnTo>
                      <a:pt x="357" y="472"/>
                    </a:lnTo>
                    <a:lnTo>
                      <a:pt x="386" y="469"/>
                    </a:lnTo>
                    <a:lnTo>
                      <a:pt x="412" y="460"/>
                    </a:lnTo>
                    <a:lnTo>
                      <a:pt x="434" y="445"/>
                    </a:lnTo>
                    <a:lnTo>
                      <a:pt x="454" y="426"/>
                    </a:lnTo>
                    <a:lnTo>
                      <a:pt x="468" y="403"/>
                    </a:lnTo>
                    <a:lnTo>
                      <a:pt x="477" y="377"/>
                    </a:lnTo>
                    <a:lnTo>
                      <a:pt x="481" y="350"/>
                    </a:lnTo>
                    <a:lnTo>
                      <a:pt x="477" y="322"/>
                    </a:lnTo>
                    <a:lnTo>
                      <a:pt x="468" y="296"/>
                    </a:lnTo>
                    <a:lnTo>
                      <a:pt x="454" y="274"/>
                    </a:lnTo>
                    <a:lnTo>
                      <a:pt x="434" y="254"/>
                    </a:lnTo>
                    <a:lnTo>
                      <a:pt x="412" y="240"/>
                    </a:lnTo>
                    <a:lnTo>
                      <a:pt x="386" y="231"/>
                    </a:lnTo>
                    <a:lnTo>
                      <a:pt x="357" y="228"/>
                    </a:lnTo>
                    <a:close/>
                    <a:moveTo>
                      <a:pt x="318" y="0"/>
                    </a:moveTo>
                    <a:lnTo>
                      <a:pt x="392" y="0"/>
                    </a:lnTo>
                    <a:lnTo>
                      <a:pt x="396" y="0"/>
                    </a:lnTo>
                    <a:lnTo>
                      <a:pt x="399" y="2"/>
                    </a:lnTo>
                    <a:lnTo>
                      <a:pt x="403" y="4"/>
                    </a:lnTo>
                    <a:lnTo>
                      <a:pt x="407" y="8"/>
                    </a:lnTo>
                    <a:lnTo>
                      <a:pt x="412" y="16"/>
                    </a:lnTo>
                    <a:lnTo>
                      <a:pt x="417" y="29"/>
                    </a:lnTo>
                    <a:lnTo>
                      <a:pt x="425" y="45"/>
                    </a:lnTo>
                    <a:lnTo>
                      <a:pt x="434" y="67"/>
                    </a:lnTo>
                    <a:lnTo>
                      <a:pt x="446" y="96"/>
                    </a:lnTo>
                    <a:lnTo>
                      <a:pt x="476" y="108"/>
                    </a:lnTo>
                    <a:lnTo>
                      <a:pt x="502" y="96"/>
                    </a:lnTo>
                    <a:lnTo>
                      <a:pt x="524" y="87"/>
                    </a:lnTo>
                    <a:lnTo>
                      <a:pt x="540" y="80"/>
                    </a:lnTo>
                    <a:lnTo>
                      <a:pt x="552" y="75"/>
                    </a:lnTo>
                    <a:lnTo>
                      <a:pt x="560" y="72"/>
                    </a:lnTo>
                    <a:lnTo>
                      <a:pt x="565" y="71"/>
                    </a:lnTo>
                    <a:lnTo>
                      <a:pt x="568" y="71"/>
                    </a:lnTo>
                    <a:lnTo>
                      <a:pt x="569" y="71"/>
                    </a:lnTo>
                    <a:lnTo>
                      <a:pt x="575" y="71"/>
                    </a:lnTo>
                    <a:lnTo>
                      <a:pt x="581" y="75"/>
                    </a:lnTo>
                    <a:lnTo>
                      <a:pt x="634" y="127"/>
                    </a:lnTo>
                    <a:lnTo>
                      <a:pt x="637" y="130"/>
                    </a:lnTo>
                    <a:lnTo>
                      <a:pt x="638" y="132"/>
                    </a:lnTo>
                    <a:lnTo>
                      <a:pt x="638" y="138"/>
                    </a:lnTo>
                    <a:lnTo>
                      <a:pt x="638" y="143"/>
                    </a:lnTo>
                    <a:lnTo>
                      <a:pt x="636" y="152"/>
                    </a:lnTo>
                    <a:lnTo>
                      <a:pt x="632" y="165"/>
                    </a:lnTo>
                    <a:lnTo>
                      <a:pt x="625" y="182"/>
                    </a:lnTo>
                    <a:lnTo>
                      <a:pt x="616" y="204"/>
                    </a:lnTo>
                    <a:lnTo>
                      <a:pt x="603" y="232"/>
                    </a:lnTo>
                    <a:lnTo>
                      <a:pt x="616" y="261"/>
                    </a:lnTo>
                    <a:lnTo>
                      <a:pt x="645" y="271"/>
                    </a:lnTo>
                    <a:lnTo>
                      <a:pt x="667" y="280"/>
                    </a:lnTo>
                    <a:lnTo>
                      <a:pt x="684" y="287"/>
                    </a:lnTo>
                    <a:lnTo>
                      <a:pt x="696" y="292"/>
                    </a:lnTo>
                    <a:lnTo>
                      <a:pt x="705" y="297"/>
                    </a:lnTo>
                    <a:lnTo>
                      <a:pt x="709" y="301"/>
                    </a:lnTo>
                    <a:lnTo>
                      <a:pt x="711" y="304"/>
                    </a:lnTo>
                    <a:lnTo>
                      <a:pt x="713" y="308"/>
                    </a:lnTo>
                    <a:lnTo>
                      <a:pt x="713" y="312"/>
                    </a:lnTo>
                    <a:lnTo>
                      <a:pt x="713" y="385"/>
                    </a:lnTo>
                    <a:lnTo>
                      <a:pt x="713" y="389"/>
                    </a:lnTo>
                    <a:lnTo>
                      <a:pt x="711" y="392"/>
                    </a:lnTo>
                    <a:lnTo>
                      <a:pt x="709" y="396"/>
                    </a:lnTo>
                    <a:lnTo>
                      <a:pt x="705" y="400"/>
                    </a:lnTo>
                    <a:lnTo>
                      <a:pt x="696" y="403"/>
                    </a:lnTo>
                    <a:lnTo>
                      <a:pt x="684" y="410"/>
                    </a:lnTo>
                    <a:lnTo>
                      <a:pt x="667" y="417"/>
                    </a:lnTo>
                    <a:lnTo>
                      <a:pt x="645" y="427"/>
                    </a:lnTo>
                    <a:lnTo>
                      <a:pt x="616" y="437"/>
                    </a:lnTo>
                    <a:lnTo>
                      <a:pt x="604" y="466"/>
                    </a:lnTo>
                    <a:lnTo>
                      <a:pt x="616" y="494"/>
                    </a:lnTo>
                    <a:lnTo>
                      <a:pt x="626" y="516"/>
                    </a:lnTo>
                    <a:lnTo>
                      <a:pt x="633" y="533"/>
                    </a:lnTo>
                    <a:lnTo>
                      <a:pt x="638" y="545"/>
                    </a:lnTo>
                    <a:lnTo>
                      <a:pt x="641" y="554"/>
                    </a:lnTo>
                    <a:lnTo>
                      <a:pt x="641" y="559"/>
                    </a:lnTo>
                    <a:lnTo>
                      <a:pt x="641" y="564"/>
                    </a:lnTo>
                    <a:lnTo>
                      <a:pt x="638" y="567"/>
                    </a:lnTo>
                    <a:lnTo>
                      <a:pt x="637" y="570"/>
                    </a:lnTo>
                    <a:lnTo>
                      <a:pt x="579" y="626"/>
                    </a:lnTo>
                    <a:lnTo>
                      <a:pt x="571" y="626"/>
                    </a:lnTo>
                    <a:lnTo>
                      <a:pt x="564" y="625"/>
                    </a:lnTo>
                    <a:lnTo>
                      <a:pt x="551" y="621"/>
                    </a:lnTo>
                    <a:lnTo>
                      <a:pt x="531" y="614"/>
                    </a:lnTo>
                    <a:lnTo>
                      <a:pt x="506" y="604"/>
                    </a:lnTo>
                    <a:lnTo>
                      <a:pt x="476" y="592"/>
                    </a:lnTo>
                    <a:lnTo>
                      <a:pt x="447" y="604"/>
                    </a:lnTo>
                    <a:lnTo>
                      <a:pt x="435" y="633"/>
                    </a:lnTo>
                    <a:lnTo>
                      <a:pt x="428" y="655"/>
                    </a:lnTo>
                    <a:lnTo>
                      <a:pt x="420" y="671"/>
                    </a:lnTo>
                    <a:lnTo>
                      <a:pt x="415" y="682"/>
                    </a:lnTo>
                    <a:lnTo>
                      <a:pt x="411" y="691"/>
                    </a:lnTo>
                    <a:lnTo>
                      <a:pt x="407" y="695"/>
                    </a:lnTo>
                    <a:lnTo>
                      <a:pt x="403" y="698"/>
                    </a:lnTo>
                    <a:lnTo>
                      <a:pt x="399" y="699"/>
                    </a:lnTo>
                    <a:lnTo>
                      <a:pt x="396" y="699"/>
                    </a:lnTo>
                    <a:lnTo>
                      <a:pt x="320" y="699"/>
                    </a:lnTo>
                    <a:lnTo>
                      <a:pt x="318" y="699"/>
                    </a:lnTo>
                    <a:lnTo>
                      <a:pt x="314" y="698"/>
                    </a:lnTo>
                    <a:lnTo>
                      <a:pt x="310" y="695"/>
                    </a:lnTo>
                    <a:lnTo>
                      <a:pt x="306" y="691"/>
                    </a:lnTo>
                    <a:lnTo>
                      <a:pt x="302" y="682"/>
                    </a:lnTo>
                    <a:lnTo>
                      <a:pt x="295" y="671"/>
                    </a:lnTo>
                    <a:lnTo>
                      <a:pt x="288" y="655"/>
                    </a:lnTo>
                    <a:lnTo>
                      <a:pt x="278" y="633"/>
                    </a:lnTo>
                    <a:lnTo>
                      <a:pt x="267" y="604"/>
                    </a:lnTo>
                    <a:lnTo>
                      <a:pt x="238" y="592"/>
                    </a:lnTo>
                    <a:lnTo>
                      <a:pt x="210" y="604"/>
                    </a:lnTo>
                    <a:lnTo>
                      <a:pt x="190" y="613"/>
                    </a:lnTo>
                    <a:lnTo>
                      <a:pt x="173" y="619"/>
                    </a:lnTo>
                    <a:lnTo>
                      <a:pt x="162" y="625"/>
                    </a:lnTo>
                    <a:lnTo>
                      <a:pt x="153" y="627"/>
                    </a:lnTo>
                    <a:lnTo>
                      <a:pt x="149" y="629"/>
                    </a:lnTo>
                    <a:lnTo>
                      <a:pt x="145" y="629"/>
                    </a:lnTo>
                    <a:lnTo>
                      <a:pt x="144" y="629"/>
                    </a:lnTo>
                    <a:lnTo>
                      <a:pt x="137" y="629"/>
                    </a:lnTo>
                    <a:lnTo>
                      <a:pt x="132" y="625"/>
                    </a:lnTo>
                    <a:lnTo>
                      <a:pt x="80" y="572"/>
                    </a:lnTo>
                    <a:lnTo>
                      <a:pt x="77" y="570"/>
                    </a:lnTo>
                    <a:lnTo>
                      <a:pt x="74" y="567"/>
                    </a:lnTo>
                    <a:lnTo>
                      <a:pt x="74" y="562"/>
                    </a:lnTo>
                    <a:lnTo>
                      <a:pt x="74" y="557"/>
                    </a:lnTo>
                    <a:lnTo>
                      <a:pt x="77" y="547"/>
                    </a:lnTo>
                    <a:lnTo>
                      <a:pt x="82" y="534"/>
                    </a:lnTo>
                    <a:lnTo>
                      <a:pt x="89" y="517"/>
                    </a:lnTo>
                    <a:lnTo>
                      <a:pt x="98" y="495"/>
                    </a:lnTo>
                    <a:lnTo>
                      <a:pt x="110" y="468"/>
                    </a:lnTo>
                    <a:lnTo>
                      <a:pt x="98" y="439"/>
                    </a:lnTo>
                    <a:lnTo>
                      <a:pt x="69" y="428"/>
                    </a:lnTo>
                    <a:lnTo>
                      <a:pt x="46" y="419"/>
                    </a:lnTo>
                    <a:lnTo>
                      <a:pt x="29" y="413"/>
                    </a:lnTo>
                    <a:lnTo>
                      <a:pt x="17" y="407"/>
                    </a:lnTo>
                    <a:lnTo>
                      <a:pt x="9" y="402"/>
                    </a:lnTo>
                    <a:lnTo>
                      <a:pt x="4" y="398"/>
                    </a:lnTo>
                    <a:lnTo>
                      <a:pt x="1" y="396"/>
                    </a:lnTo>
                    <a:lnTo>
                      <a:pt x="0" y="392"/>
                    </a:lnTo>
                    <a:lnTo>
                      <a:pt x="0" y="388"/>
                    </a:lnTo>
                    <a:lnTo>
                      <a:pt x="0" y="314"/>
                    </a:lnTo>
                    <a:lnTo>
                      <a:pt x="0" y="311"/>
                    </a:lnTo>
                    <a:lnTo>
                      <a:pt x="1" y="308"/>
                    </a:lnTo>
                    <a:lnTo>
                      <a:pt x="4" y="304"/>
                    </a:lnTo>
                    <a:lnTo>
                      <a:pt x="9" y="300"/>
                    </a:lnTo>
                    <a:lnTo>
                      <a:pt x="17" y="295"/>
                    </a:lnTo>
                    <a:lnTo>
                      <a:pt x="29" y="290"/>
                    </a:lnTo>
                    <a:lnTo>
                      <a:pt x="46" y="282"/>
                    </a:lnTo>
                    <a:lnTo>
                      <a:pt x="69" y="273"/>
                    </a:lnTo>
                    <a:lnTo>
                      <a:pt x="98" y="262"/>
                    </a:lnTo>
                    <a:lnTo>
                      <a:pt x="110" y="233"/>
                    </a:lnTo>
                    <a:lnTo>
                      <a:pt x="97" y="206"/>
                    </a:lnTo>
                    <a:lnTo>
                      <a:pt x="86" y="184"/>
                    </a:lnTo>
                    <a:lnTo>
                      <a:pt x="80" y="167"/>
                    </a:lnTo>
                    <a:lnTo>
                      <a:pt x="76" y="155"/>
                    </a:lnTo>
                    <a:lnTo>
                      <a:pt x="73" y="146"/>
                    </a:lnTo>
                    <a:lnTo>
                      <a:pt x="72" y="139"/>
                    </a:lnTo>
                    <a:lnTo>
                      <a:pt x="73" y="135"/>
                    </a:lnTo>
                    <a:lnTo>
                      <a:pt x="74" y="132"/>
                    </a:lnTo>
                    <a:lnTo>
                      <a:pt x="77" y="130"/>
                    </a:lnTo>
                    <a:lnTo>
                      <a:pt x="135" y="74"/>
                    </a:lnTo>
                    <a:lnTo>
                      <a:pt x="141" y="74"/>
                    </a:lnTo>
                    <a:lnTo>
                      <a:pt x="149" y="75"/>
                    </a:lnTo>
                    <a:lnTo>
                      <a:pt x="163" y="79"/>
                    </a:lnTo>
                    <a:lnTo>
                      <a:pt x="182" y="85"/>
                    </a:lnTo>
                    <a:lnTo>
                      <a:pt x="207" y="96"/>
                    </a:lnTo>
                    <a:lnTo>
                      <a:pt x="237" y="108"/>
                    </a:lnTo>
                    <a:lnTo>
                      <a:pt x="267" y="96"/>
                    </a:lnTo>
                    <a:lnTo>
                      <a:pt x="277" y="67"/>
                    </a:lnTo>
                    <a:lnTo>
                      <a:pt x="286" y="45"/>
                    </a:lnTo>
                    <a:lnTo>
                      <a:pt x="293" y="29"/>
                    </a:lnTo>
                    <a:lnTo>
                      <a:pt x="298" y="16"/>
                    </a:lnTo>
                    <a:lnTo>
                      <a:pt x="303" y="8"/>
                    </a:lnTo>
                    <a:lnTo>
                      <a:pt x="307" y="4"/>
                    </a:lnTo>
                    <a:lnTo>
                      <a:pt x="311" y="2"/>
                    </a:lnTo>
                    <a:lnTo>
                      <a:pt x="314" y="0"/>
                    </a:lnTo>
                    <a:lnTo>
                      <a:pt x="31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63" name="Freeform 17"/>
              <p:cNvSpPr>
                <a:spLocks noEditPoints="1"/>
              </p:cNvSpPr>
              <p:nvPr/>
            </p:nvSpPr>
            <p:spPr bwMode="auto">
              <a:xfrm rot="19386584" flipH="1">
                <a:off x="6256333" y="2018426"/>
                <a:ext cx="552318" cy="542945"/>
              </a:xfrm>
              <a:custGeom>
                <a:avLst/>
                <a:gdLst>
                  <a:gd name="T0" fmla="*/ 299 w 766"/>
                  <a:gd name="T1" fmla="*/ 274 h 753"/>
                  <a:gd name="T2" fmla="*/ 250 w 766"/>
                  <a:gd name="T3" fmla="*/ 376 h 753"/>
                  <a:gd name="T4" fmla="*/ 299 w 766"/>
                  <a:gd name="T5" fmla="*/ 479 h 753"/>
                  <a:gd name="T6" fmla="*/ 415 w 766"/>
                  <a:gd name="T7" fmla="*/ 504 h 753"/>
                  <a:gd name="T8" fmla="*/ 504 w 766"/>
                  <a:gd name="T9" fmla="*/ 435 h 753"/>
                  <a:gd name="T10" fmla="*/ 504 w 766"/>
                  <a:gd name="T11" fmla="*/ 318 h 753"/>
                  <a:gd name="T12" fmla="*/ 415 w 766"/>
                  <a:gd name="T13" fmla="*/ 249 h 753"/>
                  <a:gd name="T14" fmla="*/ 426 w 766"/>
                  <a:gd name="T15" fmla="*/ 0 h 753"/>
                  <a:gd name="T16" fmla="*/ 442 w 766"/>
                  <a:gd name="T17" fmla="*/ 18 h 753"/>
                  <a:gd name="T18" fmla="*/ 480 w 766"/>
                  <a:gd name="T19" fmla="*/ 103 h 753"/>
                  <a:gd name="T20" fmla="*/ 575 w 766"/>
                  <a:gd name="T21" fmla="*/ 88 h 753"/>
                  <a:gd name="T22" fmla="*/ 608 w 766"/>
                  <a:gd name="T23" fmla="*/ 77 h 753"/>
                  <a:gd name="T24" fmla="*/ 625 w 766"/>
                  <a:gd name="T25" fmla="*/ 81 h 753"/>
                  <a:gd name="T26" fmla="*/ 687 w 766"/>
                  <a:gd name="T27" fmla="*/ 147 h 753"/>
                  <a:gd name="T28" fmla="*/ 677 w 766"/>
                  <a:gd name="T29" fmla="*/ 182 h 753"/>
                  <a:gd name="T30" fmla="*/ 662 w 766"/>
                  <a:gd name="T31" fmla="*/ 281 h 753"/>
                  <a:gd name="T32" fmla="*/ 749 w 766"/>
                  <a:gd name="T33" fmla="*/ 315 h 753"/>
                  <a:gd name="T34" fmla="*/ 766 w 766"/>
                  <a:gd name="T35" fmla="*/ 331 h 753"/>
                  <a:gd name="T36" fmla="*/ 766 w 766"/>
                  <a:gd name="T37" fmla="*/ 422 h 753"/>
                  <a:gd name="T38" fmla="*/ 736 w 766"/>
                  <a:gd name="T39" fmla="*/ 441 h 753"/>
                  <a:gd name="T40" fmla="*/ 649 w 766"/>
                  <a:gd name="T41" fmla="*/ 503 h 753"/>
                  <a:gd name="T42" fmla="*/ 684 w 766"/>
                  <a:gd name="T43" fmla="*/ 581 h 753"/>
                  <a:gd name="T44" fmla="*/ 689 w 766"/>
                  <a:gd name="T45" fmla="*/ 607 h 753"/>
                  <a:gd name="T46" fmla="*/ 615 w 766"/>
                  <a:gd name="T47" fmla="*/ 674 h 753"/>
                  <a:gd name="T48" fmla="*/ 545 w 766"/>
                  <a:gd name="T49" fmla="*/ 651 h 753"/>
                  <a:gd name="T50" fmla="*/ 459 w 766"/>
                  <a:gd name="T51" fmla="*/ 704 h 753"/>
                  <a:gd name="T52" fmla="*/ 437 w 766"/>
                  <a:gd name="T53" fmla="*/ 749 h 753"/>
                  <a:gd name="T54" fmla="*/ 345 w 766"/>
                  <a:gd name="T55" fmla="*/ 753 h 753"/>
                  <a:gd name="T56" fmla="*/ 330 w 766"/>
                  <a:gd name="T57" fmla="*/ 744 h 753"/>
                  <a:gd name="T58" fmla="*/ 299 w 766"/>
                  <a:gd name="T59" fmla="*/ 681 h 753"/>
                  <a:gd name="T60" fmla="*/ 208 w 766"/>
                  <a:gd name="T61" fmla="*/ 658 h 753"/>
                  <a:gd name="T62" fmla="*/ 162 w 766"/>
                  <a:gd name="T63" fmla="*/ 675 h 753"/>
                  <a:gd name="T64" fmla="*/ 148 w 766"/>
                  <a:gd name="T65" fmla="*/ 677 h 753"/>
                  <a:gd name="T66" fmla="*/ 81 w 766"/>
                  <a:gd name="T67" fmla="*/ 610 h 753"/>
                  <a:gd name="T68" fmla="*/ 85 w 766"/>
                  <a:gd name="T69" fmla="*/ 584 h 753"/>
                  <a:gd name="T70" fmla="*/ 118 w 766"/>
                  <a:gd name="T71" fmla="*/ 503 h 753"/>
                  <a:gd name="T72" fmla="*/ 31 w 766"/>
                  <a:gd name="T73" fmla="*/ 444 h 753"/>
                  <a:gd name="T74" fmla="*/ 1 w 766"/>
                  <a:gd name="T75" fmla="*/ 425 h 753"/>
                  <a:gd name="T76" fmla="*/ 0 w 766"/>
                  <a:gd name="T77" fmla="*/ 335 h 753"/>
                  <a:gd name="T78" fmla="*/ 18 w 766"/>
                  <a:gd name="T79" fmla="*/ 318 h 753"/>
                  <a:gd name="T80" fmla="*/ 105 w 766"/>
                  <a:gd name="T81" fmla="*/ 281 h 753"/>
                  <a:gd name="T82" fmla="*/ 88 w 766"/>
                  <a:gd name="T83" fmla="*/ 185 h 753"/>
                  <a:gd name="T84" fmla="*/ 77 w 766"/>
                  <a:gd name="T85" fmla="*/ 148 h 753"/>
                  <a:gd name="T86" fmla="*/ 144 w 766"/>
                  <a:gd name="T87" fmla="*/ 79 h 753"/>
                  <a:gd name="T88" fmla="*/ 196 w 766"/>
                  <a:gd name="T89" fmla="*/ 92 h 753"/>
                  <a:gd name="T90" fmla="*/ 298 w 766"/>
                  <a:gd name="T91" fmla="*/ 72 h 753"/>
                  <a:gd name="T92" fmla="*/ 326 w 766"/>
                  <a:gd name="T93" fmla="*/ 9 h 753"/>
                  <a:gd name="T94" fmla="*/ 341 w 766"/>
                  <a:gd name="T95" fmla="*/ 0 h 7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66" h="753">
                    <a:moveTo>
                      <a:pt x="383" y="245"/>
                    </a:moveTo>
                    <a:lnTo>
                      <a:pt x="353" y="249"/>
                    </a:lnTo>
                    <a:lnTo>
                      <a:pt x="324" y="258"/>
                    </a:lnTo>
                    <a:lnTo>
                      <a:pt x="299" y="274"/>
                    </a:lnTo>
                    <a:lnTo>
                      <a:pt x="279" y="295"/>
                    </a:lnTo>
                    <a:lnTo>
                      <a:pt x="263" y="318"/>
                    </a:lnTo>
                    <a:lnTo>
                      <a:pt x="252" y="346"/>
                    </a:lnTo>
                    <a:lnTo>
                      <a:pt x="250" y="376"/>
                    </a:lnTo>
                    <a:lnTo>
                      <a:pt x="252" y="407"/>
                    </a:lnTo>
                    <a:lnTo>
                      <a:pt x="263" y="435"/>
                    </a:lnTo>
                    <a:lnTo>
                      <a:pt x="279" y="458"/>
                    </a:lnTo>
                    <a:lnTo>
                      <a:pt x="299" y="479"/>
                    </a:lnTo>
                    <a:lnTo>
                      <a:pt x="324" y="495"/>
                    </a:lnTo>
                    <a:lnTo>
                      <a:pt x="353" y="504"/>
                    </a:lnTo>
                    <a:lnTo>
                      <a:pt x="383" y="508"/>
                    </a:lnTo>
                    <a:lnTo>
                      <a:pt x="415" y="504"/>
                    </a:lnTo>
                    <a:lnTo>
                      <a:pt x="442" y="495"/>
                    </a:lnTo>
                    <a:lnTo>
                      <a:pt x="467" y="479"/>
                    </a:lnTo>
                    <a:lnTo>
                      <a:pt x="488" y="458"/>
                    </a:lnTo>
                    <a:lnTo>
                      <a:pt x="504" y="435"/>
                    </a:lnTo>
                    <a:lnTo>
                      <a:pt x="514" y="407"/>
                    </a:lnTo>
                    <a:lnTo>
                      <a:pt x="518" y="376"/>
                    </a:lnTo>
                    <a:lnTo>
                      <a:pt x="514" y="346"/>
                    </a:lnTo>
                    <a:lnTo>
                      <a:pt x="504" y="318"/>
                    </a:lnTo>
                    <a:lnTo>
                      <a:pt x="488" y="295"/>
                    </a:lnTo>
                    <a:lnTo>
                      <a:pt x="467" y="274"/>
                    </a:lnTo>
                    <a:lnTo>
                      <a:pt x="442" y="258"/>
                    </a:lnTo>
                    <a:lnTo>
                      <a:pt x="415" y="249"/>
                    </a:lnTo>
                    <a:lnTo>
                      <a:pt x="383" y="245"/>
                    </a:lnTo>
                    <a:close/>
                    <a:moveTo>
                      <a:pt x="341" y="0"/>
                    </a:moveTo>
                    <a:lnTo>
                      <a:pt x="422" y="0"/>
                    </a:lnTo>
                    <a:lnTo>
                      <a:pt x="426" y="0"/>
                    </a:lnTo>
                    <a:lnTo>
                      <a:pt x="429" y="1"/>
                    </a:lnTo>
                    <a:lnTo>
                      <a:pt x="433" y="4"/>
                    </a:lnTo>
                    <a:lnTo>
                      <a:pt x="438" y="9"/>
                    </a:lnTo>
                    <a:lnTo>
                      <a:pt x="442" y="18"/>
                    </a:lnTo>
                    <a:lnTo>
                      <a:pt x="449" y="30"/>
                    </a:lnTo>
                    <a:lnTo>
                      <a:pt x="458" y="48"/>
                    </a:lnTo>
                    <a:lnTo>
                      <a:pt x="467" y="72"/>
                    </a:lnTo>
                    <a:lnTo>
                      <a:pt x="480" y="103"/>
                    </a:lnTo>
                    <a:lnTo>
                      <a:pt x="511" y="115"/>
                    </a:lnTo>
                    <a:lnTo>
                      <a:pt x="538" y="103"/>
                    </a:lnTo>
                    <a:lnTo>
                      <a:pt x="558" y="94"/>
                    </a:lnTo>
                    <a:lnTo>
                      <a:pt x="575" y="88"/>
                    </a:lnTo>
                    <a:lnTo>
                      <a:pt x="589" y="82"/>
                    </a:lnTo>
                    <a:lnTo>
                      <a:pt x="598" y="80"/>
                    </a:lnTo>
                    <a:lnTo>
                      <a:pt x="604" y="77"/>
                    </a:lnTo>
                    <a:lnTo>
                      <a:pt x="608" y="77"/>
                    </a:lnTo>
                    <a:lnTo>
                      <a:pt x="611" y="76"/>
                    </a:lnTo>
                    <a:lnTo>
                      <a:pt x="612" y="76"/>
                    </a:lnTo>
                    <a:lnTo>
                      <a:pt x="619" y="76"/>
                    </a:lnTo>
                    <a:lnTo>
                      <a:pt x="625" y="81"/>
                    </a:lnTo>
                    <a:lnTo>
                      <a:pt x="681" y="137"/>
                    </a:lnTo>
                    <a:lnTo>
                      <a:pt x="684" y="140"/>
                    </a:lnTo>
                    <a:lnTo>
                      <a:pt x="687" y="143"/>
                    </a:lnTo>
                    <a:lnTo>
                      <a:pt x="687" y="147"/>
                    </a:lnTo>
                    <a:lnTo>
                      <a:pt x="687" y="152"/>
                    </a:lnTo>
                    <a:lnTo>
                      <a:pt x="685" y="158"/>
                    </a:lnTo>
                    <a:lnTo>
                      <a:pt x="683" y="169"/>
                    </a:lnTo>
                    <a:lnTo>
                      <a:pt x="677" y="182"/>
                    </a:lnTo>
                    <a:lnTo>
                      <a:pt x="671" y="200"/>
                    </a:lnTo>
                    <a:lnTo>
                      <a:pt x="660" y="223"/>
                    </a:lnTo>
                    <a:lnTo>
                      <a:pt x="649" y="250"/>
                    </a:lnTo>
                    <a:lnTo>
                      <a:pt x="662" y="281"/>
                    </a:lnTo>
                    <a:lnTo>
                      <a:pt x="693" y="292"/>
                    </a:lnTo>
                    <a:lnTo>
                      <a:pt x="718" y="301"/>
                    </a:lnTo>
                    <a:lnTo>
                      <a:pt x="736" y="309"/>
                    </a:lnTo>
                    <a:lnTo>
                      <a:pt x="749" y="315"/>
                    </a:lnTo>
                    <a:lnTo>
                      <a:pt x="757" y="319"/>
                    </a:lnTo>
                    <a:lnTo>
                      <a:pt x="764" y="323"/>
                    </a:lnTo>
                    <a:lnTo>
                      <a:pt x="766" y="327"/>
                    </a:lnTo>
                    <a:lnTo>
                      <a:pt x="766" y="331"/>
                    </a:lnTo>
                    <a:lnTo>
                      <a:pt x="766" y="335"/>
                    </a:lnTo>
                    <a:lnTo>
                      <a:pt x="766" y="414"/>
                    </a:lnTo>
                    <a:lnTo>
                      <a:pt x="766" y="418"/>
                    </a:lnTo>
                    <a:lnTo>
                      <a:pt x="766" y="422"/>
                    </a:lnTo>
                    <a:lnTo>
                      <a:pt x="764" y="425"/>
                    </a:lnTo>
                    <a:lnTo>
                      <a:pt x="757" y="429"/>
                    </a:lnTo>
                    <a:lnTo>
                      <a:pt x="749" y="435"/>
                    </a:lnTo>
                    <a:lnTo>
                      <a:pt x="736" y="441"/>
                    </a:lnTo>
                    <a:lnTo>
                      <a:pt x="718" y="449"/>
                    </a:lnTo>
                    <a:lnTo>
                      <a:pt x="693" y="459"/>
                    </a:lnTo>
                    <a:lnTo>
                      <a:pt x="662" y="471"/>
                    </a:lnTo>
                    <a:lnTo>
                      <a:pt x="649" y="503"/>
                    </a:lnTo>
                    <a:lnTo>
                      <a:pt x="662" y="529"/>
                    </a:lnTo>
                    <a:lnTo>
                      <a:pt x="672" y="551"/>
                    </a:lnTo>
                    <a:lnTo>
                      <a:pt x="679" y="568"/>
                    </a:lnTo>
                    <a:lnTo>
                      <a:pt x="684" y="581"/>
                    </a:lnTo>
                    <a:lnTo>
                      <a:pt x="688" y="592"/>
                    </a:lnTo>
                    <a:lnTo>
                      <a:pt x="689" y="598"/>
                    </a:lnTo>
                    <a:lnTo>
                      <a:pt x="689" y="603"/>
                    </a:lnTo>
                    <a:lnTo>
                      <a:pt x="689" y="607"/>
                    </a:lnTo>
                    <a:lnTo>
                      <a:pt x="687" y="610"/>
                    </a:lnTo>
                    <a:lnTo>
                      <a:pt x="684" y="613"/>
                    </a:lnTo>
                    <a:lnTo>
                      <a:pt x="623" y="674"/>
                    </a:lnTo>
                    <a:lnTo>
                      <a:pt x="615" y="674"/>
                    </a:lnTo>
                    <a:lnTo>
                      <a:pt x="607" y="673"/>
                    </a:lnTo>
                    <a:lnTo>
                      <a:pt x="591" y="668"/>
                    </a:lnTo>
                    <a:lnTo>
                      <a:pt x="572" y="661"/>
                    </a:lnTo>
                    <a:lnTo>
                      <a:pt x="545" y="651"/>
                    </a:lnTo>
                    <a:lnTo>
                      <a:pt x="513" y="636"/>
                    </a:lnTo>
                    <a:lnTo>
                      <a:pt x="480" y="649"/>
                    </a:lnTo>
                    <a:lnTo>
                      <a:pt x="469" y="681"/>
                    </a:lnTo>
                    <a:lnTo>
                      <a:pt x="459" y="704"/>
                    </a:lnTo>
                    <a:lnTo>
                      <a:pt x="452" y="723"/>
                    </a:lnTo>
                    <a:lnTo>
                      <a:pt x="446" y="734"/>
                    </a:lnTo>
                    <a:lnTo>
                      <a:pt x="441" y="744"/>
                    </a:lnTo>
                    <a:lnTo>
                      <a:pt x="437" y="749"/>
                    </a:lnTo>
                    <a:lnTo>
                      <a:pt x="433" y="751"/>
                    </a:lnTo>
                    <a:lnTo>
                      <a:pt x="429" y="753"/>
                    </a:lnTo>
                    <a:lnTo>
                      <a:pt x="425" y="753"/>
                    </a:lnTo>
                    <a:lnTo>
                      <a:pt x="345" y="753"/>
                    </a:lnTo>
                    <a:lnTo>
                      <a:pt x="341" y="753"/>
                    </a:lnTo>
                    <a:lnTo>
                      <a:pt x="337" y="751"/>
                    </a:lnTo>
                    <a:lnTo>
                      <a:pt x="333" y="749"/>
                    </a:lnTo>
                    <a:lnTo>
                      <a:pt x="330" y="744"/>
                    </a:lnTo>
                    <a:lnTo>
                      <a:pt x="324" y="734"/>
                    </a:lnTo>
                    <a:lnTo>
                      <a:pt x="318" y="723"/>
                    </a:lnTo>
                    <a:lnTo>
                      <a:pt x="310" y="704"/>
                    </a:lnTo>
                    <a:lnTo>
                      <a:pt x="299" y="681"/>
                    </a:lnTo>
                    <a:lnTo>
                      <a:pt x="288" y="651"/>
                    </a:lnTo>
                    <a:lnTo>
                      <a:pt x="255" y="638"/>
                    </a:lnTo>
                    <a:lnTo>
                      <a:pt x="229" y="649"/>
                    </a:lnTo>
                    <a:lnTo>
                      <a:pt x="208" y="658"/>
                    </a:lnTo>
                    <a:lnTo>
                      <a:pt x="191" y="665"/>
                    </a:lnTo>
                    <a:lnTo>
                      <a:pt x="179" y="670"/>
                    </a:lnTo>
                    <a:lnTo>
                      <a:pt x="169" y="673"/>
                    </a:lnTo>
                    <a:lnTo>
                      <a:pt x="162" y="675"/>
                    </a:lnTo>
                    <a:lnTo>
                      <a:pt x="158" y="677"/>
                    </a:lnTo>
                    <a:lnTo>
                      <a:pt x="156" y="677"/>
                    </a:lnTo>
                    <a:lnTo>
                      <a:pt x="154" y="677"/>
                    </a:lnTo>
                    <a:lnTo>
                      <a:pt x="148" y="677"/>
                    </a:lnTo>
                    <a:lnTo>
                      <a:pt x="143" y="672"/>
                    </a:lnTo>
                    <a:lnTo>
                      <a:pt x="85" y="615"/>
                    </a:lnTo>
                    <a:lnTo>
                      <a:pt x="82" y="613"/>
                    </a:lnTo>
                    <a:lnTo>
                      <a:pt x="81" y="610"/>
                    </a:lnTo>
                    <a:lnTo>
                      <a:pt x="80" y="606"/>
                    </a:lnTo>
                    <a:lnTo>
                      <a:pt x="80" y="601"/>
                    </a:lnTo>
                    <a:lnTo>
                      <a:pt x="81" y="594"/>
                    </a:lnTo>
                    <a:lnTo>
                      <a:pt x="85" y="584"/>
                    </a:lnTo>
                    <a:lnTo>
                      <a:pt x="89" y="571"/>
                    </a:lnTo>
                    <a:lnTo>
                      <a:pt x="97" y="552"/>
                    </a:lnTo>
                    <a:lnTo>
                      <a:pt x="106" y="530"/>
                    </a:lnTo>
                    <a:lnTo>
                      <a:pt x="118" y="503"/>
                    </a:lnTo>
                    <a:lnTo>
                      <a:pt x="105" y="473"/>
                    </a:lnTo>
                    <a:lnTo>
                      <a:pt x="73" y="461"/>
                    </a:lnTo>
                    <a:lnTo>
                      <a:pt x="50" y="452"/>
                    </a:lnTo>
                    <a:lnTo>
                      <a:pt x="31" y="444"/>
                    </a:lnTo>
                    <a:lnTo>
                      <a:pt x="18" y="439"/>
                    </a:lnTo>
                    <a:lnTo>
                      <a:pt x="9" y="433"/>
                    </a:lnTo>
                    <a:lnTo>
                      <a:pt x="4" y="429"/>
                    </a:lnTo>
                    <a:lnTo>
                      <a:pt x="1" y="425"/>
                    </a:lnTo>
                    <a:lnTo>
                      <a:pt x="0" y="422"/>
                    </a:lnTo>
                    <a:lnTo>
                      <a:pt x="0" y="418"/>
                    </a:lnTo>
                    <a:lnTo>
                      <a:pt x="0" y="339"/>
                    </a:lnTo>
                    <a:lnTo>
                      <a:pt x="0" y="335"/>
                    </a:lnTo>
                    <a:lnTo>
                      <a:pt x="1" y="331"/>
                    </a:lnTo>
                    <a:lnTo>
                      <a:pt x="4" y="327"/>
                    </a:lnTo>
                    <a:lnTo>
                      <a:pt x="9" y="323"/>
                    </a:lnTo>
                    <a:lnTo>
                      <a:pt x="18" y="318"/>
                    </a:lnTo>
                    <a:lnTo>
                      <a:pt x="31" y="312"/>
                    </a:lnTo>
                    <a:lnTo>
                      <a:pt x="50" y="304"/>
                    </a:lnTo>
                    <a:lnTo>
                      <a:pt x="73" y="293"/>
                    </a:lnTo>
                    <a:lnTo>
                      <a:pt x="105" y="281"/>
                    </a:lnTo>
                    <a:lnTo>
                      <a:pt x="118" y="251"/>
                    </a:lnTo>
                    <a:lnTo>
                      <a:pt x="105" y="224"/>
                    </a:lnTo>
                    <a:lnTo>
                      <a:pt x="95" y="202"/>
                    </a:lnTo>
                    <a:lnTo>
                      <a:pt x="88" y="185"/>
                    </a:lnTo>
                    <a:lnTo>
                      <a:pt x="82" y="171"/>
                    </a:lnTo>
                    <a:lnTo>
                      <a:pt x="80" y="161"/>
                    </a:lnTo>
                    <a:lnTo>
                      <a:pt x="77" y="153"/>
                    </a:lnTo>
                    <a:lnTo>
                      <a:pt x="77" y="148"/>
                    </a:lnTo>
                    <a:lnTo>
                      <a:pt x="78" y="144"/>
                    </a:lnTo>
                    <a:lnTo>
                      <a:pt x="81" y="141"/>
                    </a:lnTo>
                    <a:lnTo>
                      <a:pt x="82" y="139"/>
                    </a:lnTo>
                    <a:lnTo>
                      <a:pt x="144" y="79"/>
                    </a:lnTo>
                    <a:lnTo>
                      <a:pt x="152" y="79"/>
                    </a:lnTo>
                    <a:lnTo>
                      <a:pt x="161" y="80"/>
                    </a:lnTo>
                    <a:lnTo>
                      <a:pt x="175" y="85"/>
                    </a:lnTo>
                    <a:lnTo>
                      <a:pt x="196" y="92"/>
                    </a:lnTo>
                    <a:lnTo>
                      <a:pt x="222" y="102"/>
                    </a:lnTo>
                    <a:lnTo>
                      <a:pt x="255" y="117"/>
                    </a:lnTo>
                    <a:lnTo>
                      <a:pt x="286" y="103"/>
                    </a:lnTo>
                    <a:lnTo>
                      <a:pt x="298" y="72"/>
                    </a:lnTo>
                    <a:lnTo>
                      <a:pt x="307" y="48"/>
                    </a:lnTo>
                    <a:lnTo>
                      <a:pt x="315" y="30"/>
                    </a:lnTo>
                    <a:lnTo>
                      <a:pt x="322" y="18"/>
                    </a:lnTo>
                    <a:lnTo>
                      <a:pt x="326" y="9"/>
                    </a:lnTo>
                    <a:lnTo>
                      <a:pt x="331" y="4"/>
                    </a:lnTo>
                    <a:lnTo>
                      <a:pt x="333" y="1"/>
                    </a:lnTo>
                    <a:lnTo>
                      <a:pt x="337" y="0"/>
                    </a:lnTo>
                    <a:lnTo>
                      <a:pt x="341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/>
            <p:cNvGrpSpPr/>
            <p:nvPr/>
          </p:nvGrpSpPr>
          <p:grpSpPr>
            <a:xfrm>
              <a:off x="4096445" y="804305"/>
              <a:ext cx="2181231" cy="2431912"/>
              <a:chOff x="5031922" y="274071"/>
              <a:chExt cx="2467130" cy="2750669"/>
            </a:xfrm>
            <a:solidFill>
              <a:schemeClr val="tx1"/>
            </a:solidFill>
          </p:grpSpPr>
          <p:sp>
            <p:nvSpPr>
              <p:cNvPr id="17" name="Freeform 6"/>
              <p:cNvSpPr>
                <a:spLocks noEditPoints="1"/>
              </p:cNvSpPr>
              <p:nvPr/>
            </p:nvSpPr>
            <p:spPr bwMode="auto">
              <a:xfrm rot="19386584" flipH="1">
                <a:off x="5321068" y="1773158"/>
                <a:ext cx="218476" cy="214150"/>
              </a:xfrm>
              <a:custGeom>
                <a:avLst/>
                <a:gdLst>
                  <a:gd name="T0" fmla="*/ 120 w 303"/>
                  <a:gd name="T1" fmla="*/ 106 h 297"/>
                  <a:gd name="T2" fmla="*/ 99 w 303"/>
                  <a:gd name="T3" fmla="*/ 148 h 297"/>
                  <a:gd name="T4" fmla="*/ 120 w 303"/>
                  <a:gd name="T5" fmla="*/ 190 h 297"/>
                  <a:gd name="T6" fmla="*/ 169 w 303"/>
                  <a:gd name="T7" fmla="*/ 198 h 297"/>
                  <a:gd name="T8" fmla="*/ 203 w 303"/>
                  <a:gd name="T9" fmla="*/ 165 h 297"/>
                  <a:gd name="T10" fmla="*/ 195 w 303"/>
                  <a:gd name="T11" fmla="*/ 118 h 297"/>
                  <a:gd name="T12" fmla="*/ 152 w 303"/>
                  <a:gd name="T13" fmla="*/ 97 h 297"/>
                  <a:gd name="T14" fmla="*/ 169 w 303"/>
                  <a:gd name="T15" fmla="*/ 0 h 297"/>
                  <a:gd name="T16" fmla="*/ 178 w 303"/>
                  <a:gd name="T17" fmla="*/ 12 h 297"/>
                  <a:gd name="T18" fmla="*/ 203 w 303"/>
                  <a:gd name="T19" fmla="*/ 46 h 297"/>
                  <a:gd name="T20" fmla="*/ 235 w 303"/>
                  <a:gd name="T21" fmla="*/ 31 h 297"/>
                  <a:gd name="T22" fmla="*/ 242 w 303"/>
                  <a:gd name="T23" fmla="*/ 30 h 297"/>
                  <a:gd name="T24" fmla="*/ 269 w 303"/>
                  <a:gd name="T25" fmla="*/ 54 h 297"/>
                  <a:gd name="T26" fmla="*/ 271 w 303"/>
                  <a:gd name="T27" fmla="*/ 63 h 297"/>
                  <a:gd name="T28" fmla="*/ 256 w 303"/>
                  <a:gd name="T29" fmla="*/ 98 h 297"/>
                  <a:gd name="T30" fmla="*/ 292 w 303"/>
                  <a:gd name="T31" fmla="*/ 122 h 297"/>
                  <a:gd name="T32" fmla="*/ 303 w 303"/>
                  <a:gd name="T33" fmla="*/ 129 h 297"/>
                  <a:gd name="T34" fmla="*/ 303 w 303"/>
                  <a:gd name="T35" fmla="*/ 166 h 297"/>
                  <a:gd name="T36" fmla="*/ 292 w 303"/>
                  <a:gd name="T37" fmla="*/ 174 h 297"/>
                  <a:gd name="T38" fmla="*/ 258 w 303"/>
                  <a:gd name="T39" fmla="*/ 198 h 297"/>
                  <a:gd name="T40" fmla="*/ 272 w 303"/>
                  <a:gd name="T41" fmla="*/ 233 h 297"/>
                  <a:gd name="T42" fmla="*/ 271 w 303"/>
                  <a:gd name="T43" fmla="*/ 242 h 297"/>
                  <a:gd name="T44" fmla="*/ 237 w 303"/>
                  <a:gd name="T45" fmla="*/ 264 h 297"/>
                  <a:gd name="T46" fmla="*/ 190 w 303"/>
                  <a:gd name="T47" fmla="*/ 256 h 297"/>
                  <a:gd name="T48" fmla="*/ 175 w 303"/>
                  <a:gd name="T49" fmla="*/ 292 h 297"/>
                  <a:gd name="T50" fmla="*/ 169 w 303"/>
                  <a:gd name="T51" fmla="*/ 297 h 297"/>
                  <a:gd name="T52" fmla="*/ 132 w 303"/>
                  <a:gd name="T53" fmla="*/ 296 h 297"/>
                  <a:gd name="T54" fmla="*/ 120 w 303"/>
                  <a:gd name="T55" fmla="*/ 273 h 297"/>
                  <a:gd name="T56" fmla="*/ 86 w 303"/>
                  <a:gd name="T57" fmla="*/ 258 h 297"/>
                  <a:gd name="T58" fmla="*/ 64 w 303"/>
                  <a:gd name="T59" fmla="*/ 267 h 297"/>
                  <a:gd name="T60" fmla="*/ 59 w 303"/>
                  <a:gd name="T61" fmla="*/ 267 h 297"/>
                  <a:gd name="T62" fmla="*/ 33 w 303"/>
                  <a:gd name="T63" fmla="*/ 241 h 297"/>
                  <a:gd name="T64" fmla="*/ 35 w 303"/>
                  <a:gd name="T65" fmla="*/ 226 h 297"/>
                  <a:gd name="T66" fmla="*/ 42 w 303"/>
                  <a:gd name="T67" fmla="*/ 186 h 297"/>
                  <a:gd name="T68" fmla="*/ 5 w 303"/>
                  <a:gd name="T69" fmla="*/ 171 h 297"/>
                  <a:gd name="T70" fmla="*/ 0 w 303"/>
                  <a:gd name="T71" fmla="*/ 165 h 297"/>
                  <a:gd name="T72" fmla="*/ 1 w 303"/>
                  <a:gd name="T73" fmla="*/ 129 h 297"/>
                  <a:gd name="T74" fmla="*/ 24 w 303"/>
                  <a:gd name="T75" fmla="*/ 118 h 297"/>
                  <a:gd name="T76" fmla="*/ 39 w 303"/>
                  <a:gd name="T77" fmla="*/ 82 h 297"/>
                  <a:gd name="T78" fmla="*/ 30 w 303"/>
                  <a:gd name="T79" fmla="*/ 59 h 297"/>
                  <a:gd name="T80" fmla="*/ 58 w 303"/>
                  <a:gd name="T81" fmla="*/ 30 h 297"/>
                  <a:gd name="T82" fmla="*/ 81 w 303"/>
                  <a:gd name="T83" fmla="*/ 37 h 297"/>
                  <a:gd name="T84" fmla="*/ 120 w 303"/>
                  <a:gd name="T85" fmla="*/ 23 h 297"/>
                  <a:gd name="T86" fmla="*/ 131 w 303"/>
                  <a:gd name="T87" fmla="*/ 1 h 2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303" h="297">
                    <a:moveTo>
                      <a:pt x="152" y="97"/>
                    </a:moveTo>
                    <a:lnTo>
                      <a:pt x="135" y="99"/>
                    </a:lnTo>
                    <a:lnTo>
                      <a:pt x="120" y="106"/>
                    </a:lnTo>
                    <a:lnTo>
                      <a:pt x="109" y="118"/>
                    </a:lnTo>
                    <a:lnTo>
                      <a:pt x="102" y="132"/>
                    </a:lnTo>
                    <a:lnTo>
                      <a:pt x="99" y="148"/>
                    </a:lnTo>
                    <a:lnTo>
                      <a:pt x="102" y="165"/>
                    </a:lnTo>
                    <a:lnTo>
                      <a:pt x="109" y="179"/>
                    </a:lnTo>
                    <a:lnTo>
                      <a:pt x="120" y="190"/>
                    </a:lnTo>
                    <a:lnTo>
                      <a:pt x="135" y="198"/>
                    </a:lnTo>
                    <a:lnTo>
                      <a:pt x="152" y="200"/>
                    </a:lnTo>
                    <a:lnTo>
                      <a:pt x="169" y="198"/>
                    </a:lnTo>
                    <a:lnTo>
                      <a:pt x="183" y="190"/>
                    </a:lnTo>
                    <a:lnTo>
                      <a:pt x="195" y="179"/>
                    </a:lnTo>
                    <a:lnTo>
                      <a:pt x="203" y="165"/>
                    </a:lnTo>
                    <a:lnTo>
                      <a:pt x="205" y="148"/>
                    </a:lnTo>
                    <a:lnTo>
                      <a:pt x="203" y="132"/>
                    </a:lnTo>
                    <a:lnTo>
                      <a:pt x="195" y="118"/>
                    </a:lnTo>
                    <a:lnTo>
                      <a:pt x="183" y="106"/>
                    </a:lnTo>
                    <a:lnTo>
                      <a:pt x="169" y="99"/>
                    </a:lnTo>
                    <a:lnTo>
                      <a:pt x="152" y="97"/>
                    </a:lnTo>
                    <a:close/>
                    <a:moveTo>
                      <a:pt x="135" y="0"/>
                    </a:moveTo>
                    <a:lnTo>
                      <a:pt x="167" y="0"/>
                    </a:lnTo>
                    <a:lnTo>
                      <a:pt x="169" y="0"/>
                    </a:lnTo>
                    <a:lnTo>
                      <a:pt x="171" y="1"/>
                    </a:lnTo>
                    <a:lnTo>
                      <a:pt x="174" y="5"/>
                    </a:lnTo>
                    <a:lnTo>
                      <a:pt x="178" y="12"/>
                    </a:lnTo>
                    <a:lnTo>
                      <a:pt x="183" y="23"/>
                    </a:lnTo>
                    <a:lnTo>
                      <a:pt x="190" y="40"/>
                    </a:lnTo>
                    <a:lnTo>
                      <a:pt x="203" y="46"/>
                    </a:lnTo>
                    <a:lnTo>
                      <a:pt x="217" y="39"/>
                    </a:lnTo>
                    <a:lnTo>
                      <a:pt x="228" y="34"/>
                    </a:lnTo>
                    <a:lnTo>
                      <a:pt x="235" y="31"/>
                    </a:lnTo>
                    <a:lnTo>
                      <a:pt x="239" y="30"/>
                    </a:lnTo>
                    <a:lnTo>
                      <a:pt x="242" y="30"/>
                    </a:lnTo>
                    <a:lnTo>
                      <a:pt x="242" y="30"/>
                    </a:lnTo>
                    <a:lnTo>
                      <a:pt x="245" y="30"/>
                    </a:lnTo>
                    <a:lnTo>
                      <a:pt x="247" y="31"/>
                    </a:lnTo>
                    <a:lnTo>
                      <a:pt x="269" y="54"/>
                    </a:lnTo>
                    <a:lnTo>
                      <a:pt x="271" y="55"/>
                    </a:lnTo>
                    <a:lnTo>
                      <a:pt x="272" y="57"/>
                    </a:lnTo>
                    <a:lnTo>
                      <a:pt x="271" y="63"/>
                    </a:lnTo>
                    <a:lnTo>
                      <a:pt x="269" y="69"/>
                    </a:lnTo>
                    <a:lnTo>
                      <a:pt x="264" y="81"/>
                    </a:lnTo>
                    <a:lnTo>
                      <a:pt x="256" y="98"/>
                    </a:lnTo>
                    <a:lnTo>
                      <a:pt x="262" y="110"/>
                    </a:lnTo>
                    <a:lnTo>
                      <a:pt x="280" y="116"/>
                    </a:lnTo>
                    <a:lnTo>
                      <a:pt x="292" y="122"/>
                    </a:lnTo>
                    <a:lnTo>
                      <a:pt x="298" y="126"/>
                    </a:lnTo>
                    <a:lnTo>
                      <a:pt x="302" y="128"/>
                    </a:lnTo>
                    <a:lnTo>
                      <a:pt x="303" y="129"/>
                    </a:lnTo>
                    <a:lnTo>
                      <a:pt x="303" y="132"/>
                    </a:lnTo>
                    <a:lnTo>
                      <a:pt x="303" y="163"/>
                    </a:lnTo>
                    <a:lnTo>
                      <a:pt x="303" y="166"/>
                    </a:lnTo>
                    <a:lnTo>
                      <a:pt x="302" y="167"/>
                    </a:lnTo>
                    <a:lnTo>
                      <a:pt x="298" y="170"/>
                    </a:lnTo>
                    <a:lnTo>
                      <a:pt x="292" y="174"/>
                    </a:lnTo>
                    <a:lnTo>
                      <a:pt x="280" y="179"/>
                    </a:lnTo>
                    <a:lnTo>
                      <a:pt x="262" y="186"/>
                    </a:lnTo>
                    <a:lnTo>
                      <a:pt x="258" y="198"/>
                    </a:lnTo>
                    <a:lnTo>
                      <a:pt x="264" y="215"/>
                    </a:lnTo>
                    <a:lnTo>
                      <a:pt x="269" y="226"/>
                    </a:lnTo>
                    <a:lnTo>
                      <a:pt x="272" y="233"/>
                    </a:lnTo>
                    <a:lnTo>
                      <a:pt x="273" y="238"/>
                    </a:lnTo>
                    <a:lnTo>
                      <a:pt x="272" y="241"/>
                    </a:lnTo>
                    <a:lnTo>
                      <a:pt x="271" y="242"/>
                    </a:lnTo>
                    <a:lnTo>
                      <a:pt x="246" y="266"/>
                    </a:lnTo>
                    <a:lnTo>
                      <a:pt x="243" y="266"/>
                    </a:lnTo>
                    <a:lnTo>
                      <a:pt x="237" y="264"/>
                    </a:lnTo>
                    <a:lnTo>
                      <a:pt x="222" y="259"/>
                    </a:lnTo>
                    <a:lnTo>
                      <a:pt x="203" y="251"/>
                    </a:lnTo>
                    <a:lnTo>
                      <a:pt x="190" y="256"/>
                    </a:lnTo>
                    <a:lnTo>
                      <a:pt x="183" y="273"/>
                    </a:lnTo>
                    <a:lnTo>
                      <a:pt x="179" y="285"/>
                    </a:lnTo>
                    <a:lnTo>
                      <a:pt x="175" y="292"/>
                    </a:lnTo>
                    <a:lnTo>
                      <a:pt x="173" y="296"/>
                    </a:lnTo>
                    <a:lnTo>
                      <a:pt x="171" y="297"/>
                    </a:lnTo>
                    <a:lnTo>
                      <a:pt x="169" y="297"/>
                    </a:lnTo>
                    <a:lnTo>
                      <a:pt x="136" y="297"/>
                    </a:lnTo>
                    <a:lnTo>
                      <a:pt x="135" y="297"/>
                    </a:lnTo>
                    <a:lnTo>
                      <a:pt x="132" y="296"/>
                    </a:lnTo>
                    <a:lnTo>
                      <a:pt x="129" y="292"/>
                    </a:lnTo>
                    <a:lnTo>
                      <a:pt x="126" y="285"/>
                    </a:lnTo>
                    <a:lnTo>
                      <a:pt x="120" y="273"/>
                    </a:lnTo>
                    <a:lnTo>
                      <a:pt x="114" y="256"/>
                    </a:lnTo>
                    <a:lnTo>
                      <a:pt x="101" y="251"/>
                    </a:lnTo>
                    <a:lnTo>
                      <a:pt x="86" y="258"/>
                    </a:lnTo>
                    <a:lnTo>
                      <a:pt x="76" y="263"/>
                    </a:lnTo>
                    <a:lnTo>
                      <a:pt x="69" y="266"/>
                    </a:lnTo>
                    <a:lnTo>
                      <a:pt x="64" y="267"/>
                    </a:lnTo>
                    <a:lnTo>
                      <a:pt x="63" y="267"/>
                    </a:lnTo>
                    <a:lnTo>
                      <a:pt x="61" y="267"/>
                    </a:lnTo>
                    <a:lnTo>
                      <a:pt x="59" y="267"/>
                    </a:lnTo>
                    <a:lnTo>
                      <a:pt x="56" y="266"/>
                    </a:lnTo>
                    <a:lnTo>
                      <a:pt x="34" y="243"/>
                    </a:lnTo>
                    <a:lnTo>
                      <a:pt x="33" y="241"/>
                    </a:lnTo>
                    <a:lnTo>
                      <a:pt x="31" y="238"/>
                    </a:lnTo>
                    <a:lnTo>
                      <a:pt x="33" y="234"/>
                    </a:lnTo>
                    <a:lnTo>
                      <a:pt x="35" y="226"/>
                    </a:lnTo>
                    <a:lnTo>
                      <a:pt x="39" y="216"/>
                    </a:lnTo>
                    <a:lnTo>
                      <a:pt x="47" y="199"/>
                    </a:lnTo>
                    <a:lnTo>
                      <a:pt x="42" y="186"/>
                    </a:lnTo>
                    <a:lnTo>
                      <a:pt x="24" y="179"/>
                    </a:lnTo>
                    <a:lnTo>
                      <a:pt x="12" y="175"/>
                    </a:lnTo>
                    <a:lnTo>
                      <a:pt x="5" y="171"/>
                    </a:lnTo>
                    <a:lnTo>
                      <a:pt x="1" y="169"/>
                    </a:lnTo>
                    <a:lnTo>
                      <a:pt x="0" y="167"/>
                    </a:lnTo>
                    <a:lnTo>
                      <a:pt x="0" y="165"/>
                    </a:lnTo>
                    <a:lnTo>
                      <a:pt x="0" y="133"/>
                    </a:lnTo>
                    <a:lnTo>
                      <a:pt x="0" y="131"/>
                    </a:lnTo>
                    <a:lnTo>
                      <a:pt x="1" y="129"/>
                    </a:lnTo>
                    <a:lnTo>
                      <a:pt x="5" y="127"/>
                    </a:lnTo>
                    <a:lnTo>
                      <a:pt x="12" y="123"/>
                    </a:lnTo>
                    <a:lnTo>
                      <a:pt x="24" y="118"/>
                    </a:lnTo>
                    <a:lnTo>
                      <a:pt x="42" y="111"/>
                    </a:lnTo>
                    <a:lnTo>
                      <a:pt x="47" y="98"/>
                    </a:lnTo>
                    <a:lnTo>
                      <a:pt x="39" y="82"/>
                    </a:lnTo>
                    <a:lnTo>
                      <a:pt x="34" y="71"/>
                    </a:lnTo>
                    <a:lnTo>
                      <a:pt x="31" y="63"/>
                    </a:lnTo>
                    <a:lnTo>
                      <a:pt x="30" y="59"/>
                    </a:lnTo>
                    <a:lnTo>
                      <a:pt x="31" y="56"/>
                    </a:lnTo>
                    <a:lnTo>
                      <a:pt x="33" y="55"/>
                    </a:lnTo>
                    <a:lnTo>
                      <a:pt x="58" y="30"/>
                    </a:lnTo>
                    <a:lnTo>
                      <a:pt x="60" y="30"/>
                    </a:lnTo>
                    <a:lnTo>
                      <a:pt x="67" y="33"/>
                    </a:lnTo>
                    <a:lnTo>
                      <a:pt x="81" y="37"/>
                    </a:lnTo>
                    <a:lnTo>
                      <a:pt x="101" y="46"/>
                    </a:lnTo>
                    <a:lnTo>
                      <a:pt x="114" y="40"/>
                    </a:lnTo>
                    <a:lnTo>
                      <a:pt x="120" y="23"/>
                    </a:lnTo>
                    <a:lnTo>
                      <a:pt x="124" y="12"/>
                    </a:lnTo>
                    <a:lnTo>
                      <a:pt x="128" y="5"/>
                    </a:lnTo>
                    <a:lnTo>
                      <a:pt x="131" y="1"/>
                    </a:lnTo>
                    <a:lnTo>
                      <a:pt x="133" y="0"/>
                    </a:lnTo>
                    <a:lnTo>
                      <a:pt x="13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18" name="Freeform 7"/>
              <p:cNvSpPr>
                <a:spLocks noEditPoints="1"/>
              </p:cNvSpPr>
              <p:nvPr/>
            </p:nvSpPr>
            <p:spPr bwMode="auto">
              <a:xfrm rot="19386584" flipH="1">
                <a:off x="5049145" y="1386297"/>
                <a:ext cx="77152" cy="74988"/>
              </a:xfrm>
              <a:custGeom>
                <a:avLst/>
                <a:gdLst>
                  <a:gd name="T0" fmla="*/ 43 w 107"/>
                  <a:gd name="T1" fmla="*/ 36 h 104"/>
                  <a:gd name="T2" fmla="*/ 35 w 107"/>
                  <a:gd name="T3" fmla="*/ 52 h 104"/>
                  <a:gd name="T4" fmla="*/ 43 w 107"/>
                  <a:gd name="T5" fmla="*/ 66 h 104"/>
                  <a:gd name="T6" fmla="*/ 60 w 107"/>
                  <a:gd name="T7" fmla="*/ 69 h 104"/>
                  <a:gd name="T8" fmla="*/ 72 w 107"/>
                  <a:gd name="T9" fmla="*/ 57 h 104"/>
                  <a:gd name="T10" fmla="*/ 69 w 107"/>
                  <a:gd name="T11" fmla="*/ 42 h 104"/>
                  <a:gd name="T12" fmla="*/ 54 w 107"/>
                  <a:gd name="T13" fmla="*/ 34 h 104"/>
                  <a:gd name="T14" fmla="*/ 60 w 107"/>
                  <a:gd name="T15" fmla="*/ 0 h 104"/>
                  <a:gd name="T16" fmla="*/ 63 w 107"/>
                  <a:gd name="T17" fmla="*/ 2 h 104"/>
                  <a:gd name="T18" fmla="*/ 67 w 107"/>
                  <a:gd name="T19" fmla="*/ 14 h 104"/>
                  <a:gd name="T20" fmla="*/ 80 w 107"/>
                  <a:gd name="T21" fmla="*/ 12 h 104"/>
                  <a:gd name="T22" fmla="*/ 85 w 107"/>
                  <a:gd name="T23" fmla="*/ 10 h 104"/>
                  <a:gd name="T24" fmla="*/ 86 w 107"/>
                  <a:gd name="T25" fmla="*/ 10 h 104"/>
                  <a:gd name="T26" fmla="*/ 96 w 107"/>
                  <a:gd name="T27" fmla="*/ 19 h 104"/>
                  <a:gd name="T28" fmla="*/ 96 w 107"/>
                  <a:gd name="T29" fmla="*/ 22 h 104"/>
                  <a:gd name="T30" fmla="*/ 92 w 107"/>
                  <a:gd name="T31" fmla="*/ 34 h 104"/>
                  <a:gd name="T32" fmla="*/ 102 w 107"/>
                  <a:gd name="T33" fmla="*/ 42 h 104"/>
                  <a:gd name="T34" fmla="*/ 107 w 107"/>
                  <a:gd name="T35" fmla="*/ 44 h 104"/>
                  <a:gd name="T36" fmla="*/ 107 w 107"/>
                  <a:gd name="T37" fmla="*/ 57 h 104"/>
                  <a:gd name="T38" fmla="*/ 106 w 107"/>
                  <a:gd name="T39" fmla="*/ 59 h 104"/>
                  <a:gd name="T40" fmla="*/ 98 w 107"/>
                  <a:gd name="T41" fmla="*/ 63 h 104"/>
                  <a:gd name="T42" fmla="*/ 93 w 107"/>
                  <a:gd name="T43" fmla="*/ 74 h 104"/>
                  <a:gd name="T44" fmla="*/ 97 w 107"/>
                  <a:gd name="T45" fmla="*/ 82 h 104"/>
                  <a:gd name="T46" fmla="*/ 96 w 107"/>
                  <a:gd name="T47" fmla="*/ 85 h 104"/>
                  <a:gd name="T48" fmla="*/ 85 w 107"/>
                  <a:gd name="T49" fmla="*/ 94 h 104"/>
                  <a:gd name="T50" fmla="*/ 72 w 107"/>
                  <a:gd name="T51" fmla="*/ 89 h 104"/>
                  <a:gd name="T52" fmla="*/ 64 w 107"/>
                  <a:gd name="T53" fmla="*/ 99 h 104"/>
                  <a:gd name="T54" fmla="*/ 62 w 107"/>
                  <a:gd name="T55" fmla="*/ 104 h 104"/>
                  <a:gd name="T56" fmla="*/ 48 w 107"/>
                  <a:gd name="T57" fmla="*/ 104 h 104"/>
                  <a:gd name="T58" fmla="*/ 46 w 107"/>
                  <a:gd name="T59" fmla="*/ 103 h 104"/>
                  <a:gd name="T60" fmla="*/ 42 w 107"/>
                  <a:gd name="T61" fmla="*/ 95 h 104"/>
                  <a:gd name="T62" fmla="*/ 31 w 107"/>
                  <a:gd name="T63" fmla="*/ 90 h 104"/>
                  <a:gd name="T64" fmla="*/ 24 w 107"/>
                  <a:gd name="T65" fmla="*/ 94 h 104"/>
                  <a:gd name="T66" fmla="*/ 22 w 107"/>
                  <a:gd name="T67" fmla="*/ 94 h 104"/>
                  <a:gd name="T68" fmla="*/ 12 w 107"/>
                  <a:gd name="T69" fmla="*/ 85 h 104"/>
                  <a:gd name="T70" fmla="*/ 12 w 107"/>
                  <a:gd name="T71" fmla="*/ 84 h 104"/>
                  <a:gd name="T72" fmla="*/ 14 w 107"/>
                  <a:gd name="T73" fmla="*/ 74 h 104"/>
                  <a:gd name="T74" fmla="*/ 9 w 107"/>
                  <a:gd name="T75" fmla="*/ 64 h 104"/>
                  <a:gd name="T76" fmla="*/ 1 w 107"/>
                  <a:gd name="T77" fmla="*/ 60 h 104"/>
                  <a:gd name="T78" fmla="*/ 0 w 107"/>
                  <a:gd name="T79" fmla="*/ 57 h 104"/>
                  <a:gd name="T80" fmla="*/ 0 w 107"/>
                  <a:gd name="T81" fmla="*/ 46 h 104"/>
                  <a:gd name="T82" fmla="*/ 5 w 107"/>
                  <a:gd name="T83" fmla="*/ 43 h 104"/>
                  <a:gd name="T84" fmla="*/ 17 w 107"/>
                  <a:gd name="T85" fmla="*/ 34 h 104"/>
                  <a:gd name="T86" fmla="*/ 12 w 107"/>
                  <a:gd name="T87" fmla="*/ 23 h 104"/>
                  <a:gd name="T88" fmla="*/ 11 w 107"/>
                  <a:gd name="T89" fmla="*/ 19 h 104"/>
                  <a:gd name="T90" fmla="*/ 21 w 107"/>
                  <a:gd name="T91" fmla="*/ 10 h 104"/>
                  <a:gd name="T92" fmla="*/ 30 w 107"/>
                  <a:gd name="T93" fmla="*/ 13 h 104"/>
                  <a:gd name="T94" fmla="*/ 42 w 107"/>
                  <a:gd name="T95" fmla="*/ 9 h 104"/>
                  <a:gd name="T96" fmla="*/ 46 w 107"/>
                  <a:gd name="T97" fmla="*/ 0 h 104"/>
                  <a:gd name="T98" fmla="*/ 48 w 107"/>
                  <a:gd name="T99" fmla="*/ 0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07" h="104">
                    <a:moveTo>
                      <a:pt x="54" y="34"/>
                    </a:moveTo>
                    <a:lnTo>
                      <a:pt x="48" y="34"/>
                    </a:lnTo>
                    <a:lnTo>
                      <a:pt x="43" y="36"/>
                    </a:lnTo>
                    <a:lnTo>
                      <a:pt x="38" y="42"/>
                    </a:lnTo>
                    <a:lnTo>
                      <a:pt x="35" y="46"/>
                    </a:lnTo>
                    <a:lnTo>
                      <a:pt x="35" y="52"/>
                    </a:lnTo>
                    <a:lnTo>
                      <a:pt x="35" y="57"/>
                    </a:lnTo>
                    <a:lnTo>
                      <a:pt x="38" y="63"/>
                    </a:lnTo>
                    <a:lnTo>
                      <a:pt x="43" y="66"/>
                    </a:lnTo>
                    <a:lnTo>
                      <a:pt x="48" y="69"/>
                    </a:lnTo>
                    <a:lnTo>
                      <a:pt x="54" y="70"/>
                    </a:lnTo>
                    <a:lnTo>
                      <a:pt x="60" y="69"/>
                    </a:lnTo>
                    <a:lnTo>
                      <a:pt x="66" y="66"/>
                    </a:lnTo>
                    <a:lnTo>
                      <a:pt x="69" y="63"/>
                    </a:lnTo>
                    <a:lnTo>
                      <a:pt x="72" y="57"/>
                    </a:lnTo>
                    <a:lnTo>
                      <a:pt x="72" y="52"/>
                    </a:lnTo>
                    <a:lnTo>
                      <a:pt x="72" y="46"/>
                    </a:lnTo>
                    <a:lnTo>
                      <a:pt x="69" y="42"/>
                    </a:lnTo>
                    <a:lnTo>
                      <a:pt x="66" y="36"/>
                    </a:lnTo>
                    <a:lnTo>
                      <a:pt x="60" y="34"/>
                    </a:lnTo>
                    <a:lnTo>
                      <a:pt x="54" y="34"/>
                    </a:lnTo>
                    <a:close/>
                    <a:moveTo>
                      <a:pt x="48" y="0"/>
                    </a:moveTo>
                    <a:lnTo>
                      <a:pt x="59" y="0"/>
                    </a:lnTo>
                    <a:lnTo>
                      <a:pt x="60" y="0"/>
                    </a:lnTo>
                    <a:lnTo>
                      <a:pt x="60" y="0"/>
                    </a:lnTo>
                    <a:lnTo>
                      <a:pt x="62" y="0"/>
                    </a:lnTo>
                    <a:lnTo>
                      <a:pt x="63" y="2"/>
                    </a:lnTo>
                    <a:lnTo>
                      <a:pt x="63" y="5"/>
                    </a:lnTo>
                    <a:lnTo>
                      <a:pt x="66" y="8"/>
                    </a:lnTo>
                    <a:lnTo>
                      <a:pt x="67" y="14"/>
                    </a:lnTo>
                    <a:lnTo>
                      <a:pt x="72" y="15"/>
                    </a:lnTo>
                    <a:lnTo>
                      <a:pt x="76" y="13"/>
                    </a:lnTo>
                    <a:lnTo>
                      <a:pt x="80" y="12"/>
                    </a:lnTo>
                    <a:lnTo>
                      <a:pt x="83" y="10"/>
                    </a:lnTo>
                    <a:lnTo>
                      <a:pt x="84" y="10"/>
                    </a:lnTo>
                    <a:lnTo>
                      <a:pt x="85" y="10"/>
                    </a:lnTo>
                    <a:lnTo>
                      <a:pt x="85" y="10"/>
                    </a:lnTo>
                    <a:lnTo>
                      <a:pt x="86" y="10"/>
                    </a:lnTo>
                    <a:lnTo>
                      <a:pt x="86" y="10"/>
                    </a:lnTo>
                    <a:lnTo>
                      <a:pt x="88" y="10"/>
                    </a:lnTo>
                    <a:lnTo>
                      <a:pt x="96" y="18"/>
                    </a:lnTo>
                    <a:lnTo>
                      <a:pt x="96" y="19"/>
                    </a:lnTo>
                    <a:lnTo>
                      <a:pt x="97" y="19"/>
                    </a:lnTo>
                    <a:lnTo>
                      <a:pt x="97" y="21"/>
                    </a:lnTo>
                    <a:lnTo>
                      <a:pt x="96" y="22"/>
                    </a:lnTo>
                    <a:lnTo>
                      <a:pt x="94" y="25"/>
                    </a:lnTo>
                    <a:lnTo>
                      <a:pt x="93" y="29"/>
                    </a:lnTo>
                    <a:lnTo>
                      <a:pt x="92" y="34"/>
                    </a:lnTo>
                    <a:lnTo>
                      <a:pt x="93" y="39"/>
                    </a:lnTo>
                    <a:lnTo>
                      <a:pt x="98" y="40"/>
                    </a:lnTo>
                    <a:lnTo>
                      <a:pt x="102" y="42"/>
                    </a:lnTo>
                    <a:lnTo>
                      <a:pt x="105" y="43"/>
                    </a:lnTo>
                    <a:lnTo>
                      <a:pt x="106" y="44"/>
                    </a:lnTo>
                    <a:lnTo>
                      <a:pt x="107" y="44"/>
                    </a:lnTo>
                    <a:lnTo>
                      <a:pt x="107" y="46"/>
                    </a:lnTo>
                    <a:lnTo>
                      <a:pt x="107" y="46"/>
                    </a:lnTo>
                    <a:lnTo>
                      <a:pt x="107" y="57"/>
                    </a:lnTo>
                    <a:lnTo>
                      <a:pt x="107" y="57"/>
                    </a:lnTo>
                    <a:lnTo>
                      <a:pt x="107" y="59"/>
                    </a:lnTo>
                    <a:lnTo>
                      <a:pt x="106" y="59"/>
                    </a:lnTo>
                    <a:lnTo>
                      <a:pt x="105" y="60"/>
                    </a:lnTo>
                    <a:lnTo>
                      <a:pt x="102" y="61"/>
                    </a:lnTo>
                    <a:lnTo>
                      <a:pt x="98" y="63"/>
                    </a:lnTo>
                    <a:lnTo>
                      <a:pt x="93" y="65"/>
                    </a:lnTo>
                    <a:lnTo>
                      <a:pt x="92" y="69"/>
                    </a:lnTo>
                    <a:lnTo>
                      <a:pt x="93" y="74"/>
                    </a:lnTo>
                    <a:lnTo>
                      <a:pt x="96" y="78"/>
                    </a:lnTo>
                    <a:lnTo>
                      <a:pt x="96" y="81"/>
                    </a:lnTo>
                    <a:lnTo>
                      <a:pt x="97" y="82"/>
                    </a:lnTo>
                    <a:lnTo>
                      <a:pt x="97" y="84"/>
                    </a:lnTo>
                    <a:lnTo>
                      <a:pt x="97" y="85"/>
                    </a:lnTo>
                    <a:lnTo>
                      <a:pt x="96" y="85"/>
                    </a:lnTo>
                    <a:lnTo>
                      <a:pt x="88" y="94"/>
                    </a:lnTo>
                    <a:lnTo>
                      <a:pt x="86" y="94"/>
                    </a:lnTo>
                    <a:lnTo>
                      <a:pt x="85" y="94"/>
                    </a:lnTo>
                    <a:lnTo>
                      <a:pt x="81" y="93"/>
                    </a:lnTo>
                    <a:lnTo>
                      <a:pt x="77" y="90"/>
                    </a:lnTo>
                    <a:lnTo>
                      <a:pt x="72" y="89"/>
                    </a:lnTo>
                    <a:lnTo>
                      <a:pt x="67" y="90"/>
                    </a:lnTo>
                    <a:lnTo>
                      <a:pt x="66" y="95"/>
                    </a:lnTo>
                    <a:lnTo>
                      <a:pt x="64" y="99"/>
                    </a:lnTo>
                    <a:lnTo>
                      <a:pt x="63" y="102"/>
                    </a:lnTo>
                    <a:lnTo>
                      <a:pt x="62" y="103"/>
                    </a:lnTo>
                    <a:lnTo>
                      <a:pt x="62" y="104"/>
                    </a:lnTo>
                    <a:lnTo>
                      <a:pt x="60" y="104"/>
                    </a:lnTo>
                    <a:lnTo>
                      <a:pt x="60" y="104"/>
                    </a:lnTo>
                    <a:lnTo>
                      <a:pt x="48" y="104"/>
                    </a:lnTo>
                    <a:lnTo>
                      <a:pt x="47" y="104"/>
                    </a:lnTo>
                    <a:lnTo>
                      <a:pt x="47" y="104"/>
                    </a:lnTo>
                    <a:lnTo>
                      <a:pt x="46" y="103"/>
                    </a:lnTo>
                    <a:lnTo>
                      <a:pt x="46" y="102"/>
                    </a:lnTo>
                    <a:lnTo>
                      <a:pt x="45" y="99"/>
                    </a:lnTo>
                    <a:lnTo>
                      <a:pt x="42" y="95"/>
                    </a:lnTo>
                    <a:lnTo>
                      <a:pt x="41" y="90"/>
                    </a:lnTo>
                    <a:lnTo>
                      <a:pt x="35" y="89"/>
                    </a:lnTo>
                    <a:lnTo>
                      <a:pt x="31" y="90"/>
                    </a:lnTo>
                    <a:lnTo>
                      <a:pt x="28" y="91"/>
                    </a:lnTo>
                    <a:lnTo>
                      <a:pt x="25" y="93"/>
                    </a:lnTo>
                    <a:lnTo>
                      <a:pt x="24" y="94"/>
                    </a:lnTo>
                    <a:lnTo>
                      <a:pt x="22" y="94"/>
                    </a:lnTo>
                    <a:lnTo>
                      <a:pt x="22" y="94"/>
                    </a:lnTo>
                    <a:lnTo>
                      <a:pt x="22" y="94"/>
                    </a:lnTo>
                    <a:lnTo>
                      <a:pt x="21" y="94"/>
                    </a:lnTo>
                    <a:lnTo>
                      <a:pt x="20" y="94"/>
                    </a:lnTo>
                    <a:lnTo>
                      <a:pt x="12" y="85"/>
                    </a:lnTo>
                    <a:lnTo>
                      <a:pt x="12" y="85"/>
                    </a:lnTo>
                    <a:lnTo>
                      <a:pt x="12" y="85"/>
                    </a:lnTo>
                    <a:lnTo>
                      <a:pt x="12" y="84"/>
                    </a:lnTo>
                    <a:lnTo>
                      <a:pt x="12" y="81"/>
                    </a:lnTo>
                    <a:lnTo>
                      <a:pt x="13" y="78"/>
                    </a:lnTo>
                    <a:lnTo>
                      <a:pt x="14" y="74"/>
                    </a:lnTo>
                    <a:lnTo>
                      <a:pt x="17" y="69"/>
                    </a:lnTo>
                    <a:lnTo>
                      <a:pt x="14" y="65"/>
                    </a:lnTo>
                    <a:lnTo>
                      <a:pt x="9" y="64"/>
                    </a:lnTo>
                    <a:lnTo>
                      <a:pt x="5" y="61"/>
                    </a:lnTo>
                    <a:lnTo>
                      <a:pt x="3" y="61"/>
                    </a:lnTo>
                    <a:lnTo>
                      <a:pt x="1" y="60"/>
                    </a:lnTo>
                    <a:lnTo>
                      <a:pt x="0" y="59"/>
                    </a:lnTo>
                    <a:lnTo>
                      <a:pt x="0" y="59"/>
                    </a:lnTo>
                    <a:lnTo>
                      <a:pt x="0" y="57"/>
                    </a:lnTo>
                    <a:lnTo>
                      <a:pt x="0" y="47"/>
                    </a:lnTo>
                    <a:lnTo>
                      <a:pt x="0" y="46"/>
                    </a:lnTo>
                    <a:lnTo>
                      <a:pt x="0" y="46"/>
                    </a:lnTo>
                    <a:lnTo>
                      <a:pt x="1" y="44"/>
                    </a:lnTo>
                    <a:lnTo>
                      <a:pt x="3" y="44"/>
                    </a:lnTo>
                    <a:lnTo>
                      <a:pt x="5" y="43"/>
                    </a:lnTo>
                    <a:lnTo>
                      <a:pt x="9" y="40"/>
                    </a:lnTo>
                    <a:lnTo>
                      <a:pt x="14" y="39"/>
                    </a:lnTo>
                    <a:lnTo>
                      <a:pt x="17" y="34"/>
                    </a:lnTo>
                    <a:lnTo>
                      <a:pt x="14" y="29"/>
                    </a:lnTo>
                    <a:lnTo>
                      <a:pt x="12" y="26"/>
                    </a:lnTo>
                    <a:lnTo>
                      <a:pt x="12" y="23"/>
                    </a:lnTo>
                    <a:lnTo>
                      <a:pt x="11" y="21"/>
                    </a:lnTo>
                    <a:lnTo>
                      <a:pt x="11" y="19"/>
                    </a:lnTo>
                    <a:lnTo>
                      <a:pt x="11" y="19"/>
                    </a:lnTo>
                    <a:lnTo>
                      <a:pt x="12" y="18"/>
                    </a:lnTo>
                    <a:lnTo>
                      <a:pt x="20" y="10"/>
                    </a:lnTo>
                    <a:lnTo>
                      <a:pt x="21" y="10"/>
                    </a:lnTo>
                    <a:lnTo>
                      <a:pt x="24" y="10"/>
                    </a:lnTo>
                    <a:lnTo>
                      <a:pt x="26" y="12"/>
                    </a:lnTo>
                    <a:lnTo>
                      <a:pt x="30" y="13"/>
                    </a:lnTo>
                    <a:lnTo>
                      <a:pt x="35" y="15"/>
                    </a:lnTo>
                    <a:lnTo>
                      <a:pt x="41" y="14"/>
                    </a:lnTo>
                    <a:lnTo>
                      <a:pt x="42" y="9"/>
                    </a:lnTo>
                    <a:lnTo>
                      <a:pt x="43" y="5"/>
                    </a:lnTo>
                    <a:lnTo>
                      <a:pt x="45" y="2"/>
                    </a:lnTo>
                    <a:lnTo>
                      <a:pt x="46" y="0"/>
                    </a:lnTo>
                    <a:lnTo>
                      <a:pt x="47" y="0"/>
                    </a:lnTo>
                    <a:lnTo>
                      <a:pt x="47" y="0"/>
                    </a:lnTo>
                    <a:lnTo>
                      <a:pt x="4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19" name="Freeform 8"/>
              <p:cNvSpPr>
                <a:spLocks noEditPoints="1"/>
              </p:cNvSpPr>
              <p:nvPr/>
            </p:nvSpPr>
            <p:spPr bwMode="auto">
              <a:xfrm rot="19386584" flipH="1">
                <a:off x="5217285" y="1771995"/>
                <a:ext cx="77873" cy="75710"/>
              </a:xfrm>
              <a:custGeom>
                <a:avLst/>
                <a:gdLst>
                  <a:gd name="T0" fmla="*/ 43 w 108"/>
                  <a:gd name="T1" fmla="*/ 38 h 105"/>
                  <a:gd name="T2" fmla="*/ 35 w 108"/>
                  <a:gd name="T3" fmla="*/ 52 h 105"/>
                  <a:gd name="T4" fmla="*/ 43 w 108"/>
                  <a:gd name="T5" fmla="*/ 67 h 105"/>
                  <a:gd name="T6" fmla="*/ 60 w 108"/>
                  <a:gd name="T7" fmla="*/ 69 h 105"/>
                  <a:gd name="T8" fmla="*/ 71 w 108"/>
                  <a:gd name="T9" fmla="*/ 57 h 105"/>
                  <a:gd name="T10" fmla="*/ 69 w 108"/>
                  <a:gd name="T11" fmla="*/ 42 h 105"/>
                  <a:gd name="T12" fmla="*/ 54 w 108"/>
                  <a:gd name="T13" fmla="*/ 34 h 105"/>
                  <a:gd name="T14" fmla="*/ 60 w 108"/>
                  <a:gd name="T15" fmla="*/ 0 h 105"/>
                  <a:gd name="T16" fmla="*/ 62 w 108"/>
                  <a:gd name="T17" fmla="*/ 2 h 105"/>
                  <a:gd name="T18" fmla="*/ 68 w 108"/>
                  <a:gd name="T19" fmla="*/ 14 h 105"/>
                  <a:gd name="T20" fmla="*/ 79 w 108"/>
                  <a:gd name="T21" fmla="*/ 12 h 105"/>
                  <a:gd name="T22" fmla="*/ 85 w 108"/>
                  <a:gd name="T23" fmla="*/ 10 h 105"/>
                  <a:gd name="T24" fmla="*/ 87 w 108"/>
                  <a:gd name="T25" fmla="*/ 10 h 105"/>
                  <a:gd name="T26" fmla="*/ 96 w 108"/>
                  <a:gd name="T27" fmla="*/ 20 h 105"/>
                  <a:gd name="T28" fmla="*/ 96 w 108"/>
                  <a:gd name="T29" fmla="*/ 22 h 105"/>
                  <a:gd name="T30" fmla="*/ 91 w 108"/>
                  <a:gd name="T31" fmla="*/ 34 h 105"/>
                  <a:gd name="T32" fmla="*/ 103 w 108"/>
                  <a:gd name="T33" fmla="*/ 42 h 105"/>
                  <a:gd name="T34" fmla="*/ 107 w 108"/>
                  <a:gd name="T35" fmla="*/ 46 h 105"/>
                  <a:gd name="T36" fmla="*/ 108 w 108"/>
                  <a:gd name="T37" fmla="*/ 57 h 105"/>
                  <a:gd name="T38" fmla="*/ 107 w 108"/>
                  <a:gd name="T39" fmla="*/ 60 h 105"/>
                  <a:gd name="T40" fmla="*/ 99 w 108"/>
                  <a:gd name="T41" fmla="*/ 64 h 105"/>
                  <a:gd name="T42" fmla="*/ 94 w 108"/>
                  <a:gd name="T43" fmla="*/ 74 h 105"/>
                  <a:gd name="T44" fmla="*/ 96 w 108"/>
                  <a:gd name="T45" fmla="*/ 84 h 105"/>
                  <a:gd name="T46" fmla="*/ 96 w 108"/>
                  <a:gd name="T47" fmla="*/ 85 h 105"/>
                  <a:gd name="T48" fmla="*/ 85 w 108"/>
                  <a:gd name="T49" fmla="*/ 94 h 105"/>
                  <a:gd name="T50" fmla="*/ 71 w 108"/>
                  <a:gd name="T51" fmla="*/ 89 h 105"/>
                  <a:gd name="T52" fmla="*/ 64 w 108"/>
                  <a:gd name="T53" fmla="*/ 99 h 105"/>
                  <a:gd name="T54" fmla="*/ 61 w 108"/>
                  <a:gd name="T55" fmla="*/ 105 h 105"/>
                  <a:gd name="T56" fmla="*/ 48 w 108"/>
                  <a:gd name="T57" fmla="*/ 105 h 105"/>
                  <a:gd name="T58" fmla="*/ 47 w 108"/>
                  <a:gd name="T59" fmla="*/ 103 h 105"/>
                  <a:gd name="T60" fmla="*/ 43 w 108"/>
                  <a:gd name="T61" fmla="*/ 95 h 105"/>
                  <a:gd name="T62" fmla="*/ 31 w 108"/>
                  <a:gd name="T63" fmla="*/ 92 h 105"/>
                  <a:gd name="T64" fmla="*/ 23 w 108"/>
                  <a:gd name="T65" fmla="*/ 94 h 105"/>
                  <a:gd name="T66" fmla="*/ 22 w 108"/>
                  <a:gd name="T67" fmla="*/ 94 h 105"/>
                  <a:gd name="T68" fmla="*/ 13 w 108"/>
                  <a:gd name="T69" fmla="*/ 86 h 105"/>
                  <a:gd name="T70" fmla="*/ 11 w 108"/>
                  <a:gd name="T71" fmla="*/ 84 h 105"/>
                  <a:gd name="T72" fmla="*/ 14 w 108"/>
                  <a:gd name="T73" fmla="*/ 76 h 105"/>
                  <a:gd name="T74" fmla="*/ 9 w 108"/>
                  <a:gd name="T75" fmla="*/ 64 h 105"/>
                  <a:gd name="T76" fmla="*/ 1 w 108"/>
                  <a:gd name="T77" fmla="*/ 60 h 105"/>
                  <a:gd name="T78" fmla="*/ 0 w 108"/>
                  <a:gd name="T79" fmla="*/ 57 h 105"/>
                  <a:gd name="T80" fmla="*/ 1 w 108"/>
                  <a:gd name="T81" fmla="*/ 46 h 105"/>
                  <a:gd name="T82" fmla="*/ 5 w 108"/>
                  <a:gd name="T83" fmla="*/ 43 h 105"/>
                  <a:gd name="T84" fmla="*/ 17 w 108"/>
                  <a:gd name="T85" fmla="*/ 35 h 105"/>
                  <a:gd name="T86" fmla="*/ 11 w 108"/>
                  <a:gd name="T87" fmla="*/ 23 h 105"/>
                  <a:gd name="T88" fmla="*/ 11 w 108"/>
                  <a:gd name="T89" fmla="*/ 20 h 105"/>
                  <a:gd name="T90" fmla="*/ 22 w 108"/>
                  <a:gd name="T91" fmla="*/ 10 h 105"/>
                  <a:gd name="T92" fmla="*/ 30 w 108"/>
                  <a:gd name="T93" fmla="*/ 13 h 105"/>
                  <a:gd name="T94" fmla="*/ 43 w 108"/>
                  <a:gd name="T95" fmla="*/ 9 h 105"/>
                  <a:gd name="T96" fmla="*/ 45 w 108"/>
                  <a:gd name="T97" fmla="*/ 1 h 105"/>
                  <a:gd name="T98" fmla="*/ 48 w 108"/>
                  <a:gd name="T99" fmla="*/ 0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08" h="105">
                    <a:moveTo>
                      <a:pt x="54" y="34"/>
                    </a:moveTo>
                    <a:lnTo>
                      <a:pt x="48" y="35"/>
                    </a:lnTo>
                    <a:lnTo>
                      <a:pt x="43" y="38"/>
                    </a:lnTo>
                    <a:lnTo>
                      <a:pt x="39" y="42"/>
                    </a:lnTo>
                    <a:lnTo>
                      <a:pt x="36" y="47"/>
                    </a:lnTo>
                    <a:lnTo>
                      <a:pt x="35" y="52"/>
                    </a:lnTo>
                    <a:lnTo>
                      <a:pt x="36" y="57"/>
                    </a:lnTo>
                    <a:lnTo>
                      <a:pt x="39" y="63"/>
                    </a:lnTo>
                    <a:lnTo>
                      <a:pt x="43" y="67"/>
                    </a:lnTo>
                    <a:lnTo>
                      <a:pt x="48" y="69"/>
                    </a:lnTo>
                    <a:lnTo>
                      <a:pt x="54" y="71"/>
                    </a:lnTo>
                    <a:lnTo>
                      <a:pt x="60" y="69"/>
                    </a:lnTo>
                    <a:lnTo>
                      <a:pt x="65" y="67"/>
                    </a:lnTo>
                    <a:lnTo>
                      <a:pt x="69" y="63"/>
                    </a:lnTo>
                    <a:lnTo>
                      <a:pt x="71" y="57"/>
                    </a:lnTo>
                    <a:lnTo>
                      <a:pt x="73" y="52"/>
                    </a:lnTo>
                    <a:lnTo>
                      <a:pt x="71" y="47"/>
                    </a:lnTo>
                    <a:lnTo>
                      <a:pt x="69" y="42"/>
                    </a:lnTo>
                    <a:lnTo>
                      <a:pt x="65" y="38"/>
                    </a:lnTo>
                    <a:lnTo>
                      <a:pt x="60" y="35"/>
                    </a:lnTo>
                    <a:lnTo>
                      <a:pt x="54" y="34"/>
                    </a:lnTo>
                    <a:close/>
                    <a:moveTo>
                      <a:pt x="48" y="0"/>
                    </a:moveTo>
                    <a:lnTo>
                      <a:pt x="60" y="0"/>
                    </a:lnTo>
                    <a:lnTo>
                      <a:pt x="60" y="0"/>
                    </a:lnTo>
                    <a:lnTo>
                      <a:pt x="61" y="0"/>
                    </a:lnTo>
                    <a:lnTo>
                      <a:pt x="61" y="1"/>
                    </a:lnTo>
                    <a:lnTo>
                      <a:pt x="62" y="2"/>
                    </a:lnTo>
                    <a:lnTo>
                      <a:pt x="64" y="5"/>
                    </a:lnTo>
                    <a:lnTo>
                      <a:pt x="65" y="9"/>
                    </a:lnTo>
                    <a:lnTo>
                      <a:pt x="68" y="14"/>
                    </a:lnTo>
                    <a:lnTo>
                      <a:pt x="71" y="16"/>
                    </a:lnTo>
                    <a:lnTo>
                      <a:pt x="77" y="14"/>
                    </a:lnTo>
                    <a:lnTo>
                      <a:pt x="79" y="12"/>
                    </a:lnTo>
                    <a:lnTo>
                      <a:pt x="82" y="12"/>
                    </a:lnTo>
                    <a:lnTo>
                      <a:pt x="85" y="10"/>
                    </a:lnTo>
                    <a:lnTo>
                      <a:pt x="85" y="10"/>
                    </a:lnTo>
                    <a:lnTo>
                      <a:pt x="86" y="10"/>
                    </a:lnTo>
                    <a:lnTo>
                      <a:pt x="86" y="10"/>
                    </a:lnTo>
                    <a:lnTo>
                      <a:pt x="87" y="10"/>
                    </a:lnTo>
                    <a:lnTo>
                      <a:pt x="87" y="10"/>
                    </a:lnTo>
                    <a:lnTo>
                      <a:pt x="96" y="18"/>
                    </a:lnTo>
                    <a:lnTo>
                      <a:pt x="96" y="20"/>
                    </a:lnTo>
                    <a:lnTo>
                      <a:pt x="96" y="20"/>
                    </a:lnTo>
                    <a:lnTo>
                      <a:pt x="96" y="21"/>
                    </a:lnTo>
                    <a:lnTo>
                      <a:pt x="96" y="22"/>
                    </a:lnTo>
                    <a:lnTo>
                      <a:pt x="95" y="25"/>
                    </a:lnTo>
                    <a:lnTo>
                      <a:pt x="94" y="29"/>
                    </a:lnTo>
                    <a:lnTo>
                      <a:pt x="91" y="34"/>
                    </a:lnTo>
                    <a:lnTo>
                      <a:pt x="92" y="39"/>
                    </a:lnTo>
                    <a:lnTo>
                      <a:pt x="99" y="40"/>
                    </a:lnTo>
                    <a:lnTo>
                      <a:pt x="103" y="42"/>
                    </a:lnTo>
                    <a:lnTo>
                      <a:pt x="105" y="43"/>
                    </a:lnTo>
                    <a:lnTo>
                      <a:pt x="107" y="44"/>
                    </a:lnTo>
                    <a:lnTo>
                      <a:pt x="107" y="46"/>
                    </a:lnTo>
                    <a:lnTo>
                      <a:pt x="108" y="46"/>
                    </a:lnTo>
                    <a:lnTo>
                      <a:pt x="108" y="47"/>
                    </a:lnTo>
                    <a:lnTo>
                      <a:pt x="108" y="57"/>
                    </a:lnTo>
                    <a:lnTo>
                      <a:pt x="108" y="59"/>
                    </a:lnTo>
                    <a:lnTo>
                      <a:pt x="107" y="59"/>
                    </a:lnTo>
                    <a:lnTo>
                      <a:pt x="107" y="60"/>
                    </a:lnTo>
                    <a:lnTo>
                      <a:pt x="105" y="60"/>
                    </a:lnTo>
                    <a:lnTo>
                      <a:pt x="103" y="61"/>
                    </a:lnTo>
                    <a:lnTo>
                      <a:pt x="99" y="64"/>
                    </a:lnTo>
                    <a:lnTo>
                      <a:pt x="92" y="65"/>
                    </a:lnTo>
                    <a:lnTo>
                      <a:pt x="91" y="69"/>
                    </a:lnTo>
                    <a:lnTo>
                      <a:pt x="94" y="74"/>
                    </a:lnTo>
                    <a:lnTo>
                      <a:pt x="95" y="78"/>
                    </a:lnTo>
                    <a:lnTo>
                      <a:pt x="96" y="81"/>
                    </a:lnTo>
                    <a:lnTo>
                      <a:pt x="96" y="84"/>
                    </a:lnTo>
                    <a:lnTo>
                      <a:pt x="96" y="84"/>
                    </a:lnTo>
                    <a:lnTo>
                      <a:pt x="96" y="85"/>
                    </a:lnTo>
                    <a:lnTo>
                      <a:pt x="96" y="85"/>
                    </a:lnTo>
                    <a:lnTo>
                      <a:pt x="87" y="94"/>
                    </a:lnTo>
                    <a:lnTo>
                      <a:pt x="86" y="94"/>
                    </a:lnTo>
                    <a:lnTo>
                      <a:pt x="85" y="94"/>
                    </a:lnTo>
                    <a:lnTo>
                      <a:pt x="82" y="93"/>
                    </a:lnTo>
                    <a:lnTo>
                      <a:pt x="78" y="92"/>
                    </a:lnTo>
                    <a:lnTo>
                      <a:pt x="71" y="89"/>
                    </a:lnTo>
                    <a:lnTo>
                      <a:pt x="68" y="90"/>
                    </a:lnTo>
                    <a:lnTo>
                      <a:pt x="65" y="95"/>
                    </a:lnTo>
                    <a:lnTo>
                      <a:pt x="64" y="99"/>
                    </a:lnTo>
                    <a:lnTo>
                      <a:pt x="62" y="102"/>
                    </a:lnTo>
                    <a:lnTo>
                      <a:pt x="62" y="103"/>
                    </a:lnTo>
                    <a:lnTo>
                      <a:pt x="61" y="105"/>
                    </a:lnTo>
                    <a:lnTo>
                      <a:pt x="61" y="105"/>
                    </a:lnTo>
                    <a:lnTo>
                      <a:pt x="60" y="105"/>
                    </a:lnTo>
                    <a:lnTo>
                      <a:pt x="48" y="105"/>
                    </a:lnTo>
                    <a:lnTo>
                      <a:pt x="48" y="105"/>
                    </a:lnTo>
                    <a:lnTo>
                      <a:pt x="47" y="105"/>
                    </a:lnTo>
                    <a:lnTo>
                      <a:pt x="47" y="103"/>
                    </a:lnTo>
                    <a:lnTo>
                      <a:pt x="45" y="102"/>
                    </a:lnTo>
                    <a:lnTo>
                      <a:pt x="44" y="99"/>
                    </a:lnTo>
                    <a:lnTo>
                      <a:pt x="43" y="95"/>
                    </a:lnTo>
                    <a:lnTo>
                      <a:pt x="40" y="90"/>
                    </a:lnTo>
                    <a:lnTo>
                      <a:pt x="36" y="89"/>
                    </a:lnTo>
                    <a:lnTo>
                      <a:pt x="31" y="92"/>
                    </a:lnTo>
                    <a:lnTo>
                      <a:pt x="28" y="93"/>
                    </a:lnTo>
                    <a:lnTo>
                      <a:pt x="26" y="93"/>
                    </a:lnTo>
                    <a:lnTo>
                      <a:pt x="23" y="94"/>
                    </a:lnTo>
                    <a:lnTo>
                      <a:pt x="23" y="94"/>
                    </a:lnTo>
                    <a:lnTo>
                      <a:pt x="22" y="94"/>
                    </a:lnTo>
                    <a:lnTo>
                      <a:pt x="22" y="94"/>
                    </a:lnTo>
                    <a:lnTo>
                      <a:pt x="20" y="94"/>
                    </a:lnTo>
                    <a:lnTo>
                      <a:pt x="20" y="94"/>
                    </a:lnTo>
                    <a:lnTo>
                      <a:pt x="13" y="86"/>
                    </a:lnTo>
                    <a:lnTo>
                      <a:pt x="11" y="85"/>
                    </a:lnTo>
                    <a:lnTo>
                      <a:pt x="11" y="85"/>
                    </a:lnTo>
                    <a:lnTo>
                      <a:pt x="11" y="84"/>
                    </a:lnTo>
                    <a:lnTo>
                      <a:pt x="11" y="82"/>
                    </a:lnTo>
                    <a:lnTo>
                      <a:pt x="13" y="80"/>
                    </a:lnTo>
                    <a:lnTo>
                      <a:pt x="14" y="76"/>
                    </a:lnTo>
                    <a:lnTo>
                      <a:pt x="17" y="71"/>
                    </a:lnTo>
                    <a:lnTo>
                      <a:pt x="15" y="65"/>
                    </a:lnTo>
                    <a:lnTo>
                      <a:pt x="9" y="64"/>
                    </a:lnTo>
                    <a:lnTo>
                      <a:pt x="5" y="63"/>
                    </a:lnTo>
                    <a:lnTo>
                      <a:pt x="2" y="61"/>
                    </a:lnTo>
                    <a:lnTo>
                      <a:pt x="1" y="60"/>
                    </a:lnTo>
                    <a:lnTo>
                      <a:pt x="1" y="59"/>
                    </a:lnTo>
                    <a:lnTo>
                      <a:pt x="0" y="59"/>
                    </a:lnTo>
                    <a:lnTo>
                      <a:pt x="0" y="57"/>
                    </a:lnTo>
                    <a:lnTo>
                      <a:pt x="0" y="47"/>
                    </a:lnTo>
                    <a:lnTo>
                      <a:pt x="0" y="46"/>
                    </a:lnTo>
                    <a:lnTo>
                      <a:pt x="1" y="46"/>
                    </a:lnTo>
                    <a:lnTo>
                      <a:pt x="1" y="44"/>
                    </a:lnTo>
                    <a:lnTo>
                      <a:pt x="2" y="44"/>
                    </a:lnTo>
                    <a:lnTo>
                      <a:pt x="5" y="43"/>
                    </a:lnTo>
                    <a:lnTo>
                      <a:pt x="9" y="42"/>
                    </a:lnTo>
                    <a:lnTo>
                      <a:pt x="15" y="39"/>
                    </a:lnTo>
                    <a:lnTo>
                      <a:pt x="17" y="35"/>
                    </a:lnTo>
                    <a:lnTo>
                      <a:pt x="14" y="30"/>
                    </a:lnTo>
                    <a:lnTo>
                      <a:pt x="13" y="26"/>
                    </a:lnTo>
                    <a:lnTo>
                      <a:pt x="11" y="23"/>
                    </a:lnTo>
                    <a:lnTo>
                      <a:pt x="11" y="21"/>
                    </a:lnTo>
                    <a:lnTo>
                      <a:pt x="11" y="21"/>
                    </a:lnTo>
                    <a:lnTo>
                      <a:pt x="11" y="20"/>
                    </a:lnTo>
                    <a:lnTo>
                      <a:pt x="11" y="20"/>
                    </a:lnTo>
                    <a:lnTo>
                      <a:pt x="20" y="10"/>
                    </a:lnTo>
                    <a:lnTo>
                      <a:pt x="22" y="10"/>
                    </a:lnTo>
                    <a:lnTo>
                      <a:pt x="23" y="10"/>
                    </a:lnTo>
                    <a:lnTo>
                      <a:pt x="26" y="12"/>
                    </a:lnTo>
                    <a:lnTo>
                      <a:pt x="30" y="13"/>
                    </a:lnTo>
                    <a:lnTo>
                      <a:pt x="36" y="16"/>
                    </a:lnTo>
                    <a:lnTo>
                      <a:pt x="40" y="14"/>
                    </a:lnTo>
                    <a:lnTo>
                      <a:pt x="43" y="9"/>
                    </a:lnTo>
                    <a:lnTo>
                      <a:pt x="44" y="5"/>
                    </a:lnTo>
                    <a:lnTo>
                      <a:pt x="45" y="2"/>
                    </a:lnTo>
                    <a:lnTo>
                      <a:pt x="45" y="1"/>
                    </a:lnTo>
                    <a:lnTo>
                      <a:pt x="47" y="0"/>
                    </a:lnTo>
                    <a:lnTo>
                      <a:pt x="47" y="0"/>
                    </a:lnTo>
                    <a:lnTo>
                      <a:pt x="4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20" name="Freeform 9"/>
              <p:cNvSpPr>
                <a:spLocks noEditPoints="1"/>
              </p:cNvSpPr>
              <p:nvPr/>
            </p:nvSpPr>
            <p:spPr bwMode="auto">
              <a:xfrm rot="19386584" flipH="1">
                <a:off x="5481915" y="1994486"/>
                <a:ext cx="77873" cy="76431"/>
              </a:xfrm>
              <a:custGeom>
                <a:avLst/>
                <a:gdLst>
                  <a:gd name="T0" fmla="*/ 43 w 108"/>
                  <a:gd name="T1" fmla="*/ 38 h 106"/>
                  <a:gd name="T2" fmla="*/ 36 w 108"/>
                  <a:gd name="T3" fmla="*/ 54 h 106"/>
                  <a:gd name="T4" fmla="*/ 43 w 108"/>
                  <a:gd name="T5" fmla="*/ 68 h 106"/>
                  <a:gd name="T6" fmla="*/ 60 w 108"/>
                  <a:gd name="T7" fmla="*/ 71 h 106"/>
                  <a:gd name="T8" fmla="*/ 72 w 108"/>
                  <a:gd name="T9" fmla="*/ 59 h 106"/>
                  <a:gd name="T10" fmla="*/ 70 w 108"/>
                  <a:gd name="T11" fmla="*/ 42 h 106"/>
                  <a:gd name="T12" fmla="*/ 54 w 108"/>
                  <a:gd name="T13" fmla="*/ 36 h 106"/>
                  <a:gd name="T14" fmla="*/ 60 w 108"/>
                  <a:gd name="T15" fmla="*/ 2 h 106"/>
                  <a:gd name="T16" fmla="*/ 63 w 108"/>
                  <a:gd name="T17" fmla="*/ 4 h 106"/>
                  <a:gd name="T18" fmla="*/ 68 w 108"/>
                  <a:gd name="T19" fmla="*/ 15 h 106"/>
                  <a:gd name="T20" fmla="*/ 80 w 108"/>
                  <a:gd name="T21" fmla="*/ 13 h 106"/>
                  <a:gd name="T22" fmla="*/ 85 w 108"/>
                  <a:gd name="T23" fmla="*/ 12 h 106"/>
                  <a:gd name="T24" fmla="*/ 88 w 108"/>
                  <a:gd name="T25" fmla="*/ 12 h 106"/>
                  <a:gd name="T26" fmla="*/ 97 w 108"/>
                  <a:gd name="T27" fmla="*/ 21 h 106"/>
                  <a:gd name="T28" fmla="*/ 96 w 108"/>
                  <a:gd name="T29" fmla="*/ 24 h 106"/>
                  <a:gd name="T30" fmla="*/ 92 w 108"/>
                  <a:gd name="T31" fmla="*/ 36 h 106"/>
                  <a:gd name="T32" fmla="*/ 102 w 108"/>
                  <a:gd name="T33" fmla="*/ 43 h 106"/>
                  <a:gd name="T34" fmla="*/ 108 w 108"/>
                  <a:gd name="T35" fmla="*/ 46 h 106"/>
                  <a:gd name="T36" fmla="*/ 108 w 108"/>
                  <a:gd name="T37" fmla="*/ 59 h 106"/>
                  <a:gd name="T38" fmla="*/ 108 w 108"/>
                  <a:gd name="T39" fmla="*/ 60 h 106"/>
                  <a:gd name="T40" fmla="*/ 98 w 108"/>
                  <a:gd name="T41" fmla="*/ 64 h 106"/>
                  <a:gd name="T42" fmla="*/ 94 w 108"/>
                  <a:gd name="T43" fmla="*/ 76 h 106"/>
                  <a:gd name="T44" fmla="*/ 97 w 108"/>
                  <a:gd name="T45" fmla="*/ 84 h 106"/>
                  <a:gd name="T46" fmla="*/ 97 w 108"/>
                  <a:gd name="T47" fmla="*/ 87 h 106"/>
                  <a:gd name="T48" fmla="*/ 85 w 108"/>
                  <a:gd name="T49" fmla="*/ 94 h 106"/>
                  <a:gd name="T50" fmla="*/ 72 w 108"/>
                  <a:gd name="T51" fmla="*/ 91 h 106"/>
                  <a:gd name="T52" fmla="*/ 64 w 108"/>
                  <a:gd name="T53" fmla="*/ 101 h 106"/>
                  <a:gd name="T54" fmla="*/ 62 w 108"/>
                  <a:gd name="T55" fmla="*/ 106 h 106"/>
                  <a:gd name="T56" fmla="*/ 49 w 108"/>
                  <a:gd name="T57" fmla="*/ 106 h 106"/>
                  <a:gd name="T58" fmla="*/ 47 w 108"/>
                  <a:gd name="T59" fmla="*/ 105 h 106"/>
                  <a:gd name="T60" fmla="*/ 43 w 108"/>
                  <a:gd name="T61" fmla="*/ 97 h 106"/>
                  <a:gd name="T62" fmla="*/ 32 w 108"/>
                  <a:gd name="T63" fmla="*/ 92 h 106"/>
                  <a:gd name="T64" fmla="*/ 24 w 108"/>
                  <a:gd name="T65" fmla="*/ 96 h 106"/>
                  <a:gd name="T66" fmla="*/ 22 w 108"/>
                  <a:gd name="T67" fmla="*/ 96 h 106"/>
                  <a:gd name="T68" fmla="*/ 12 w 108"/>
                  <a:gd name="T69" fmla="*/ 87 h 106"/>
                  <a:gd name="T70" fmla="*/ 12 w 108"/>
                  <a:gd name="T71" fmla="*/ 85 h 106"/>
                  <a:gd name="T72" fmla="*/ 15 w 108"/>
                  <a:gd name="T73" fmla="*/ 76 h 106"/>
                  <a:gd name="T74" fmla="*/ 9 w 108"/>
                  <a:gd name="T75" fmla="*/ 66 h 106"/>
                  <a:gd name="T76" fmla="*/ 2 w 108"/>
                  <a:gd name="T77" fmla="*/ 62 h 106"/>
                  <a:gd name="T78" fmla="*/ 0 w 108"/>
                  <a:gd name="T79" fmla="*/ 59 h 106"/>
                  <a:gd name="T80" fmla="*/ 0 w 108"/>
                  <a:gd name="T81" fmla="*/ 47 h 106"/>
                  <a:gd name="T82" fmla="*/ 5 w 108"/>
                  <a:gd name="T83" fmla="*/ 45 h 106"/>
                  <a:gd name="T84" fmla="*/ 17 w 108"/>
                  <a:gd name="T85" fmla="*/ 36 h 106"/>
                  <a:gd name="T86" fmla="*/ 12 w 108"/>
                  <a:gd name="T87" fmla="*/ 24 h 106"/>
                  <a:gd name="T88" fmla="*/ 12 w 108"/>
                  <a:gd name="T89" fmla="*/ 21 h 106"/>
                  <a:gd name="T90" fmla="*/ 21 w 108"/>
                  <a:gd name="T91" fmla="*/ 12 h 106"/>
                  <a:gd name="T92" fmla="*/ 30 w 108"/>
                  <a:gd name="T93" fmla="*/ 15 h 106"/>
                  <a:gd name="T94" fmla="*/ 42 w 108"/>
                  <a:gd name="T95" fmla="*/ 9 h 106"/>
                  <a:gd name="T96" fmla="*/ 46 w 108"/>
                  <a:gd name="T97" fmla="*/ 2 h 106"/>
                  <a:gd name="T98" fmla="*/ 49 w 108"/>
                  <a:gd name="T99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08" h="106">
                    <a:moveTo>
                      <a:pt x="54" y="36"/>
                    </a:moveTo>
                    <a:lnTo>
                      <a:pt x="49" y="36"/>
                    </a:lnTo>
                    <a:lnTo>
                      <a:pt x="43" y="38"/>
                    </a:lnTo>
                    <a:lnTo>
                      <a:pt x="40" y="42"/>
                    </a:lnTo>
                    <a:lnTo>
                      <a:pt x="37" y="47"/>
                    </a:lnTo>
                    <a:lnTo>
                      <a:pt x="36" y="54"/>
                    </a:lnTo>
                    <a:lnTo>
                      <a:pt x="37" y="59"/>
                    </a:lnTo>
                    <a:lnTo>
                      <a:pt x="40" y="64"/>
                    </a:lnTo>
                    <a:lnTo>
                      <a:pt x="43" y="68"/>
                    </a:lnTo>
                    <a:lnTo>
                      <a:pt x="49" y="71"/>
                    </a:lnTo>
                    <a:lnTo>
                      <a:pt x="54" y="72"/>
                    </a:lnTo>
                    <a:lnTo>
                      <a:pt x="60" y="71"/>
                    </a:lnTo>
                    <a:lnTo>
                      <a:pt x="66" y="68"/>
                    </a:lnTo>
                    <a:lnTo>
                      <a:pt x="70" y="64"/>
                    </a:lnTo>
                    <a:lnTo>
                      <a:pt x="72" y="59"/>
                    </a:lnTo>
                    <a:lnTo>
                      <a:pt x="74" y="54"/>
                    </a:lnTo>
                    <a:lnTo>
                      <a:pt x="72" y="47"/>
                    </a:lnTo>
                    <a:lnTo>
                      <a:pt x="70" y="42"/>
                    </a:lnTo>
                    <a:lnTo>
                      <a:pt x="66" y="38"/>
                    </a:lnTo>
                    <a:lnTo>
                      <a:pt x="60" y="36"/>
                    </a:lnTo>
                    <a:lnTo>
                      <a:pt x="54" y="36"/>
                    </a:lnTo>
                    <a:close/>
                    <a:moveTo>
                      <a:pt x="49" y="0"/>
                    </a:moveTo>
                    <a:lnTo>
                      <a:pt x="59" y="0"/>
                    </a:lnTo>
                    <a:lnTo>
                      <a:pt x="60" y="2"/>
                    </a:lnTo>
                    <a:lnTo>
                      <a:pt x="60" y="2"/>
                    </a:lnTo>
                    <a:lnTo>
                      <a:pt x="62" y="2"/>
                    </a:lnTo>
                    <a:lnTo>
                      <a:pt x="63" y="4"/>
                    </a:lnTo>
                    <a:lnTo>
                      <a:pt x="64" y="5"/>
                    </a:lnTo>
                    <a:lnTo>
                      <a:pt x="66" y="9"/>
                    </a:lnTo>
                    <a:lnTo>
                      <a:pt x="68" y="15"/>
                    </a:lnTo>
                    <a:lnTo>
                      <a:pt x="72" y="17"/>
                    </a:lnTo>
                    <a:lnTo>
                      <a:pt x="77" y="15"/>
                    </a:lnTo>
                    <a:lnTo>
                      <a:pt x="80" y="13"/>
                    </a:lnTo>
                    <a:lnTo>
                      <a:pt x="83" y="12"/>
                    </a:lnTo>
                    <a:lnTo>
                      <a:pt x="84" y="12"/>
                    </a:lnTo>
                    <a:lnTo>
                      <a:pt x="85" y="12"/>
                    </a:lnTo>
                    <a:lnTo>
                      <a:pt x="87" y="12"/>
                    </a:lnTo>
                    <a:lnTo>
                      <a:pt x="87" y="12"/>
                    </a:lnTo>
                    <a:lnTo>
                      <a:pt x="88" y="12"/>
                    </a:lnTo>
                    <a:lnTo>
                      <a:pt x="88" y="12"/>
                    </a:lnTo>
                    <a:lnTo>
                      <a:pt x="96" y="20"/>
                    </a:lnTo>
                    <a:lnTo>
                      <a:pt x="97" y="21"/>
                    </a:lnTo>
                    <a:lnTo>
                      <a:pt x="97" y="21"/>
                    </a:lnTo>
                    <a:lnTo>
                      <a:pt x="97" y="22"/>
                    </a:lnTo>
                    <a:lnTo>
                      <a:pt x="96" y="24"/>
                    </a:lnTo>
                    <a:lnTo>
                      <a:pt x="96" y="26"/>
                    </a:lnTo>
                    <a:lnTo>
                      <a:pt x="93" y="30"/>
                    </a:lnTo>
                    <a:lnTo>
                      <a:pt x="92" y="36"/>
                    </a:lnTo>
                    <a:lnTo>
                      <a:pt x="93" y="41"/>
                    </a:lnTo>
                    <a:lnTo>
                      <a:pt x="98" y="42"/>
                    </a:lnTo>
                    <a:lnTo>
                      <a:pt x="102" y="43"/>
                    </a:lnTo>
                    <a:lnTo>
                      <a:pt x="105" y="45"/>
                    </a:lnTo>
                    <a:lnTo>
                      <a:pt x="108" y="46"/>
                    </a:lnTo>
                    <a:lnTo>
                      <a:pt x="108" y="46"/>
                    </a:lnTo>
                    <a:lnTo>
                      <a:pt x="108" y="47"/>
                    </a:lnTo>
                    <a:lnTo>
                      <a:pt x="108" y="47"/>
                    </a:lnTo>
                    <a:lnTo>
                      <a:pt x="108" y="59"/>
                    </a:lnTo>
                    <a:lnTo>
                      <a:pt x="108" y="59"/>
                    </a:lnTo>
                    <a:lnTo>
                      <a:pt x="108" y="60"/>
                    </a:lnTo>
                    <a:lnTo>
                      <a:pt x="108" y="60"/>
                    </a:lnTo>
                    <a:lnTo>
                      <a:pt x="105" y="62"/>
                    </a:lnTo>
                    <a:lnTo>
                      <a:pt x="102" y="63"/>
                    </a:lnTo>
                    <a:lnTo>
                      <a:pt x="98" y="64"/>
                    </a:lnTo>
                    <a:lnTo>
                      <a:pt x="93" y="67"/>
                    </a:lnTo>
                    <a:lnTo>
                      <a:pt x="92" y="71"/>
                    </a:lnTo>
                    <a:lnTo>
                      <a:pt x="94" y="76"/>
                    </a:lnTo>
                    <a:lnTo>
                      <a:pt x="96" y="80"/>
                    </a:lnTo>
                    <a:lnTo>
                      <a:pt x="97" y="83"/>
                    </a:lnTo>
                    <a:lnTo>
                      <a:pt x="97" y="84"/>
                    </a:lnTo>
                    <a:lnTo>
                      <a:pt x="97" y="85"/>
                    </a:lnTo>
                    <a:lnTo>
                      <a:pt x="97" y="87"/>
                    </a:lnTo>
                    <a:lnTo>
                      <a:pt x="97" y="87"/>
                    </a:lnTo>
                    <a:lnTo>
                      <a:pt x="88" y="96"/>
                    </a:lnTo>
                    <a:lnTo>
                      <a:pt x="87" y="96"/>
                    </a:lnTo>
                    <a:lnTo>
                      <a:pt x="85" y="94"/>
                    </a:lnTo>
                    <a:lnTo>
                      <a:pt x="83" y="94"/>
                    </a:lnTo>
                    <a:lnTo>
                      <a:pt x="77" y="92"/>
                    </a:lnTo>
                    <a:lnTo>
                      <a:pt x="72" y="91"/>
                    </a:lnTo>
                    <a:lnTo>
                      <a:pt x="68" y="92"/>
                    </a:lnTo>
                    <a:lnTo>
                      <a:pt x="66" y="97"/>
                    </a:lnTo>
                    <a:lnTo>
                      <a:pt x="64" y="101"/>
                    </a:lnTo>
                    <a:lnTo>
                      <a:pt x="63" y="104"/>
                    </a:lnTo>
                    <a:lnTo>
                      <a:pt x="62" y="105"/>
                    </a:lnTo>
                    <a:lnTo>
                      <a:pt x="62" y="106"/>
                    </a:lnTo>
                    <a:lnTo>
                      <a:pt x="60" y="106"/>
                    </a:lnTo>
                    <a:lnTo>
                      <a:pt x="60" y="106"/>
                    </a:lnTo>
                    <a:lnTo>
                      <a:pt x="49" y="106"/>
                    </a:lnTo>
                    <a:lnTo>
                      <a:pt x="49" y="106"/>
                    </a:lnTo>
                    <a:lnTo>
                      <a:pt x="47" y="106"/>
                    </a:lnTo>
                    <a:lnTo>
                      <a:pt x="47" y="105"/>
                    </a:lnTo>
                    <a:lnTo>
                      <a:pt x="46" y="104"/>
                    </a:lnTo>
                    <a:lnTo>
                      <a:pt x="45" y="101"/>
                    </a:lnTo>
                    <a:lnTo>
                      <a:pt x="43" y="97"/>
                    </a:lnTo>
                    <a:lnTo>
                      <a:pt x="41" y="92"/>
                    </a:lnTo>
                    <a:lnTo>
                      <a:pt x="37" y="91"/>
                    </a:lnTo>
                    <a:lnTo>
                      <a:pt x="32" y="92"/>
                    </a:lnTo>
                    <a:lnTo>
                      <a:pt x="28" y="93"/>
                    </a:lnTo>
                    <a:lnTo>
                      <a:pt x="25" y="94"/>
                    </a:lnTo>
                    <a:lnTo>
                      <a:pt x="24" y="96"/>
                    </a:lnTo>
                    <a:lnTo>
                      <a:pt x="22" y="96"/>
                    </a:lnTo>
                    <a:lnTo>
                      <a:pt x="22" y="96"/>
                    </a:lnTo>
                    <a:lnTo>
                      <a:pt x="22" y="96"/>
                    </a:lnTo>
                    <a:lnTo>
                      <a:pt x="21" y="96"/>
                    </a:lnTo>
                    <a:lnTo>
                      <a:pt x="20" y="94"/>
                    </a:lnTo>
                    <a:lnTo>
                      <a:pt x="12" y="87"/>
                    </a:lnTo>
                    <a:lnTo>
                      <a:pt x="12" y="87"/>
                    </a:lnTo>
                    <a:lnTo>
                      <a:pt x="12" y="87"/>
                    </a:lnTo>
                    <a:lnTo>
                      <a:pt x="12" y="85"/>
                    </a:lnTo>
                    <a:lnTo>
                      <a:pt x="12" y="83"/>
                    </a:lnTo>
                    <a:lnTo>
                      <a:pt x="13" y="80"/>
                    </a:lnTo>
                    <a:lnTo>
                      <a:pt x="15" y="76"/>
                    </a:lnTo>
                    <a:lnTo>
                      <a:pt x="17" y="71"/>
                    </a:lnTo>
                    <a:lnTo>
                      <a:pt x="15" y="67"/>
                    </a:lnTo>
                    <a:lnTo>
                      <a:pt x="9" y="66"/>
                    </a:lnTo>
                    <a:lnTo>
                      <a:pt x="5" y="63"/>
                    </a:lnTo>
                    <a:lnTo>
                      <a:pt x="3" y="62"/>
                    </a:lnTo>
                    <a:lnTo>
                      <a:pt x="2" y="62"/>
                    </a:lnTo>
                    <a:lnTo>
                      <a:pt x="0" y="60"/>
                    </a:lnTo>
                    <a:lnTo>
                      <a:pt x="0" y="60"/>
                    </a:lnTo>
                    <a:lnTo>
                      <a:pt x="0" y="59"/>
                    </a:lnTo>
                    <a:lnTo>
                      <a:pt x="0" y="49"/>
                    </a:lnTo>
                    <a:lnTo>
                      <a:pt x="0" y="47"/>
                    </a:lnTo>
                    <a:lnTo>
                      <a:pt x="0" y="47"/>
                    </a:lnTo>
                    <a:lnTo>
                      <a:pt x="2" y="46"/>
                    </a:lnTo>
                    <a:lnTo>
                      <a:pt x="3" y="45"/>
                    </a:lnTo>
                    <a:lnTo>
                      <a:pt x="5" y="45"/>
                    </a:lnTo>
                    <a:lnTo>
                      <a:pt x="9" y="42"/>
                    </a:lnTo>
                    <a:lnTo>
                      <a:pt x="15" y="41"/>
                    </a:lnTo>
                    <a:lnTo>
                      <a:pt x="17" y="36"/>
                    </a:lnTo>
                    <a:lnTo>
                      <a:pt x="15" y="30"/>
                    </a:lnTo>
                    <a:lnTo>
                      <a:pt x="13" y="26"/>
                    </a:lnTo>
                    <a:lnTo>
                      <a:pt x="12" y="24"/>
                    </a:lnTo>
                    <a:lnTo>
                      <a:pt x="11" y="22"/>
                    </a:lnTo>
                    <a:lnTo>
                      <a:pt x="11" y="21"/>
                    </a:lnTo>
                    <a:lnTo>
                      <a:pt x="12" y="21"/>
                    </a:lnTo>
                    <a:lnTo>
                      <a:pt x="12" y="20"/>
                    </a:lnTo>
                    <a:lnTo>
                      <a:pt x="21" y="12"/>
                    </a:lnTo>
                    <a:lnTo>
                      <a:pt x="21" y="12"/>
                    </a:lnTo>
                    <a:lnTo>
                      <a:pt x="24" y="12"/>
                    </a:lnTo>
                    <a:lnTo>
                      <a:pt x="26" y="13"/>
                    </a:lnTo>
                    <a:lnTo>
                      <a:pt x="30" y="15"/>
                    </a:lnTo>
                    <a:lnTo>
                      <a:pt x="36" y="17"/>
                    </a:lnTo>
                    <a:lnTo>
                      <a:pt x="41" y="16"/>
                    </a:lnTo>
                    <a:lnTo>
                      <a:pt x="42" y="9"/>
                    </a:lnTo>
                    <a:lnTo>
                      <a:pt x="45" y="7"/>
                    </a:lnTo>
                    <a:lnTo>
                      <a:pt x="45" y="4"/>
                    </a:lnTo>
                    <a:lnTo>
                      <a:pt x="46" y="2"/>
                    </a:lnTo>
                    <a:lnTo>
                      <a:pt x="47" y="2"/>
                    </a:lnTo>
                    <a:lnTo>
                      <a:pt x="47" y="2"/>
                    </a:lnTo>
                    <a:lnTo>
                      <a:pt x="4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21" name="Freeform 10"/>
              <p:cNvSpPr>
                <a:spLocks noEditPoints="1"/>
              </p:cNvSpPr>
              <p:nvPr/>
            </p:nvSpPr>
            <p:spPr bwMode="auto">
              <a:xfrm rot="19386584" flipH="1">
                <a:off x="5697545" y="2104008"/>
                <a:ext cx="77873" cy="76431"/>
              </a:xfrm>
              <a:custGeom>
                <a:avLst/>
                <a:gdLst>
                  <a:gd name="T0" fmla="*/ 44 w 108"/>
                  <a:gd name="T1" fmla="*/ 38 h 106"/>
                  <a:gd name="T2" fmla="*/ 36 w 108"/>
                  <a:gd name="T3" fmla="*/ 53 h 106"/>
                  <a:gd name="T4" fmla="*/ 44 w 108"/>
                  <a:gd name="T5" fmla="*/ 68 h 106"/>
                  <a:gd name="T6" fmla="*/ 61 w 108"/>
                  <a:gd name="T7" fmla="*/ 70 h 106"/>
                  <a:gd name="T8" fmla="*/ 72 w 108"/>
                  <a:gd name="T9" fmla="*/ 59 h 106"/>
                  <a:gd name="T10" fmla="*/ 70 w 108"/>
                  <a:gd name="T11" fmla="*/ 42 h 106"/>
                  <a:gd name="T12" fmla="*/ 54 w 108"/>
                  <a:gd name="T13" fmla="*/ 34 h 106"/>
                  <a:gd name="T14" fmla="*/ 61 w 108"/>
                  <a:gd name="T15" fmla="*/ 0 h 106"/>
                  <a:gd name="T16" fmla="*/ 62 w 108"/>
                  <a:gd name="T17" fmla="*/ 3 h 106"/>
                  <a:gd name="T18" fmla="*/ 67 w 108"/>
                  <a:gd name="T19" fmla="*/ 15 h 106"/>
                  <a:gd name="T20" fmla="*/ 80 w 108"/>
                  <a:gd name="T21" fmla="*/ 13 h 106"/>
                  <a:gd name="T22" fmla="*/ 85 w 108"/>
                  <a:gd name="T23" fmla="*/ 11 h 106"/>
                  <a:gd name="T24" fmla="*/ 87 w 108"/>
                  <a:gd name="T25" fmla="*/ 11 h 106"/>
                  <a:gd name="T26" fmla="*/ 96 w 108"/>
                  <a:gd name="T27" fmla="*/ 20 h 106"/>
                  <a:gd name="T28" fmla="*/ 96 w 108"/>
                  <a:gd name="T29" fmla="*/ 24 h 106"/>
                  <a:gd name="T30" fmla="*/ 91 w 108"/>
                  <a:gd name="T31" fmla="*/ 36 h 106"/>
                  <a:gd name="T32" fmla="*/ 102 w 108"/>
                  <a:gd name="T33" fmla="*/ 44 h 106"/>
                  <a:gd name="T34" fmla="*/ 108 w 108"/>
                  <a:gd name="T35" fmla="*/ 46 h 106"/>
                  <a:gd name="T36" fmla="*/ 108 w 108"/>
                  <a:gd name="T37" fmla="*/ 58 h 106"/>
                  <a:gd name="T38" fmla="*/ 106 w 108"/>
                  <a:gd name="T39" fmla="*/ 61 h 106"/>
                  <a:gd name="T40" fmla="*/ 99 w 108"/>
                  <a:gd name="T41" fmla="*/ 64 h 106"/>
                  <a:gd name="T42" fmla="*/ 93 w 108"/>
                  <a:gd name="T43" fmla="*/ 76 h 106"/>
                  <a:gd name="T44" fmla="*/ 97 w 108"/>
                  <a:gd name="T45" fmla="*/ 84 h 106"/>
                  <a:gd name="T46" fmla="*/ 96 w 108"/>
                  <a:gd name="T47" fmla="*/ 87 h 106"/>
                  <a:gd name="T48" fmla="*/ 85 w 108"/>
                  <a:gd name="T49" fmla="*/ 95 h 106"/>
                  <a:gd name="T50" fmla="*/ 72 w 108"/>
                  <a:gd name="T51" fmla="*/ 89 h 106"/>
                  <a:gd name="T52" fmla="*/ 65 w 108"/>
                  <a:gd name="T53" fmla="*/ 101 h 106"/>
                  <a:gd name="T54" fmla="*/ 62 w 108"/>
                  <a:gd name="T55" fmla="*/ 105 h 106"/>
                  <a:gd name="T56" fmla="*/ 49 w 108"/>
                  <a:gd name="T57" fmla="*/ 106 h 106"/>
                  <a:gd name="T58" fmla="*/ 46 w 108"/>
                  <a:gd name="T59" fmla="*/ 105 h 106"/>
                  <a:gd name="T60" fmla="*/ 42 w 108"/>
                  <a:gd name="T61" fmla="*/ 97 h 106"/>
                  <a:gd name="T62" fmla="*/ 32 w 108"/>
                  <a:gd name="T63" fmla="*/ 92 h 106"/>
                  <a:gd name="T64" fmla="*/ 24 w 108"/>
                  <a:gd name="T65" fmla="*/ 95 h 106"/>
                  <a:gd name="T66" fmla="*/ 21 w 108"/>
                  <a:gd name="T67" fmla="*/ 96 h 106"/>
                  <a:gd name="T68" fmla="*/ 12 w 108"/>
                  <a:gd name="T69" fmla="*/ 87 h 106"/>
                  <a:gd name="T70" fmla="*/ 12 w 108"/>
                  <a:gd name="T71" fmla="*/ 84 h 106"/>
                  <a:gd name="T72" fmla="*/ 15 w 108"/>
                  <a:gd name="T73" fmla="*/ 76 h 106"/>
                  <a:gd name="T74" fmla="*/ 10 w 108"/>
                  <a:gd name="T75" fmla="*/ 64 h 106"/>
                  <a:gd name="T76" fmla="*/ 2 w 108"/>
                  <a:gd name="T77" fmla="*/ 61 h 106"/>
                  <a:gd name="T78" fmla="*/ 0 w 108"/>
                  <a:gd name="T79" fmla="*/ 59 h 106"/>
                  <a:gd name="T80" fmla="*/ 0 w 108"/>
                  <a:gd name="T81" fmla="*/ 46 h 106"/>
                  <a:gd name="T82" fmla="*/ 6 w 108"/>
                  <a:gd name="T83" fmla="*/ 44 h 106"/>
                  <a:gd name="T84" fmla="*/ 17 w 108"/>
                  <a:gd name="T85" fmla="*/ 36 h 106"/>
                  <a:gd name="T86" fmla="*/ 12 w 108"/>
                  <a:gd name="T87" fmla="*/ 24 h 106"/>
                  <a:gd name="T88" fmla="*/ 11 w 108"/>
                  <a:gd name="T89" fmla="*/ 20 h 106"/>
                  <a:gd name="T90" fmla="*/ 21 w 108"/>
                  <a:gd name="T91" fmla="*/ 12 h 106"/>
                  <a:gd name="T92" fmla="*/ 31 w 108"/>
                  <a:gd name="T93" fmla="*/ 15 h 106"/>
                  <a:gd name="T94" fmla="*/ 42 w 108"/>
                  <a:gd name="T95" fmla="*/ 9 h 106"/>
                  <a:gd name="T96" fmla="*/ 46 w 108"/>
                  <a:gd name="T97" fmla="*/ 2 h 106"/>
                  <a:gd name="T98" fmla="*/ 49 w 108"/>
                  <a:gd name="T99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08" h="106">
                    <a:moveTo>
                      <a:pt x="54" y="34"/>
                    </a:moveTo>
                    <a:lnTo>
                      <a:pt x="49" y="36"/>
                    </a:lnTo>
                    <a:lnTo>
                      <a:pt x="44" y="38"/>
                    </a:lnTo>
                    <a:lnTo>
                      <a:pt x="38" y="42"/>
                    </a:lnTo>
                    <a:lnTo>
                      <a:pt x="36" y="47"/>
                    </a:lnTo>
                    <a:lnTo>
                      <a:pt x="36" y="53"/>
                    </a:lnTo>
                    <a:lnTo>
                      <a:pt x="36" y="59"/>
                    </a:lnTo>
                    <a:lnTo>
                      <a:pt x="38" y="64"/>
                    </a:lnTo>
                    <a:lnTo>
                      <a:pt x="44" y="68"/>
                    </a:lnTo>
                    <a:lnTo>
                      <a:pt x="49" y="70"/>
                    </a:lnTo>
                    <a:lnTo>
                      <a:pt x="54" y="72"/>
                    </a:lnTo>
                    <a:lnTo>
                      <a:pt x="61" y="70"/>
                    </a:lnTo>
                    <a:lnTo>
                      <a:pt x="66" y="68"/>
                    </a:lnTo>
                    <a:lnTo>
                      <a:pt x="70" y="64"/>
                    </a:lnTo>
                    <a:lnTo>
                      <a:pt x="72" y="59"/>
                    </a:lnTo>
                    <a:lnTo>
                      <a:pt x="72" y="53"/>
                    </a:lnTo>
                    <a:lnTo>
                      <a:pt x="72" y="47"/>
                    </a:lnTo>
                    <a:lnTo>
                      <a:pt x="70" y="42"/>
                    </a:lnTo>
                    <a:lnTo>
                      <a:pt x="66" y="38"/>
                    </a:lnTo>
                    <a:lnTo>
                      <a:pt x="61" y="36"/>
                    </a:lnTo>
                    <a:lnTo>
                      <a:pt x="54" y="34"/>
                    </a:lnTo>
                    <a:close/>
                    <a:moveTo>
                      <a:pt x="49" y="0"/>
                    </a:moveTo>
                    <a:lnTo>
                      <a:pt x="59" y="0"/>
                    </a:lnTo>
                    <a:lnTo>
                      <a:pt x="61" y="0"/>
                    </a:lnTo>
                    <a:lnTo>
                      <a:pt x="61" y="0"/>
                    </a:lnTo>
                    <a:lnTo>
                      <a:pt x="62" y="2"/>
                    </a:lnTo>
                    <a:lnTo>
                      <a:pt x="62" y="3"/>
                    </a:lnTo>
                    <a:lnTo>
                      <a:pt x="63" y="6"/>
                    </a:lnTo>
                    <a:lnTo>
                      <a:pt x="66" y="9"/>
                    </a:lnTo>
                    <a:lnTo>
                      <a:pt x="67" y="15"/>
                    </a:lnTo>
                    <a:lnTo>
                      <a:pt x="72" y="17"/>
                    </a:lnTo>
                    <a:lnTo>
                      <a:pt x="76" y="15"/>
                    </a:lnTo>
                    <a:lnTo>
                      <a:pt x="80" y="13"/>
                    </a:lnTo>
                    <a:lnTo>
                      <a:pt x="83" y="12"/>
                    </a:lnTo>
                    <a:lnTo>
                      <a:pt x="84" y="12"/>
                    </a:lnTo>
                    <a:lnTo>
                      <a:pt x="85" y="11"/>
                    </a:lnTo>
                    <a:lnTo>
                      <a:pt x="85" y="11"/>
                    </a:lnTo>
                    <a:lnTo>
                      <a:pt x="87" y="11"/>
                    </a:lnTo>
                    <a:lnTo>
                      <a:pt x="87" y="11"/>
                    </a:lnTo>
                    <a:lnTo>
                      <a:pt x="88" y="12"/>
                    </a:lnTo>
                    <a:lnTo>
                      <a:pt x="96" y="20"/>
                    </a:lnTo>
                    <a:lnTo>
                      <a:pt x="96" y="20"/>
                    </a:lnTo>
                    <a:lnTo>
                      <a:pt x="97" y="21"/>
                    </a:lnTo>
                    <a:lnTo>
                      <a:pt x="97" y="23"/>
                    </a:lnTo>
                    <a:lnTo>
                      <a:pt x="96" y="24"/>
                    </a:lnTo>
                    <a:lnTo>
                      <a:pt x="95" y="26"/>
                    </a:lnTo>
                    <a:lnTo>
                      <a:pt x="93" y="30"/>
                    </a:lnTo>
                    <a:lnTo>
                      <a:pt x="91" y="36"/>
                    </a:lnTo>
                    <a:lnTo>
                      <a:pt x="93" y="40"/>
                    </a:lnTo>
                    <a:lnTo>
                      <a:pt x="99" y="42"/>
                    </a:lnTo>
                    <a:lnTo>
                      <a:pt x="102" y="44"/>
                    </a:lnTo>
                    <a:lnTo>
                      <a:pt x="105" y="45"/>
                    </a:lnTo>
                    <a:lnTo>
                      <a:pt x="106" y="45"/>
                    </a:lnTo>
                    <a:lnTo>
                      <a:pt x="108" y="46"/>
                    </a:lnTo>
                    <a:lnTo>
                      <a:pt x="108" y="46"/>
                    </a:lnTo>
                    <a:lnTo>
                      <a:pt x="108" y="47"/>
                    </a:lnTo>
                    <a:lnTo>
                      <a:pt x="108" y="58"/>
                    </a:lnTo>
                    <a:lnTo>
                      <a:pt x="108" y="59"/>
                    </a:lnTo>
                    <a:lnTo>
                      <a:pt x="108" y="61"/>
                    </a:lnTo>
                    <a:lnTo>
                      <a:pt x="106" y="61"/>
                    </a:lnTo>
                    <a:lnTo>
                      <a:pt x="105" y="62"/>
                    </a:lnTo>
                    <a:lnTo>
                      <a:pt x="102" y="63"/>
                    </a:lnTo>
                    <a:lnTo>
                      <a:pt x="99" y="64"/>
                    </a:lnTo>
                    <a:lnTo>
                      <a:pt x="93" y="67"/>
                    </a:lnTo>
                    <a:lnTo>
                      <a:pt x="92" y="70"/>
                    </a:lnTo>
                    <a:lnTo>
                      <a:pt x="93" y="76"/>
                    </a:lnTo>
                    <a:lnTo>
                      <a:pt x="96" y="80"/>
                    </a:lnTo>
                    <a:lnTo>
                      <a:pt x="96" y="83"/>
                    </a:lnTo>
                    <a:lnTo>
                      <a:pt x="97" y="84"/>
                    </a:lnTo>
                    <a:lnTo>
                      <a:pt x="97" y="85"/>
                    </a:lnTo>
                    <a:lnTo>
                      <a:pt x="97" y="85"/>
                    </a:lnTo>
                    <a:lnTo>
                      <a:pt x="96" y="87"/>
                    </a:lnTo>
                    <a:lnTo>
                      <a:pt x="88" y="95"/>
                    </a:lnTo>
                    <a:lnTo>
                      <a:pt x="87" y="95"/>
                    </a:lnTo>
                    <a:lnTo>
                      <a:pt x="85" y="95"/>
                    </a:lnTo>
                    <a:lnTo>
                      <a:pt x="82" y="93"/>
                    </a:lnTo>
                    <a:lnTo>
                      <a:pt x="78" y="92"/>
                    </a:lnTo>
                    <a:lnTo>
                      <a:pt x="72" y="89"/>
                    </a:lnTo>
                    <a:lnTo>
                      <a:pt x="67" y="92"/>
                    </a:lnTo>
                    <a:lnTo>
                      <a:pt x="66" y="97"/>
                    </a:lnTo>
                    <a:lnTo>
                      <a:pt x="65" y="101"/>
                    </a:lnTo>
                    <a:lnTo>
                      <a:pt x="63" y="104"/>
                    </a:lnTo>
                    <a:lnTo>
                      <a:pt x="62" y="105"/>
                    </a:lnTo>
                    <a:lnTo>
                      <a:pt x="62" y="105"/>
                    </a:lnTo>
                    <a:lnTo>
                      <a:pt x="61" y="106"/>
                    </a:lnTo>
                    <a:lnTo>
                      <a:pt x="61" y="106"/>
                    </a:lnTo>
                    <a:lnTo>
                      <a:pt x="49" y="106"/>
                    </a:lnTo>
                    <a:lnTo>
                      <a:pt x="48" y="106"/>
                    </a:lnTo>
                    <a:lnTo>
                      <a:pt x="48" y="105"/>
                    </a:lnTo>
                    <a:lnTo>
                      <a:pt x="46" y="105"/>
                    </a:lnTo>
                    <a:lnTo>
                      <a:pt x="46" y="104"/>
                    </a:lnTo>
                    <a:lnTo>
                      <a:pt x="45" y="101"/>
                    </a:lnTo>
                    <a:lnTo>
                      <a:pt x="42" y="97"/>
                    </a:lnTo>
                    <a:lnTo>
                      <a:pt x="41" y="92"/>
                    </a:lnTo>
                    <a:lnTo>
                      <a:pt x="36" y="89"/>
                    </a:lnTo>
                    <a:lnTo>
                      <a:pt x="32" y="92"/>
                    </a:lnTo>
                    <a:lnTo>
                      <a:pt x="28" y="93"/>
                    </a:lnTo>
                    <a:lnTo>
                      <a:pt x="25" y="95"/>
                    </a:lnTo>
                    <a:lnTo>
                      <a:pt x="24" y="95"/>
                    </a:lnTo>
                    <a:lnTo>
                      <a:pt x="23" y="95"/>
                    </a:lnTo>
                    <a:lnTo>
                      <a:pt x="23" y="96"/>
                    </a:lnTo>
                    <a:lnTo>
                      <a:pt x="21" y="96"/>
                    </a:lnTo>
                    <a:lnTo>
                      <a:pt x="21" y="96"/>
                    </a:lnTo>
                    <a:lnTo>
                      <a:pt x="20" y="95"/>
                    </a:lnTo>
                    <a:lnTo>
                      <a:pt x="12" y="87"/>
                    </a:lnTo>
                    <a:lnTo>
                      <a:pt x="12" y="87"/>
                    </a:lnTo>
                    <a:lnTo>
                      <a:pt x="12" y="85"/>
                    </a:lnTo>
                    <a:lnTo>
                      <a:pt x="12" y="84"/>
                    </a:lnTo>
                    <a:lnTo>
                      <a:pt x="12" y="83"/>
                    </a:lnTo>
                    <a:lnTo>
                      <a:pt x="14" y="80"/>
                    </a:lnTo>
                    <a:lnTo>
                      <a:pt x="15" y="76"/>
                    </a:lnTo>
                    <a:lnTo>
                      <a:pt x="17" y="70"/>
                    </a:lnTo>
                    <a:lnTo>
                      <a:pt x="15" y="67"/>
                    </a:lnTo>
                    <a:lnTo>
                      <a:pt x="10" y="64"/>
                    </a:lnTo>
                    <a:lnTo>
                      <a:pt x="6" y="63"/>
                    </a:lnTo>
                    <a:lnTo>
                      <a:pt x="3" y="62"/>
                    </a:lnTo>
                    <a:lnTo>
                      <a:pt x="2" y="61"/>
                    </a:lnTo>
                    <a:lnTo>
                      <a:pt x="0" y="61"/>
                    </a:lnTo>
                    <a:lnTo>
                      <a:pt x="0" y="59"/>
                    </a:lnTo>
                    <a:lnTo>
                      <a:pt x="0" y="59"/>
                    </a:lnTo>
                    <a:lnTo>
                      <a:pt x="0" y="47"/>
                    </a:lnTo>
                    <a:lnTo>
                      <a:pt x="0" y="47"/>
                    </a:lnTo>
                    <a:lnTo>
                      <a:pt x="0" y="46"/>
                    </a:lnTo>
                    <a:lnTo>
                      <a:pt x="2" y="46"/>
                    </a:lnTo>
                    <a:lnTo>
                      <a:pt x="3" y="45"/>
                    </a:lnTo>
                    <a:lnTo>
                      <a:pt x="6" y="44"/>
                    </a:lnTo>
                    <a:lnTo>
                      <a:pt x="10" y="42"/>
                    </a:lnTo>
                    <a:lnTo>
                      <a:pt x="15" y="40"/>
                    </a:lnTo>
                    <a:lnTo>
                      <a:pt x="17" y="36"/>
                    </a:lnTo>
                    <a:lnTo>
                      <a:pt x="15" y="30"/>
                    </a:lnTo>
                    <a:lnTo>
                      <a:pt x="12" y="26"/>
                    </a:lnTo>
                    <a:lnTo>
                      <a:pt x="12" y="24"/>
                    </a:lnTo>
                    <a:lnTo>
                      <a:pt x="11" y="23"/>
                    </a:lnTo>
                    <a:lnTo>
                      <a:pt x="11" y="21"/>
                    </a:lnTo>
                    <a:lnTo>
                      <a:pt x="11" y="20"/>
                    </a:lnTo>
                    <a:lnTo>
                      <a:pt x="12" y="20"/>
                    </a:lnTo>
                    <a:lnTo>
                      <a:pt x="20" y="12"/>
                    </a:lnTo>
                    <a:lnTo>
                      <a:pt x="21" y="12"/>
                    </a:lnTo>
                    <a:lnTo>
                      <a:pt x="23" y="12"/>
                    </a:lnTo>
                    <a:lnTo>
                      <a:pt x="27" y="13"/>
                    </a:lnTo>
                    <a:lnTo>
                      <a:pt x="31" y="15"/>
                    </a:lnTo>
                    <a:lnTo>
                      <a:pt x="36" y="17"/>
                    </a:lnTo>
                    <a:lnTo>
                      <a:pt x="41" y="15"/>
                    </a:lnTo>
                    <a:lnTo>
                      <a:pt x="42" y="9"/>
                    </a:lnTo>
                    <a:lnTo>
                      <a:pt x="44" y="6"/>
                    </a:lnTo>
                    <a:lnTo>
                      <a:pt x="45" y="3"/>
                    </a:lnTo>
                    <a:lnTo>
                      <a:pt x="46" y="2"/>
                    </a:lnTo>
                    <a:lnTo>
                      <a:pt x="48" y="0"/>
                    </a:lnTo>
                    <a:lnTo>
                      <a:pt x="48" y="0"/>
                    </a:lnTo>
                    <a:lnTo>
                      <a:pt x="4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22" name="Freeform 15"/>
              <p:cNvSpPr>
                <a:spLocks noEditPoints="1"/>
              </p:cNvSpPr>
              <p:nvPr/>
            </p:nvSpPr>
            <p:spPr bwMode="auto">
              <a:xfrm rot="19386584" flipH="1">
                <a:off x="5102253" y="1334159"/>
                <a:ext cx="411715" cy="403784"/>
              </a:xfrm>
              <a:custGeom>
                <a:avLst/>
                <a:gdLst>
                  <a:gd name="T0" fmla="*/ 235 w 571"/>
                  <a:gd name="T1" fmla="*/ 195 h 560"/>
                  <a:gd name="T2" fmla="*/ 188 w 571"/>
                  <a:gd name="T3" fmla="*/ 254 h 560"/>
                  <a:gd name="T4" fmla="*/ 199 w 571"/>
                  <a:gd name="T5" fmla="*/ 329 h 560"/>
                  <a:gd name="T6" fmla="*/ 259 w 571"/>
                  <a:gd name="T7" fmla="*/ 374 h 560"/>
                  <a:gd name="T8" fmla="*/ 336 w 571"/>
                  <a:gd name="T9" fmla="*/ 364 h 560"/>
                  <a:gd name="T10" fmla="*/ 382 w 571"/>
                  <a:gd name="T11" fmla="*/ 306 h 560"/>
                  <a:gd name="T12" fmla="*/ 371 w 571"/>
                  <a:gd name="T13" fmla="*/ 230 h 560"/>
                  <a:gd name="T14" fmla="*/ 311 w 571"/>
                  <a:gd name="T15" fmla="*/ 185 h 560"/>
                  <a:gd name="T16" fmla="*/ 314 w 571"/>
                  <a:gd name="T17" fmla="*/ 0 h 560"/>
                  <a:gd name="T18" fmla="*/ 323 w 571"/>
                  <a:gd name="T19" fmla="*/ 4 h 560"/>
                  <a:gd name="T20" fmla="*/ 339 w 571"/>
                  <a:gd name="T21" fmla="*/ 31 h 560"/>
                  <a:gd name="T22" fmla="*/ 380 w 571"/>
                  <a:gd name="T23" fmla="*/ 85 h 560"/>
                  <a:gd name="T24" fmla="*/ 431 w 571"/>
                  <a:gd name="T25" fmla="*/ 62 h 560"/>
                  <a:gd name="T26" fmla="*/ 452 w 571"/>
                  <a:gd name="T27" fmla="*/ 56 h 560"/>
                  <a:gd name="T28" fmla="*/ 460 w 571"/>
                  <a:gd name="T29" fmla="*/ 56 h 560"/>
                  <a:gd name="T30" fmla="*/ 510 w 571"/>
                  <a:gd name="T31" fmla="*/ 103 h 560"/>
                  <a:gd name="T32" fmla="*/ 510 w 571"/>
                  <a:gd name="T33" fmla="*/ 117 h 560"/>
                  <a:gd name="T34" fmla="*/ 494 w 571"/>
                  <a:gd name="T35" fmla="*/ 161 h 560"/>
                  <a:gd name="T36" fmla="*/ 518 w 571"/>
                  <a:gd name="T37" fmla="*/ 218 h 560"/>
                  <a:gd name="T38" fmla="*/ 561 w 571"/>
                  <a:gd name="T39" fmla="*/ 235 h 560"/>
                  <a:gd name="T40" fmla="*/ 570 w 571"/>
                  <a:gd name="T41" fmla="*/ 246 h 560"/>
                  <a:gd name="T42" fmla="*/ 570 w 571"/>
                  <a:gd name="T43" fmla="*/ 311 h 560"/>
                  <a:gd name="T44" fmla="*/ 561 w 571"/>
                  <a:gd name="T45" fmla="*/ 320 h 560"/>
                  <a:gd name="T46" fmla="*/ 519 w 571"/>
                  <a:gd name="T47" fmla="*/ 340 h 560"/>
                  <a:gd name="T48" fmla="*/ 494 w 571"/>
                  <a:gd name="T49" fmla="*/ 398 h 560"/>
                  <a:gd name="T50" fmla="*/ 511 w 571"/>
                  <a:gd name="T51" fmla="*/ 439 h 560"/>
                  <a:gd name="T52" fmla="*/ 511 w 571"/>
                  <a:gd name="T53" fmla="*/ 454 h 560"/>
                  <a:gd name="T54" fmla="*/ 458 w 571"/>
                  <a:gd name="T55" fmla="*/ 501 h 560"/>
                  <a:gd name="T56" fmla="*/ 425 w 571"/>
                  <a:gd name="T57" fmla="*/ 492 h 560"/>
                  <a:gd name="T58" fmla="*/ 357 w 571"/>
                  <a:gd name="T59" fmla="*/ 483 h 560"/>
                  <a:gd name="T60" fmla="*/ 335 w 571"/>
                  <a:gd name="T61" fmla="*/ 542 h 560"/>
                  <a:gd name="T62" fmla="*/ 323 w 571"/>
                  <a:gd name="T63" fmla="*/ 559 h 560"/>
                  <a:gd name="T64" fmla="*/ 256 w 571"/>
                  <a:gd name="T65" fmla="*/ 560 h 560"/>
                  <a:gd name="T66" fmla="*/ 247 w 571"/>
                  <a:gd name="T67" fmla="*/ 556 h 560"/>
                  <a:gd name="T68" fmla="*/ 231 w 571"/>
                  <a:gd name="T69" fmla="*/ 527 h 560"/>
                  <a:gd name="T70" fmla="*/ 190 w 571"/>
                  <a:gd name="T71" fmla="*/ 473 h 560"/>
                  <a:gd name="T72" fmla="*/ 139 w 571"/>
                  <a:gd name="T73" fmla="*/ 496 h 560"/>
                  <a:gd name="T74" fmla="*/ 118 w 571"/>
                  <a:gd name="T75" fmla="*/ 502 h 560"/>
                  <a:gd name="T76" fmla="*/ 110 w 571"/>
                  <a:gd name="T77" fmla="*/ 504 h 560"/>
                  <a:gd name="T78" fmla="*/ 60 w 571"/>
                  <a:gd name="T79" fmla="*/ 455 h 560"/>
                  <a:gd name="T80" fmla="*/ 60 w 571"/>
                  <a:gd name="T81" fmla="*/ 442 h 560"/>
                  <a:gd name="T82" fmla="*/ 76 w 571"/>
                  <a:gd name="T83" fmla="*/ 399 h 560"/>
                  <a:gd name="T84" fmla="*/ 52 w 571"/>
                  <a:gd name="T85" fmla="*/ 341 h 560"/>
                  <a:gd name="T86" fmla="*/ 9 w 571"/>
                  <a:gd name="T87" fmla="*/ 323 h 560"/>
                  <a:gd name="T88" fmla="*/ 0 w 571"/>
                  <a:gd name="T89" fmla="*/ 314 h 560"/>
                  <a:gd name="T90" fmla="*/ 0 w 571"/>
                  <a:gd name="T91" fmla="*/ 248 h 560"/>
                  <a:gd name="T92" fmla="*/ 9 w 571"/>
                  <a:gd name="T93" fmla="*/ 238 h 560"/>
                  <a:gd name="T94" fmla="*/ 52 w 571"/>
                  <a:gd name="T95" fmla="*/ 220 h 560"/>
                  <a:gd name="T96" fmla="*/ 76 w 571"/>
                  <a:gd name="T97" fmla="*/ 161 h 560"/>
                  <a:gd name="T98" fmla="*/ 59 w 571"/>
                  <a:gd name="T99" fmla="*/ 119 h 560"/>
                  <a:gd name="T100" fmla="*/ 59 w 571"/>
                  <a:gd name="T101" fmla="*/ 106 h 560"/>
                  <a:gd name="T102" fmla="*/ 112 w 571"/>
                  <a:gd name="T103" fmla="*/ 57 h 560"/>
                  <a:gd name="T104" fmla="*/ 145 w 571"/>
                  <a:gd name="T105" fmla="*/ 68 h 560"/>
                  <a:gd name="T106" fmla="*/ 213 w 571"/>
                  <a:gd name="T107" fmla="*/ 76 h 560"/>
                  <a:gd name="T108" fmla="*/ 235 w 571"/>
                  <a:gd name="T109" fmla="*/ 18 h 560"/>
                  <a:gd name="T110" fmla="*/ 247 w 571"/>
                  <a:gd name="T111" fmla="*/ 1 h 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571" h="560">
                    <a:moveTo>
                      <a:pt x="285" y="182"/>
                    </a:moveTo>
                    <a:lnTo>
                      <a:pt x="259" y="185"/>
                    </a:lnTo>
                    <a:lnTo>
                      <a:pt x="235" y="195"/>
                    </a:lnTo>
                    <a:lnTo>
                      <a:pt x="214" y="210"/>
                    </a:lnTo>
                    <a:lnTo>
                      <a:pt x="199" y="230"/>
                    </a:lnTo>
                    <a:lnTo>
                      <a:pt x="188" y="254"/>
                    </a:lnTo>
                    <a:lnTo>
                      <a:pt x="186" y="280"/>
                    </a:lnTo>
                    <a:lnTo>
                      <a:pt x="188" y="306"/>
                    </a:lnTo>
                    <a:lnTo>
                      <a:pt x="199" y="329"/>
                    </a:lnTo>
                    <a:lnTo>
                      <a:pt x="214" y="349"/>
                    </a:lnTo>
                    <a:lnTo>
                      <a:pt x="235" y="364"/>
                    </a:lnTo>
                    <a:lnTo>
                      <a:pt x="259" y="374"/>
                    </a:lnTo>
                    <a:lnTo>
                      <a:pt x="285" y="378"/>
                    </a:lnTo>
                    <a:lnTo>
                      <a:pt x="311" y="374"/>
                    </a:lnTo>
                    <a:lnTo>
                      <a:pt x="336" y="364"/>
                    </a:lnTo>
                    <a:lnTo>
                      <a:pt x="356" y="349"/>
                    </a:lnTo>
                    <a:lnTo>
                      <a:pt x="371" y="329"/>
                    </a:lnTo>
                    <a:lnTo>
                      <a:pt x="382" y="306"/>
                    </a:lnTo>
                    <a:lnTo>
                      <a:pt x="384" y="280"/>
                    </a:lnTo>
                    <a:lnTo>
                      <a:pt x="382" y="254"/>
                    </a:lnTo>
                    <a:lnTo>
                      <a:pt x="371" y="230"/>
                    </a:lnTo>
                    <a:lnTo>
                      <a:pt x="356" y="210"/>
                    </a:lnTo>
                    <a:lnTo>
                      <a:pt x="336" y="195"/>
                    </a:lnTo>
                    <a:lnTo>
                      <a:pt x="311" y="185"/>
                    </a:lnTo>
                    <a:lnTo>
                      <a:pt x="285" y="182"/>
                    </a:lnTo>
                    <a:close/>
                    <a:moveTo>
                      <a:pt x="254" y="0"/>
                    </a:moveTo>
                    <a:lnTo>
                      <a:pt x="314" y="0"/>
                    </a:lnTo>
                    <a:lnTo>
                      <a:pt x="316" y="0"/>
                    </a:lnTo>
                    <a:lnTo>
                      <a:pt x="320" y="1"/>
                    </a:lnTo>
                    <a:lnTo>
                      <a:pt x="323" y="4"/>
                    </a:lnTo>
                    <a:lnTo>
                      <a:pt x="327" y="9"/>
                    </a:lnTo>
                    <a:lnTo>
                      <a:pt x="332" y="18"/>
                    </a:lnTo>
                    <a:lnTo>
                      <a:pt x="339" y="31"/>
                    </a:lnTo>
                    <a:lnTo>
                      <a:pt x="346" y="51"/>
                    </a:lnTo>
                    <a:lnTo>
                      <a:pt x="357" y="76"/>
                    </a:lnTo>
                    <a:lnTo>
                      <a:pt x="380" y="85"/>
                    </a:lnTo>
                    <a:lnTo>
                      <a:pt x="403" y="76"/>
                    </a:lnTo>
                    <a:lnTo>
                      <a:pt x="420" y="68"/>
                    </a:lnTo>
                    <a:lnTo>
                      <a:pt x="431" y="62"/>
                    </a:lnTo>
                    <a:lnTo>
                      <a:pt x="442" y="60"/>
                    </a:lnTo>
                    <a:lnTo>
                      <a:pt x="447" y="57"/>
                    </a:lnTo>
                    <a:lnTo>
                      <a:pt x="452" y="56"/>
                    </a:lnTo>
                    <a:lnTo>
                      <a:pt x="454" y="56"/>
                    </a:lnTo>
                    <a:lnTo>
                      <a:pt x="455" y="56"/>
                    </a:lnTo>
                    <a:lnTo>
                      <a:pt x="460" y="56"/>
                    </a:lnTo>
                    <a:lnTo>
                      <a:pt x="464" y="60"/>
                    </a:lnTo>
                    <a:lnTo>
                      <a:pt x="507" y="100"/>
                    </a:lnTo>
                    <a:lnTo>
                      <a:pt x="510" y="103"/>
                    </a:lnTo>
                    <a:lnTo>
                      <a:pt x="511" y="107"/>
                    </a:lnTo>
                    <a:lnTo>
                      <a:pt x="511" y="111"/>
                    </a:lnTo>
                    <a:lnTo>
                      <a:pt x="510" y="117"/>
                    </a:lnTo>
                    <a:lnTo>
                      <a:pt x="507" y="127"/>
                    </a:lnTo>
                    <a:lnTo>
                      <a:pt x="502" y="141"/>
                    </a:lnTo>
                    <a:lnTo>
                      <a:pt x="494" y="161"/>
                    </a:lnTo>
                    <a:lnTo>
                      <a:pt x="483" y="185"/>
                    </a:lnTo>
                    <a:lnTo>
                      <a:pt x="493" y="208"/>
                    </a:lnTo>
                    <a:lnTo>
                      <a:pt x="518" y="218"/>
                    </a:lnTo>
                    <a:lnTo>
                      <a:pt x="537" y="225"/>
                    </a:lnTo>
                    <a:lnTo>
                      <a:pt x="552" y="231"/>
                    </a:lnTo>
                    <a:lnTo>
                      <a:pt x="561" y="235"/>
                    </a:lnTo>
                    <a:lnTo>
                      <a:pt x="566" y="239"/>
                    </a:lnTo>
                    <a:lnTo>
                      <a:pt x="570" y="243"/>
                    </a:lnTo>
                    <a:lnTo>
                      <a:pt x="570" y="246"/>
                    </a:lnTo>
                    <a:lnTo>
                      <a:pt x="571" y="248"/>
                    </a:lnTo>
                    <a:lnTo>
                      <a:pt x="571" y="307"/>
                    </a:lnTo>
                    <a:lnTo>
                      <a:pt x="570" y="311"/>
                    </a:lnTo>
                    <a:lnTo>
                      <a:pt x="570" y="314"/>
                    </a:lnTo>
                    <a:lnTo>
                      <a:pt x="566" y="318"/>
                    </a:lnTo>
                    <a:lnTo>
                      <a:pt x="561" y="320"/>
                    </a:lnTo>
                    <a:lnTo>
                      <a:pt x="552" y="326"/>
                    </a:lnTo>
                    <a:lnTo>
                      <a:pt x="537" y="332"/>
                    </a:lnTo>
                    <a:lnTo>
                      <a:pt x="519" y="340"/>
                    </a:lnTo>
                    <a:lnTo>
                      <a:pt x="493" y="350"/>
                    </a:lnTo>
                    <a:lnTo>
                      <a:pt x="483" y="373"/>
                    </a:lnTo>
                    <a:lnTo>
                      <a:pt x="494" y="398"/>
                    </a:lnTo>
                    <a:lnTo>
                      <a:pt x="503" y="416"/>
                    </a:lnTo>
                    <a:lnTo>
                      <a:pt x="509" y="430"/>
                    </a:lnTo>
                    <a:lnTo>
                      <a:pt x="511" y="439"/>
                    </a:lnTo>
                    <a:lnTo>
                      <a:pt x="513" y="446"/>
                    </a:lnTo>
                    <a:lnTo>
                      <a:pt x="513" y="451"/>
                    </a:lnTo>
                    <a:lnTo>
                      <a:pt x="511" y="454"/>
                    </a:lnTo>
                    <a:lnTo>
                      <a:pt x="509" y="456"/>
                    </a:lnTo>
                    <a:lnTo>
                      <a:pt x="463" y="501"/>
                    </a:lnTo>
                    <a:lnTo>
                      <a:pt x="458" y="501"/>
                    </a:lnTo>
                    <a:lnTo>
                      <a:pt x="451" y="500"/>
                    </a:lnTo>
                    <a:lnTo>
                      <a:pt x="441" y="497"/>
                    </a:lnTo>
                    <a:lnTo>
                      <a:pt x="425" y="492"/>
                    </a:lnTo>
                    <a:lnTo>
                      <a:pt x="405" y="484"/>
                    </a:lnTo>
                    <a:lnTo>
                      <a:pt x="382" y="473"/>
                    </a:lnTo>
                    <a:lnTo>
                      <a:pt x="357" y="483"/>
                    </a:lnTo>
                    <a:lnTo>
                      <a:pt x="348" y="509"/>
                    </a:lnTo>
                    <a:lnTo>
                      <a:pt x="340" y="527"/>
                    </a:lnTo>
                    <a:lnTo>
                      <a:pt x="335" y="542"/>
                    </a:lnTo>
                    <a:lnTo>
                      <a:pt x="329" y="551"/>
                    </a:lnTo>
                    <a:lnTo>
                      <a:pt x="326" y="556"/>
                    </a:lnTo>
                    <a:lnTo>
                      <a:pt x="323" y="559"/>
                    </a:lnTo>
                    <a:lnTo>
                      <a:pt x="319" y="560"/>
                    </a:lnTo>
                    <a:lnTo>
                      <a:pt x="316" y="560"/>
                    </a:lnTo>
                    <a:lnTo>
                      <a:pt x="256" y="560"/>
                    </a:lnTo>
                    <a:lnTo>
                      <a:pt x="254" y="560"/>
                    </a:lnTo>
                    <a:lnTo>
                      <a:pt x="250" y="559"/>
                    </a:lnTo>
                    <a:lnTo>
                      <a:pt x="247" y="556"/>
                    </a:lnTo>
                    <a:lnTo>
                      <a:pt x="243" y="551"/>
                    </a:lnTo>
                    <a:lnTo>
                      <a:pt x="238" y="542"/>
                    </a:lnTo>
                    <a:lnTo>
                      <a:pt x="231" y="527"/>
                    </a:lnTo>
                    <a:lnTo>
                      <a:pt x="224" y="509"/>
                    </a:lnTo>
                    <a:lnTo>
                      <a:pt x="213" y="484"/>
                    </a:lnTo>
                    <a:lnTo>
                      <a:pt x="190" y="473"/>
                    </a:lnTo>
                    <a:lnTo>
                      <a:pt x="167" y="484"/>
                    </a:lnTo>
                    <a:lnTo>
                      <a:pt x="150" y="490"/>
                    </a:lnTo>
                    <a:lnTo>
                      <a:pt x="139" y="496"/>
                    </a:lnTo>
                    <a:lnTo>
                      <a:pt x="128" y="500"/>
                    </a:lnTo>
                    <a:lnTo>
                      <a:pt x="123" y="501"/>
                    </a:lnTo>
                    <a:lnTo>
                      <a:pt x="118" y="502"/>
                    </a:lnTo>
                    <a:lnTo>
                      <a:pt x="116" y="504"/>
                    </a:lnTo>
                    <a:lnTo>
                      <a:pt x="115" y="504"/>
                    </a:lnTo>
                    <a:lnTo>
                      <a:pt x="110" y="504"/>
                    </a:lnTo>
                    <a:lnTo>
                      <a:pt x="106" y="500"/>
                    </a:lnTo>
                    <a:lnTo>
                      <a:pt x="63" y="458"/>
                    </a:lnTo>
                    <a:lnTo>
                      <a:pt x="60" y="455"/>
                    </a:lnTo>
                    <a:lnTo>
                      <a:pt x="59" y="453"/>
                    </a:lnTo>
                    <a:lnTo>
                      <a:pt x="59" y="449"/>
                    </a:lnTo>
                    <a:lnTo>
                      <a:pt x="60" y="442"/>
                    </a:lnTo>
                    <a:lnTo>
                      <a:pt x="63" y="432"/>
                    </a:lnTo>
                    <a:lnTo>
                      <a:pt x="68" y="417"/>
                    </a:lnTo>
                    <a:lnTo>
                      <a:pt x="76" y="399"/>
                    </a:lnTo>
                    <a:lnTo>
                      <a:pt x="88" y="374"/>
                    </a:lnTo>
                    <a:lnTo>
                      <a:pt x="77" y="350"/>
                    </a:lnTo>
                    <a:lnTo>
                      <a:pt x="52" y="341"/>
                    </a:lnTo>
                    <a:lnTo>
                      <a:pt x="33" y="333"/>
                    </a:lnTo>
                    <a:lnTo>
                      <a:pt x="18" y="328"/>
                    </a:lnTo>
                    <a:lnTo>
                      <a:pt x="9" y="323"/>
                    </a:lnTo>
                    <a:lnTo>
                      <a:pt x="4" y="319"/>
                    </a:lnTo>
                    <a:lnTo>
                      <a:pt x="1" y="316"/>
                    </a:lnTo>
                    <a:lnTo>
                      <a:pt x="0" y="314"/>
                    </a:lnTo>
                    <a:lnTo>
                      <a:pt x="0" y="310"/>
                    </a:lnTo>
                    <a:lnTo>
                      <a:pt x="0" y="251"/>
                    </a:lnTo>
                    <a:lnTo>
                      <a:pt x="0" y="248"/>
                    </a:lnTo>
                    <a:lnTo>
                      <a:pt x="1" y="244"/>
                    </a:lnTo>
                    <a:lnTo>
                      <a:pt x="4" y="242"/>
                    </a:lnTo>
                    <a:lnTo>
                      <a:pt x="9" y="238"/>
                    </a:lnTo>
                    <a:lnTo>
                      <a:pt x="18" y="233"/>
                    </a:lnTo>
                    <a:lnTo>
                      <a:pt x="33" y="227"/>
                    </a:lnTo>
                    <a:lnTo>
                      <a:pt x="52" y="220"/>
                    </a:lnTo>
                    <a:lnTo>
                      <a:pt x="77" y="209"/>
                    </a:lnTo>
                    <a:lnTo>
                      <a:pt x="88" y="185"/>
                    </a:lnTo>
                    <a:lnTo>
                      <a:pt x="76" y="161"/>
                    </a:lnTo>
                    <a:lnTo>
                      <a:pt x="67" y="142"/>
                    </a:lnTo>
                    <a:lnTo>
                      <a:pt x="61" y="129"/>
                    </a:lnTo>
                    <a:lnTo>
                      <a:pt x="59" y="119"/>
                    </a:lnTo>
                    <a:lnTo>
                      <a:pt x="57" y="112"/>
                    </a:lnTo>
                    <a:lnTo>
                      <a:pt x="57" y="108"/>
                    </a:lnTo>
                    <a:lnTo>
                      <a:pt x="59" y="106"/>
                    </a:lnTo>
                    <a:lnTo>
                      <a:pt x="61" y="103"/>
                    </a:lnTo>
                    <a:lnTo>
                      <a:pt x="107" y="58"/>
                    </a:lnTo>
                    <a:lnTo>
                      <a:pt x="112" y="57"/>
                    </a:lnTo>
                    <a:lnTo>
                      <a:pt x="119" y="58"/>
                    </a:lnTo>
                    <a:lnTo>
                      <a:pt x="129" y="62"/>
                    </a:lnTo>
                    <a:lnTo>
                      <a:pt x="145" y="68"/>
                    </a:lnTo>
                    <a:lnTo>
                      <a:pt x="165" y="76"/>
                    </a:lnTo>
                    <a:lnTo>
                      <a:pt x="190" y="86"/>
                    </a:lnTo>
                    <a:lnTo>
                      <a:pt x="213" y="76"/>
                    </a:lnTo>
                    <a:lnTo>
                      <a:pt x="222" y="51"/>
                    </a:lnTo>
                    <a:lnTo>
                      <a:pt x="230" y="31"/>
                    </a:lnTo>
                    <a:lnTo>
                      <a:pt x="235" y="18"/>
                    </a:lnTo>
                    <a:lnTo>
                      <a:pt x="241" y="9"/>
                    </a:lnTo>
                    <a:lnTo>
                      <a:pt x="244" y="4"/>
                    </a:lnTo>
                    <a:lnTo>
                      <a:pt x="247" y="1"/>
                    </a:lnTo>
                    <a:lnTo>
                      <a:pt x="251" y="0"/>
                    </a:lnTo>
                    <a:lnTo>
                      <a:pt x="25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23" name="Freeform 16"/>
              <p:cNvSpPr>
                <a:spLocks noEditPoints="1"/>
              </p:cNvSpPr>
              <p:nvPr/>
            </p:nvSpPr>
            <p:spPr bwMode="auto">
              <a:xfrm rot="19386584" flipH="1">
                <a:off x="5913419" y="309632"/>
                <a:ext cx="397295" cy="388642"/>
              </a:xfrm>
              <a:custGeom>
                <a:avLst/>
                <a:gdLst>
                  <a:gd name="T0" fmla="*/ 226 w 551"/>
                  <a:gd name="T1" fmla="*/ 187 h 539"/>
                  <a:gd name="T2" fmla="*/ 183 w 551"/>
                  <a:gd name="T3" fmla="*/ 245 h 539"/>
                  <a:gd name="T4" fmla="*/ 192 w 551"/>
                  <a:gd name="T5" fmla="*/ 317 h 539"/>
                  <a:gd name="T6" fmla="*/ 250 w 551"/>
                  <a:gd name="T7" fmla="*/ 360 h 539"/>
                  <a:gd name="T8" fmla="*/ 323 w 551"/>
                  <a:gd name="T9" fmla="*/ 351 h 539"/>
                  <a:gd name="T10" fmla="*/ 368 w 551"/>
                  <a:gd name="T11" fmla="*/ 294 h 539"/>
                  <a:gd name="T12" fmla="*/ 358 w 551"/>
                  <a:gd name="T13" fmla="*/ 221 h 539"/>
                  <a:gd name="T14" fmla="*/ 301 w 551"/>
                  <a:gd name="T15" fmla="*/ 178 h 539"/>
                  <a:gd name="T16" fmla="*/ 302 w 551"/>
                  <a:gd name="T17" fmla="*/ 0 h 539"/>
                  <a:gd name="T18" fmla="*/ 311 w 551"/>
                  <a:gd name="T19" fmla="*/ 4 h 539"/>
                  <a:gd name="T20" fmla="*/ 327 w 551"/>
                  <a:gd name="T21" fmla="*/ 30 h 539"/>
                  <a:gd name="T22" fmla="*/ 368 w 551"/>
                  <a:gd name="T23" fmla="*/ 82 h 539"/>
                  <a:gd name="T24" fmla="*/ 421 w 551"/>
                  <a:gd name="T25" fmla="*/ 59 h 539"/>
                  <a:gd name="T26" fmla="*/ 438 w 551"/>
                  <a:gd name="T27" fmla="*/ 54 h 539"/>
                  <a:gd name="T28" fmla="*/ 449 w 551"/>
                  <a:gd name="T29" fmla="*/ 57 h 539"/>
                  <a:gd name="T30" fmla="*/ 492 w 551"/>
                  <a:gd name="T31" fmla="*/ 102 h 539"/>
                  <a:gd name="T32" fmla="*/ 489 w 551"/>
                  <a:gd name="T33" fmla="*/ 123 h 539"/>
                  <a:gd name="T34" fmla="*/ 466 w 551"/>
                  <a:gd name="T35" fmla="*/ 178 h 539"/>
                  <a:gd name="T36" fmla="*/ 518 w 551"/>
                  <a:gd name="T37" fmla="*/ 217 h 539"/>
                  <a:gd name="T38" fmla="*/ 545 w 551"/>
                  <a:gd name="T39" fmla="*/ 230 h 539"/>
                  <a:gd name="T40" fmla="*/ 551 w 551"/>
                  <a:gd name="T41" fmla="*/ 239 h 539"/>
                  <a:gd name="T42" fmla="*/ 549 w 551"/>
                  <a:gd name="T43" fmla="*/ 302 h 539"/>
                  <a:gd name="T44" fmla="*/ 531 w 551"/>
                  <a:gd name="T45" fmla="*/ 314 h 539"/>
                  <a:gd name="T46" fmla="*/ 475 w 551"/>
                  <a:gd name="T47" fmla="*/ 338 h 539"/>
                  <a:gd name="T48" fmla="*/ 485 w 551"/>
                  <a:gd name="T49" fmla="*/ 400 h 539"/>
                  <a:gd name="T50" fmla="*/ 494 w 551"/>
                  <a:gd name="T51" fmla="*/ 429 h 539"/>
                  <a:gd name="T52" fmla="*/ 490 w 551"/>
                  <a:gd name="T53" fmla="*/ 438 h 539"/>
                  <a:gd name="T54" fmla="*/ 433 w 551"/>
                  <a:gd name="T55" fmla="*/ 480 h 539"/>
                  <a:gd name="T56" fmla="*/ 368 w 551"/>
                  <a:gd name="T57" fmla="*/ 455 h 539"/>
                  <a:gd name="T58" fmla="*/ 328 w 551"/>
                  <a:gd name="T59" fmla="*/ 508 h 539"/>
                  <a:gd name="T60" fmla="*/ 314 w 551"/>
                  <a:gd name="T61" fmla="*/ 535 h 539"/>
                  <a:gd name="T62" fmla="*/ 305 w 551"/>
                  <a:gd name="T63" fmla="*/ 539 h 539"/>
                  <a:gd name="T64" fmla="*/ 242 w 551"/>
                  <a:gd name="T65" fmla="*/ 538 h 539"/>
                  <a:gd name="T66" fmla="*/ 230 w 551"/>
                  <a:gd name="T67" fmla="*/ 521 h 539"/>
                  <a:gd name="T68" fmla="*/ 207 w 551"/>
                  <a:gd name="T69" fmla="*/ 466 h 539"/>
                  <a:gd name="T70" fmla="*/ 143 w 551"/>
                  <a:gd name="T71" fmla="*/ 474 h 539"/>
                  <a:gd name="T72" fmla="*/ 115 w 551"/>
                  <a:gd name="T73" fmla="*/ 484 h 539"/>
                  <a:gd name="T74" fmla="*/ 106 w 551"/>
                  <a:gd name="T75" fmla="*/ 484 h 539"/>
                  <a:gd name="T76" fmla="*/ 59 w 551"/>
                  <a:gd name="T77" fmla="*/ 438 h 539"/>
                  <a:gd name="T78" fmla="*/ 59 w 551"/>
                  <a:gd name="T79" fmla="*/ 425 h 539"/>
                  <a:gd name="T80" fmla="*/ 75 w 551"/>
                  <a:gd name="T81" fmla="*/ 383 h 539"/>
                  <a:gd name="T82" fmla="*/ 51 w 551"/>
                  <a:gd name="T83" fmla="*/ 328 h 539"/>
                  <a:gd name="T84" fmla="*/ 9 w 551"/>
                  <a:gd name="T85" fmla="*/ 311 h 539"/>
                  <a:gd name="T86" fmla="*/ 0 w 551"/>
                  <a:gd name="T87" fmla="*/ 302 h 539"/>
                  <a:gd name="T88" fmla="*/ 0 w 551"/>
                  <a:gd name="T89" fmla="*/ 239 h 539"/>
                  <a:gd name="T90" fmla="*/ 9 w 551"/>
                  <a:gd name="T91" fmla="*/ 229 h 539"/>
                  <a:gd name="T92" fmla="*/ 51 w 551"/>
                  <a:gd name="T93" fmla="*/ 211 h 539"/>
                  <a:gd name="T94" fmla="*/ 73 w 551"/>
                  <a:gd name="T95" fmla="*/ 156 h 539"/>
                  <a:gd name="T96" fmla="*/ 58 w 551"/>
                  <a:gd name="T97" fmla="*/ 115 h 539"/>
                  <a:gd name="T98" fmla="*/ 58 w 551"/>
                  <a:gd name="T99" fmla="*/ 102 h 539"/>
                  <a:gd name="T100" fmla="*/ 110 w 551"/>
                  <a:gd name="T101" fmla="*/ 56 h 539"/>
                  <a:gd name="T102" fmla="*/ 154 w 551"/>
                  <a:gd name="T103" fmla="*/ 71 h 539"/>
                  <a:gd name="T104" fmla="*/ 214 w 551"/>
                  <a:gd name="T105" fmla="*/ 48 h 539"/>
                  <a:gd name="T106" fmla="*/ 233 w 551"/>
                  <a:gd name="T107" fmla="*/ 9 h 539"/>
                  <a:gd name="T108" fmla="*/ 242 w 551"/>
                  <a:gd name="T109" fmla="*/ 0 h 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551" h="539">
                    <a:moveTo>
                      <a:pt x="275" y="175"/>
                    </a:moveTo>
                    <a:lnTo>
                      <a:pt x="250" y="178"/>
                    </a:lnTo>
                    <a:lnTo>
                      <a:pt x="226" y="187"/>
                    </a:lnTo>
                    <a:lnTo>
                      <a:pt x="207" y="203"/>
                    </a:lnTo>
                    <a:lnTo>
                      <a:pt x="192" y="221"/>
                    </a:lnTo>
                    <a:lnTo>
                      <a:pt x="183" y="245"/>
                    </a:lnTo>
                    <a:lnTo>
                      <a:pt x="179" y="270"/>
                    </a:lnTo>
                    <a:lnTo>
                      <a:pt x="183" y="294"/>
                    </a:lnTo>
                    <a:lnTo>
                      <a:pt x="192" y="317"/>
                    </a:lnTo>
                    <a:lnTo>
                      <a:pt x="207" y="336"/>
                    </a:lnTo>
                    <a:lnTo>
                      <a:pt x="226" y="351"/>
                    </a:lnTo>
                    <a:lnTo>
                      <a:pt x="250" y="360"/>
                    </a:lnTo>
                    <a:lnTo>
                      <a:pt x="275" y="364"/>
                    </a:lnTo>
                    <a:lnTo>
                      <a:pt x="301" y="360"/>
                    </a:lnTo>
                    <a:lnTo>
                      <a:pt x="323" y="351"/>
                    </a:lnTo>
                    <a:lnTo>
                      <a:pt x="343" y="336"/>
                    </a:lnTo>
                    <a:lnTo>
                      <a:pt x="358" y="317"/>
                    </a:lnTo>
                    <a:lnTo>
                      <a:pt x="368" y="294"/>
                    </a:lnTo>
                    <a:lnTo>
                      <a:pt x="371" y="270"/>
                    </a:lnTo>
                    <a:lnTo>
                      <a:pt x="368" y="245"/>
                    </a:lnTo>
                    <a:lnTo>
                      <a:pt x="358" y="221"/>
                    </a:lnTo>
                    <a:lnTo>
                      <a:pt x="343" y="203"/>
                    </a:lnTo>
                    <a:lnTo>
                      <a:pt x="323" y="187"/>
                    </a:lnTo>
                    <a:lnTo>
                      <a:pt x="301" y="178"/>
                    </a:lnTo>
                    <a:lnTo>
                      <a:pt x="275" y="175"/>
                    </a:lnTo>
                    <a:close/>
                    <a:moveTo>
                      <a:pt x="245" y="0"/>
                    </a:moveTo>
                    <a:lnTo>
                      <a:pt x="302" y="0"/>
                    </a:lnTo>
                    <a:lnTo>
                      <a:pt x="306" y="0"/>
                    </a:lnTo>
                    <a:lnTo>
                      <a:pt x="309" y="1"/>
                    </a:lnTo>
                    <a:lnTo>
                      <a:pt x="311" y="4"/>
                    </a:lnTo>
                    <a:lnTo>
                      <a:pt x="315" y="9"/>
                    </a:lnTo>
                    <a:lnTo>
                      <a:pt x="320" y="17"/>
                    </a:lnTo>
                    <a:lnTo>
                      <a:pt x="327" y="30"/>
                    </a:lnTo>
                    <a:lnTo>
                      <a:pt x="334" y="48"/>
                    </a:lnTo>
                    <a:lnTo>
                      <a:pt x="344" y="73"/>
                    </a:lnTo>
                    <a:lnTo>
                      <a:pt x="368" y="82"/>
                    </a:lnTo>
                    <a:lnTo>
                      <a:pt x="391" y="72"/>
                    </a:lnTo>
                    <a:lnTo>
                      <a:pt x="408" y="64"/>
                    </a:lnTo>
                    <a:lnTo>
                      <a:pt x="421" y="59"/>
                    </a:lnTo>
                    <a:lnTo>
                      <a:pt x="429" y="56"/>
                    </a:lnTo>
                    <a:lnTo>
                      <a:pt x="434" y="55"/>
                    </a:lnTo>
                    <a:lnTo>
                      <a:pt x="438" y="54"/>
                    </a:lnTo>
                    <a:lnTo>
                      <a:pt x="439" y="54"/>
                    </a:lnTo>
                    <a:lnTo>
                      <a:pt x="443" y="54"/>
                    </a:lnTo>
                    <a:lnTo>
                      <a:pt x="449" y="57"/>
                    </a:lnTo>
                    <a:lnTo>
                      <a:pt x="489" y="98"/>
                    </a:lnTo>
                    <a:lnTo>
                      <a:pt x="490" y="99"/>
                    </a:lnTo>
                    <a:lnTo>
                      <a:pt x="492" y="102"/>
                    </a:lnTo>
                    <a:lnTo>
                      <a:pt x="493" y="107"/>
                    </a:lnTo>
                    <a:lnTo>
                      <a:pt x="492" y="114"/>
                    </a:lnTo>
                    <a:lnTo>
                      <a:pt x="489" y="123"/>
                    </a:lnTo>
                    <a:lnTo>
                      <a:pt x="484" y="136"/>
                    </a:lnTo>
                    <a:lnTo>
                      <a:pt x="476" y="154"/>
                    </a:lnTo>
                    <a:lnTo>
                      <a:pt x="466" y="178"/>
                    </a:lnTo>
                    <a:lnTo>
                      <a:pt x="475" y="200"/>
                    </a:lnTo>
                    <a:lnTo>
                      <a:pt x="500" y="209"/>
                    </a:lnTo>
                    <a:lnTo>
                      <a:pt x="518" y="217"/>
                    </a:lnTo>
                    <a:lnTo>
                      <a:pt x="531" y="222"/>
                    </a:lnTo>
                    <a:lnTo>
                      <a:pt x="540" y="226"/>
                    </a:lnTo>
                    <a:lnTo>
                      <a:pt x="545" y="230"/>
                    </a:lnTo>
                    <a:lnTo>
                      <a:pt x="549" y="234"/>
                    </a:lnTo>
                    <a:lnTo>
                      <a:pt x="549" y="237"/>
                    </a:lnTo>
                    <a:lnTo>
                      <a:pt x="551" y="239"/>
                    </a:lnTo>
                    <a:lnTo>
                      <a:pt x="551" y="296"/>
                    </a:lnTo>
                    <a:lnTo>
                      <a:pt x="549" y="300"/>
                    </a:lnTo>
                    <a:lnTo>
                      <a:pt x="549" y="302"/>
                    </a:lnTo>
                    <a:lnTo>
                      <a:pt x="545" y="305"/>
                    </a:lnTo>
                    <a:lnTo>
                      <a:pt x="540" y="309"/>
                    </a:lnTo>
                    <a:lnTo>
                      <a:pt x="531" y="314"/>
                    </a:lnTo>
                    <a:lnTo>
                      <a:pt x="518" y="319"/>
                    </a:lnTo>
                    <a:lnTo>
                      <a:pt x="500" y="327"/>
                    </a:lnTo>
                    <a:lnTo>
                      <a:pt x="475" y="338"/>
                    </a:lnTo>
                    <a:lnTo>
                      <a:pt x="466" y="359"/>
                    </a:lnTo>
                    <a:lnTo>
                      <a:pt x="476" y="382"/>
                    </a:lnTo>
                    <a:lnTo>
                      <a:pt x="485" y="400"/>
                    </a:lnTo>
                    <a:lnTo>
                      <a:pt x="490" y="414"/>
                    </a:lnTo>
                    <a:lnTo>
                      <a:pt x="493" y="423"/>
                    </a:lnTo>
                    <a:lnTo>
                      <a:pt x="494" y="429"/>
                    </a:lnTo>
                    <a:lnTo>
                      <a:pt x="494" y="433"/>
                    </a:lnTo>
                    <a:lnTo>
                      <a:pt x="493" y="437"/>
                    </a:lnTo>
                    <a:lnTo>
                      <a:pt x="490" y="438"/>
                    </a:lnTo>
                    <a:lnTo>
                      <a:pt x="446" y="483"/>
                    </a:lnTo>
                    <a:lnTo>
                      <a:pt x="441" y="483"/>
                    </a:lnTo>
                    <a:lnTo>
                      <a:pt x="433" y="480"/>
                    </a:lnTo>
                    <a:lnTo>
                      <a:pt x="417" y="476"/>
                    </a:lnTo>
                    <a:lnTo>
                      <a:pt x="396" y="467"/>
                    </a:lnTo>
                    <a:lnTo>
                      <a:pt x="368" y="455"/>
                    </a:lnTo>
                    <a:lnTo>
                      <a:pt x="345" y="465"/>
                    </a:lnTo>
                    <a:lnTo>
                      <a:pt x="335" y="489"/>
                    </a:lnTo>
                    <a:lnTo>
                      <a:pt x="328" y="508"/>
                    </a:lnTo>
                    <a:lnTo>
                      <a:pt x="323" y="521"/>
                    </a:lnTo>
                    <a:lnTo>
                      <a:pt x="318" y="530"/>
                    </a:lnTo>
                    <a:lnTo>
                      <a:pt x="314" y="535"/>
                    </a:lnTo>
                    <a:lnTo>
                      <a:pt x="311" y="538"/>
                    </a:lnTo>
                    <a:lnTo>
                      <a:pt x="309" y="539"/>
                    </a:lnTo>
                    <a:lnTo>
                      <a:pt x="305" y="539"/>
                    </a:lnTo>
                    <a:lnTo>
                      <a:pt x="247" y="539"/>
                    </a:lnTo>
                    <a:lnTo>
                      <a:pt x="245" y="539"/>
                    </a:lnTo>
                    <a:lnTo>
                      <a:pt x="242" y="538"/>
                    </a:lnTo>
                    <a:lnTo>
                      <a:pt x="238" y="535"/>
                    </a:lnTo>
                    <a:lnTo>
                      <a:pt x="234" y="530"/>
                    </a:lnTo>
                    <a:lnTo>
                      <a:pt x="230" y="521"/>
                    </a:lnTo>
                    <a:lnTo>
                      <a:pt x="224" y="508"/>
                    </a:lnTo>
                    <a:lnTo>
                      <a:pt x="216" y="489"/>
                    </a:lnTo>
                    <a:lnTo>
                      <a:pt x="207" y="466"/>
                    </a:lnTo>
                    <a:lnTo>
                      <a:pt x="183" y="455"/>
                    </a:lnTo>
                    <a:lnTo>
                      <a:pt x="160" y="466"/>
                    </a:lnTo>
                    <a:lnTo>
                      <a:pt x="143" y="474"/>
                    </a:lnTo>
                    <a:lnTo>
                      <a:pt x="129" y="479"/>
                    </a:lnTo>
                    <a:lnTo>
                      <a:pt x="120" y="482"/>
                    </a:lnTo>
                    <a:lnTo>
                      <a:pt x="115" y="484"/>
                    </a:lnTo>
                    <a:lnTo>
                      <a:pt x="112" y="484"/>
                    </a:lnTo>
                    <a:lnTo>
                      <a:pt x="111" y="484"/>
                    </a:lnTo>
                    <a:lnTo>
                      <a:pt x="106" y="484"/>
                    </a:lnTo>
                    <a:lnTo>
                      <a:pt x="102" y="480"/>
                    </a:lnTo>
                    <a:lnTo>
                      <a:pt x="61" y="441"/>
                    </a:lnTo>
                    <a:lnTo>
                      <a:pt x="59" y="438"/>
                    </a:lnTo>
                    <a:lnTo>
                      <a:pt x="58" y="436"/>
                    </a:lnTo>
                    <a:lnTo>
                      <a:pt x="58" y="432"/>
                    </a:lnTo>
                    <a:lnTo>
                      <a:pt x="59" y="425"/>
                    </a:lnTo>
                    <a:lnTo>
                      <a:pt x="61" y="416"/>
                    </a:lnTo>
                    <a:lnTo>
                      <a:pt x="67" y="402"/>
                    </a:lnTo>
                    <a:lnTo>
                      <a:pt x="75" y="383"/>
                    </a:lnTo>
                    <a:lnTo>
                      <a:pt x="85" y="360"/>
                    </a:lnTo>
                    <a:lnTo>
                      <a:pt x="76" y="338"/>
                    </a:lnTo>
                    <a:lnTo>
                      <a:pt x="51" y="328"/>
                    </a:lnTo>
                    <a:lnTo>
                      <a:pt x="31" y="322"/>
                    </a:lnTo>
                    <a:lnTo>
                      <a:pt x="18" y="315"/>
                    </a:lnTo>
                    <a:lnTo>
                      <a:pt x="9" y="311"/>
                    </a:lnTo>
                    <a:lnTo>
                      <a:pt x="4" y="307"/>
                    </a:lnTo>
                    <a:lnTo>
                      <a:pt x="1" y="305"/>
                    </a:lnTo>
                    <a:lnTo>
                      <a:pt x="0" y="302"/>
                    </a:lnTo>
                    <a:lnTo>
                      <a:pt x="0" y="298"/>
                    </a:lnTo>
                    <a:lnTo>
                      <a:pt x="0" y="242"/>
                    </a:lnTo>
                    <a:lnTo>
                      <a:pt x="0" y="239"/>
                    </a:lnTo>
                    <a:lnTo>
                      <a:pt x="1" y="235"/>
                    </a:lnTo>
                    <a:lnTo>
                      <a:pt x="4" y="233"/>
                    </a:lnTo>
                    <a:lnTo>
                      <a:pt x="9" y="229"/>
                    </a:lnTo>
                    <a:lnTo>
                      <a:pt x="18" y="225"/>
                    </a:lnTo>
                    <a:lnTo>
                      <a:pt x="31" y="218"/>
                    </a:lnTo>
                    <a:lnTo>
                      <a:pt x="51" y="211"/>
                    </a:lnTo>
                    <a:lnTo>
                      <a:pt x="76" y="201"/>
                    </a:lnTo>
                    <a:lnTo>
                      <a:pt x="85" y="179"/>
                    </a:lnTo>
                    <a:lnTo>
                      <a:pt x="73" y="156"/>
                    </a:lnTo>
                    <a:lnTo>
                      <a:pt x="65" y="137"/>
                    </a:lnTo>
                    <a:lnTo>
                      <a:pt x="60" y="124"/>
                    </a:lnTo>
                    <a:lnTo>
                      <a:pt x="58" y="115"/>
                    </a:lnTo>
                    <a:lnTo>
                      <a:pt x="56" y="109"/>
                    </a:lnTo>
                    <a:lnTo>
                      <a:pt x="56" y="105"/>
                    </a:lnTo>
                    <a:lnTo>
                      <a:pt x="58" y="102"/>
                    </a:lnTo>
                    <a:lnTo>
                      <a:pt x="60" y="99"/>
                    </a:lnTo>
                    <a:lnTo>
                      <a:pt x="103" y="56"/>
                    </a:lnTo>
                    <a:lnTo>
                      <a:pt x="110" y="56"/>
                    </a:lnTo>
                    <a:lnTo>
                      <a:pt x="118" y="57"/>
                    </a:lnTo>
                    <a:lnTo>
                      <a:pt x="132" y="63"/>
                    </a:lnTo>
                    <a:lnTo>
                      <a:pt x="154" y="71"/>
                    </a:lnTo>
                    <a:lnTo>
                      <a:pt x="183" y="82"/>
                    </a:lnTo>
                    <a:lnTo>
                      <a:pt x="205" y="73"/>
                    </a:lnTo>
                    <a:lnTo>
                      <a:pt x="214" y="48"/>
                    </a:lnTo>
                    <a:lnTo>
                      <a:pt x="222" y="31"/>
                    </a:lnTo>
                    <a:lnTo>
                      <a:pt x="228" y="18"/>
                    </a:lnTo>
                    <a:lnTo>
                      <a:pt x="233" y="9"/>
                    </a:lnTo>
                    <a:lnTo>
                      <a:pt x="235" y="4"/>
                    </a:lnTo>
                    <a:lnTo>
                      <a:pt x="239" y="1"/>
                    </a:lnTo>
                    <a:lnTo>
                      <a:pt x="242" y="0"/>
                    </a:lnTo>
                    <a:lnTo>
                      <a:pt x="24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24" name="Freeform 18"/>
              <p:cNvSpPr>
                <a:spLocks noEditPoints="1"/>
              </p:cNvSpPr>
              <p:nvPr/>
            </p:nvSpPr>
            <p:spPr bwMode="auto">
              <a:xfrm rot="19386584" flipH="1">
                <a:off x="6888047" y="1978306"/>
                <a:ext cx="268228" cy="263181"/>
              </a:xfrm>
              <a:custGeom>
                <a:avLst/>
                <a:gdLst>
                  <a:gd name="T0" fmla="*/ 147 w 372"/>
                  <a:gd name="T1" fmla="*/ 131 h 365"/>
                  <a:gd name="T2" fmla="*/ 121 w 372"/>
                  <a:gd name="T3" fmla="*/ 182 h 365"/>
                  <a:gd name="T4" fmla="*/ 147 w 372"/>
                  <a:gd name="T5" fmla="*/ 234 h 365"/>
                  <a:gd name="T6" fmla="*/ 206 w 372"/>
                  <a:gd name="T7" fmla="*/ 243 h 365"/>
                  <a:gd name="T8" fmla="*/ 247 w 372"/>
                  <a:gd name="T9" fmla="*/ 203 h 365"/>
                  <a:gd name="T10" fmla="*/ 238 w 372"/>
                  <a:gd name="T11" fmla="*/ 145 h 365"/>
                  <a:gd name="T12" fmla="*/ 186 w 372"/>
                  <a:gd name="T13" fmla="*/ 119 h 365"/>
                  <a:gd name="T14" fmla="*/ 207 w 372"/>
                  <a:gd name="T15" fmla="*/ 0 h 365"/>
                  <a:gd name="T16" fmla="*/ 215 w 372"/>
                  <a:gd name="T17" fmla="*/ 9 h 365"/>
                  <a:gd name="T18" fmla="*/ 232 w 372"/>
                  <a:gd name="T19" fmla="*/ 50 h 365"/>
                  <a:gd name="T20" fmla="*/ 279 w 372"/>
                  <a:gd name="T21" fmla="*/ 43 h 365"/>
                  <a:gd name="T22" fmla="*/ 296 w 372"/>
                  <a:gd name="T23" fmla="*/ 37 h 365"/>
                  <a:gd name="T24" fmla="*/ 302 w 372"/>
                  <a:gd name="T25" fmla="*/ 39 h 365"/>
                  <a:gd name="T26" fmla="*/ 332 w 372"/>
                  <a:gd name="T27" fmla="*/ 71 h 365"/>
                  <a:gd name="T28" fmla="*/ 327 w 372"/>
                  <a:gd name="T29" fmla="*/ 89 h 365"/>
                  <a:gd name="T30" fmla="*/ 321 w 372"/>
                  <a:gd name="T31" fmla="*/ 136 h 365"/>
                  <a:gd name="T32" fmla="*/ 363 w 372"/>
                  <a:gd name="T33" fmla="*/ 152 h 365"/>
                  <a:gd name="T34" fmla="*/ 372 w 372"/>
                  <a:gd name="T35" fmla="*/ 160 h 365"/>
                  <a:gd name="T36" fmla="*/ 372 w 372"/>
                  <a:gd name="T37" fmla="*/ 203 h 365"/>
                  <a:gd name="T38" fmla="*/ 363 w 372"/>
                  <a:gd name="T39" fmla="*/ 211 h 365"/>
                  <a:gd name="T40" fmla="*/ 321 w 372"/>
                  <a:gd name="T41" fmla="*/ 229 h 365"/>
                  <a:gd name="T42" fmla="*/ 329 w 372"/>
                  <a:gd name="T43" fmla="*/ 275 h 365"/>
                  <a:gd name="T44" fmla="*/ 334 w 372"/>
                  <a:gd name="T45" fmla="*/ 293 h 365"/>
                  <a:gd name="T46" fmla="*/ 301 w 372"/>
                  <a:gd name="T47" fmla="*/ 327 h 365"/>
                  <a:gd name="T48" fmla="*/ 281 w 372"/>
                  <a:gd name="T49" fmla="*/ 322 h 365"/>
                  <a:gd name="T50" fmla="*/ 233 w 372"/>
                  <a:gd name="T51" fmla="*/ 315 h 365"/>
                  <a:gd name="T52" fmla="*/ 216 w 372"/>
                  <a:gd name="T53" fmla="*/ 356 h 365"/>
                  <a:gd name="T54" fmla="*/ 208 w 372"/>
                  <a:gd name="T55" fmla="*/ 365 h 365"/>
                  <a:gd name="T56" fmla="*/ 165 w 372"/>
                  <a:gd name="T57" fmla="*/ 365 h 365"/>
                  <a:gd name="T58" fmla="*/ 156 w 372"/>
                  <a:gd name="T59" fmla="*/ 356 h 365"/>
                  <a:gd name="T60" fmla="*/ 139 w 372"/>
                  <a:gd name="T61" fmla="*/ 315 h 365"/>
                  <a:gd name="T62" fmla="*/ 92 w 372"/>
                  <a:gd name="T63" fmla="*/ 322 h 365"/>
                  <a:gd name="T64" fmla="*/ 76 w 372"/>
                  <a:gd name="T65" fmla="*/ 328 h 365"/>
                  <a:gd name="T66" fmla="*/ 68 w 372"/>
                  <a:gd name="T67" fmla="*/ 326 h 365"/>
                  <a:gd name="T68" fmla="*/ 38 w 372"/>
                  <a:gd name="T69" fmla="*/ 294 h 365"/>
                  <a:gd name="T70" fmla="*/ 43 w 372"/>
                  <a:gd name="T71" fmla="*/ 275 h 365"/>
                  <a:gd name="T72" fmla="*/ 51 w 372"/>
                  <a:gd name="T73" fmla="*/ 229 h 365"/>
                  <a:gd name="T74" fmla="*/ 9 w 372"/>
                  <a:gd name="T75" fmla="*/ 213 h 365"/>
                  <a:gd name="T76" fmla="*/ 0 w 372"/>
                  <a:gd name="T77" fmla="*/ 205 h 365"/>
                  <a:gd name="T78" fmla="*/ 0 w 372"/>
                  <a:gd name="T79" fmla="*/ 162 h 365"/>
                  <a:gd name="T80" fmla="*/ 9 w 372"/>
                  <a:gd name="T81" fmla="*/ 154 h 365"/>
                  <a:gd name="T82" fmla="*/ 50 w 372"/>
                  <a:gd name="T83" fmla="*/ 136 h 365"/>
                  <a:gd name="T84" fmla="*/ 42 w 372"/>
                  <a:gd name="T85" fmla="*/ 90 h 365"/>
                  <a:gd name="T86" fmla="*/ 37 w 372"/>
                  <a:gd name="T87" fmla="*/ 72 h 365"/>
                  <a:gd name="T88" fmla="*/ 70 w 372"/>
                  <a:gd name="T89" fmla="*/ 38 h 365"/>
                  <a:gd name="T90" fmla="*/ 89 w 372"/>
                  <a:gd name="T91" fmla="*/ 43 h 365"/>
                  <a:gd name="T92" fmla="*/ 139 w 372"/>
                  <a:gd name="T93" fmla="*/ 50 h 365"/>
                  <a:gd name="T94" fmla="*/ 155 w 372"/>
                  <a:gd name="T95" fmla="*/ 9 h 365"/>
                  <a:gd name="T96" fmla="*/ 162 w 372"/>
                  <a:gd name="T97" fmla="*/ 0 h 3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372" h="365">
                    <a:moveTo>
                      <a:pt x="186" y="119"/>
                    </a:moveTo>
                    <a:lnTo>
                      <a:pt x="165" y="122"/>
                    </a:lnTo>
                    <a:lnTo>
                      <a:pt x="147" y="131"/>
                    </a:lnTo>
                    <a:lnTo>
                      <a:pt x="134" y="145"/>
                    </a:lnTo>
                    <a:lnTo>
                      <a:pt x="124" y="162"/>
                    </a:lnTo>
                    <a:lnTo>
                      <a:pt x="121" y="182"/>
                    </a:lnTo>
                    <a:lnTo>
                      <a:pt x="124" y="203"/>
                    </a:lnTo>
                    <a:lnTo>
                      <a:pt x="134" y="220"/>
                    </a:lnTo>
                    <a:lnTo>
                      <a:pt x="147" y="234"/>
                    </a:lnTo>
                    <a:lnTo>
                      <a:pt x="165" y="243"/>
                    </a:lnTo>
                    <a:lnTo>
                      <a:pt x="186" y="246"/>
                    </a:lnTo>
                    <a:lnTo>
                      <a:pt x="206" y="243"/>
                    </a:lnTo>
                    <a:lnTo>
                      <a:pt x="224" y="234"/>
                    </a:lnTo>
                    <a:lnTo>
                      <a:pt x="238" y="220"/>
                    </a:lnTo>
                    <a:lnTo>
                      <a:pt x="247" y="203"/>
                    </a:lnTo>
                    <a:lnTo>
                      <a:pt x="250" y="182"/>
                    </a:lnTo>
                    <a:lnTo>
                      <a:pt x="247" y="162"/>
                    </a:lnTo>
                    <a:lnTo>
                      <a:pt x="238" y="145"/>
                    </a:lnTo>
                    <a:lnTo>
                      <a:pt x="224" y="131"/>
                    </a:lnTo>
                    <a:lnTo>
                      <a:pt x="206" y="122"/>
                    </a:lnTo>
                    <a:lnTo>
                      <a:pt x="186" y="119"/>
                    </a:lnTo>
                    <a:close/>
                    <a:moveTo>
                      <a:pt x="165" y="0"/>
                    </a:moveTo>
                    <a:lnTo>
                      <a:pt x="204" y="0"/>
                    </a:lnTo>
                    <a:lnTo>
                      <a:pt x="207" y="0"/>
                    </a:lnTo>
                    <a:lnTo>
                      <a:pt x="209" y="1"/>
                    </a:lnTo>
                    <a:lnTo>
                      <a:pt x="212" y="4"/>
                    </a:lnTo>
                    <a:lnTo>
                      <a:pt x="215" y="9"/>
                    </a:lnTo>
                    <a:lnTo>
                      <a:pt x="219" y="18"/>
                    </a:lnTo>
                    <a:lnTo>
                      <a:pt x="225" y="31"/>
                    </a:lnTo>
                    <a:lnTo>
                      <a:pt x="232" y="50"/>
                    </a:lnTo>
                    <a:lnTo>
                      <a:pt x="247" y="56"/>
                    </a:lnTo>
                    <a:lnTo>
                      <a:pt x="266" y="48"/>
                    </a:lnTo>
                    <a:lnTo>
                      <a:pt x="279" y="43"/>
                    </a:lnTo>
                    <a:lnTo>
                      <a:pt x="288" y="39"/>
                    </a:lnTo>
                    <a:lnTo>
                      <a:pt x="293" y="38"/>
                    </a:lnTo>
                    <a:lnTo>
                      <a:pt x="296" y="37"/>
                    </a:lnTo>
                    <a:lnTo>
                      <a:pt x="297" y="37"/>
                    </a:lnTo>
                    <a:lnTo>
                      <a:pt x="300" y="37"/>
                    </a:lnTo>
                    <a:lnTo>
                      <a:pt x="302" y="39"/>
                    </a:lnTo>
                    <a:lnTo>
                      <a:pt x="330" y="67"/>
                    </a:lnTo>
                    <a:lnTo>
                      <a:pt x="332" y="68"/>
                    </a:lnTo>
                    <a:lnTo>
                      <a:pt x="332" y="71"/>
                    </a:lnTo>
                    <a:lnTo>
                      <a:pt x="332" y="75"/>
                    </a:lnTo>
                    <a:lnTo>
                      <a:pt x="331" y="80"/>
                    </a:lnTo>
                    <a:lnTo>
                      <a:pt x="327" y="89"/>
                    </a:lnTo>
                    <a:lnTo>
                      <a:pt x="322" y="103"/>
                    </a:lnTo>
                    <a:lnTo>
                      <a:pt x="314" y="122"/>
                    </a:lnTo>
                    <a:lnTo>
                      <a:pt x="321" y="136"/>
                    </a:lnTo>
                    <a:lnTo>
                      <a:pt x="339" y="143"/>
                    </a:lnTo>
                    <a:lnTo>
                      <a:pt x="353" y="148"/>
                    </a:lnTo>
                    <a:lnTo>
                      <a:pt x="363" y="152"/>
                    </a:lnTo>
                    <a:lnTo>
                      <a:pt x="368" y="156"/>
                    </a:lnTo>
                    <a:lnTo>
                      <a:pt x="370" y="158"/>
                    </a:lnTo>
                    <a:lnTo>
                      <a:pt x="372" y="160"/>
                    </a:lnTo>
                    <a:lnTo>
                      <a:pt x="372" y="162"/>
                    </a:lnTo>
                    <a:lnTo>
                      <a:pt x="372" y="200"/>
                    </a:lnTo>
                    <a:lnTo>
                      <a:pt x="372" y="203"/>
                    </a:lnTo>
                    <a:lnTo>
                      <a:pt x="370" y="205"/>
                    </a:lnTo>
                    <a:lnTo>
                      <a:pt x="368" y="208"/>
                    </a:lnTo>
                    <a:lnTo>
                      <a:pt x="363" y="211"/>
                    </a:lnTo>
                    <a:lnTo>
                      <a:pt x="353" y="216"/>
                    </a:lnTo>
                    <a:lnTo>
                      <a:pt x="339" y="221"/>
                    </a:lnTo>
                    <a:lnTo>
                      <a:pt x="321" y="229"/>
                    </a:lnTo>
                    <a:lnTo>
                      <a:pt x="314" y="243"/>
                    </a:lnTo>
                    <a:lnTo>
                      <a:pt x="323" y="262"/>
                    </a:lnTo>
                    <a:lnTo>
                      <a:pt x="329" y="275"/>
                    </a:lnTo>
                    <a:lnTo>
                      <a:pt x="332" y="284"/>
                    </a:lnTo>
                    <a:lnTo>
                      <a:pt x="334" y="289"/>
                    </a:lnTo>
                    <a:lnTo>
                      <a:pt x="334" y="293"/>
                    </a:lnTo>
                    <a:lnTo>
                      <a:pt x="334" y="296"/>
                    </a:lnTo>
                    <a:lnTo>
                      <a:pt x="331" y="297"/>
                    </a:lnTo>
                    <a:lnTo>
                      <a:pt x="301" y="327"/>
                    </a:lnTo>
                    <a:lnTo>
                      <a:pt x="298" y="327"/>
                    </a:lnTo>
                    <a:lnTo>
                      <a:pt x="292" y="326"/>
                    </a:lnTo>
                    <a:lnTo>
                      <a:pt x="281" y="322"/>
                    </a:lnTo>
                    <a:lnTo>
                      <a:pt x="267" y="317"/>
                    </a:lnTo>
                    <a:lnTo>
                      <a:pt x="249" y="309"/>
                    </a:lnTo>
                    <a:lnTo>
                      <a:pt x="233" y="315"/>
                    </a:lnTo>
                    <a:lnTo>
                      <a:pt x="225" y="334"/>
                    </a:lnTo>
                    <a:lnTo>
                      <a:pt x="220" y="347"/>
                    </a:lnTo>
                    <a:lnTo>
                      <a:pt x="216" y="356"/>
                    </a:lnTo>
                    <a:lnTo>
                      <a:pt x="213" y="361"/>
                    </a:lnTo>
                    <a:lnTo>
                      <a:pt x="211" y="364"/>
                    </a:lnTo>
                    <a:lnTo>
                      <a:pt x="208" y="365"/>
                    </a:lnTo>
                    <a:lnTo>
                      <a:pt x="206" y="365"/>
                    </a:lnTo>
                    <a:lnTo>
                      <a:pt x="166" y="365"/>
                    </a:lnTo>
                    <a:lnTo>
                      <a:pt x="165" y="365"/>
                    </a:lnTo>
                    <a:lnTo>
                      <a:pt x="162" y="364"/>
                    </a:lnTo>
                    <a:lnTo>
                      <a:pt x="160" y="361"/>
                    </a:lnTo>
                    <a:lnTo>
                      <a:pt x="156" y="356"/>
                    </a:lnTo>
                    <a:lnTo>
                      <a:pt x="152" y="347"/>
                    </a:lnTo>
                    <a:lnTo>
                      <a:pt x="147" y="334"/>
                    </a:lnTo>
                    <a:lnTo>
                      <a:pt x="139" y="315"/>
                    </a:lnTo>
                    <a:lnTo>
                      <a:pt x="123" y="309"/>
                    </a:lnTo>
                    <a:lnTo>
                      <a:pt x="105" y="317"/>
                    </a:lnTo>
                    <a:lnTo>
                      <a:pt x="92" y="322"/>
                    </a:lnTo>
                    <a:lnTo>
                      <a:pt x="84" y="326"/>
                    </a:lnTo>
                    <a:lnTo>
                      <a:pt x="79" y="327"/>
                    </a:lnTo>
                    <a:lnTo>
                      <a:pt x="76" y="328"/>
                    </a:lnTo>
                    <a:lnTo>
                      <a:pt x="75" y="328"/>
                    </a:lnTo>
                    <a:lnTo>
                      <a:pt x="71" y="328"/>
                    </a:lnTo>
                    <a:lnTo>
                      <a:pt x="68" y="326"/>
                    </a:lnTo>
                    <a:lnTo>
                      <a:pt x="41" y="298"/>
                    </a:lnTo>
                    <a:lnTo>
                      <a:pt x="39" y="297"/>
                    </a:lnTo>
                    <a:lnTo>
                      <a:pt x="38" y="294"/>
                    </a:lnTo>
                    <a:lnTo>
                      <a:pt x="38" y="291"/>
                    </a:lnTo>
                    <a:lnTo>
                      <a:pt x="41" y="284"/>
                    </a:lnTo>
                    <a:lnTo>
                      <a:pt x="43" y="275"/>
                    </a:lnTo>
                    <a:lnTo>
                      <a:pt x="49" y="262"/>
                    </a:lnTo>
                    <a:lnTo>
                      <a:pt x="56" y="243"/>
                    </a:lnTo>
                    <a:lnTo>
                      <a:pt x="51" y="229"/>
                    </a:lnTo>
                    <a:lnTo>
                      <a:pt x="32" y="222"/>
                    </a:lnTo>
                    <a:lnTo>
                      <a:pt x="19" y="217"/>
                    </a:lnTo>
                    <a:lnTo>
                      <a:pt x="9" y="213"/>
                    </a:lnTo>
                    <a:lnTo>
                      <a:pt x="4" y="209"/>
                    </a:lnTo>
                    <a:lnTo>
                      <a:pt x="0" y="207"/>
                    </a:lnTo>
                    <a:lnTo>
                      <a:pt x="0" y="205"/>
                    </a:lnTo>
                    <a:lnTo>
                      <a:pt x="0" y="203"/>
                    </a:lnTo>
                    <a:lnTo>
                      <a:pt x="0" y="164"/>
                    </a:lnTo>
                    <a:lnTo>
                      <a:pt x="0" y="162"/>
                    </a:lnTo>
                    <a:lnTo>
                      <a:pt x="0" y="160"/>
                    </a:lnTo>
                    <a:lnTo>
                      <a:pt x="4" y="157"/>
                    </a:lnTo>
                    <a:lnTo>
                      <a:pt x="9" y="154"/>
                    </a:lnTo>
                    <a:lnTo>
                      <a:pt x="19" y="149"/>
                    </a:lnTo>
                    <a:lnTo>
                      <a:pt x="32" y="144"/>
                    </a:lnTo>
                    <a:lnTo>
                      <a:pt x="50" y="136"/>
                    </a:lnTo>
                    <a:lnTo>
                      <a:pt x="56" y="122"/>
                    </a:lnTo>
                    <a:lnTo>
                      <a:pt x="49" y="103"/>
                    </a:lnTo>
                    <a:lnTo>
                      <a:pt x="42" y="90"/>
                    </a:lnTo>
                    <a:lnTo>
                      <a:pt x="39" y="81"/>
                    </a:lnTo>
                    <a:lnTo>
                      <a:pt x="37" y="76"/>
                    </a:lnTo>
                    <a:lnTo>
                      <a:pt x="37" y="72"/>
                    </a:lnTo>
                    <a:lnTo>
                      <a:pt x="38" y="69"/>
                    </a:lnTo>
                    <a:lnTo>
                      <a:pt x="39" y="68"/>
                    </a:lnTo>
                    <a:lnTo>
                      <a:pt x="70" y="38"/>
                    </a:lnTo>
                    <a:lnTo>
                      <a:pt x="73" y="38"/>
                    </a:lnTo>
                    <a:lnTo>
                      <a:pt x="79" y="39"/>
                    </a:lnTo>
                    <a:lnTo>
                      <a:pt x="89" y="43"/>
                    </a:lnTo>
                    <a:lnTo>
                      <a:pt x="104" y="48"/>
                    </a:lnTo>
                    <a:lnTo>
                      <a:pt x="123" y="56"/>
                    </a:lnTo>
                    <a:lnTo>
                      <a:pt x="139" y="50"/>
                    </a:lnTo>
                    <a:lnTo>
                      <a:pt x="145" y="31"/>
                    </a:lnTo>
                    <a:lnTo>
                      <a:pt x="151" y="18"/>
                    </a:lnTo>
                    <a:lnTo>
                      <a:pt x="155" y="9"/>
                    </a:lnTo>
                    <a:lnTo>
                      <a:pt x="158" y="4"/>
                    </a:lnTo>
                    <a:lnTo>
                      <a:pt x="161" y="1"/>
                    </a:lnTo>
                    <a:lnTo>
                      <a:pt x="162" y="0"/>
                    </a:lnTo>
                    <a:lnTo>
                      <a:pt x="16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25" name="Freeform 19"/>
              <p:cNvSpPr>
                <a:spLocks noEditPoints="1"/>
              </p:cNvSpPr>
              <p:nvPr/>
            </p:nvSpPr>
            <p:spPr bwMode="auto">
              <a:xfrm rot="19386584" flipH="1">
                <a:off x="5581489" y="350251"/>
                <a:ext cx="116809" cy="114646"/>
              </a:xfrm>
              <a:custGeom>
                <a:avLst/>
                <a:gdLst>
                  <a:gd name="T0" fmla="*/ 67 w 162"/>
                  <a:gd name="T1" fmla="*/ 56 h 159"/>
                  <a:gd name="T2" fmla="*/ 53 w 162"/>
                  <a:gd name="T3" fmla="*/ 79 h 159"/>
                  <a:gd name="T4" fmla="*/ 67 w 162"/>
                  <a:gd name="T5" fmla="*/ 103 h 159"/>
                  <a:gd name="T6" fmla="*/ 96 w 162"/>
                  <a:gd name="T7" fmla="*/ 103 h 159"/>
                  <a:gd name="T8" fmla="*/ 109 w 162"/>
                  <a:gd name="T9" fmla="*/ 79 h 159"/>
                  <a:gd name="T10" fmla="*/ 96 w 162"/>
                  <a:gd name="T11" fmla="*/ 56 h 159"/>
                  <a:gd name="T12" fmla="*/ 72 w 162"/>
                  <a:gd name="T13" fmla="*/ 0 h 159"/>
                  <a:gd name="T14" fmla="*/ 91 w 162"/>
                  <a:gd name="T15" fmla="*/ 0 h 159"/>
                  <a:gd name="T16" fmla="*/ 94 w 162"/>
                  <a:gd name="T17" fmla="*/ 5 h 159"/>
                  <a:gd name="T18" fmla="*/ 101 w 162"/>
                  <a:gd name="T19" fmla="*/ 22 h 159"/>
                  <a:gd name="T20" fmla="*/ 119 w 162"/>
                  <a:gd name="T21" fmla="*/ 19 h 159"/>
                  <a:gd name="T22" fmla="*/ 128 w 162"/>
                  <a:gd name="T23" fmla="*/ 17 h 159"/>
                  <a:gd name="T24" fmla="*/ 131 w 162"/>
                  <a:gd name="T25" fmla="*/ 15 h 159"/>
                  <a:gd name="T26" fmla="*/ 144 w 162"/>
                  <a:gd name="T27" fmla="*/ 28 h 159"/>
                  <a:gd name="T28" fmla="*/ 145 w 162"/>
                  <a:gd name="T29" fmla="*/ 32 h 159"/>
                  <a:gd name="T30" fmla="*/ 142 w 162"/>
                  <a:gd name="T31" fmla="*/ 43 h 159"/>
                  <a:gd name="T32" fmla="*/ 140 w 162"/>
                  <a:gd name="T33" fmla="*/ 60 h 159"/>
                  <a:gd name="T34" fmla="*/ 157 w 162"/>
                  <a:gd name="T35" fmla="*/ 66 h 159"/>
                  <a:gd name="T36" fmla="*/ 162 w 162"/>
                  <a:gd name="T37" fmla="*/ 69 h 159"/>
                  <a:gd name="T38" fmla="*/ 162 w 162"/>
                  <a:gd name="T39" fmla="*/ 87 h 159"/>
                  <a:gd name="T40" fmla="*/ 161 w 162"/>
                  <a:gd name="T41" fmla="*/ 90 h 159"/>
                  <a:gd name="T42" fmla="*/ 151 w 162"/>
                  <a:gd name="T43" fmla="*/ 95 h 159"/>
                  <a:gd name="T44" fmla="*/ 138 w 162"/>
                  <a:gd name="T45" fmla="*/ 106 h 159"/>
                  <a:gd name="T46" fmla="*/ 144 w 162"/>
                  <a:gd name="T47" fmla="*/ 123 h 159"/>
                  <a:gd name="T48" fmla="*/ 145 w 162"/>
                  <a:gd name="T49" fmla="*/ 128 h 159"/>
                  <a:gd name="T50" fmla="*/ 131 w 162"/>
                  <a:gd name="T51" fmla="*/ 142 h 159"/>
                  <a:gd name="T52" fmla="*/ 126 w 162"/>
                  <a:gd name="T53" fmla="*/ 141 h 159"/>
                  <a:gd name="T54" fmla="*/ 109 w 162"/>
                  <a:gd name="T55" fmla="*/ 134 h 159"/>
                  <a:gd name="T56" fmla="*/ 97 w 162"/>
                  <a:gd name="T57" fmla="*/ 148 h 159"/>
                  <a:gd name="T58" fmla="*/ 93 w 162"/>
                  <a:gd name="T59" fmla="*/ 158 h 159"/>
                  <a:gd name="T60" fmla="*/ 89 w 162"/>
                  <a:gd name="T61" fmla="*/ 159 h 159"/>
                  <a:gd name="T62" fmla="*/ 71 w 162"/>
                  <a:gd name="T63" fmla="*/ 159 h 159"/>
                  <a:gd name="T64" fmla="*/ 68 w 162"/>
                  <a:gd name="T65" fmla="*/ 154 h 159"/>
                  <a:gd name="T66" fmla="*/ 60 w 162"/>
                  <a:gd name="T67" fmla="*/ 137 h 159"/>
                  <a:gd name="T68" fmla="*/ 43 w 162"/>
                  <a:gd name="T69" fmla="*/ 140 h 159"/>
                  <a:gd name="T70" fmla="*/ 33 w 162"/>
                  <a:gd name="T71" fmla="*/ 142 h 159"/>
                  <a:gd name="T72" fmla="*/ 32 w 162"/>
                  <a:gd name="T73" fmla="*/ 144 h 159"/>
                  <a:gd name="T74" fmla="*/ 17 w 162"/>
                  <a:gd name="T75" fmla="*/ 131 h 159"/>
                  <a:gd name="T76" fmla="*/ 17 w 162"/>
                  <a:gd name="T77" fmla="*/ 127 h 159"/>
                  <a:gd name="T78" fmla="*/ 20 w 162"/>
                  <a:gd name="T79" fmla="*/ 116 h 159"/>
                  <a:gd name="T80" fmla="*/ 23 w 162"/>
                  <a:gd name="T81" fmla="*/ 99 h 159"/>
                  <a:gd name="T82" fmla="*/ 4 w 162"/>
                  <a:gd name="T83" fmla="*/ 93 h 159"/>
                  <a:gd name="T84" fmla="*/ 0 w 162"/>
                  <a:gd name="T85" fmla="*/ 90 h 159"/>
                  <a:gd name="T86" fmla="*/ 0 w 162"/>
                  <a:gd name="T87" fmla="*/ 72 h 159"/>
                  <a:gd name="T88" fmla="*/ 2 w 162"/>
                  <a:gd name="T89" fmla="*/ 69 h 159"/>
                  <a:gd name="T90" fmla="*/ 11 w 162"/>
                  <a:gd name="T91" fmla="*/ 64 h 159"/>
                  <a:gd name="T92" fmla="*/ 25 w 162"/>
                  <a:gd name="T93" fmla="*/ 53 h 159"/>
                  <a:gd name="T94" fmla="*/ 17 w 162"/>
                  <a:gd name="T95" fmla="*/ 36 h 159"/>
                  <a:gd name="T96" fmla="*/ 16 w 162"/>
                  <a:gd name="T97" fmla="*/ 31 h 159"/>
                  <a:gd name="T98" fmla="*/ 30 w 162"/>
                  <a:gd name="T99" fmla="*/ 17 h 159"/>
                  <a:gd name="T100" fmla="*/ 36 w 162"/>
                  <a:gd name="T101" fmla="*/ 18 h 159"/>
                  <a:gd name="T102" fmla="*/ 54 w 162"/>
                  <a:gd name="T103" fmla="*/ 24 h 159"/>
                  <a:gd name="T104" fmla="*/ 64 w 162"/>
                  <a:gd name="T105" fmla="*/ 11 h 159"/>
                  <a:gd name="T106" fmla="*/ 70 w 162"/>
                  <a:gd name="T107" fmla="*/ 1 h 159"/>
                  <a:gd name="T108" fmla="*/ 72 w 162"/>
                  <a:gd name="T109" fmla="*/ 0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62" h="159">
                    <a:moveTo>
                      <a:pt x="81" y="52"/>
                    </a:moveTo>
                    <a:lnTo>
                      <a:pt x="67" y="56"/>
                    </a:lnTo>
                    <a:lnTo>
                      <a:pt x="57" y="65"/>
                    </a:lnTo>
                    <a:lnTo>
                      <a:pt x="53" y="79"/>
                    </a:lnTo>
                    <a:lnTo>
                      <a:pt x="57" y="94"/>
                    </a:lnTo>
                    <a:lnTo>
                      <a:pt x="67" y="103"/>
                    </a:lnTo>
                    <a:lnTo>
                      <a:pt x="81" y="107"/>
                    </a:lnTo>
                    <a:lnTo>
                      <a:pt x="96" y="103"/>
                    </a:lnTo>
                    <a:lnTo>
                      <a:pt x="105" y="94"/>
                    </a:lnTo>
                    <a:lnTo>
                      <a:pt x="109" y="79"/>
                    </a:lnTo>
                    <a:lnTo>
                      <a:pt x="105" y="65"/>
                    </a:lnTo>
                    <a:lnTo>
                      <a:pt x="96" y="56"/>
                    </a:lnTo>
                    <a:lnTo>
                      <a:pt x="81" y="52"/>
                    </a:lnTo>
                    <a:close/>
                    <a:moveTo>
                      <a:pt x="72" y="0"/>
                    </a:moveTo>
                    <a:lnTo>
                      <a:pt x="89" y="0"/>
                    </a:lnTo>
                    <a:lnTo>
                      <a:pt x="91" y="0"/>
                    </a:lnTo>
                    <a:lnTo>
                      <a:pt x="92" y="1"/>
                    </a:lnTo>
                    <a:lnTo>
                      <a:pt x="94" y="5"/>
                    </a:lnTo>
                    <a:lnTo>
                      <a:pt x="97" y="11"/>
                    </a:lnTo>
                    <a:lnTo>
                      <a:pt x="101" y="22"/>
                    </a:lnTo>
                    <a:lnTo>
                      <a:pt x="108" y="24"/>
                    </a:lnTo>
                    <a:lnTo>
                      <a:pt x="119" y="19"/>
                    </a:lnTo>
                    <a:lnTo>
                      <a:pt x="126" y="17"/>
                    </a:lnTo>
                    <a:lnTo>
                      <a:pt x="128" y="17"/>
                    </a:lnTo>
                    <a:lnTo>
                      <a:pt x="130" y="15"/>
                    </a:lnTo>
                    <a:lnTo>
                      <a:pt x="131" y="15"/>
                    </a:lnTo>
                    <a:lnTo>
                      <a:pt x="132" y="17"/>
                    </a:lnTo>
                    <a:lnTo>
                      <a:pt x="144" y="28"/>
                    </a:lnTo>
                    <a:lnTo>
                      <a:pt x="145" y="30"/>
                    </a:lnTo>
                    <a:lnTo>
                      <a:pt x="145" y="32"/>
                    </a:lnTo>
                    <a:lnTo>
                      <a:pt x="144" y="35"/>
                    </a:lnTo>
                    <a:lnTo>
                      <a:pt x="142" y="43"/>
                    </a:lnTo>
                    <a:lnTo>
                      <a:pt x="138" y="53"/>
                    </a:lnTo>
                    <a:lnTo>
                      <a:pt x="140" y="60"/>
                    </a:lnTo>
                    <a:lnTo>
                      <a:pt x="151" y="64"/>
                    </a:lnTo>
                    <a:lnTo>
                      <a:pt x="157" y="66"/>
                    </a:lnTo>
                    <a:lnTo>
                      <a:pt x="161" y="68"/>
                    </a:lnTo>
                    <a:lnTo>
                      <a:pt x="162" y="69"/>
                    </a:lnTo>
                    <a:lnTo>
                      <a:pt x="162" y="70"/>
                    </a:lnTo>
                    <a:lnTo>
                      <a:pt x="162" y="87"/>
                    </a:lnTo>
                    <a:lnTo>
                      <a:pt x="162" y="89"/>
                    </a:lnTo>
                    <a:lnTo>
                      <a:pt x="161" y="90"/>
                    </a:lnTo>
                    <a:lnTo>
                      <a:pt x="157" y="93"/>
                    </a:lnTo>
                    <a:lnTo>
                      <a:pt x="151" y="95"/>
                    </a:lnTo>
                    <a:lnTo>
                      <a:pt x="140" y="99"/>
                    </a:lnTo>
                    <a:lnTo>
                      <a:pt x="138" y="106"/>
                    </a:lnTo>
                    <a:lnTo>
                      <a:pt x="142" y="116"/>
                    </a:lnTo>
                    <a:lnTo>
                      <a:pt x="144" y="123"/>
                    </a:lnTo>
                    <a:lnTo>
                      <a:pt x="145" y="127"/>
                    </a:lnTo>
                    <a:lnTo>
                      <a:pt x="145" y="128"/>
                    </a:lnTo>
                    <a:lnTo>
                      <a:pt x="144" y="129"/>
                    </a:lnTo>
                    <a:lnTo>
                      <a:pt x="131" y="142"/>
                    </a:lnTo>
                    <a:lnTo>
                      <a:pt x="130" y="142"/>
                    </a:lnTo>
                    <a:lnTo>
                      <a:pt x="126" y="141"/>
                    </a:lnTo>
                    <a:lnTo>
                      <a:pt x="119" y="138"/>
                    </a:lnTo>
                    <a:lnTo>
                      <a:pt x="109" y="134"/>
                    </a:lnTo>
                    <a:lnTo>
                      <a:pt x="101" y="137"/>
                    </a:lnTo>
                    <a:lnTo>
                      <a:pt x="97" y="148"/>
                    </a:lnTo>
                    <a:lnTo>
                      <a:pt x="94" y="154"/>
                    </a:lnTo>
                    <a:lnTo>
                      <a:pt x="93" y="158"/>
                    </a:lnTo>
                    <a:lnTo>
                      <a:pt x="92" y="159"/>
                    </a:lnTo>
                    <a:lnTo>
                      <a:pt x="89" y="159"/>
                    </a:lnTo>
                    <a:lnTo>
                      <a:pt x="72" y="159"/>
                    </a:lnTo>
                    <a:lnTo>
                      <a:pt x="71" y="159"/>
                    </a:lnTo>
                    <a:lnTo>
                      <a:pt x="70" y="158"/>
                    </a:lnTo>
                    <a:lnTo>
                      <a:pt x="68" y="154"/>
                    </a:lnTo>
                    <a:lnTo>
                      <a:pt x="64" y="148"/>
                    </a:lnTo>
                    <a:lnTo>
                      <a:pt x="60" y="137"/>
                    </a:lnTo>
                    <a:lnTo>
                      <a:pt x="54" y="134"/>
                    </a:lnTo>
                    <a:lnTo>
                      <a:pt x="43" y="140"/>
                    </a:lnTo>
                    <a:lnTo>
                      <a:pt x="37" y="142"/>
                    </a:lnTo>
                    <a:lnTo>
                      <a:pt x="33" y="142"/>
                    </a:lnTo>
                    <a:lnTo>
                      <a:pt x="33" y="144"/>
                    </a:lnTo>
                    <a:lnTo>
                      <a:pt x="32" y="144"/>
                    </a:lnTo>
                    <a:lnTo>
                      <a:pt x="30" y="142"/>
                    </a:lnTo>
                    <a:lnTo>
                      <a:pt x="17" y="131"/>
                    </a:lnTo>
                    <a:lnTo>
                      <a:pt x="17" y="129"/>
                    </a:lnTo>
                    <a:lnTo>
                      <a:pt x="17" y="127"/>
                    </a:lnTo>
                    <a:lnTo>
                      <a:pt x="17" y="124"/>
                    </a:lnTo>
                    <a:lnTo>
                      <a:pt x="20" y="116"/>
                    </a:lnTo>
                    <a:lnTo>
                      <a:pt x="25" y="106"/>
                    </a:lnTo>
                    <a:lnTo>
                      <a:pt x="23" y="99"/>
                    </a:lnTo>
                    <a:lnTo>
                      <a:pt x="11" y="95"/>
                    </a:lnTo>
                    <a:lnTo>
                      <a:pt x="4" y="93"/>
                    </a:lnTo>
                    <a:lnTo>
                      <a:pt x="2" y="91"/>
                    </a:lnTo>
                    <a:lnTo>
                      <a:pt x="0" y="90"/>
                    </a:lnTo>
                    <a:lnTo>
                      <a:pt x="0" y="89"/>
                    </a:lnTo>
                    <a:lnTo>
                      <a:pt x="0" y="72"/>
                    </a:lnTo>
                    <a:lnTo>
                      <a:pt x="0" y="70"/>
                    </a:lnTo>
                    <a:lnTo>
                      <a:pt x="2" y="69"/>
                    </a:lnTo>
                    <a:lnTo>
                      <a:pt x="4" y="66"/>
                    </a:lnTo>
                    <a:lnTo>
                      <a:pt x="11" y="64"/>
                    </a:lnTo>
                    <a:lnTo>
                      <a:pt x="23" y="60"/>
                    </a:lnTo>
                    <a:lnTo>
                      <a:pt x="25" y="53"/>
                    </a:lnTo>
                    <a:lnTo>
                      <a:pt x="20" y="43"/>
                    </a:lnTo>
                    <a:lnTo>
                      <a:pt x="17" y="36"/>
                    </a:lnTo>
                    <a:lnTo>
                      <a:pt x="16" y="32"/>
                    </a:lnTo>
                    <a:lnTo>
                      <a:pt x="16" y="31"/>
                    </a:lnTo>
                    <a:lnTo>
                      <a:pt x="17" y="30"/>
                    </a:lnTo>
                    <a:lnTo>
                      <a:pt x="30" y="17"/>
                    </a:lnTo>
                    <a:lnTo>
                      <a:pt x="32" y="17"/>
                    </a:lnTo>
                    <a:lnTo>
                      <a:pt x="36" y="18"/>
                    </a:lnTo>
                    <a:lnTo>
                      <a:pt x="43" y="21"/>
                    </a:lnTo>
                    <a:lnTo>
                      <a:pt x="54" y="24"/>
                    </a:lnTo>
                    <a:lnTo>
                      <a:pt x="60" y="22"/>
                    </a:lnTo>
                    <a:lnTo>
                      <a:pt x="64" y="11"/>
                    </a:lnTo>
                    <a:lnTo>
                      <a:pt x="67" y="5"/>
                    </a:lnTo>
                    <a:lnTo>
                      <a:pt x="70" y="1"/>
                    </a:lnTo>
                    <a:lnTo>
                      <a:pt x="71" y="0"/>
                    </a:lnTo>
                    <a:lnTo>
                      <a:pt x="7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26" name="Freeform 20"/>
              <p:cNvSpPr>
                <a:spLocks noEditPoints="1"/>
              </p:cNvSpPr>
              <p:nvPr/>
            </p:nvSpPr>
            <p:spPr bwMode="auto">
              <a:xfrm rot="19386584" flipH="1">
                <a:off x="5810611" y="1291779"/>
                <a:ext cx="116809" cy="115367"/>
              </a:xfrm>
              <a:custGeom>
                <a:avLst/>
                <a:gdLst>
                  <a:gd name="T0" fmla="*/ 67 w 162"/>
                  <a:gd name="T1" fmla="*/ 57 h 160"/>
                  <a:gd name="T2" fmla="*/ 52 w 162"/>
                  <a:gd name="T3" fmla="*/ 80 h 160"/>
                  <a:gd name="T4" fmla="*/ 67 w 162"/>
                  <a:gd name="T5" fmla="*/ 104 h 160"/>
                  <a:gd name="T6" fmla="*/ 94 w 162"/>
                  <a:gd name="T7" fmla="*/ 104 h 160"/>
                  <a:gd name="T8" fmla="*/ 109 w 162"/>
                  <a:gd name="T9" fmla="*/ 80 h 160"/>
                  <a:gd name="T10" fmla="*/ 94 w 162"/>
                  <a:gd name="T11" fmla="*/ 57 h 160"/>
                  <a:gd name="T12" fmla="*/ 72 w 162"/>
                  <a:gd name="T13" fmla="*/ 0 h 160"/>
                  <a:gd name="T14" fmla="*/ 90 w 162"/>
                  <a:gd name="T15" fmla="*/ 0 h 160"/>
                  <a:gd name="T16" fmla="*/ 94 w 162"/>
                  <a:gd name="T17" fmla="*/ 6 h 160"/>
                  <a:gd name="T18" fmla="*/ 101 w 162"/>
                  <a:gd name="T19" fmla="*/ 23 h 160"/>
                  <a:gd name="T20" fmla="*/ 119 w 162"/>
                  <a:gd name="T21" fmla="*/ 20 h 160"/>
                  <a:gd name="T22" fmla="*/ 128 w 162"/>
                  <a:gd name="T23" fmla="*/ 17 h 160"/>
                  <a:gd name="T24" fmla="*/ 131 w 162"/>
                  <a:gd name="T25" fmla="*/ 17 h 160"/>
                  <a:gd name="T26" fmla="*/ 144 w 162"/>
                  <a:gd name="T27" fmla="*/ 29 h 160"/>
                  <a:gd name="T28" fmla="*/ 145 w 162"/>
                  <a:gd name="T29" fmla="*/ 33 h 160"/>
                  <a:gd name="T30" fmla="*/ 141 w 162"/>
                  <a:gd name="T31" fmla="*/ 44 h 160"/>
                  <a:gd name="T32" fmla="*/ 140 w 162"/>
                  <a:gd name="T33" fmla="*/ 61 h 160"/>
                  <a:gd name="T34" fmla="*/ 157 w 162"/>
                  <a:gd name="T35" fmla="*/ 67 h 160"/>
                  <a:gd name="T36" fmla="*/ 161 w 162"/>
                  <a:gd name="T37" fmla="*/ 70 h 160"/>
                  <a:gd name="T38" fmla="*/ 162 w 162"/>
                  <a:gd name="T39" fmla="*/ 88 h 160"/>
                  <a:gd name="T40" fmla="*/ 161 w 162"/>
                  <a:gd name="T41" fmla="*/ 91 h 160"/>
                  <a:gd name="T42" fmla="*/ 150 w 162"/>
                  <a:gd name="T43" fmla="*/ 96 h 160"/>
                  <a:gd name="T44" fmla="*/ 137 w 162"/>
                  <a:gd name="T45" fmla="*/ 106 h 160"/>
                  <a:gd name="T46" fmla="*/ 144 w 162"/>
                  <a:gd name="T47" fmla="*/ 123 h 160"/>
                  <a:gd name="T48" fmla="*/ 145 w 162"/>
                  <a:gd name="T49" fmla="*/ 129 h 160"/>
                  <a:gd name="T50" fmla="*/ 131 w 162"/>
                  <a:gd name="T51" fmla="*/ 143 h 160"/>
                  <a:gd name="T52" fmla="*/ 126 w 162"/>
                  <a:gd name="T53" fmla="*/ 142 h 160"/>
                  <a:gd name="T54" fmla="*/ 107 w 162"/>
                  <a:gd name="T55" fmla="*/ 135 h 160"/>
                  <a:gd name="T56" fmla="*/ 97 w 162"/>
                  <a:gd name="T57" fmla="*/ 148 h 160"/>
                  <a:gd name="T58" fmla="*/ 93 w 162"/>
                  <a:gd name="T59" fmla="*/ 159 h 160"/>
                  <a:gd name="T60" fmla="*/ 89 w 162"/>
                  <a:gd name="T61" fmla="*/ 160 h 160"/>
                  <a:gd name="T62" fmla="*/ 71 w 162"/>
                  <a:gd name="T63" fmla="*/ 160 h 160"/>
                  <a:gd name="T64" fmla="*/ 68 w 162"/>
                  <a:gd name="T65" fmla="*/ 155 h 160"/>
                  <a:gd name="T66" fmla="*/ 60 w 162"/>
                  <a:gd name="T67" fmla="*/ 138 h 160"/>
                  <a:gd name="T68" fmla="*/ 42 w 162"/>
                  <a:gd name="T69" fmla="*/ 140 h 160"/>
                  <a:gd name="T70" fmla="*/ 33 w 162"/>
                  <a:gd name="T71" fmla="*/ 143 h 160"/>
                  <a:gd name="T72" fmla="*/ 30 w 162"/>
                  <a:gd name="T73" fmla="*/ 144 h 160"/>
                  <a:gd name="T74" fmla="*/ 17 w 162"/>
                  <a:gd name="T75" fmla="*/ 131 h 160"/>
                  <a:gd name="T76" fmla="*/ 16 w 162"/>
                  <a:gd name="T77" fmla="*/ 127 h 160"/>
                  <a:gd name="T78" fmla="*/ 20 w 162"/>
                  <a:gd name="T79" fmla="*/ 117 h 160"/>
                  <a:gd name="T80" fmla="*/ 22 w 162"/>
                  <a:gd name="T81" fmla="*/ 100 h 160"/>
                  <a:gd name="T82" fmla="*/ 4 w 162"/>
                  <a:gd name="T83" fmla="*/ 93 h 160"/>
                  <a:gd name="T84" fmla="*/ 0 w 162"/>
                  <a:gd name="T85" fmla="*/ 91 h 160"/>
                  <a:gd name="T86" fmla="*/ 0 w 162"/>
                  <a:gd name="T87" fmla="*/ 72 h 160"/>
                  <a:gd name="T88" fmla="*/ 1 w 162"/>
                  <a:gd name="T89" fmla="*/ 70 h 160"/>
                  <a:gd name="T90" fmla="*/ 10 w 162"/>
                  <a:gd name="T91" fmla="*/ 65 h 160"/>
                  <a:gd name="T92" fmla="*/ 25 w 162"/>
                  <a:gd name="T93" fmla="*/ 54 h 160"/>
                  <a:gd name="T94" fmla="*/ 17 w 162"/>
                  <a:gd name="T95" fmla="*/ 37 h 160"/>
                  <a:gd name="T96" fmla="*/ 16 w 162"/>
                  <a:gd name="T97" fmla="*/ 32 h 160"/>
                  <a:gd name="T98" fmla="*/ 30 w 162"/>
                  <a:gd name="T99" fmla="*/ 17 h 160"/>
                  <a:gd name="T100" fmla="*/ 35 w 162"/>
                  <a:gd name="T101" fmla="*/ 19 h 160"/>
                  <a:gd name="T102" fmla="*/ 54 w 162"/>
                  <a:gd name="T103" fmla="*/ 25 h 160"/>
                  <a:gd name="T104" fmla="*/ 64 w 162"/>
                  <a:gd name="T105" fmla="*/ 12 h 160"/>
                  <a:gd name="T106" fmla="*/ 69 w 162"/>
                  <a:gd name="T107" fmla="*/ 2 h 160"/>
                  <a:gd name="T108" fmla="*/ 72 w 162"/>
                  <a:gd name="T109" fmla="*/ 0 h 1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62" h="160">
                    <a:moveTo>
                      <a:pt x="81" y="53"/>
                    </a:moveTo>
                    <a:lnTo>
                      <a:pt x="67" y="57"/>
                    </a:lnTo>
                    <a:lnTo>
                      <a:pt x="56" y="66"/>
                    </a:lnTo>
                    <a:lnTo>
                      <a:pt x="52" y="80"/>
                    </a:lnTo>
                    <a:lnTo>
                      <a:pt x="56" y="95"/>
                    </a:lnTo>
                    <a:lnTo>
                      <a:pt x="67" y="104"/>
                    </a:lnTo>
                    <a:lnTo>
                      <a:pt x="81" y="108"/>
                    </a:lnTo>
                    <a:lnTo>
                      <a:pt x="94" y="104"/>
                    </a:lnTo>
                    <a:lnTo>
                      <a:pt x="105" y="95"/>
                    </a:lnTo>
                    <a:lnTo>
                      <a:pt x="109" y="80"/>
                    </a:lnTo>
                    <a:lnTo>
                      <a:pt x="105" y="66"/>
                    </a:lnTo>
                    <a:lnTo>
                      <a:pt x="94" y="57"/>
                    </a:lnTo>
                    <a:lnTo>
                      <a:pt x="81" y="53"/>
                    </a:lnTo>
                    <a:close/>
                    <a:moveTo>
                      <a:pt x="72" y="0"/>
                    </a:moveTo>
                    <a:lnTo>
                      <a:pt x="89" y="0"/>
                    </a:lnTo>
                    <a:lnTo>
                      <a:pt x="90" y="0"/>
                    </a:lnTo>
                    <a:lnTo>
                      <a:pt x="92" y="2"/>
                    </a:lnTo>
                    <a:lnTo>
                      <a:pt x="94" y="6"/>
                    </a:lnTo>
                    <a:lnTo>
                      <a:pt x="97" y="12"/>
                    </a:lnTo>
                    <a:lnTo>
                      <a:pt x="101" y="23"/>
                    </a:lnTo>
                    <a:lnTo>
                      <a:pt x="107" y="25"/>
                    </a:lnTo>
                    <a:lnTo>
                      <a:pt x="119" y="20"/>
                    </a:lnTo>
                    <a:lnTo>
                      <a:pt x="126" y="17"/>
                    </a:lnTo>
                    <a:lnTo>
                      <a:pt x="128" y="17"/>
                    </a:lnTo>
                    <a:lnTo>
                      <a:pt x="129" y="17"/>
                    </a:lnTo>
                    <a:lnTo>
                      <a:pt x="131" y="17"/>
                    </a:lnTo>
                    <a:lnTo>
                      <a:pt x="132" y="17"/>
                    </a:lnTo>
                    <a:lnTo>
                      <a:pt x="144" y="29"/>
                    </a:lnTo>
                    <a:lnTo>
                      <a:pt x="145" y="30"/>
                    </a:lnTo>
                    <a:lnTo>
                      <a:pt x="145" y="33"/>
                    </a:lnTo>
                    <a:lnTo>
                      <a:pt x="144" y="36"/>
                    </a:lnTo>
                    <a:lnTo>
                      <a:pt x="141" y="44"/>
                    </a:lnTo>
                    <a:lnTo>
                      <a:pt x="136" y="54"/>
                    </a:lnTo>
                    <a:lnTo>
                      <a:pt x="140" y="61"/>
                    </a:lnTo>
                    <a:lnTo>
                      <a:pt x="150" y="65"/>
                    </a:lnTo>
                    <a:lnTo>
                      <a:pt x="157" y="67"/>
                    </a:lnTo>
                    <a:lnTo>
                      <a:pt x="161" y="68"/>
                    </a:lnTo>
                    <a:lnTo>
                      <a:pt x="161" y="70"/>
                    </a:lnTo>
                    <a:lnTo>
                      <a:pt x="162" y="71"/>
                    </a:lnTo>
                    <a:lnTo>
                      <a:pt x="162" y="88"/>
                    </a:lnTo>
                    <a:lnTo>
                      <a:pt x="161" y="89"/>
                    </a:lnTo>
                    <a:lnTo>
                      <a:pt x="161" y="91"/>
                    </a:lnTo>
                    <a:lnTo>
                      <a:pt x="157" y="93"/>
                    </a:lnTo>
                    <a:lnTo>
                      <a:pt x="150" y="96"/>
                    </a:lnTo>
                    <a:lnTo>
                      <a:pt x="140" y="100"/>
                    </a:lnTo>
                    <a:lnTo>
                      <a:pt x="137" y="106"/>
                    </a:lnTo>
                    <a:lnTo>
                      <a:pt x="141" y="117"/>
                    </a:lnTo>
                    <a:lnTo>
                      <a:pt x="144" y="123"/>
                    </a:lnTo>
                    <a:lnTo>
                      <a:pt x="145" y="127"/>
                    </a:lnTo>
                    <a:lnTo>
                      <a:pt x="145" y="129"/>
                    </a:lnTo>
                    <a:lnTo>
                      <a:pt x="144" y="130"/>
                    </a:lnTo>
                    <a:lnTo>
                      <a:pt x="131" y="143"/>
                    </a:lnTo>
                    <a:lnTo>
                      <a:pt x="129" y="143"/>
                    </a:lnTo>
                    <a:lnTo>
                      <a:pt x="126" y="142"/>
                    </a:lnTo>
                    <a:lnTo>
                      <a:pt x="119" y="139"/>
                    </a:lnTo>
                    <a:lnTo>
                      <a:pt x="107" y="135"/>
                    </a:lnTo>
                    <a:lnTo>
                      <a:pt x="101" y="138"/>
                    </a:lnTo>
                    <a:lnTo>
                      <a:pt x="97" y="148"/>
                    </a:lnTo>
                    <a:lnTo>
                      <a:pt x="94" y="155"/>
                    </a:lnTo>
                    <a:lnTo>
                      <a:pt x="93" y="159"/>
                    </a:lnTo>
                    <a:lnTo>
                      <a:pt x="90" y="160"/>
                    </a:lnTo>
                    <a:lnTo>
                      <a:pt x="89" y="160"/>
                    </a:lnTo>
                    <a:lnTo>
                      <a:pt x="72" y="160"/>
                    </a:lnTo>
                    <a:lnTo>
                      <a:pt x="71" y="160"/>
                    </a:lnTo>
                    <a:lnTo>
                      <a:pt x="69" y="159"/>
                    </a:lnTo>
                    <a:lnTo>
                      <a:pt x="68" y="155"/>
                    </a:lnTo>
                    <a:lnTo>
                      <a:pt x="64" y="148"/>
                    </a:lnTo>
                    <a:lnTo>
                      <a:pt x="60" y="138"/>
                    </a:lnTo>
                    <a:lnTo>
                      <a:pt x="54" y="135"/>
                    </a:lnTo>
                    <a:lnTo>
                      <a:pt x="42" y="140"/>
                    </a:lnTo>
                    <a:lnTo>
                      <a:pt x="37" y="143"/>
                    </a:lnTo>
                    <a:lnTo>
                      <a:pt x="33" y="143"/>
                    </a:lnTo>
                    <a:lnTo>
                      <a:pt x="33" y="144"/>
                    </a:lnTo>
                    <a:lnTo>
                      <a:pt x="30" y="144"/>
                    </a:lnTo>
                    <a:lnTo>
                      <a:pt x="30" y="143"/>
                    </a:lnTo>
                    <a:lnTo>
                      <a:pt x="17" y="131"/>
                    </a:lnTo>
                    <a:lnTo>
                      <a:pt x="17" y="130"/>
                    </a:lnTo>
                    <a:lnTo>
                      <a:pt x="16" y="127"/>
                    </a:lnTo>
                    <a:lnTo>
                      <a:pt x="17" y="125"/>
                    </a:lnTo>
                    <a:lnTo>
                      <a:pt x="20" y="117"/>
                    </a:lnTo>
                    <a:lnTo>
                      <a:pt x="25" y="106"/>
                    </a:lnTo>
                    <a:lnTo>
                      <a:pt x="22" y="100"/>
                    </a:lnTo>
                    <a:lnTo>
                      <a:pt x="10" y="96"/>
                    </a:lnTo>
                    <a:lnTo>
                      <a:pt x="4" y="93"/>
                    </a:lnTo>
                    <a:lnTo>
                      <a:pt x="1" y="92"/>
                    </a:lnTo>
                    <a:lnTo>
                      <a:pt x="0" y="91"/>
                    </a:lnTo>
                    <a:lnTo>
                      <a:pt x="0" y="89"/>
                    </a:lnTo>
                    <a:lnTo>
                      <a:pt x="0" y="72"/>
                    </a:lnTo>
                    <a:lnTo>
                      <a:pt x="0" y="71"/>
                    </a:lnTo>
                    <a:lnTo>
                      <a:pt x="1" y="70"/>
                    </a:lnTo>
                    <a:lnTo>
                      <a:pt x="4" y="67"/>
                    </a:lnTo>
                    <a:lnTo>
                      <a:pt x="10" y="65"/>
                    </a:lnTo>
                    <a:lnTo>
                      <a:pt x="21" y="61"/>
                    </a:lnTo>
                    <a:lnTo>
                      <a:pt x="25" y="54"/>
                    </a:lnTo>
                    <a:lnTo>
                      <a:pt x="20" y="44"/>
                    </a:lnTo>
                    <a:lnTo>
                      <a:pt x="17" y="37"/>
                    </a:lnTo>
                    <a:lnTo>
                      <a:pt x="16" y="33"/>
                    </a:lnTo>
                    <a:lnTo>
                      <a:pt x="16" y="32"/>
                    </a:lnTo>
                    <a:lnTo>
                      <a:pt x="17" y="30"/>
                    </a:lnTo>
                    <a:lnTo>
                      <a:pt x="30" y="17"/>
                    </a:lnTo>
                    <a:lnTo>
                      <a:pt x="31" y="17"/>
                    </a:lnTo>
                    <a:lnTo>
                      <a:pt x="35" y="19"/>
                    </a:lnTo>
                    <a:lnTo>
                      <a:pt x="43" y="21"/>
                    </a:lnTo>
                    <a:lnTo>
                      <a:pt x="54" y="25"/>
                    </a:lnTo>
                    <a:lnTo>
                      <a:pt x="60" y="23"/>
                    </a:lnTo>
                    <a:lnTo>
                      <a:pt x="64" y="12"/>
                    </a:lnTo>
                    <a:lnTo>
                      <a:pt x="67" y="6"/>
                    </a:lnTo>
                    <a:lnTo>
                      <a:pt x="69" y="2"/>
                    </a:lnTo>
                    <a:lnTo>
                      <a:pt x="71" y="0"/>
                    </a:lnTo>
                    <a:lnTo>
                      <a:pt x="7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27" name="Freeform 21"/>
              <p:cNvSpPr>
                <a:spLocks noEditPoints="1"/>
              </p:cNvSpPr>
              <p:nvPr/>
            </p:nvSpPr>
            <p:spPr bwMode="auto">
              <a:xfrm rot="19386584" flipH="1">
                <a:off x="5530733" y="1377250"/>
                <a:ext cx="116809" cy="113925"/>
              </a:xfrm>
              <a:custGeom>
                <a:avLst/>
                <a:gdLst>
                  <a:gd name="T0" fmla="*/ 66 w 162"/>
                  <a:gd name="T1" fmla="*/ 55 h 158"/>
                  <a:gd name="T2" fmla="*/ 52 w 162"/>
                  <a:gd name="T3" fmla="*/ 79 h 158"/>
                  <a:gd name="T4" fmla="*/ 66 w 162"/>
                  <a:gd name="T5" fmla="*/ 103 h 158"/>
                  <a:gd name="T6" fmla="*/ 95 w 162"/>
                  <a:gd name="T7" fmla="*/ 103 h 158"/>
                  <a:gd name="T8" fmla="*/ 109 w 162"/>
                  <a:gd name="T9" fmla="*/ 79 h 158"/>
                  <a:gd name="T10" fmla="*/ 95 w 162"/>
                  <a:gd name="T11" fmla="*/ 55 h 158"/>
                  <a:gd name="T12" fmla="*/ 72 w 162"/>
                  <a:gd name="T13" fmla="*/ 0 h 158"/>
                  <a:gd name="T14" fmla="*/ 90 w 162"/>
                  <a:gd name="T15" fmla="*/ 0 h 158"/>
                  <a:gd name="T16" fmla="*/ 94 w 162"/>
                  <a:gd name="T17" fmla="*/ 4 h 158"/>
                  <a:gd name="T18" fmla="*/ 102 w 162"/>
                  <a:gd name="T19" fmla="*/ 21 h 158"/>
                  <a:gd name="T20" fmla="*/ 119 w 162"/>
                  <a:gd name="T21" fmla="*/ 19 h 158"/>
                  <a:gd name="T22" fmla="*/ 128 w 162"/>
                  <a:gd name="T23" fmla="*/ 15 h 158"/>
                  <a:gd name="T24" fmla="*/ 130 w 162"/>
                  <a:gd name="T25" fmla="*/ 15 h 158"/>
                  <a:gd name="T26" fmla="*/ 143 w 162"/>
                  <a:gd name="T27" fmla="*/ 28 h 158"/>
                  <a:gd name="T28" fmla="*/ 145 w 162"/>
                  <a:gd name="T29" fmla="*/ 31 h 158"/>
                  <a:gd name="T30" fmla="*/ 141 w 162"/>
                  <a:gd name="T31" fmla="*/ 42 h 158"/>
                  <a:gd name="T32" fmla="*/ 140 w 162"/>
                  <a:gd name="T33" fmla="*/ 59 h 158"/>
                  <a:gd name="T34" fmla="*/ 157 w 162"/>
                  <a:gd name="T35" fmla="*/ 65 h 158"/>
                  <a:gd name="T36" fmla="*/ 162 w 162"/>
                  <a:gd name="T37" fmla="*/ 69 h 158"/>
                  <a:gd name="T38" fmla="*/ 162 w 162"/>
                  <a:gd name="T39" fmla="*/ 87 h 158"/>
                  <a:gd name="T40" fmla="*/ 160 w 162"/>
                  <a:gd name="T41" fmla="*/ 90 h 158"/>
                  <a:gd name="T42" fmla="*/ 150 w 162"/>
                  <a:gd name="T43" fmla="*/ 95 h 158"/>
                  <a:gd name="T44" fmla="*/ 137 w 162"/>
                  <a:gd name="T45" fmla="*/ 106 h 158"/>
                  <a:gd name="T46" fmla="*/ 145 w 162"/>
                  <a:gd name="T47" fmla="*/ 123 h 158"/>
                  <a:gd name="T48" fmla="*/ 145 w 162"/>
                  <a:gd name="T49" fmla="*/ 128 h 158"/>
                  <a:gd name="T50" fmla="*/ 132 w 162"/>
                  <a:gd name="T51" fmla="*/ 142 h 158"/>
                  <a:gd name="T52" fmla="*/ 126 w 162"/>
                  <a:gd name="T53" fmla="*/ 141 h 158"/>
                  <a:gd name="T54" fmla="*/ 108 w 162"/>
                  <a:gd name="T55" fmla="*/ 134 h 158"/>
                  <a:gd name="T56" fmla="*/ 98 w 162"/>
                  <a:gd name="T57" fmla="*/ 148 h 158"/>
                  <a:gd name="T58" fmla="*/ 92 w 162"/>
                  <a:gd name="T59" fmla="*/ 157 h 158"/>
                  <a:gd name="T60" fmla="*/ 90 w 162"/>
                  <a:gd name="T61" fmla="*/ 158 h 158"/>
                  <a:gd name="T62" fmla="*/ 72 w 162"/>
                  <a:gd name="T63" fmla="*/ 158 h 158"/>
                  <a:gd name="T64" fmla="*/ 68 w 162"/>
                  <a:gd name="T65" fmla="*/ 154 h 158"/>
                  <a:gd name="T66" fmla="*/ 60 w 162"/>
                  <a:gd name="T67" fmla="*/ 137 h 158"/>
                  <a:gd name="T68" fmla="*/ 43 w 162"/>
                  <a:gd name="T69" fmla="*/ 138 h 158"/>
                  <a:gd name="T70" fmla="*/ 34 w 162"/>
                  <a:gd name="T71" fmla="*/ 142 h 158"/>
                  <a:gd name="T72" fmla="*/ 31 w 162"/>
                  <a:gd name="T73" fmla="*/ 142 h 158"/>
                  <a:gd name="T74" fmla="*/ 18 w 162"/>
                  <a:gd name="T75" fmla="*/ 129 h 158"/>
                  <a:gd name="T76" fmla="*/ 17 w 162"/>
                  <a:gd name="T77" fmla="*/ 127 h 158"/>
                  <a:gd name="T78" fmla="*/ 21 w 162"/>
                  <a:gd name="T79" fmla="*/ 116 h 158"/>
                  <a:gd name="T80" fmla="*/ 22 w 162"/>
                  <a:gd name="T81" fmla="*/ 99 h 158"/>
                  <a:gd name="T82" fmla="*/ 5 w 162"/>
                  <a:gd name="T83" fmla="*/ 93 h 158"/>
                  <a:gd name="T84" fmla="*/ 0 w 162"/>
                  <a:gd name="T85" fmla="*/ 89 h 158"/>
                  <a:gd name="T86" fmla="*/ 0 w 162"/>
                  <a:gd name="T87" fmla="*/ 70 h 158"/>
                  <a:gd name="T88" fmla="*/ 1 w 162"/>
                  <a:gd name="T89" fmla="*/ 68 h 158"/>
                  <a:gd name="T90" fmla="*/ 11 w 162"/>
                  <a:gd name="T91" fmla="*/ 64 h 158"/>
                  <a:gd name="T92" fmla="*/ 24 w 162"/>
                  <a:gd name="T93" fmla="*/ 52 h 158"/>
                  <a:gd name="T94" fmla="*/ 17 w 162"/>
                  <a:gd name="T95" fmla="*/ 35 h 158"/>
                  <a:gd name="T96" fmla="*/ 17 w 162"/>
                  <a:gd name="T97" fmla="*/ 30 h 158"/>
                  <a:gd name="T98" fmla="*/ 30 w 162"/>
                  <a:gd name="T99" fmla="*/ 15 h 158"/>
                  <a:gd name="T100" fmla="*/ 35 w 162"/>
                  <a:gd name="T101" fmla="*/ 17 h 158"/>
                  <a:gd name="T102" fmla="*/ 53 w 162"/>
                  <a:gd name="T103" fmla="*/ 23 h 158"/>
                  <a:gd name="T104" fmla="*/ 64 w 162"/>
                  <a:gd name="T105" fmla="*/ 10 h 158"/>
                  <a:gd name="T106" fmla="*/ 69 w 162"/>
                  <a:gd name="T107" fmla="*/ 1 h 158"/>
                  <a:gd name="T108" fmla="*/ 72 w 162"/>
                  <a:gd name="T109" fmla="*/ 0 h 1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62" h="158">
                    <a:moveTo>
                      <a:pt x="81" y="51"/>
                    </a:moveTo>
                    <a:lnTo>
                      <a:pt x="66" y="55"/>
                    </a:lnTo>
                    <a:lnTo>
                      <a:pt x="56" y="65"/>
                    </a:lnTo>
                    <a:lnTo>
                      <a:pt x="52" y="79"/>
                    </a:lnTo>
                    <a:lnTo>
                      <a:pt x="56" y="93"/>
                    </a:lnTo>
                    <a:lnTo>
                      <a:pt x="66" y="103"/>
                    </a:lnTo>
                    <a:lnTo>
                      <a:pt x="81" y="107"/>
                    </a:lnTo>
                    <a:lnTo>
                      <a:pt x="95" y="103"/>
                    </a:lnTo>
                    <a:lnTo>
                      <a:pt x="106" y="93"/>
                    </a:lnTo>
                    <a:lnTo>
                      <a:pt x="109" y="79"/>
                    </a:lnTo>
                    <a:lnTo>
                      <a:pt x="106" y="65"/>
                    </a:lnTo>
                    <a:lnTo>
                      <a:pt x="95" y="55"/>
                    </a:lnTo>
                    <a:lnTo>
                      <a:pt x="81" y="51"/>
                    </a:lnTo>
                    <a:close/>
                    <a:moveTo>
                      <a:pt x="72" y="0"/>
                    </a:moveTo>
                    <a:lnTo>
                      <a:pt x="89" y="0"/>
                    </a:lnTo>
                    <a:lnTo>
                      <a:pt x="90" y="0"/>
                    </a:lnTo>
                    <a:lnTo>
                      <a:pt x="91" y="1"/>
                    </a:lnTo>
                    <a:lnTo>
                      <a:pt x="94" y="4"/>
                    </a:lnTo>
                    <a:lnTo>
                      <a:pt x="96" y="10"/>
                    </a:lnTo>
                    <a:lnTo>
                      <a:pt x="102" y="21"/>
                    </a:lnTo>
                    <a:lnTo>
                      <a:pt x="108" y="23"/>
                    </a:lnTo>
                    <a:lnTo>
                      <a:pt x="119" y="19"/>
                    </a:lnTo>
                    <a:lnTo>
                      <a:pt x="125" y="17"/>
                    </a:lnTo>
                    <a:lnTo>
                      <a:pt x="128" y="15"/>
                    </a:lnTo>
                    <a:lnTo>
                      <a:pt x="129" y="15"/>
                    </a:lnTo>
                    <a:lnTo>
                      <a:pt x="130" y="15"/>
                    </a:lnTo>
                    <a:lnTo>
                      <a:pt x="132" y="17"/>
                    </a:lnTo>
                    <a:lnTo>
                      <a:pt x="143" y="28"/>
                    </a:lnTo>
                    <a:lnTo>
                      <a:pt x="145" y="30"/>
                    </a:lnTo>
                    <a:lnTo>
                      <a:pt x="145" y="31"/>
                    </a:lnTo>
                    <a:lnTo>
                      <a:pt x="143" y="35"/>
                    </a:lnTo>
                    <a:lnTo>
                      <a:pt x="141" y="42"/>
                    </a:lnTo>
                    <a:lnTo>
                      <a:pt x="137" y="52"/>
                    </a:lnTo>
                    <a:lnTo>
                      <a:pt x="140" y="59"/>
                    </a:lnTo>
                    <a:lnTo>
                      <a:pt x="150" y="62"/>
                    </a:lnTo>
                    <a:lnTo>
                      <a:pt x="157" y="65"/>
                    </a:lnTo>
                    <a:lnTo>
                      <a:pt x="160" y="68"/>
                    </a:lnTo>
                    <a:lnTo>
                      <a:pt x="162" y="69"/>
                    </a:lnTo>
                    <a:lnTo>
                      <a:pt x="162" y="70"/>
                    </a:lnTo>
                    <a:lnTo>
                      <a:pt x="162" y="87"/>
                    </a:lnTo>
                    <a:lnTo>
                      <a:pt x="162" y="89"/>
                    </a:lnTo>
                    <a:lnTo>
                      <a:pt x="160" y="90"/>
                    </a:lnTo>
                    <a:lnTo>
                      <a:pt x="157" y="91"/>
                    </a:lnTo>
                    <a:lnTo>
                      <a:pt x="150" y="95"/>
                    </a:lnTo>
                    <a:lnTo>
                      <a:pt x="140" y="99"/>
                    </a:lnTo>
                    <a:lnTo>
                      <a:pt x="137" y="106"/>
                    </a:lnTo>
                    <a:lnTo>
                      <a:pt x="142" y="116"/>
                    </a:lnTo>
                    <a:lnTo>
                      <a:pt x="145" y="123"/>
                    </a:lnTo>
                    <a:lnTo>
                      <a:pt x="145" y="125"/>
                    </a:lnTo>
                    <a:lnTo>
                      <a:pt x="145" y="128"/>
                    </a:lnTo>
                    <a:lnTo>
                      <a:pt x="145" y="129"/>
                    </a:lnTo>
                    <a:lnTo>
                      <a:pt x="132" y="142"/>
                    </a:lnTo>
                    <a:lnTo>
                      <a:pt x="129" y="142"/>
                    </a:lnTo>
                    <a:lnTo>
                      <a:pt x="126" y="141"/>
                    </a:lnTo>
                    <a:lnTo>
                      <a:pt x="119" y="138"/>
                    </a:lnTo>
                    <a:lnTo>
                      <a:pt x="108" y="134"/>
                    </a:lnTo>
                    <a:lnTo>
                      <a:pt x="102" y="137"/>
                    </a:lnTo>
                    <a:lnTo>
                      <a:pt x="98" y="148"/>
                    </a:lnTo>
                    <a:lnTo>
                      <a:pt x="94" y="154"/>
                    </a:lnTo>
                    <a:lnTo>
                      <a:pt x="92" y="157"/>
                    </a:lnTo>
                    <a:lnTo>
                      <a:pt x="91" y="158"/>
                    </a:lnTo>
                    <a:lnTo>
                      <a:pt x="90" y="158"/>
                    </a:lnTo>
                    <a:lnTo>
                      <a:pt x="73" y="158"/>
                    </a:lnTo>
                    <a:lnTo>
                      <a:pt x="72" y="158"/>
                    </a:lnTo>
                    <a:lnTo>
                      <a:pt x="70" y="157"/>
                    </a:lnTo>
                    <a:lnTo>
                      <a:pt x="68" y="154"/>
                    </a:lnTo>
                    <a:lnTo>
                      <a:pt x="65" y="148"/>
                    </a:lnTo>
                    <a:lnTo>
                      <a:pt x="60" y="137"/>
                    </a:lnTo>
                    <a:lnTo>
                      <a:pt x="53" y="134"/>
                    </a:lnTo>
                    <a:lnTo>
                      <a:pt x="43" y="138"/>
                    </a:lnTo>
                    <a:lnTo>
                      <a:pt x="36" y="141"/>
                    </a:lnTo>
                    <a:lnTo>
                      <a:pt x="34" y="142"/>
                    </a:lnTo>
                    <a:lnTo>
                      <a:pt x="32" y="142"/>
                    </a:lnTo>
                    <a:lnTo>
                      <a:pt x="31" y="142"/>
                    </a:lnTo>
                    <a:lnTo>
                      <a:pt x="30" y="141"/>
                    </a:lnTo>
                    <a:lnTo>
                      <a:pt x="18" y="129"/>
                    </a:lnTo>
                    <a:lnTo>
                      <a:pt x="17" y="128"/>
                    </a:lnTo>
                    <a:lnTo>
                      <a:pt x="17" y="127"/>
                    </a:lnTo>
                    <a:lnTo>
                      <a:pt x="18" y="123"/>
                    </a:lnTo>
                    <a:lnTo>
                      <a:pt x="21" y="116"/>
                    </a:lnTo>
                    <a:lnTo>
                      <a:pt x="24" y="106"/>
                    </a:lnTo>
                    <a:lnTo>
                      <a:pt x="22" y="99"/>
                    </a:lnTo>
                    <a:lnTo>
                      <a:pt x="11" y="95"/>
                    </a:lnTo>
                    <a:lnTo>
                      <a:pt x="5" y="93"/>
                    </a:lnTo>
                    <a:lnTo>
                      <a:pt x="1" y="90"/>
                    </a:lnTo>
                    <a:lnTo>
                      <a:pt x="0" y="89"/>
                    </a:lnTo>
                    <a:lnTo>
                      <a:pt x="0" y="87"/>
                    </a:lnTo>
                    <a:lnTo>
                      <a:pt x="0" y="70"/>
                    </a:lnTo>
                    <a:lnTo>
                      <a:pt x="0" y="69"/>
                    </a:lnTo>
                    <a:lnTo>
                      <a:pt x="1" y="68"/>
                    </a:lnTo>
                    <a:lnTo>
                      <a:pt x="5" y="66"/>
                    </a:lnTo>
                    <a:lnTo>
                      <a:pt x="11" y="64"/>
                    </a:lnTo>
                    <a:lnTo>
                      <a:pt x="22" y="59"/>
                    </a:lnTo>
                    <a:lnTo>
                      <a:pt x="24" y="52"/>
                    </a:lnTo>
                    <a:lnTo>
                      <a:pt x="19" y="42"/>
                    </a:lnTo>
                    <a:lnTo>
                      <a:pt x="17" y="35"/>
                    </a:lnTo>
                    <a:lnTo>
                      <a:pt x="17" y="32"/>
                    </a:lnTo>
                    <a:lnTo>
                      <a:pt x="17" y="30"/>
                    </a:lnTo>
                    <a:lnTo>
                      <a:pt x="17" y="28"/>
                    </a:lnTo>
                    <a:lnTo>
                      <a:pt x="30" y="15"/>
                    </a:lnTo>
                    <a:lnTo>
                      <a:pt x="32" y="15"/>
                    </a:lnTo>
                    <a:lnTo>
                      <a:pt x="35" y="17"/>
                    </a:lnTo>
                    <a:lnTo>
                      <a:pt x="43" y="19"/>
                    </a:lnTo>
                    <a:lnTo>
                      <a:pt x="53" y="23"/>
                    </a:lnTo>
                    <a:lnTo>
                      <a:pt x="60" y="21"/>
                    </a:lnTo>
                    <a:lnTo>
                      <a:pt x="64" y="10"/>
                    </a:lnTo>
                    <a:lnTo>
                      <a:pt x="68" y="4"/>
                    </a:lnTo>
                    <a:lnTo>
                      <a:pt x="69" y="1"/>
                    </a:lnTo>
                    <a:lnTo>
                      <a:pt x="70" y="0"/>
                    </a:lnTo>
                    <a:lnTo>
                      <a:pt x="7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28" name="Freeform 22"/>
              <p:cNvSpPr>
                <a:spLocks noEditPoints="1"/>
              </p:cNvSpPr>
              <p:nvPr/>
            </p:nvSpPr>
            <p:spPr bwMode="auto">
              <a:xfrm rot="19386584" flipH="1">
                <a:off x="5994428" y="729005"/>
                <a:ext cx="156466" cy="153582"/>
              </a:xfrm>
              <a:custGeom>
                <a:avLst/>
                <a:gdLst>
                  <a:gd name="T0" fmla="*/ 94 w 217"/>
                  <a:gd name="T1" fmla="*/ 72 h 213"/>
                  <a:gd name="T2" fmla="*/ 73 w 217"/>
                  <a:gd name="T3" fmla="*/ 91 h 213"/>
                  <a:gd name="T4" fmla="*/ 73 w 217"/>
                  <a:gd name="T5" fmla="*/ 120 h 213"/>
                  <a:gd name="T6" fmla="*/ 94 w 217"/>
                  <a:gd name="T7" fmla="*/ 141 h 213"/>
                  <a:gd name="T8" fmla="*/ 124 w 217"/>
                  <a:gd name="T9" fmla="*/ 141 h 213"/>
                  <a:gd name="T10" fmla="*/ 144 w 217"/>
                  <a:gd name="T11" fmla="*/ 120 h 213"/>
                  <a:gd name="T12" fmla="*/ 144 w 217"/>
                  <a:gd name="T13" fmla="*/ 91 h 213"/>
                  <a:gd name="T14" fmla="*/ 124 w 217"/>
                  <a:gd name="T15" fmla="*/ 72 h 213"/>
                  <a:gd name="T16" fmla="*/ 96 w 217"/>
                  <a:gd name="T17" fmla="*/ 0 h 213"/>
                  <a:gd name="T18" fmla="*/ 121 w 217"/>
                  <a:gd name="T19" fmla="*/ 0 h 213"/>
                  <a:gd name="T20" fmla="*/ 127 w 217"/>
                  <a:gd name="T21" fmla="*/ 6 h 213"/>
                  <a:gd name="T22" fmla="*/ 136 w 217"/>
                  <a:gd name="T23" fmla="*/ 28 h 213"/>
                  <a:gd name="T24" fmla="*/ 158 w 217"/>
                  <a:gd name="T25" fmla="*/ 27 h 213"/>
                  <a:gd name="T26" fmla="*/ 170 w 217"/>
                  <a:gd name="T27" fmla="*/ 22 h 213"/>
                  <a:gd name="T28" fmla="*/ 174 w 217"/>
                  <a:gd name="T29" fmla="*/ 21 h 213"/>
                  <a:gd name="T30" fmla="*/ 178 w 217"/>
                  <a:gd name="T31" fmla="*/ 22 h 213"/>
                  <a:gd name="T32" fmla="*/ 195 w 217"/>
                  <a:gd name="T33" fmla="*/ 40 h 213"/>
                  <a:gd name="T34" fmla="*/ 193 w 217"/>
                  <a:gd name="T35" fmla="*/ 47 h 213"/>
                  <a:gd name="T36" fmla="*/ 184 w 217"/>
                  <a:gd name="T37" fmla="*/ 70 h 213"/>
                  <a:gd name="T38" fmla="*/ 202 w 217"/>
                  <a:gd name="T39" fmla="*/ 85 h 213"/>
                  <a:gd name="T40" fmla="*/ 216 w 217"/>
                  <a:gd name="T41" fmla="*/ 90 h 213"/>
                  <a:gd name="T42" fmla="*/ 217 w 217"/>
                  <a:gd name="T43" fmla="*/ 94 h 213"/>
                  <a:gd name="T44" fmla="*/ 217 w 217"/>
                  <a:gd name="T45" fmla="*/ 119 h 213"/>
                  <a:gd name="T46" fmla="*/ 212 w 217"/>
                  <a:gd name="T47" fmla="*/ 123 h 213"/>
                  <a:gd name="T48" fmla="*/ 188 w 217"/>
                  <a:gd name="T49" fmla="*/ 133 h 213"/>
                  <a:gd name="T50" fmla="*/ 191 w 217"/>
                  <a:gd name="T51" fmla="*/ 155 h 213"/>
                  <a:gd name="T52" fmla="*/ 196 w 217"/>
                  <a:gd name="T53" fmla="*/ 170 h 213"/>
                  <a:gd name="T54" fmla="*/ 195 w 217"/>
                  <a:gd name="T55" fmla="*/ 174 h 213"/>
                  <a:gd name="T56" fmla="*/ 174 w 217"/>
                  <a:gd name="T57" fmla="*/ 191 h 213"/>
                  <a:gd name="T58" fmla="*/ 159 w 217"/>
                  <a:gd name="T59" fmla="*/ 185 h 213"/>
                  <a:gd name="T60" fmla="*/ 136 w 217"/>
                  <a:gd name="T61" fmla="*/ 184 h 213"/>
                  <a:gd name="T62" fmla="*/ 127 w 217"/>
                  <a:gd name="T63" fmla="*/ 206 h 213"/>
                  <a:gd name="T64" fmla="*/ 123 w 217"/>
                  <a:gd name="T65" fmla="*/ 213 h 213"/>
                  <a:gd name="T66" fmla="*/ 98 w 217"/>
                  <a:gd name="T67" fmla="*/ 213 h 213"/>
                  <a:gd name="T68" fmla="*/ 94 w 217"/>
                  <a:gd name="T69" fmla="*/ 210 h 213"/>
                  <a:gd name="T70" fmla="*/ 87 w 217"/>
                  <a:gd name="T71" fmla="*/ 197 h 213"/>
                  <a:gd name="T72" fmla="*/ 72 w 217"/>
                  <a:gd name="T73" fmla="*/ 180 h 213"/>
                  <a:gd name="T74" fmla="*/ 52 w 217"/>
                  <a:gd name="T75" fmla="*/ 189 h 213"/>
                  <a:gd name="T76" fmla="*/ 44 w 217"/>
                  <a:gd name="T77" fmla="*/ 191 h 213"/>
                  <a:gd name="T78" fmla="*/ 42 w 217"/>
                  <a:gd name="T79" fmla="*/ 191 h 213"/>
                  <a:gd name="T80" fmla="*/ 23 w 217"/>
                  <a:gd name="T81" fmla="*/ 174 h 213"/>
                  <a:gd name="T82" fmla="*/ 22 w 217"/>
                  <a:gd name="T83" fmla="*/ 170 h 213"/>
                  <a:gd name="T84" fmla="*/ 27 w 217"/>
                  <a:gd name="T85" fmla="*/ 155 h 213"/>
                  <a:gd name="T86" fmla="*/ 30 w 217"/>
                  <a:gd name="T87" fmla="*/ 133 h 213"/>
                  <a:gd name="T88" fmla="*/ 6 w 217"/>
                  <a:gd name="T89" fmla="*/ 124 h 213"/>
                  <a:gd name="T90" fmla="*/ 0 w 217"/>
                  <a:gd name="T91" fmla="*/ 120 h 213"/>
                  <a:gd name="T92" fmla="*/ 0 w 217"/>
                  <a:gd name="T93" fmla="*/ 95 h 213"/>
                  <a:gd name="T94" fmla="*/ 1 w 217"/>
                  <a:gd name="T95" fmla="*/ 91 h 213"/>
                  <a:gd name="T96" fmla="*/ 15 w 217"/>
                  <a:gd name="T97" fmla="*/ 85 h 213"/>
                  <a:gd name="T98" fmla="*/ 34 w 217"/>
                  <a:gd name="T99" fmla="*/ 70 h 213"/>
                  <a:gd name="T100" fmla="*/ 23 w 217"/>
                  <a:gd name="T101" fmla="*/ 48 h 213"/>
                  <a:gd name="T102" fmla="*/ 22 w 217"/>
                  <a:gd name="T103" fmla="*/ 40 h 213"/>
                  <a:gd name="T104" fmla="*/ 40 w 217"/>
                  <a:gd name="T105" fmla="*/ 22 h 213"/>
                  <a:gd name="T106" fmla="*/ 48 w 217"/>
                  <a:gd name="T107" fmla="*/ 23 h 213"/>
                  <a:gd name="T108" fmla="*/ 72 w 217"/>
                  <a:gd name="T109" fmla="*/ 32 h 213"/>
                  <a:gd name="T110" fmla="*/ 86 w 217"/>
                  <a:gd name="T111" fmla="*/ 14 h 213"/>
                  <a:gd name="T112" fmla="*/ 93 w 217"/>
                  <a:gd name="T113" fmla="*/ 1 h 213"/>
                  <a:gd name="T114" fmla="*/ 96 w 217"/>
                  <a:gd name="T115" fmla="*/ 0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17" h="213">
                    <a:moveTo>
                      <a:pt x="108" y="69"/>
                    </a:moveTo>
                    <a:lnTo>
                      <a:pt x="94" y="72"/>
                    </a:lnTo>
                    <a:lnTo>
                      <a:pt x="82" y="79"/>
                    </a:lnTo>
                    <a:lnTo>
                      <a:pt x="73" y="91"/>
                    </a:lnTo>
                    <a:lnTo>
                      <a:pt x="70" y="106"/>
                    </a:lnTo>
                    <a:lnTo>
                      <a:pt x="73" y="120"/>
                    </a:lnTo>
                    <a:lnTo>
                      <a:pt x="82" y="132"/>
                    </a:lnTo>
                    <a:lnTo>
                      <a:pt x="94" y="141"/>
                    </a:lnTo>
                    <a:lnTo>
                      <a:pt x="108" y="144"/>
                    </a:lnTo>
                    <a:lnTo>
                      <a:pt x="124" y="141"/>
                    </a:lnTo>
                    <a:lnTo>
                      <a:pt x="136" y="132"/>
                    </a:lnTo>
                    <a:lnTo>
                      <a:pt x="144" y="120"/>
                    </a:lnTo>
                    <a:lnTo>
                      <a:pt x="146" y="106"/>
                    </a:lnTo>
                    <a:lnTo>
                      <a:pt x="144" y="91"/>
                    </a:lnTo>
                    <a:lnTo>
                      <a:pt x="136" y="79"/>
                    </a:lnTo>
                    <a:lnTo>
                      <a:pt x="124" y="72"/>
                    </a:lnTo>
                    <a:lnTo>
                      <a:pt x="108" y="69"/>
                    </a:lnTo>
                    <a:close/>
                    <a:moveTo>
                      <a:pt x="96" y="0"/>
                    </a:moveTo>
                    <a:lnTo>
                      <a:pt x="120" y="0"/>
                    </a:lnTo>
                    <a:lnTo>
                      <a:pt x="121" y="0"/>
                    </a:lnTo>
                    <a:lnTo>
                      <a:pt x="124" y="1"/>
                    </a:lnTo>
                    <a:lnTo>
                      <a:pt x="127" y="6"/>
                    </a:lnTo>
                    <a:lnTo>
                      <a:pt x="130" y="14"/>
                    </a:lnTo>
                    <a:lnTo>
                      <a:pt x="136" y="28"/>
                    </a:lnTo>
                    <a:lnTo>
                      <a:pt x="145" y="32"/>
                    </a:lnTo>
                    <a:lnTo>
                      <a:pt x="158" y="27"/>
                    </a:lnTo>
                    <a:lnTo>
                      <a:pt x="166" y="23"/>
                    </a:lnTo>
                    <a:lnTo>
                      <a:pt x="170" y="22"/>
                    </a:lnTo>
                    <a:lnTo>
                      <a:pt x="172" y="21"/>
                    </a:lnTo>
                    <a:lnTo>
                      <a:pt x="174" y="21"/>
                    </a:lnTo>
                    <a:lnTo>
                      <a:pt x="175" y="21"/>
                    </a:lnTo>
                    <a:lnTo>
                      <a:pt x="178" y="22"/>
                    </a:lnTo>
                    <a:lnTo>
                      <a:pt x="193" y="38"/>
                    </a:lnTo>
                    <a:lnTo>
                      <a:pt x="195" y="40"/>
                    </a:lnTo>
                    <a:lnTo>
                      <a:pt x="195" y="41"/>
                    </a:lnTo>
                    <a:lnTo>
                      <a:pt x="193" y="47"/>
                    </a:lnTo>
                    <a:lnTo>
                      <a:pt x="189" y="56"/>
                    </a:lnTo>
                    <a:lnTo>
                      <a:pt x="184" y="70"/>
                    </a:lnTo>
                    <a:lnTo>
                      <a:pt x="188" y="79"/>
                    </a:lnTo>
                    <a:lnTo>
                      <a:pt x="202" y="85"/>
                    </a:lnTo>
                    <a:lnTo>
                      <a:pt x="212" y="87"/>
                    </a:lnTo>
                    <a:lnTo>
                      <a:pt x="216" y="90"/>
                    </a:lnTo>
                    <a:lnTo>
                      <a:pt x="217" y="93"/>
                    </a:lnTo>
                    <a:lnTo>
                      <a:pt x="217" y="94"/>
                    </a:lnTo>
                    <a:lnTo>
                      <a:pt x="217" y="116"/>
                    </a:lnTo>
                    <a:lnTo>
                      <a:pt x="217" y="119"/>
                    </a:lnTo>
                    <a:lnTo>
                      <a:pt x="216" y="120"/>
                    </a:lnTo>
                    <a:lnTo>
                      <a:pt x="212" y="123"/>
                    </a:lnTo>
                    <a:lnTo>
                      <a:pt x="202" y="127"/>
                    </a:lnTo>
                    <a:lnTo>
                      <a:pt x="188" y="133"/>
                    </a:lnTo>
                    <a:lnTo>
                      <a:pt x="184" y="142"/>
                    </a:lnTo>
                    <a:lnTo>
                      <a:pt x="191" y="155"/>
                    </a:lnTo>
                    <a:lnTo>
                      <a:pt x="195" y="165"/>
                    </a:lnTo>
                    <a:lnTo>
                      <a:pt x="196" y="170"/>
                    </a:lnTo>
                    <a:lnTo>
                      <a:pt x="195" y="171"/>
                    </a:lnTo>
                    <a:lnTo>
                      <a:pt x="195" y="174"/>
                    </a:lnTo>
                    <a:lnTo>
                      <a:pt x="176" y="191"/>
                    </a:lnTo>
                    <a:lnTo>
                      <a:pt x="174" y="191"/>
                    </a:lnTo>
                    <a:lnTo>
                      <a:pt x="170" y="189"/>
                    </a:lnTo>
                    <a:lnTo>
                      <a:pt x="159" y="185"/>
                    </a:lnTo>
                    <a:lnTo>
                      <a:pt x="145" y="180"/>
                    </a:lnTo>
                    <a:lnTo>
                      <a:pt x="136" y="184"/>
                    </a:lnTo>
                    <a:lnTo>
                      <a:pt x="130" y="197"/>
                    </a:lnTo>
                    <a:lnTo>
                      <a:pt x="127" y="206"/>
                    </a:lnTo>
                    <a:lnTo>
                      <a:pt x="124" y="210"/>
                    </a:lnTo>
                    <a:lnTo>
                      <a:pt x="123" y="213"/>
                    </a:lnTo>
                    <a:lnTo>
                      <a:pt x="120" y="213"/>
                    </a:lnTo>
                    <a:lnTo>
                      <a:pt x="98" y="213"/>
                    </a:lnTo>
                    <a:lnTo>
                      <a:pt x="95" y="213"/>
                    </a:lnTo>
                    <a:lnTo>
                      <a:pt x="94" y="210"/>
                    </a:lnTo>
                    <a:lnTo>
                      <a:pt x="91" y="206"/>
                    </a:lnTo>
                    <a:lnTo>
                      <a:pt x="87" y="197"/>
                    </a:lnTo>
                    <a:lnTo>
                      <a:pt x="81" y="184"/>
                    </a:lnTo>
                    <a:lnTo>
                      <a:pt x="72" y="180"/>
                    </a:lnTo>
                    <a:lnTo>
                      <a:pt x="60" y="185"/>
                    </a:lnTo>
                    <a:lnTo>
                      <a:pt x="52" y="189"/>
                    </a:lnTo>
                    <a:lnTo>
                      <a:pt x="47" y="191"/>
                    </a:lnTo>
                    <a:lnTo>
                      <a:pt x="44" y="191"/>
                    </a:lnTo>
                    <a:lnTo>
                      <a:pt x="44" y="191"/>
                    </a:lnTo>
                    <a:lnTo>
                      <a:pt x="42" y="191"/>
                    </a:lnTo>
                    <a:lnTo>
                      <a:pt x="40" y="189"/>
                    </a:lnTo>
                    <a:lnTo>
                      <a:pt x="23" y="174"/>
                    </a:lnTo>
                    <a:lnTo>
                      <a:pt x="23" y="172"/>
                    </a:lnTo>
                    <a:lnTo>
                      <a:pt x="22" y="170"/>
                    </a:lnTo>
                    <a:lnTo>
                      <a:pt x="23" y="165"/>
                    </a:lnTo>
                    <a:lnTo>
                      <a:pt x="27" y="155"/>
                    </a:lnTo>
                    <a:lnTo>
                      <a:pt x="34" y="142"/>
                    </a:lnTo>
                    <a:lnTo>
                      <a:pt x="30" y="133"/>
                    </a:lnTo>
                    <a:lnTo>
                      <a:pt x="15" y="128"/>
                    </a:lnTo>
                    <a:lnTo>
                      <a:pt x="6" y="124"/>
                    </a:lnTo>
                    <a:lnTo>
                      <a:pt x="1" y="121"/>
                    </a:lnTo>
                    <a:lnTo>
                      <a:pt x="0" y="120"/>
                    </a:lnTo>
                    <a:lnTo>
                      <a:pt x="0" y="117"/>
                    </a:lnTo>
                    <a:lnTo>
                      <a:pt x="0" y="95"/>
                    </a:lnTo>
                    <a:lnTo>
                      <a:pt x="0" y="94"/>
                    </a:lnTo>
                    <a:lnTo>
                      <a:pt x="1" y="91"/>
                    </a:lnTo>
                    <a:lnTo>
                      <a:pt x="6" y="89"/>
                    </a:lnTo>
                    <a:lnTo>
                      <a:pt x="15" y="85"/>
                    </a:lnTo>
                    <a:lnTo>
                      <a:pt x="30" y="79"/>
                    </a:lnTo>
                    <a:lnTo>
                      <a:pt x="34" y="70"/>
                    </a:lnTo>
                    <a:lnTo>
                      <a:pt x="27" y="56"/>
                    </a:lnTo>
                    <a:lnTo>
                      <a:pt x="23" y="48"/>
                    </a:lnTo>
                    <a:lnTo>
                      <a:pt x="22" y="43"/>
                    </a:lnTo>
                    <a:lnTo>
                      <a:pt x="22" y="40"/>
                    </a:lnTo>
                    <a:lnTo>
                      <a:pt x="23" y="39"/>
                    </a:lnTo>
                    <a:lnTo>
                      <a:pt x="40" y="22"/>
                    </a:lnTo>
                    <a:lnTo>
                      <a:pt x="43" y="22"/>
                    </a:lnTo>
                    <a:lnTo>
                      <a:pt x="48" y="23"/>
                    </a:lnTo>
                    <a:lnTo>
                      <a:pt x="57" y="26"/>
                    </a:lnTo>
                    <a:lnTo>
                      <a:pt x="72" y="32"/>
                    </a:lnTo>
                    <a:lnTo>
                      <a:pt x="81" y="28"/>
                    </a:lnTo>
                    <a:lnTo>
                      <a:pt x="86" y="14"/>
                    </a:lnTo>
                    <a:lnTo>
                      <a:pt x="90" y="6"/>
                    </a:lnTo>
                    <a:lnTo>
                      <a:pt x="93" y="1"/>
                    </a:lnTo>
                    <a:lnTo>
                      <a:pt x="95" y="0"/>
                    </a:lnTo>
                    <a:lnTo>
                      <a:pt x="9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29" name="Freeform 23"/>
              <p:cNvSpPr>
                <a:spLocks noEditPoints="1"/>
              </p:cNvSpPr>
              <p:nvPr/>
            </p:nvSpPr>
            <p:spPr bwMode="auto">
              <a:xfrm rot="19386584" flipH="1">
                <a:off x="5935230" y="1135045"/>
                <a:ext cx="156466" cy="154303"/>
              </a:xfrm>
              <a:custGeom>
                <a:avLst/>
                <a:gdLst>
                  <a:gd name="T0" fmla="*/ 94 w 217"/>
                  <a:gd name="T1" fmla="*/ 72 h 214"/>
                  <a:gd name="T2" fmla="*/ 73 w 217"/>
                  <a:gd name="T3" fmla="*/ 92 h 214"/>
                  <a:gd name="T4" fmla="*/ 73 w 217"/>
                  <a:gd name="T5" fmla="*/ 121 h 214"/>
                  <a:gd name="T6" fmla="*/ 94 w 217"/>
                  <a:gd name="T7" fmla="*/ 141 h 214"/>
                  <a:gd name="T8" fmla="*/ 124 w 217"/>
                  <a:gd name="T9" fmla="*/ 141 h 214"/>
                  <a:gd name="T10" fmla="*/ 144 w 217"/>
                  <a:gd name="T11" fmla="*/ 121 h 214"/>
                  <a:gd name="T12" fmla="*/ 144 w 217"/>
                  <a:gd name="T13" fmla="*/ 92 h 214"/>
                  <a:gd name="T14" fmla="*/ 124 w 217"/>
                  <a:gd name="T15" fmla="*/ 72 h 214"/>
                  <a:gd name="T16" fmla="*/ 97 w 217"/>
                  <a:gd name="T17" fmla="*/ 0 h 214"/>
                  <a:gd name="T18" fmla="*/ 121 w 217"/>
                  <a:gd name="T19" fmla="*/ 0 h 214"/>
                  <a:gd name="T20" fmla="*/ 127 w 217"/>
                  <a:gd name="T21" fmla="*/ 6 h 214"/>
                  <a:gd name="T22" fmla="*/ 136 w 217"/>
                  <a:gd name="T23" fmla="*/ 29 h 214"/>
                  <a:gd name="T24" fmla="*/ 158 w 217"/>
                  <a:gd name="T25" fmla="*/ 27 h 214"/>
                  <a:gd name="T26" fmla="*/ 170 w 217"/>
                  <a:gd name="T27" fmla="*/ 23 h 214"/>
                  <a:gd name="T28" fmla="*/ 174 w 217"/>
                  <a:gd name="T29" fmla="*/ 21 h 214"/>
                  <a:gd name="T30" fmla="*/ 178 w 217"/>
                  <a:gd name="T31" fmla="*/ 23 h 214"/>
                  <a:gd name="T32" fmla="*/ 195 w 217"/>
                  <a:gd name="T33" fmla="*/ 40 h 214"/>
                  <a:gd name="T34" fmla="*/ 193 w 217"/>
                  <a:gd name="T35" fmla="*/ 48 h 214"/>
                  <a:gd name="T36" fmla="*/ 184 w 217"/>
                  <a:gd name="T37" fmla="*/ 71 h 214"/>
                  <a:gd name="T38" fmla="*/ 203 w 217"/>
                  <a:gd name="T39" fmla="*/ 84 h 214"/>
                  <a:gd name="T40" fmla="*/ 216 w 217"/>
                  <a:gd name="T41" fmla="*/ 91 h 214"/>
                  <a:gd name="T42" fmla="*/ 217 w 217"/>
                  <a:gd name="T43" fmla="*/ 95 h 214"/>
                  <a:gd name="T44" fmla="*/ 217 w 217"/>
                  <a:gd name="T45" fmla="*/ 120 h 214"/>
                  <a:gd name="T46" fmla="*/ 212 w 217"/>
                  <a:gd name="T47" fmla="*/ 124 h 214"/>
                  <a:gd name="T48" fmla="*/ 188 w 217"/>
                  <a:gd name="T49" fmla="*/ 134 h 214"/>
                  <a:gd name="T50" fmla="*/ 191 w 217"/>
                  <a:gd name="T51" fmla="*/ 156 h 214"/>
                  <a:gd name="T52" fmla="*/ 196 w 217"/>
                  <a:gd name="T53" fmla="*/ 169 h 214"/>
                  <a:gd name="T54" fmla="*/ 195 w 217"/>
                  <a:gd name="T55" fmla="*/ 173 h 214"/>
                  <a:gd name="T56" fmla="*/ 174 w 217"/>
                  <a:gd name="T57" fmla="*/ 192 h 214"/>
                  <a:gd name="T58" fmla="*/ 159 w 217"/>
                  <a:gd name="T59" fmla="*/ 186 h 214"/>
                  <a:gd name="T60" fmla="*/ 136 w 217"/>
                  <a:gd name="T61" fmla="*/ 184 h 214"/>
                  <a:gd name="T62" fmla="*/ 127 w 217"/>
                  <a:gd name="T63" fmla="*/ 207 h 214"/>
                  <a:gd name="T64" fmla="*/ 123 w 217"/>
                  <a:gd name="T65" fmla="*/ 213 h 214"/>
                  <a:gd name="T66" fmla="*/ 98 w 217"/>
                  <a:gd name="T67" fmla="*/ 214 h 214"/>
                  <a:gd name="T68" fmla="*/ 94 w 217"/>
                  <a:gd name="T69" fmla="*/ 211 h 214"/>
                  <a:gd name="T70" fmla="*/ 87 w 217"/>
                  <a:gd name="T71" fmla="*/ 198 h 214"/>
                  <a:gd name="T72" fmla="*/ 72 w 217"/>
                  <a:gd name="T73" fmla="*/ 181 h 214"/>
                  <a:gd name="T74" fmla="*/ 52 w 217"/>
                  <a:gd name="T75" fmla="*/ 189 h 214"/>
                  <a:gd name="T76" fmla="*/ 44 w 217"/>
                  <a:gd name="T77" fmla="*/ 192 h 214"/>
                  <a:gd name="T78" fmla="*/ 42 w 217"/>
                  <a:gd name="T79" fmla="*/ 192 h 214"/>
                  <a:gd name="T80" fmla="*/ 23 w 217"/>
                  <a:gd name="T81" fmla="*/ 175 h 214"/>
                  <a:gd name="T82" fmla="*/ 22 w 217"/>
                  <a:gd name="T83" fmla="*/ 171 h 214"/>
                  <a:gd name="T84" fmla="*/ 27 w 217"/>
                  <a:gd name="T85" fmla="*/ 156 h 214"/>
                  <a:gd name="T86" fmla="*/ 30 w 217"/>
                  <a:gd name="T87" fmla="*/ 134 h 214"/>
                  <a:gd name="T88" fmla="*/ 6 w 217"/>
                  <a:gd name="T89" fmla="*/ 125 h 214"/>
                  <a:gd name="T90" fmla="*/ 0 w 217"/>
                  <a:gd name="T91" fmla="*/ 121 h 214"/>
                  <a:gd name="T92" fmla="*/ 0 w 217"/>
                  <a:gd name="T93" fmla="*/ 96 h 214"/>
                  <a:gd name="T94" fmla="*/ 1 w 217"/>
                  <a:gd name="T95" fmla="*/ 92 h 214"/>
                  <a:gd name="T96" fmla="*/ 16 w 217"/>
                  <a:gd name="T97" fmla="*/ 86 h 214"/>
                  <a:gd name="T98" fmla="*/ 34 w 217"/>
                  <a:gd name="T99" fmla="*/ 71 h 214"/>
                  <a:gd name="T100" fmla="*/ 23 w 217"/>
                  <a:gd name="T101" fmla="*/ 49 h 214"/>
                  <a:gd name="T102" fmla="*/ 22 w 217"/>
                  <a:gd name="T103" fmla="*/ 41 h 214"/>
                  <a:gd name="T104" fmla="*/ 40 w 217"/>
                  <a:gd name="T105" fmla="*/ 23 h 214"/>
                  <a:gd name="T106" fmla="*/ 48 w 217"/>
                  <a:gd name="T107" fmla="*/ 23 h 214"/>
                  <a:gd name="T108" fmla="*/ 72 w 217"/>
                  <a:gd name="T109" fmla="*/ 33 h 214"/>
                  <a:gd name="T110" fmla="*/ 86 w 217"/>
                  <a:gd name="T111" fmla="*/ 15 h 214"/>
                  <a:gd name="T112" fmla="*/ 93 w 217"/>
                  <a:gd name="T113" fmla="*/ 2 h 214"/>
                  <a:gd name="T114" fmla="*/ 97 w 217"/>
                  <a:gd name="T115" fmla="*/ 0 h 2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17" h="214">
                    <a:moveTo>
                      <a:pt x="108" y="70"/>
                    </a:moveTo>
                    <a:lnTo>
                      <a:pt x="94" y="72"/>
                    </a:lnTo>
                    <a:lnTo>
                      <a:pt x="82" y="80"/>
                    </a:lnTo>
                    <a:lnTo>
                      <a:pt x="73" y="92"/>
                    </a:lnTo>
                    <a:lnTo>
                      <a:pt x="70" y="107"/>
                    </a:lnTo>
                    <a:lnTo>
                      <a:pt x="73" y="121"/>
                    </a:lnTo>
                    <a:lnTo>
                      <a:pt x="82" y="133"/>
                    </a:lnTo>
                    <a:lnTo>
                      <a:pt x="94" y="141"/>
                    </a:lnTo>
                    <a:lnTo>
                      <a:pt x="108" y="144"/>
                    </a:lnTo>
                    <a:lnTo>
                      <a:pt x="124" y="141"/>
                    </a:lnTo>
                    <a:lnTo>
                      <a:pt x="136" y="133"/>
                    </a:lnTo>
                    <a:lnTo>
                      <a:pt x="144" y="121"/>
                    </a:lnTo>
                    <a:lnTo>
                      <a:pt x="146" y="107"/>
                    </a:lnTo>
                    <a:lnTo>
                      <a:pt x="144" y="92"/>
                    </a:lnTo>
                    <a:lnTo>
                      <a:pt x="136" y="80"/>
                    </a:lnTo>
                    <a:lnTo>
                      <a:pt x="124" y="72"/>
                    </a:lnTo>
                    <a:lnTo>
                      <a:pt x="108" y="70"/>
                    </a:lnTo>
                    <a:close/>
                    <a:moveTo>
                      <a:pt x="97" y="0"/>
                    </a:moveTo>
                    <a:lnTo>
                      <a:pt x="120" y="0"/>
                    </a:lnTo>
                    <a:lnTo>
                      <a:pt x="121" y="0"/>
                    </a:lnTo>
                    <a:lnTo>
                      <a:pt x="124" y="2"/>
                    </a:lnTo>
                    <a:lnTo>
                      <a:pt x="127" y="6"/>
                    </a:lnTo>
                    <a:lnTo>
                      <a:pt x="131" y="15"/>
                    </a:lnTo>
                    <a:lnTo>
                      <a:pt x="136" y="29"/>
                    </a:lnTo>
                    <a:lnTo>
                      <a:pt x="145" y="33"/>
                    </a:lnTo>
                    <a:lnTo>
                      <a:pt x="158" y="27"/>
                    </a:lnTo>
                    <a:lnTo>
                      <a:pt x="166" y="24"/>
                    </a:lnTo>
                    <a:lnTo>
                      <a:pt x="170" y="23"/>
                    </a:lnTo>
                    <a:lnTo>
                      <a:pt x="173" y="21"/>
                    </a:lnTo>
                    <a:lnTo>
                      <a:pt x="174" y="21"/>
                    </a:lnTo>
                    <a:lnTo>
                      <a:pt x="175" y="21"/>
                    </a:lnTo>
                    <a:lnTo>
                      <a:pt x="178" y="23"/>
                    </a:lnTo>
                    <a:lnTo>
                      <a:pt x="193" y="38"/>
                    </a:lnTo>
                    <a:lnTo>
                      <a:pt x="195" y="40"/>
                    </a:lnTo>
                    <a:lnTo>
                      <a:pt x="195" y="42"/>
                    </a:lnTo>
                    <a:lnTo>
                      <a:pt x="193" y="48"/>
                    </a:lnTo>
                    <a:lnTo>
                      <a:pt x="190" y="57"/>
                    </a:lnTo>
                    <a:lnTo>
                      <a:pt x="184" y="71"/>
                    </a:lnTo>
                    <a:lnTo>
                      <a:pt x="188" y="79"/>
                    </a:lnTo>
                    <a:lnTo>
                      <a:pt x="203" y="84"/>
                    </a:lnTo>
                    <a:lnTo>
                      <a:pt x="212" y="88"/>
                    </a:lnTo>
                    <a:lnTo>
                      <a:pt x="216" y="91"/>
                    </a:lnTo>
                    <a:lnTo>
                      <a:pt x="217" y="93"/>
                    </a:lnTo>
                    <a:lnTo>
                      <a:pt x="217" y="95"/>
                    </a:lnTo>
                    <a:lnTo>
                      <a:pt x="217" y="117"/>
                    </a:lnTo>
                    <a:lnTo>
                      <a:pt x="217" y="120"/>
                    </a:lnTo>
                    <a:lnTo>
                      <a:pt x="216" y="121"/>
                    </a:lnTo>
                    <a:lnTo>
                      <a:pt x="212" y="124"/>
                    </a:lnTo>
                    <a:lnTo>
                      <a:pt x="203" y="127"/>
                    </a:lnTo>
                    <a:lnTo>
                      <a:pt x="188" y="134"/>
                    </a:lnTo>
                    <a:lnTo>
                      <a:pt x="184" y="142"/>
                    </a:lnTo>
                    <a:lnTo>
                      <a:pt x="191" y="156"/>
                    </a:lnTo>
                    <a:lnTo>
                      <a:pt x="195" y="165"/>
                    </a:lnTo>
                    <a:lnTo>
                      <a:pt x="196" y="169"/>
                    </a:lnTo>
                    <a:lnTo>
                      <a:pt x="195" y="172"/>
                    </a:lnTo>
                    <a:lnTo>
                      <a:pt x="195" y="173"/>
                    </a:lnTo>
                    <a:lnTo>
                      <a:pt x="176" y="192"/>
                    </a:lnTo>
                    <a:lnTo>
                      <a:pt x="174" y="192"/>
                    </a:lnTo>
                    <a:lnTo>
                      <a:pt x="170" y="190"/>
                    </a:lnTo>
                    <a:lnTo>
                      <a:pt x="159" y="186"/>
                    </a:lnTo>
                    <a:lnTo>
                      <a:pt x="145" y="181"/>
                    </a:lnTo>
                    <a:lnTo>
                      <a:pt x="136" y="184"/>
                    </a:lnTo>
                    <a:lnTo>
                      <a:pt x="131" y="198"/>
                    </a:lnTo>
                    <a:lnTo>
                      <a:pt x="127" y="207"/>
                    </a:lnTo>
                    <a:lnTo>
                      <a:pt x="124" y="211"/>
                    </a:lnTo>
                    <a:lnTo>
                      <a:pt x="123" y="213"/>
                    </a:lnTo>
                    <a:lnTo>
                      <a:pt x="120" y="214"/>
                    </a:lnTo>
                    <a:lnTo>
                      <a:pt x="98" y="214"/>
                    </a:lnTo>
                    <a:lnTo>
                      <a:pt x="95" y="213"/>
                    </a:lnTo>
                    <a:lnTo>
                      <a:pt x="94" y="211"/>
                    </a:lnTo>
                    <a:lnTo>
                      <a:pt x="91" y="207"/>
                    </a:lnTo>
                    <a:lnTo>
                      <a:pt x="87" y="198"/>
                    </a:lnTo>
                    <a:lnTo>
                      <a:pt x="81" y="184"/>
                    </a:lnTo>
                    <a:lnTo>
                      <a:pt x="72" y="181"/>
                    </a:lnTo>
                    <a:lnTo>
                      <a:pt x="60" y="186"/>
                    </a:lnTo>
                    <a:lnTo>
                      <a:pt x="52" y="189"/>
                    </a:lnTo>
                    <a:lnTo>
                      <a:pt x="47" y="192"/>
                    </a:lnTo>
                    <a:lnTo>
                      <a:pt x="44" y="192"/>
                    </a:lnTo>
                    <a:lnTo>
                      <a:pt x="44" y="192"/>
                    </a:lnTo>
                    <a:lnTo>
                      <a:pt x="42" y="192"/>
                    </a:lnTo>
                    <a:lnTo>
                      <a:pt x="40" y="190"/>
                    </a:lnTo>
                    <a:lnTo>
                      <a:pt x="23" y="175"/>
                    </a:lnTo>
                    <a:lnTo>
                      <a:pt x="23" y="173"/>
                    </a:lnTo>
                    <a:lnTo>
                      <a:pt x="22" y="171"/>
                    </a:lnTo>
                    <a:lnTo>
                      <a:pt x="23" y="165"/>
                    </a:lnTo>
                    <a:lnTo>
                      <a:pt x="27" y="156"/>
                    </a:lnTo>
                    <a:lnTo>
                      <a:pt x="34" y="143"/>
                    </a:lnTo>
                    <a:lnTo>
                      <a:pt x="30" y="134"/>
                    </a:lnTo>
                    <a:lnTo>
                      <a:pt x="16" y="129"/>
                    </a:lnTo>
                    <a:lnTo>
                      <a:pt x="6" y="125"/>
                    </a:lnTo>
                    <a:lnTo>
                      <a:pt x="1" y="122"/>
                    </a:lnTo>
                    <a:lnTo>
                      <a:pt x="0" y="121"/>
                    </a:lnTo>
                    <a:lnTo>
                      <a:pt x="0" y="118"/>
                    </a:lnTo>
                    <a:lnTo>
                      <a:pt x="0" y="96"/>
                    </a:lnTo>
                    <a:lnTo>
                      <a:pt x="0" y="93"/>
                    </a:lnTo>
                    <a:lnTo>
                      <a:pt x="1" y="92"/>
                    </a:lnTo>
                    <a:lnTo>
                      <a:pt x="6" y="89"/>
                    </a:lnTo>
                    <a:lnTo>
                      <a:pt x="16" y="86"/>
                    </a:lnTo>
                    <a:lnTo>
                      <a:pt x="30" y="80"/>
                    </a:lnTo>
                    <a:lnTo>
                      <a:pt x="34" y="71"/>
                    </a:lnTo>
                    <a:lnTo>
                      <a:pt x="27" y="57"/>
                    </a:lnTo>
                    <a:lnTo>
                      <a:pt x="23" y="49"/>
                    </a:lnTo>
                    <a:lnTo>
                      <a:pt x="22" y="44"/>
                    </a:lnTo>
                    <a:lnTo>
                      <a:pt x="22" y="41"/>
                    </a:lnTo>
                    <a:lnTo>
                      <a:pt x="23" y="40"/>
                    </a:lnTo>
                    <a:lnTo>
                      <a:pt x="40" y="23"/>
                    </a:lnTo>
                    <a:lnTo>
                      <a:pt x="43" y="23"/>
                    </a:lnTo>
                    <a:lnTo>
                      <a:pt x="48" y="23"/>
                    </a:lnTo>
                    <a:lnTo>
                      <a:pt x="57" y="27"/>
                    </a:lnTo>
                    <a:lnTo>
                      <a:pt x="72" y="33"/>
                    </a:lnTo>
                    <a:lnTo>
                      <a:pt x="81" y="29"/>
                    </a:lnTo>
                    <a:lnTo>
                      <a:pt x="86" y="15"/>
                    </a:lnTo>
                    <a:lnTo>
                      <a:pt x="90" y="6"/>
                    </a:lnTo>
                    <a:lnTo>
                      <a:pt x="93" y="2"/>
                    </a:lnTo>
                    <a:lnTo>
                      <a:pt x="95" y="0"/>
                    </a:lnTo>
                    <a:lnTo>
                      <a:pt x="9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30" name="Freeform 24"/>
              <p:cNvSpPr>
                <a:spLocks noEditPoints="1"/>
              </p:cNvSpPr>
              <p:nvPr/>
            </p:nvSpPr>
            <p:spPr bwMode="auto">
              <a:xfrm rot="19386584" flipH="1">
                <a:off x="6386650" y="1469953"/>
                <a:ext cx="157908" cy="153582"/>
              </a:xfrm>
              <a:custGeom>
                <a:avLst/>
                <a:gdLst>
                  <a:gd name="T0" fmla="*/ 94 w 219"/>
                  <a:gd name="T1" fmla="*/ 72 h 213"/>
                  <a:gd name="T2" fmla="*/ 75 w 219"/>
                  <a:gd name="T3" fmla="*/ 92 h 213"/>
                  <a:gd name="T4" fmla="*/ 75 w 219"/>
                  <a:gd name="T5" fmla="*/ 120 h 213"/>
                  <a:gd name="T6" fmla="*/ 94 w 219"/>
                  <a:gd name="T7" fmla="*/ 140 h 213"/>
                  <a:gd name="T8" fmla="*/ 124 w 219"/>
                  <a:gd name="T9" fmla="*/ 140 h 213"/>
                  <a:gd name="T10" fmla="*/ 144 w 219"/>
                  <a:gd name="T11" fmla="*/ 120 h 213"/>
                  <a:gd name="T12" fmla="*/ 144 w 219"/>
                  <a:gd name="T13" fmla="*/ 92 h 213"/>
                  <a:gd name="T14" fmla="*/ 124 w 219"/>
                  <a:gd name="T15" fmla="*/ 72 h 213"/>
                  <a:gd name="T16" fmla="*/ 97 w 219"/>
                  <a:gd name="T17" fmla="*/ 0 h 213"/>
                  <a:gd name="T18" fmla="*/ 122 w 219"/>
                  <a:gd name="T19" fmla="*/ 0 h 213"/>
                  <a:gd name="T20" fmla="*/ 127 w 219"/>
                  <a:gd name="T21" fmla="*/ 5 h 213"/>
                  <a:gd name="T22" fmla="*/ 136 w 219"/>
                  <a:gd name="T23" fmla="*/ 29 h 213"/>
                  <a:gd name="T24" fmla="*/ 158 w 219"/>
                  <a:gd name="T25" fmla="*/ 26 h 213"/>
                  <a:gd name="T26" fmla="*/ 172 w 219"/>
                  <a:gd name="T27" fmla="*/ 22 h 213"/>
                  <a:gd name="T28" fmla="*/ 174 w 219"/>
                  <a:gd name="T29" fmla="*/ 21 h 213"/>
                  <a:gd name="T30" fmla="*/ 178 w 219"/>
                  <a:gd name="T31" fmla="*/ 22 h 213"/>
                  <a:gd name="T32" fmla="*/ 195 w 219"/>
                  <a:gd name="T33" fmla="*/ 39 h 213"/>
                  <a:gd name="T34" fmla="*/ 194 w 219"/>
                  <a:gd name="T35" fmla="*/ 47 h 213"/>
                  <a:gd name="T36" fmla="*/ 185 w 219"/>
                  <a:gd name="T37" fmla="*/ 71 h 213"/>
                  <a:gd name="T38" fmla="*/ 203 w 219"/>
                  <a:gd name="T39" fmla="*/ 85 h 213"/>
                  <a:gd name="T40" fmla="*/ 216 w 219"/>
                  <a:gd name="T41" fmla="*/ 90 h 213"/>
                  <a:gd name="T42" fmla="*/ 219 w 219"/>
                  <a:gd name="T43" fmla="*/ 94 h 213"/>
                  <a:gd name="T44" fmla="*/ 219 w 219"/>
                  <a:gd name="T45" fmla="*/ 119 h 213"/>
                  <a:gd name="T46" fmla="*/ 212 w 219"/>
                  <a:gd name="T47" fmla="*/ 123 h 213"/>
                  <a:gd name="T48" fmla="*/ 189 w 219"/>
                  <a:gd name="T49" fmla="*/ 133 h 213"/>
                  <a:gd name="T50" fmla="*/ 191 w 219"/>
                  <a:gd name="T51" fmla="*/ 156 h 213"/>
                  <a:gd name="T52" fmla="*/ 196 w 219"/>
                  <a:gd name="T53" fmla="*/ 169 h 213"/>
                  <a:gd name="T54" fmla="*/ 195 w 219"/>
                  <a:gd name="T55" fmla="*/ 174 h 213"/>
                  <a:gd name="T56" fmla="*/ 175 w 219"/>
                  <a:gd name="T57" fmla="*/ 191 h 213"/>
                  <a:gd name="T58" fmla="*/ 161 w 219"/>
                  <a:gd name="T59" fmla="*/ 186 h 213"/>
                  <a:gd name="T60" fmla="*/ 138 w 219"/>
                  <a:gd name="T61" fmla="*/ 183 h 213"/>
                  <a:gd name="T62" fmla="*/ 128 w 219"/>
                  <a:gd name="T63" fmla="*/ 207 h 213"/>
                  <a:gd name="T64" fmla="*/ 123 w 219"/>
                  <a:gd name="T65" fmla="*/ 213 h 213"/>
                  <a:gd name="T66" fmla="*/ 98 w 219"/>
                  <a:gd name="T67" fmla="*/ 213 h 213"/>
                  <a:gd name="T68" fmla="*/ 94 w 219"/>
                  <a:gd name="T69" fmla="*/ 211 h 213"/>
                  <a:gd name="T70" fmla="*/ 88 w 219"/>
                  <a:gd name="T71" fmla="*/ 198 h 213"/>
                  <a:gd name="T72" fmla="*/ 73 w 219"/>
                  <a:gd name="T73" fmla="*/ 181 h 213"/>
                  <a:gd name="T74" fmla="*/ 53 w 219"/>
                  <a:gd name="T75" fmla="*/ 188 h 213"/>
                  <a:gd name="T76" fmla="*/ 46 w 219"/>
                  <a:gd name="T77" fmla="*/ 191 h 213"/>
                  <a:gd name="T78" fmla="*/ 42 w 219"/>
                  <a:gd name="T79" fmla="*/ 191 h 213"/>
                  <a:gd name="T80" fmla="*/ 25 w 219"/>
                  <a:gd name="T81" fmla="*/ 174 h 213"/>
                  <a:gd name="T82" fmla="*/ 24 w 219"/>
                  <a:gd name="T83" fmla="*/ 170 h 213"/>
                  <a:gd name="T84" fmla="*/ 28 w 219"/>
                  <a:gd name="T85" fmla="*/ 156 h 213"/>
                  <a:gd name="T86" fmla="*/ 30 w 219"/>
                  <a:gd name="T87" fmla="*/ 133 h 213"/>
                  <a:gd name="T88" fmla="*/ 7 w 219"/>
                  <a:gd name="T89" fmla="*/ 124 h 213"/>
                  <a:gd name="T90" fmla="*/ 1 w 219"/>
                  <a:gd name="T91" fmla="*/ 120 h 213"/>
                  <a:gd name="T92" fmla="*/ 0 w 219"/>
                  <a:gd name="T93" fmla="*/ 96 h 213"/>
                  <a:gd name="T94" fmla="*/ 3 w 219"/>
                  <a:gd name="T95" fmla="*/ 92 h 213"/>
                  <a:gd name="T96" fmla="*/ 16 w 219"/>
                  <a:gd name="T97" fmla="*/ 85 h 213"/>
                  <a:gd name="T98" fmla="*/ 34 w 219"/>
                  <a:gd name="T99" fmla="*/ 71 h 213"/>
                  <a:gd name="T100" fmla="*/ 24 w 219"/>
                  <a:gd name="T101" fmla="*/ 48 h 213"/>
                  <a:gd name="T102" fmla="*/ 22 w 219"/>
                  <a:gd name="T103" fmla="*/ 41 h 213"/>
                  <a:gd name="T104" fmla="*/ 42 w 219"/>
                  <a:gd name="T105" fmla="*/ 22 h 213"/>
                  <a:gd name="T106" fmla="*/ 49 w 219"/>
                  <a:gd name="T107" fmla="*/ 24 h 213"/>
                  <a:gd name="T108" fmla="*/ 73 w 219"/>
                  <a:gd name="T109" fmla="*/ 33 h 213"/>
                  <a:gd name="T110" fmla="*/ 88 w 219"/>
                  <a:gd name="T111" fmla="*/ 14 h 213"/>
                  <a:gd name="T112" fmla="*/ 94 w 219"/>
                  <a:gd name="T113" fmla="*/ 1 h 213"/>
                  <a:gd name="T114" fmla="*/ 97 w 219"/>
                  <a:gd name="T115" fmla="*/ 0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19" h="213">
                    <a:moveTo>
                      <a:pt x="110" y="69"/>
                    </a:moveTo>
                    <a:lnTo>
                      <a:pt x="94" y="72"/>
                    </a:lnTo>
                    <a:lnTo>
                      <a:pt x="83" y="80"/>
                    </a:lnTo>
                    <a:lnTo>
                      <a:pt x="75" y="92"/>
                    </a:lnTo>
                    <a:lnTo>
                      <a:pt x="72" y="106"/>
                    </a:lnTo>
                    <a:lnTo>
                      <a:pt x="75" y="120"/>
                    </a:lnTo>
                    <a:lnTo>
                      <a:pt x="83" y="132"/>
                    </a:lnTo>
                    <a:lnTo>
                      <a:pt x="94" y="140"/>
                    </a:lnTo>
                    <a:lnTo>
                      <a:pt x="110" y="144"/>
                    </a:lnTo>
                    <a:lnTo>
                      <a:pt x="124" y="140"/>
                    </a:lnTo>
                    <a:lnTo>
                      <a:pt x="136" y="132"/>
                    </a:lnTo>
                    <a:lnTo>
                      <a:pt x="144" y="120"/>
                    </a:lnTo>
                    <a:lnTo>
                      <a:pt x="148" y="106"/>
                    </a:lnTo>
                    <a:lnTo>
                      <a:pt x="144" y="92"/>
                    </a:lnTo>
                    <a:lnTo>
                      <a:pt x="136" y="80"/>
                    </a:lnTo>
                    <a:lnTo>
                      <a:pt x="124" y="72"/>
                    </a:lnTo>
                    <a:lnTo>
                      <a:pt x="110" y="69"/>
                    </a:lnTo>
                    <a:close/>
                    <a:moveTo>
                      <a:pt x="97" y="0"/>
                    </a:moveTo>
                    <a:lnTo>
                      <a:pt x="121" y="0"/>
                    </a:lnTo>
                    <a:lnTo>
                      <a:pt x="122" y="0"/>
                    </a:lnTo>
                    <a:lnTo>
                      <a:pt x="124" y="1"/>
                    </a:lnTo>
                    <a:lnTo>
                      <a:pt x="127" y="5"/>
                    </a:lnTo>
                    <a:lnTo>
                      <a:pt x="131" y="14"/>
                    </a:lnTo>
                    <a:lnTo>
                      <a:pt x="136" y="29"/>
                    </a:lnTo>
                    <a:lnTo>
                      <a:pt x="145" y="33"/>
                    </a:lnTo>
                    <a:lnTo>
                      <a:pt x="158" y="26"/>
                    </a:lnTo>
                    <a:lnTo>
                      <a:pt x="166" y="24"/>
                    </a:lnTo>
                    <a:lnTo>
                      <a:pt x="172" y="22"/>
                    </a:lnTo>
                    <a:lnTo>
                      <a:pt x="174" y="21"/>
                    </a:lnTo>
                    <a:lnTo>
                      <a:pt x="174" y="21"/>
                    </a:lnTo>
                    <a:lnTo>
                      <a:pt x="177" y="21"/>
                    </a:lnTo>
                    <a:lnTo>
                      <a:pt x="178" y="22"/>
                    </a:lnTo>
                    <a:lnTo>
                      <a:pt x="194" y="38"/>
                    </a:lnTo>
                    <a:lnTo>
                      <a:pt x="195" y="39"/>
                    </a:lnTo>
                    <a:lnTo>
                      <a:pt x="195" y="42"/>
                    </a:lnTo>
                    <a:lnTo>
                      <a:pt x="194" y="47"/>
                    </a:lnTo>
                    <a:lnTo>
                      <a:pt x="191" y="56"/>
                    </a:lnTo>
                    <a:lnTo>
                      <a:pt x="185" y="71"/>
                    </a:lnTo>
                    <a:lnTo>
                      <a:pt x="189" y="79"/>
                    </a:lnTo>
                    <a:lnTo>
                      <a:pt x="203" y="85"/>
                    </a:lnTo>
                    <a:lnTo>
                      <a:pt x="212" y="88"/>
                    </a:lnTo>
                    <a:lnTo>
                      <a:pt x="216" y="90"/>
                    </a:lnTo>
                    <a:lnTo>
                      <a:pt x="219" y="93"/>
                    </a:lnTo>
                    <a:lnTo>
                      <a:pt x="219" y="94"/>
                    </a:lnTo>
                    <a:lnTo>
                      <a:pt x="219" y="116"/>
                    </a:lnTo>
                    <a:lnTo>
                      <a:pt x="219" y="119"/>
                    </a:lnTo>
                    <a:lnTo>
                      <a:pt x="216" y="120"/>
                    </a:lnTo>
                    <a:lnTo>
                      <a:pt x="212" y="123"/>
                    </a:lnTo>
                    <a:lnTo>
                      <a:pt x="203" y="127"/>
                    </a:lnTo>
                    <a:lnTo>
                      <a:pt x="189" y="133"/>
                    </a:lnTo>
                    <a:lnTo>
                      <a:pt x="185" y="141"/>
                    </a:lnTo>
                    <a:lnTo>
                      <a:pt x="191" y="156"/>
                    </a:lnTo>
                    <a:lnTo>
                      <a:pt x="195" y="165"/>
                    </a:lnTo>
                    <a:lnTo>
                      <a:pt x="196" y="169"/>
                    </a:lnTo>
                    <a:lnTo>
                      <a:pt x="196" y="171"/>
                    </a:lnTo>
                    <a:lnTo>
                      <a:pt x="195" y="174"/>
                    </a:lnTo>
                    <a:lnTo>
                      <a:pt x="177" y="191"/>
                    </a:lnTo>
                    <a:lnTo>
                      <a:pt x="175" y="191"/>
                    </a:lnTo>
                    <a:lnTo>
                      <a:pt x="170" y="190"/>
                    </a:lnTo>
                    <a:lnTo>
                      <a:pt x="161" y="186"/>
                    </a:lnTo>
                    <a:lnTo>
                      <a:pt x="147" y="181"/>
                    </a:lnTo>
                    <a:lnTo>
                      <a:pt x="138" y="183"/>
                    </a:lnTo>
                    <a:lnTo>
                      <a:pt x="131" y="198"/>
                    </a:lnTo>
                    <a:lnTo>
                      <a:pt x="128" y="207"/>
                    </a:lnTo>
                    <a:lnTo>
                      <a:pt x="126" y="211"/>
                    </a:lnTo>
                    <a:lnTo>
                      <a:pt x="123" y="213"/>
                    </a:lnTo>
                    <a:lnTo>
                      <a:pt x="122" y="213"/>
                    </a:lnTo>
                    <a:lnTo>
                      <a:pt x="98" y="213"/>
                    </a:lnTo>
                    <a:lnTo>
                      <a:pt x="97" y="213"/>
                    </a:lnTo>
                    <a:lnTo>
                      <a:pt x="94" y="211"/>
                    </a:lnTo>
                    <a:lnTo>
                      <a:pt x="92" y="207"/>
                    </a:lnTo>
                    <a:lnTo>
                      <a:pt x="88" y="198"/>
                    </a:lnTo>
                    <a:lnTo>
                      <a:pt x="83" y="185"/>
                    </a:lnTo>
                    <a:lnTo>
                      <a:pt x="73" y="181"/>
                    </a:lnTo>
                    <a:lnTo>
                      <a:pt x="60" y="186"/>
                    </a:lnTo>
                    <a:lnTo>
                      <a:pt x="53" y="188"/>
                    </a:lnTo>
                    <a:lnTo>
                      <a:pt x="47" y="191"/>
                    </a:lnTo>
                    <a:lnTo>
                      <a:pt x="46" y="191"/>
                    </a:lnTo>
                    <a:lnTo>
                      <a:pt x="45" y="191"/>
                    </a:lnTo>
                    <a:lnTo>
                      <a:pt x="42" y="191"/>
                    </a:lnTo>
                    <a:lnTo>
                      <a:pt x="41" y="190"/>
                    </a:lnTo>
                    <a:lnTo>
                      <a:pt x="25" y="174"/>
                    </a:lnTo>
                    <a:lnTo>
                      <a:pt x="24" y="173"/>
                    </a:lnTo>
                    <a:lnTo>
                      <a:pt x="24" y="170"/>
                    </a:lnTo>
                    <a:lnTo>
                      <a:pt x="25" y="165"/>
                    </a:lnTo>
                    <a:lnTo>
                      <a:pt x="28" y="156"/>
                    </a:lnTo>
                    <a:lnTo>
                      <a:pt x="34" y="143"/>
                    </a:lnTo>
                    <a:lnTo>
                      <a:pt x="30" y="133"/>
                    </a:lnTo>
                    <a:lnTo>
                      <a:pt x="16" y="128"/>
                    </a:lnTo>
                    <a:lnTo>
                      <a:pt x="7" y="124"/>
                    </a:lnTo>
                    <a:lnTo>
                      <a:pt x="3" y="122"/>
                    </a:lnTo>
                    <a:lnTo>
                      <a:pt x="1" y="120"/>
                    </a:lnTo>
                    <a:lnTo>
                      <a:pt x="0" y="118"/>
                    </a:lnTo>
                    <a:lnTo>
                      <a:pt x="0" y="96"/>
                    </a:lnTo>
                    <a:lnTo>
                      <a:pt x="1" y="93"/>
                    </a:lnTo>
                    <a:lnTo>
                      <a:pt x="3" y="92"/>
                    </a:lnTo>
                    <a:lnTo>
                      <a:pt x="7" y="89"/>
                    </a:lnTo>
                    <a:lnTo>
                      <a:pt x="16" y="85"/>
                    </a:lnTo>
                    <a:lnTo>
                      <a:pt x="30" y="80"/>
                    </a:lnTo>
                    <a:lnTo>
                      <a:pt x="34" y="71"/>
                    </a:lnTo>
                    <a:lnTo>
                      <a:pt x="28" y="56"/>
                    </a:lnTo>
                    <a:lnTo>
                      <a:pt x="24" y="48"/>
                    </a:lnTo>
                    <a:lnTo>
                      <a:pt x="22" y="43"/>
                    </a:lnTo>
                    <a:lnTo>
                      <a:pt x="22" y="41"/>
                    </a:lnTo>
                    <a:lnTo>
                      <a:pt x="24" y="39"/>
                    </a:lnTo>
                    <a:lnTo>
                      <a:pt x="42" y="22"/>
                    </a:lnTo>
                    <a:lnTo>
                      <a:pt x="43" y="22"/>
                    </a:lnTo>
                    <a:lnTo>
                      <a:pt x="49" y="24"/>
                    </a:lnTo>
                    <a:lnTo>
                      <a:pt x="59" y="26"/>
                    </a:lnTo>
                    <a:lnTo>
                      <a:pt x="73" y="33"/>
                    </a:lnTo>
                    <a:lnTo>
                      <a:pt x="83" y="29"/>
                    </a:lnTo>
                    <a:lnTo>
                      <a:pt x="88" y="14"/>
                    </a:lnTo>
                    <a:lnTo>
                      <a:pt x="92" y="5"/>
                    </a:lnTo>
                    <a:lnTo>
                      <a:pt x="94" y="1"/>
                    </a:lnTo>
                    <a:lnTo>
                      <a:pt x="96" y="0"/>
                    </a:lnTo>
                    <a:lnTo>
                      <a:pt x="9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31" name="Freeform 25"/>
              <p:cNvSpPr>
                <a:spLocks noEditPoints="1"/>
              </p:cNvSpPr>
              <p:nvPr/>
            </p:nvSpPr>
            <p:spPr bwMode="auto">
              <a:xfrm rot="19386584" flipH="1">
                <a:off x="6367978" y="1882900"/>
                <a:ext cx="157187" cy="155024"/>
              </a:xfrm>
              <a:custGeom>
                <a:avLst/>
                <a:gdLst>
                  <a:gd name="T0" fmla="*/ 95 w 218"/>
                  <a:gd name="T1" fmla="*/ 74 h 215"/>
                  <a:gd name="T2" fmla="*/ 74 w 218"/>
                  <a:gd name="T3" fmla="*/ 93 h 215"/>
                  <a:gd name="T4" fmla="*/ 74 w 218"/>
                  <a:gd name="T5" fmla="*/ 122 h 215"/>
                  <a:gd name="T6" fmla="*/ 95 w 218"/>
                  <a:gd name="T7" fmla="*/ 142 h 215"/>
                  <a:gd name="T8" fmla="*/ 123 w 218"/>
                  <a:gd name="T9" fmla="*/ 142 h 215"/>
                  <a:gd name="T10" fmla="*/ 144 w 218"/>
                  <a:gd name="T11" fmla="*/ 122 h 215"/>
                  <a:gd name="T12" fmla="*/ 144 w 218"/>
                  <a:gd name="T13" fmla="*/ 93 h 215"/>
                  <a:gd name="T14" fmla="*/ 123 w 218"/>
                  <a:gd name="T15" fmla="*/ 74 h 215"/>
                  <a:gd name="T16" fmla="*/ 97 w 218"/>
                  <a:gd name="T17" fmla="*/ 0 h 215"/>
                  <a:gd name="T18" fmla="*/ 122 w 218"/>
                  <a:gd name="T19" fmla="*/ 2 h 215"/>
                  <a:gd name="T20" fmla="*/ 126 w 218"/>
                  <a:gd name="T21" fmla="*/ 7 h 215"/>
                  <a:gd name="T22" fmla="*/ 136 w 218"/>
                  <a:gd name="T23" fmla="*/ 31 h 215"/>
                  <a:gd name="T24" fmla="*/ 157 w 218"/>
                  <a:gd name="T25" fmla="*/ 28 h 215"/>
                  <a:gd name="T26" fmla="*/ 170 w 218"/>
                  <a:gd name="T27" fmla="*/ 23 h 215"/>
                  <a:gd name="T28" fmla="*/ 174 w 218"/>
                  <a:gd name="T29" fmla="*/ 23 h 215"/>
                  <a:gd name="T30" fmla="*/ 177 w 218"/>
                  <a:gd name="T31" fmla="*/ 24 h 215"/>
                  <a:gd name="T32" fmla="*/ 195 w 218"/>
                  <a:gd name="T33" fmla="*/ 41 h 215"/>
                  <a:gd name="T34" fmla="*/ 194 w 218"/>
                  <a:gd name="T35" fmla="*/ 49 h 215"/>
                  <a:gd name="T36" fmla="*/ 185 w 218"/>
                  <a:gd name="T37" fmla="*/ 72 h 215"/>
                  <a:gd name="T38" fmla="*/ 203 w 218"/>
                  <a:gd name="T39" fmla="*/ 86 h 215"/>
                  <a:gd name="T40" fmla="*/ 216 w 218"/>
                  <a:gd name="T41" fmla="*/ 92 h 215"/>
                  <a:gd name="T42" fmla="*/ 218 w 218"/>
                  <a:gd name="T43" fmla="*/ 96 h 215"/>
                  <a:gd name="T44" fmla="*/ 218 w 218"/>
                  <a:gd name="T45" fmla="*/ 121 h 215"/>
                  <a:gd name="T46" fmla="*/ 211 w 218"/>
                  <a:gd name="T47" fmla="*/ 125 h 215"/>
                  <a:gd name="T48" fmla="*/ 189 w 218"/>
                  <a:gd name="T49" fmla="*/ 134 h 215"/>
                  <a:gd name="T50" fmla="*/ 191 w 218"/>
                  <a:gd name="T51" fmla="*/ 158 h 215"/>
                  <a:gd name="T52" fmla="*/ 195 w 218"/>
                  <a:gd name="T53" fmla="*/ 171 h 215"/>
                  <a:gd name="T54" fmla="*/ 194 w 218"/>
                  <a:gd name="T55" fmla="*/ 175 h 215"/>
                  <a:gd name="T56" fmla="*/ 174 w 218"/>
                  <a:gd name="T57" fmla="*/ 193 h 215"/>
                  <a:gd name="T58" fmla="*/ 160 w 218"/>
                  <a:gd name="T59" fmla="*/ 188 h 215"/>
                  <a:gd name="T60" fmla="*/ 136 w 218"/>
                  <a:gd name="T61" fmla="*/ 185 h 215"/>
                  <a:gd name="T62" fmla="*/ 127 w 218"/>
                  <a:gd name="T63" fmla="*/ 209 h 215"/>
                  <a:gd name="T64" fmla="*/ 123 w 218"/>
                  <a:gd name="T65" fmla="*/ 214 h 215"/>
                  <a:gd name="T66" fmla="*/ 99 w 218"/>
                  <a:gd name="T67" fmla="*/ 215 h 215"/>
                  <a:gd name="T68" fmla="*/ 95 w 218"/>
                  <a:gd name="T69" fmla="*/ 213 h 215"/>
                  <a:gd name="T70" fmla="*/ 88 w 218"/>
                  <a:gd name="T71" fmla="*/ 199 h 215"/>
                  <a:gd name="T72" fmla="*/ 72 w 218"/>
                  <a:gd name="T73" fmla="*/ 181 h 215"/>
                  <a:gd name="T74" fmla="*/ 53 w 218"/>
                  <a:gd name="T75" fmla="*/ 190 h 215"/>
                  <a:gd name="T76" fmla="*/ 45 w 218"/>
                  <a:gd name="T77" fmla="*/ 193 h 215"/>
                  <a:gd name="T78" fmla="*/ 42 w 218"/>
                  <a:gd name="T79" fmla="*/ 193 h 215"/>
                  <a:gd name="T80" fmla="*/ 24 w 218"/>
                  <a:gd name="T81" fmla="*/ 176 h 215"/>
                  <a:gd name="T82" fmla="*/ 23 w 218"/>
                  <a:gd name="T83" fmla="*/ 172 h 215"/>
                  <a:gd name="T84" fmla="*/ 28 w 218"/>
                  <a:gd name="T85" fmla="*/ 158 h 215"/>
                  <a:gd name="T86" fmla="*/ 31 w 218"/>
                  <a:gd name="T87" fmla="*/ 135 h 215"/>
                  <a:gd name="T88" fmla="*/ 7 w 218"/>
                  <a:gd name="T89" fmla="*/ 126 h 215"/>
                  <a:gd name="T90" fmla="*/ 0 w 218"/>
                  <a:gd name="T91" fmla="*/ 121 h 215"/>
                  <a:gd name="T92" fmla="*/ 0 w 218"/>
                  <a:gd name="T93" fmla="*/ 97 h 215"/>
                  <a:gd name="T94" fmla="*/ 2 w 218"/>
                  <a:gd name="T95" fmla="*/ 93 h 215"/>
                  <a:gd name="T96" fmla="*/ 15 w 218"/>
                  <a:gd name="T97" fmla="*/ 87 h 215"/>
                  <a:gd name="T98" fmla="*/ 33 w 218"/>
                  <a:gd name="T99" fmla="*/ 72 h 215"/>
                  <a:gd name="T100" fmla="*/ 24 w 218"/>
                  <a:gd name="T101" fmla="*/ 49 h 215"/>
                  <a:gd name="T102" fmla="*/ 23 w 218"/>
                  <a:gd name="T103" fmla="*/ 42 h 215"/>
                  <a:gd name="T104" fmla="*/ 41 w 218"/>
                  <a:gd name="T105" fmla="*/ 23 h 215"/>
                  <a:gd name="T106" fmla="*/ 49 w 218"/>
                  <a:gd name="T107" fmla="*/ 24 h 215"/>
                  <a:gd name="T108" fmla="*/ 72 w 218"/>
                  <a:gd name="T109" fmla="*/ 34 h 215"/>
                  <a:gd name="T110" fmla="*/ 87 w 218"/>
                  <a:gd name="T111" fmla="*/ 16 h 215"/>
                  <a:gd name="T112" fmla="*/ 93 w 218"/>
                  <a:gd name="T113" fmla="*/ 3 h 215"/>
                  <a:gd name="T114" fmla="*/ 97 w 218"/>
                  <a:gd name="T115" fmla="*/ 0 h 2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18" h="215">
                    <a:moveTo>
                      <a:pt x="109" y="70"/>
                    </a:moveTo>
                    <a:lnTo>
                      <a:pt x="95" y="74"/>
                    </a:lnTo>
                    <a:lnTo>
                      <a:pt x="82" y="82"/>
                    </a:lnTo>
                    <a:lnTo>
                      <a:pt x="74" y="93"/>
                    </a:lnTo>
                    <a:lnTo>
                      <a:pt x="71" y="108"/>
                    </a:lnTo>
                    <a:lnTo>
                      <a:pt x="74" y="122"/>
                    </a:lnTo>
                    <a:lnTo>
                      <a:pt x="82" y="134"/>
                    </a:lnTo>
                    <a:lnTo>
                      <a:pt x="95" y="142"/>
                    </a:lnTo>
                    <a:lnTo>
                      <a:pt x="109" y="144"/>
                    </a:lnTo>
                    <a:lnTo>
                      <a:pt x="123" y="142"/>
                    </a:lnTo>
                    <a:lnTo>
                      <a:pt x="136" y="134"/>
                    </a:lnTo>
                    <a:lnTo>
                      <a:pt x="144" y="122"/>
                    </a:lnTo>
                    <a:lnTo>
                      <a:pt x="147" y="108"/>
                    </a:lnTo>
                    <a:lnTo>
                      <a:pt x="144" y="93"/>
                    </a:lnTo>
                    <a:lnTo>
                      <a:pt x="136" y="82"/>
                    </a:lnTo>
                    <a:lnTo>
                      <a:pt x="123" y="74"/>
                    </a:lnTo>
                    <a:lnTo>
                      <a:pt x="109" y="70"/>
                    </a:lnTo>
                    <a:close/>
                    <a:moveTo>
                      <a:pt x="97" y="0"/>
                    </a:moveTo>
                    <a:lnTo>
                      <a:pt x="119" y="0"/>
                    </a:lnTo>
                    <a:lnTo>
                      <a:pt x="122" y="2"/>
                    </a:lnTo>
                    <a:lnTo>
                      <a:pt x="123" y="3"/>
                    </a:lnTo>
                    <a:lnTo>
                      <a:pt x="126" y="7"/>
                    </a:lnTo>
                    <a:lnTo>
                      <a:pt x="130" y="16"/>
                    </a:lnTo>
                    <a:lnTo>
                      <a:pt x="136" y="31"/>
                    </a:lnTo>
                    <a:lnTo>
                      <a:pt x="146" y="33"/>
                    </a:lnTo>
                    <a:lnTo>
                      <a:pt x="157" y="28"/>
                    </a:lnTo>
                    <a:lnTo>
                      <a:pt x="165" y="25"/>
                    </a:lnTo>
                    <a:lnTo>
                      <a:pt x="170" y="23"/>
                    </a:lnTo>
                    <a:lnTo>
                      <a:pt x="173" y="23"/>
                    </a:lnTo>
                    <a:lnTo>
                      <a:pt x="174" y="23"/>
                    </a:lnTo>
                    <a:lnTo>
                      <a:pt x="176" y="23"/>
                    </a:lnTo>
                    <a:lnTo>
                      <a:pt x="177" y="24"/>
                    </a:lnTo>
                    <a:lnTo>
                      <a:pt x="194" y="40"/>
                    </a:lnTo>
                    <a:lnTo>
                      <a:pt x="195" y="41"/>
                    </a:lnTo>
                    <a:lnTo>
                      <a:pt x="195" y="44"/>
                    </a:lnTo>
                    <a:lnTo>
                      <a:pt x="194" y="49"/>
                    </a:lnTo>
                    <a:lnTo>
                      <a:pt x="190" y="58"/>
                    </a:lnTo>
                    <a:lnTo>
                      <a:pt x="185" y="72"/>
                    </a:lnTo>
                    <a:lnTo>
                      <a:pt x="187" y="80"/>
                    </a:lnTo>
                    <a:lnTo>
                      <a:pt x="203" y="86"/>
                    </a:lnTo>
                    <a:lnTo>
                      <a:pt x="211" y="89"/>
                    </a:lnTo>
                    <a:lnTo>
                      <a:pt x="216" y="92"/>
                    </a:lnTo>
                    <a:lnTo>
                      <a:pt x="218" y="95"/>
                    </a:lnTo>
                    <a:lnTo>
                      <a:pt x="218" y="96"/>
                    </a:lnTo>
                    <a:lnTo>
                      <a:pt x="218" y="118"/>
                    </a:lnTo>
                    <a:lnTo>
                      <a:pt x="218" y="121"/>
                    </a:lnTo>
                    <a:lnTo>
                      <a:pt x="216" y="122"/>
                    </a:lnTo>
                    <a:lnTo>
                      <a:pt x="211" y="125"/>
                    </a:lnTo>
                    <a:lnTo>
                      <a:pt x="203" y="129"/>
                    </a:lnTo>
                    <a:lnTo>
                      <a:pt x="189" y="134"/>
                    </a:lnTo>
                    <a:lnTo>
                      <a:pt x="185" y="143"/>
                    </a:lnTo>
                    <a:lnTo>
                      <a:pt x="191" y="158"/>
                    </a:lnTo>
                    <a:lnTo>
                      <a:pt x="194" y="165"/>
                    </a:lnTo>
                    <a:lnTo>
                      <a:pt x="195" y="171"/>
                    </a:lnTo>
                    <a:lnTo>
                      <a:pt x="195" y="173"/>
                    </a:lnTo>
                    <a:lnTo>
                      <a:pt x="194" y="175"/>
                    </a:lnTo>
                    <a:lnTo>
                      <a:pt x="177" y="192"/>
                    </a:lnTo>
                    <a:lnTo>
                      <a:pt x="174" y="193"/>
                    </a:lnTo>
                    <a:lnTo>
                      <a:pt x="169" y="192"/>
                    </a:lnTo>
                    <a:lnTo>
                      <a:pt x="160" y="188"/>
                    </a:lnTo>
                    <a:lnTo>
                      <a:pt x="146" y="181"/>
                    </a:lnTo>
                    <a:lnTo>
                      <a:pt x="136" y="185"/>
                    </a:lnTo>
                    <a:lnTo>
                      <a:pt x="131" y="199"/>
                    </a:lnTo>
                    <a:lnTo>
                      <a:pt x="127" y="209"/>
                    </a:lnTo>
                    <a:lnTo>
                      <a:pt x="125" y="213"/>
                    </a:lnTo>
                    <a:lnTo>
                      <a:pt x="123" y="214"/>
                    </a:lnTo>
                    <a:lnTo>
                      <a:pt x="121" y="215"/>
                    </a:lnTo>
                    <a:lnTo>
                      <a:pt x="99" y="215"/>
                    </a:lnTo>
                    <a:lnTo>
                      <a:pt x="96" y="214"/>
                    </a:lnTo>
                    <a:lnTo>
                      <a:pt x="95" y="213"/>
                    </a:lnTo>
                    <a:lnTo>
                      <a:pt x="92" y="209"/>
                    </a:lnTo>
                    <a:lnTo>
                      <a:pt x="88" y="199"/>
                    </a:lnTo>
                    <a:lnTo>
                      <a:pt x="82" y="185"/>
                    </a:lnTo>
                    <a:lnTo>
                      <a:pt x="72" y="181"/>
                    </a:lnTo>
                    <a:lnTo>
                      <a:pt x="61" y="188"/>
                    </a:lnTo>
                    <a:lnTo>
                      <a:pt x="53" y="190"/>
                    </a:lnTo>
                    <a:lnTo>
                      <a:pt x="48" y="192"/>
                    </a:lnTo>
                    <a:lnTo>
                      <a:pt x="45" y="193"/>
                    </a:lnTo>
                    <a:lnTo>
                      <a:pt x="44" y="193"/>
                    </a:lnTo>
                    <a:lnTo>
                      <a:pt x="42" y="193"/>
                    </a:lnTo>
                    <a:lnTo>
                      <a:pt x="41" y="192"/>
                    </a:lnTo>
                    <a:lnTo>
                      <a:pt x="24" y="176"/>
                    </a:lnTo>
                    <a:lnTo>
                      <a:pt x="23" y="175"/>
                    </a:lnTo>
                    <a:lnTo>
                      <a:pt x="23" y="172"/>
                    </a:lnTo>
                    <a:lnTo>
                      <a:pt x="24" y="167"/>
                    </a:lnTo>
                    <a:lnTo>
                      <a:pt x="28" y="158"/>
                    </a:lnTo>
                    <a:lnTo>
                      <a:pt x="33" y="143"/>
                    </a:lnTo>
                    <a:lnTo>
                      <a:pt x="31" y="135"/>
                    </a:lnTo>
                    <a:lnTo>
                      <a:pt x="15" y="130"/>
                    </a:lnTo>
                    <a:lnTo>
                      <a:pt x="7" y="126"/>
                    </a:lnTo>
                    <a:lnTo>
                      <a:pt x="2" y="123"/>
                    </a:lnTo>
                    <a:lnTo>
                      <a:pt x="0" y="121"/>
                    </a:lnTo>
                    <a:lnTo>
                      <a:pt x="0" y="120"/>
                    </a:lnTo>
                    <a:lnTo>
                      <a:pt x="0" y="97"/>
                    </a:lnTo>
                    <a:lnTo>
                      <a:pt x="0" y="95"/>
                    </a:lnTo>
                    <a:lnTo>
                      <a:pt x="2" y="93"/>
                    </a:lnTo>
                    <a:lnTo>
                      <a:pt x="7" y="91"/>
                    </a:lnTo>
                    <a:lnTo>
                      <a:pt x="15" y="87"/>
                    </a:lnTo>
                    <a:lnTo>
                      <a:pt x="31" y="80"/>
                    </a:lnTo>
                    <a:lnTo>
                      <a:pt x="33" y="72"/>
                    </a:lnTo>
                    <a:lnTo>
                      <a:pt x="27" y="58"/>
                    </a:lnTo>
                    <a:lnTo>
                      <a:pt x="24" y="49"/>
                    </a:lnTo>
                    <a:lnTo>
                      <a:pt x="23" y="45"/>
                    </a:lnTo>
                    <a:lnTo>
                      <a:pt x="23" y="42"/>
                    </a:lnTo>
                    <a:lnTo>
                      <a:pt x="24" y="41"/>
                    </a:lnTo>
                    <a:lnTo>
                      <a:pt x="41" y="23"/>
                    </a:lnTo>
                    <a:lnTo>
                      <a:pt x="44" y="23"/>
                    </a:lnTo>
                    <a:lnTo>
                      <a:pt x="49" y="24"/>
                    </a:lnTo>
                    <a:lnTo>
                      <a:pt x="58" y="28"/>
                    </a:lnTo>
                    <a:lnTo>
                      <a:pt x="72" y="34"/>
                    </a:lnTo>
                    <a:lnTo>
                      <a:pt x="82" y="31"/>
                    </a:lnTo>
                    <a:lnTo>
                      <a:pt x="87" y="16"/>
                    </a:lnTo>
                    <a:lnTo>
                      <a:pt x="91" y="7"/>
                    </a:lnTo>
                    <a:lnTo>
                      <a:pt x="93" y="3"/>
                    </a:lnTo>
                    <a:lnTo>
                      <a:pt x="95" y="2"/>
                    </a:lnTo>
                    <a:lnTo>
                      <a:pt x="9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32" name="Freeform 26"/>
              <p:cNvSpPr>
                <a:spLocks noEditPoints="1"/>
              </p:cNvSpPr>
              <p:nvPr/>
            </p:nvSpPr>
            <p:spPr bwMode="auto">
              <a:xfrm rot="19386584" flipH="1">
                <a:off x="6072392" y="2202211"/>
                <a:ext cx="156466" cy="153582"/>
              </a:xfrm>
              <a:custGeom>
                <a:avLst/>
                <a:gdLst>
                  <a:gd name="T0" fmla="*/ 94 w 217"/>
                  <a:gd name="T1" fmla="*/ 72 h 213"/>
                  <a:gd name="T2" fmla="*/ 73 w 217"/>
                  <a:gd name="T3" fmla="*/ 91 h 213"/>
                  <a:gd name="T4" fmla="*/ 73 w 217"/>
                  <a:gd name="T5" fmla="*/ 122 h 213"/>
                  <a:gd name="T6" fmla="*/ 94 w 217"/>
                  <a:gd name="T7" fmla="*/ 141 h 213"/>
                  <a:gd name="T8" fmla="*/ 123 w 217"/>
                  <a:gd name="T9" fmla="*/ 141 h 213"/>
                  <a:gd name="T10" fmla="*/ 144 w 217"/>
                  <a:gd name="T11" fmla="*/ 122 h 213"/>
                  <a:gd name="T12" fmla="*/ 144 w 217"/>
                  <a:gd name="T13" fmla="*/ 91 h 213"/>
                  <a:gd name="T14" fmla="*/ 123 w 217"/>
                  <a:gd name="T15" fmla="*/ 72 h 213"/>
                  <a:gd name="T16" fmla="*/ 97 w 217"/>
                  <a:gd name="T17" fmla="*/ 0 h 213"/>
                  <a:gd name="T18" fmla="*/ 122 w 217"/>
                  <a:gd name="T19" fmla="*/ 0 h 213"/>
                  <a:gd name="T20" fmla="*/ 126 w 217"/>
                  <a:gd name="T21" fmla="*/ 6 h 213"/>
                  <a:gd name="T22" fmla="*/ 136 w 217"/>
                  <a:gd name="T23" fmla="*/ 29 h 213"/>
                  <a:gd name="T24" fmla="*/ 157 w 217"/>
                  <a:gd name="T25" fmla="*/ 27 h 213"/>
                  <a:gd name="T26" fmla="*/ 170 w 217"/>
                  <a:gd name="T27" fmla="*/ 22 h 213"/>
                  <a:gd name="T28" fmla="*/ 174 w 217"/>
                  <a:gd name="T29" fmla="*/ 21 h 213"/>
                  <a:gd name="T30" fmla="*/ 177 w 217"/>
                  <a:gd name="T31" fmla="*/ 22 h 213"/>
                  <a:gd name="T32" fmla="*/ 195 w 217"/>
                  <a:gd name="T33" fmla="*/ 40 h 213"/>
                  <a:gd name="T34" fmla="*/ 194 w 217"/>
                  <a:gd name="T35" fmla="*/ 48 h 213"/>
                  <a:gd name="T36" fmla="*/ 185 w 217"/>
                  <a:gd name="T37" fmla="*/ 70 h 213"/>
                  <a:gd name="T38" fmla="*/ 203 w 217"/>
                  <a:gd name="T39" fmla="*/ 85 h 213"/>
                  <a:gd name="T40" fmla="*/ 216 w 217"/>
                  <a:gd name="T41" fmla="*/ 91 h 213"/>
                  <a:gd name="T42" fmla="*/ 217 w 217"/>
                  <a:gd name="T43" fmla="*/ 95 h 213"/>
                  <a:gd name="T44" fmla="*/ 217 w 217"/>
                  <a:gd name="T45" fmla="*/ 119 h 213"/>
                  <a:gd name="T46" fmla="*/ 211 w 217"/>
                  <a:gd name="T47" fmla="*/ 124 h 213"/>
                  <a:gd name="T48" fmla="*/ 189 w 217"/>
                  <a:gd name="T49" fmla="*/ 133 h 213"/>
                  <a:gd name="T50" fmla="*/ 191 w 217"/>
                  <a:gd name="T51" fmla="*/ 156 h 213"/>
                  <a:gd name="T52" fmla="*/ 195 w 217"/>
                  <a:gd name="T53" fmla="*/ 170 h 213"/>
                  <a:gd name="T54" fmla="*/ 194 w 217"/>
                  <a:gd name="T55" fmla="*/ 174 h 213"/>
                  <a:gd name="T56" fmla="*/ 174 w 217"/>
                  <a:gd name="T57" fmla="*/ 191 h 213"/>
                  <a:gd name="T58" fmla="*/ 160 w 217"/>
                  <a:gd name="T59" fmla="*/ 186 h 213"/>
                  <a:gd name="T60" fmla="*/ 136 w 217"/>
                  <a:gd name="T61" fmla="*/ 184 h 213"/>
                  <a:gd name="T62" fmla="*/ 127 w 217"/>
                  <a:gd name="T63" fmla="*/ 207 h 213"/>
                  <a:gd name="T64" fmla="*/ 123 w 217"/>
                  <a:gd name="T65" fmla="*/ 213 h 213"/>
                  <a:gd name="T66" fmla="*/ 98 w 217"/>
                  <a:gd name="T67" fmla="*/ 213 h 213"/>
                  <a:gd name="T68" fmla="*/ 94 w 217"/>
                  <a:gd name="T69" fmla="*/ 212 h 213"/>
                  <a:gd name="T70" fmla="*/ 88 w 217"/>
                  <a:gd name="T71" fmla="*/ 199 h 213"/>
                  <a:gd name="T72" fmla="*/ 72 w 217"/>
                  <a:gd name="T73" fmla="*/ 180 h 213"/>
                  <a:gd name="T74" fmla="*/ 53 w 217"/>
                  <a:gd name="T75" fmla="*/ 190 h 213"/>
                  <a:gd name="T76" fmla="*/ 45 w 217"/>
                  <a:gd name="T77" fmla="*/ 192 h 213"/>
                  <a:gd name="T78" fmla="*/ 42 w 217"/>
                  <a:gd name="T79" fmla="*/ 192 h 213"/>
                  <a:gd name="T80" fmla="*/ 24 w 217"/>
                  <a:gd name="T81" fmla="*/ 174 h 213"/>
                  <a:gd name="T82" fmla="*/ 22 w 217"/>
                  <a:gd name="T83" fmla="*/ 170 h 213"/>
                  <a:gd name="T84" fmla="*/ 28 w 217"/>
                  <a:gd name="T85" fmla="*/ 157 h 213"/>
                  <a:gd name="T86" fmla="*/ 30 w 217"/>
                  <a:gd name="T87" fmla="*/ 133 h 213"/>
                  <a:gd name="T88" fmla="*/ 7 w 217"/>
                  <a:gd name="T89" fmla="*/ 124 h 213"/>
                  <a:gd name="T90" fmla="*/ 0 w 217"/>
                  <a:gd name="T91" fmla="*/ 120 h 213"/>
                  <a:gd name="T92" fmla="*/ 0 w 217"/>
                  <a:gd name="T93" fmla="*/ 95 h 213"/>
                  <a:gd name="T94" fmla="*/ 2 w 217"/>
                  <a:gd name="T95" fmla="*/ 91 h 213"/>
                  <a:gd name="T96" fmla="*/ 15 w 217"/>
                  <a:gd name="T97" fmla="*/ 85 h 213"/>
                  <a:gd name="T98" fmla="*/ 33 w 217"/>
                  <a:gd name="T99" fmla="*/ 70 h 213"/>
                  <a:gd name="T100" fmla="*/ 24 w 217"/>
                  <a:gd name="T101" fmla="*/ 48 h 213"/>
                  <a:gd name="T102" fmla="*/ 22 w 217"/>
                  <a:gd name="T103" fmla="*/ 40 h 213"/>
                  <a:gd name="T104" fmla="*/ 41 w 217"/>
                  <a:gd name="T105" fmla="*/ 22 h 213"/>
                  <a:gd name="T106" fmla="*/ 49 w 217"/>
                  <a:gd name="T107" fmla="*/ 23 h 213"/>
                  <a:gd name="T108" fmla="*/ 72 w 217"/>
                  <a:gd name="T109" fmla="*/ 33 h 213"/>
                  <a:gd name="T110" fmla="*/ 87 w 217"/>
                  <a:gd name="T111" fmla="*/ 14 h 213"/>
                  <a:gd name="T112" fmla="*/ 93 w 217"/>
                  <a:gd name="T113" fmla="*/ 1 h 213"/>
                  <a:gd name="T114" fmla="*/ 97 w 217"/>
                  <a:gd name="T115" fmla="*/ 0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17" h="213">
                    <a:moveTo>
                      <a:pt x="109" y="69"/>
                    </a:moveTo>
                    <a:lnTo>
                      <a:pt x="94" y="72"/>
                    </a:lnTo>
                    <a:lnTo>
                      <a:pt x="81" y="80"/>
                    </a:lnTo>
                    <a:lnTo>
                      <a:pt x="73" y="91"/>
                    </a:lnTo>
                    <a:lnTo>
                      <a:pt x="71" y="106"/>
                    </a:lnTo>
                    <a:lnTo>
                      <a:pt x="73" y="122"/>
                    </a:lnTo>
                    <a:lnTo>
                      <a:pt x="81" y="133"/>
                    </a:lnTo>
                    <a:lnTo>
                      <a:pt x="94" y="141"/>
                    </a:lnTo>
                    <a:lnTo>
                      <a:pt x="109" y="144"/>
                    </a:lnTo>
                    <a:lnTo>
                      <a:pt x="123" y="141"/>
                    </a:lnTo>
                    <a:lnTo>
                      <a:pt x="136" y="133"/>
                    </a:lnTo>
                    <a:lnTo>
                      <a:pt x="144" y="122"/>
                    </a:lnTo>
                    <a:lnTo>
                      <a:pt x="147" y="106"/>
                    </a:lnTo>
                    <a:lnTo>
                      <a:pt x="144" y="91"/>
                    </a:lnTo>
                    <a:lnTo>
                      <a:pt x="136" y="80"/>
                    </a:lnTo>
                    <a:lnTo>
                      <a:pt x="123" y="72"/>
                    </a:lnTo>
                    <a:lnTo>
                      <a:pt x="109" y="69"/>
                    </a:lnTo>
                    <a:close/>
                    <a:moveTo>
                      <a:pt x="97" y="0"/>
                    </a:moveTo>
                    <a:lnTo>
                      <a:pt x="119" y="0"/>
                    </a:lnTo>
                    <a:lnTo>
                      <a:pt x="122" y="0"/>
                    </a:lnTo>
                    <a:lnTo>
                      <a:pt x="123" y="1"/>
                    </a:lnTo>
                    <a:lnTo>
                      <a:pt x="126" y="6"/>
                    </a:lnTo>
                    <a:lnTo>
                      <a:pt x="130" y="14"/>
                    </a:lnTo>
                    <a:lnTo>
                      <a:pt x="136" y="29"/>
                    </a:lnTo>
                    <a:lnTo>
                      <a:pt x="145" y="33"/>
                    </a:lnTo>
                    <a:lnTo>
                      <a:pt x="157" y="27"/>
                    </a:lnTo>
                    <a:lnTo>
                      <a:pt x="165" y="23"/>
                    </a:lnTo>
                    <a:lnTo>
                      <a:pt x="170" y="22"/>
                    </a:lnTo>
                    <a:lnTo>
                      <a:pt x="173" y="21"/>
                    </a:lnTo>
                    <a:lnTo>
                      <a:pt x="174" y="21"/>
                    </a:lnTo>
                    <a:lnTo>
                      <a:pt x="175" y="21"/>
                    </a:lnTo>
                    <a:lnTo>
                      <a:pt x="177" y="22"/>
                    </a:lnTo>
                    <a:lnTo>
                      <a:pt x="194" y="39"/>
                    </a:lnTo>
                    <a:lnTo>
                      <a:pt x="195" y="40"/>
                    </a:lnTo>
                    <a:lnTo>
                      <a:pt x="195" y="43"/>
                    </a:lnTo>
                    <a:lnTo>
                      <a:pt x="194" y="48"/>
                    </a:lnTo>
                    <a:lnTo>
                      <a:pt x="190" y="56"/>
                    </a:lnTo>
                    <a:lnTo>
                      <a:pt x="185" y="70"/>
                    </a:lnTo>
                    <a:lnTo>
                      <a:pt x="187" y="80"/>
                    </a:lnTo>
                    <a:lnTo>
                      <a:pt x="203" y="85"/>
                    </a:lnTo>
                    <a:lnTo>
                      <a:pt x="211" y="89"/>
                    </a:lnTo>
                    <a:lnTo>
                      <a:pt x="216" y="91"/>
                    </a:lnTo>
                    <a:lnTo>
                      <a:pt x="217" y="93"/>
                    </a:lnTo>
                    <a:lnTo>
                      <a:pt x="217" y="95"/>
                    </a:lnTo>
                    <a:lnTo>
                      <a:pt x="217" y="118"/>
                    </a:lnTo>
                    <a:lnTo>
                      <a:pt x="217" y="119"/>
                    </a:lnTo>
                    <a:lnTo>
                      <a:pt x="216" y="122"/>
                    </a:lnTo>
                    <a:lnTo>
                      <a:pt x="211" y="124"/>
                    </a:lnTo>
                    <a:lnTo>
                      <a:pt x="203" y="128"/>
                    </a:lnTo>
                    <a:lnTo>
                      <a:pt x="189" y="133"/>
                    </a:lnTo>
                    <a:lnTo>
                      <a:pt x="185" y="142"/>
                    </a:lnTo>
                    <a:lnTo>
                      <a:pt x="191" y="156"/>
                    </a:lnTo>
                    <a:lnTo>
                      <a:pt x="194" y="165"/>
                    </a:lnTo>
                    <a:lnTo>
                      <a:pt x="195" y="170"/>
                    </a:lnTo>
                    <a:lnTo>
                      <a:pt x="195" y="173"/>
                    </a:lnTo>
                    <a:lnTo>
                      <a:pt x="194" y="174"/>
                    </a:lnTo>
                    <a:lnTo>
                      <a:pt x="177" y="191"/>
                    </a:lnTo>
                    <a:lnTo>
                      <a:pt x="174" y="191"/>
                    </a:lnTo>
                    <a:lnTo>
                      <a:pt x="169" y="190"/>
                    </a:lnTo>
                    <a:lnTo>
                      <a:pt x="160" y="186"/>
                    </a:lnTo>
                    <a:lnTo>
                      <a:pt x="145" y="180"/>
                    </a:lnTo>
                    <a:lnTo>
                      <a:pt x="136" y="184"/>
                    </a:lnTo>
                    <a:lnTo>
                      <a:pt x="131" y="199"/>
                    </a:lnTo>
                    <a:lnTo>
                      <a:pt x="127" y="207"/>
                    </a:lnTo>
                    <a:lnTo>
                      <a:pt x="124" y="212"/>
                    </a:lnTo>
                    <a:lnTo>
                      <a:pt x="123" y="213"/>
                    </a:lnTo>
                    <a:lnTo>
                      <a:pt x="121" y="213"/>
                    </a:lnTo>
                    <a:lnTo>
                      <a:pt x="98" y="213"/>
                    </a:lnTo>
                    <a:lnTo>
                      <a:pt x="96" y="213"/>
                    </a:lnTo>
                    <a:lnTo>
                      <a:pt x="94" y="212"/>
                    </a:lnTo>
                    <a:lnTo>
                      <a:pt x="92" y="207"/>
                    </a:lnTo>
                    <a:lnTo>
                      <a:pt x="88" y="199"/>
                    </a:lnTo>
                    <a:lnTo>
                      <a:pt x="81" y="184"/>
                    </a:lnTo>
                    <a:lnTo>
                      <a:pt x="72" y="180"/>
                    </a:lnTo>
                    <a:lnTo>
                      <a:pt x="60" y="186"/>
                    </a:lnTo>
                    <a:lnTo>
                      <a:pt x="53" y="190"/>
                    </a:lnTo>
                    <a:lnTo>
                      <a:pt x="47" y="191"/>
                    </a:lnTo>
                    <a:lnTo>
                      <a:pt x="45" y="192"/>
                    </a:lnTo>
                    <a:lnTo>
                      <a:pt x="43" y="192"/>
                    </a:lnTo>
                    <a:lnTo>
                      <a:pt x="42" y="192"/>
                    </a:lnTo>
                    <a:lnTo>
                      <a:pt x="41" y="191"/>
                    </a:lnTo>
                    <a:lnTo>
                      <a:pt x="24" y="174"/>
                    </a:lnTo>
                    <a:lnTo>
                      <a:pt x="22" y="173"/>
                    </a:lnTo>
                    <a:lnTo>
                      <a:pt x="22" y="170"/>
                    </a:lnTo>
                    <a:lnTo>
                      <a:pt x="24" y="165"/>
                    </a:lnTo>
                    <a:lnTo>
                      <a:pt x="28" y="157"/>
                    </a:lnTo>
                    <a:lnTo>
                      <a:pt x="33" y="142"/>
                    </a:lnTo>
                    <a:lnTo>
                      <a:pt x="30" y="133"/>
                    </a:lnTo>
                    <a:lnTo>
                      <a:pt x="15" y="128"/>
                    </a:lnTo>
                    <a:lnTo>
                      <a:pt x="7" y="124"/>
                    </a:lnTo>
                    <a:lnTo>
                      <a:pt x="2" y="122"/>
                    </a:lnTo>
                    <a:lnTo>
                      <a:pt x="0" y="120"/>
                    </a:lnTo>
                    <a:lnTo>
                      <a:pt x="0" y="118"/>
                    </a:lnTo>
                    <a:lnTo>
                      <a:pt x="0" y="95"/>
                    </a:lnTo>
                    <a:lnTo>
                      <a:pt x="0" y="94"/>
                    </a:lnTo>
                    <a:lnTo>
                      <a:pt x="2" y="91"/>
                    </a:lnTo>
                    <a:lnTo>
                      <a:pt x="7" y="89"/>
                    </a:lnTo>
                    <a:lnTo>
                      <a:pt x="15" y="85"/>
                    </a:lnTo>
                    <a:lnTo>
                      <a:pt x="30" y="80"/>
                    </a:lnTo>
                    <a:lnTo>
                      <a:pt x="33" y="70"/>
                    </a:lnTo>
                    <a:lnTo>
                      <a:pt x="26" y="57"/>
                    </a:lnTo>
                    <a:lnTo>
                      <a:pt x="24" y="48"/>
                    </a:lnTo>
                    <a:lnTo>
                      <a:pt x="22" y="43"/>
                    </a:lnTo>
                    <a:lnTo>
                      <a:pt x="22" y="40"/>
                    </a:lnTo>
                    <a:lnTo>
                      <a:pt x="24" y="39"/>
                    </a:lnTo>
                    <a:lnTo>
                      <a:pt x="41" y="22"/>
                    </a:lnTo>
                    <a:lnTo>
                      <a:pt x="43" y="22"/>
                    </a:lnTo>
                    <a:lnTo>
                      <a:pt x="49" y="23"/>
                    </a:lnTo>
                    <a:lnTo>
                      <a:pt x="58" y="27"/>
                    </a:lnTo>
                    <a:lnTo>
                      <a:pt x="72" y="33"/>
                    </a:lnTo>
                    <a:lnTo>
                      <a:pt x="81" y="29"/>
                    </a:lnTo>
                    <a:lnTo>
                      <a:pt x="87" y="14"/>
                    </a:lnTo>
                    <a:lnTo>
                      <a:pt x="90" y="6"/>
                    </a:lnTo>
                    <a:lnTo>
                      <a:pt x="93" y="1"/>
                    </a:lnTo>
                    <a:lnTo>
                      <a:pt x="94" y="0"/>
                    </a:lnTo>
                    <a:lnTo>
                      <a:pt x="9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33" name="Freeform 27"/>
              <p:cNvSpPr>
                <a:spLocks noEditPoints="1"/>
              </p:cNvSpPr>
              <p:nvPr/>
            </p:nvSpPr>
            <p:spPr bwMode="auto">
              <a:xfrm rot="19386584" flipH="1">
                <a:off x="6725717" y="1967352"/>
                <a:ext cx="157908" cy="153582"/>
              </a:xfrm>
              <a:custGeom>
                <a:avLst/>
                <a:gdLst>
                  <a:gd name="T0" fmla="*/ 94 w 219"/>
                  <a:gd name="T1" fmla="*/ 72 h 213"/>
                  <a:gd name="T2" fmla="*/ 75 w 219"/>
                  <a:gd name="T3" fmla="*/ 93 h 213"/>
                  <a:gd name="T4" fmla="*/ 75 w 219"/>
                  <a:gd name="T5" fmla="*/ 122 h 213"/>
                  <a:gd name="T6" fmla="*/ 94 w 219"/>
                  <a:gd name="T7" fmla="*/ 141 h 213"/>
                  <a:gd name="T8" fmla="*/ 124 w 219"/>
                  <a:gd name="T9" fmla="*/ 141 h 213"/>
                  <a:gd name="T10" fmla="*/ 144 w 219"/>
                  <a:gd name="T11" fmla="*/ 122 h 213"/>
                  <a:gd name="T12" fmla="*/ 144 w 219"/>
                  <a:gd name="T13" fmla="*/ 93 h 213"/>
                  <a:gd name="T14" fmla="*/ 124 w 219"/>
                  <a:gd name="T15" fmla="*/ 72 h 213"/>
                  <a:gd name="T16" fmla="*/ 98 w 219"/>
                  <a:gd name="T17" fmla="*/ 0 h 213"/>
                  <a:gd name="T18" fmla="*/ 123 w 219"/>
                  <a:gd name="T19" fmla="*/ 0 h 213"/>
                  <a:gd name="T20" fmla="*/ 127 w 219"/>
                  <a:gd name="T21" fmla="*/ 6 h 213"/>
                  <a:gd name="T22" fmla="*/ 137 w 219"/>
                  <a:gd name="T23" fmla="*/ 29 h 213"/>
                  <a:gd name="T24" fmla="*/ 158 w 219"/>
                  <a:gd name="T25" fmla="*/ 27 h 213"/>
                  <a:gd name="T26" fmla="*/ 171 w 219"/>
                  <a:gd name="T27" fmla="*/ 22 h 213"/>
                  <a:gd name="T28" fmla="*/ 174 w 219"/>
                  <a:gd name="T29" fmla="*/ 22 h 213"/>
                  <a:gd name="T30" fmla="*/ 178 w 219"/>
                  <a:gd name="T31" fmla="*/ 23 h 213"/>
                  <a:gd name="T32" fmla="*/ 195 w 219"/>
                  <a:gd name="T33" fmla="*/ 40 h 213"/>
                  <a:gd name="T34" fmla="*/ 195 w 219"/>
                  <a:gd name="T35" fmla="*/ 48 h 213"/>
                  <a:gd name="T36" fmla="*/ 185 w 219"/>
                  <a:gd name="T37" fmla="*/ 71 h 213"/>
                  <a:gd name="T38" fmla="*/ 203 w 219"/>
                  <a:gd name="T39" fmla="*/ 85 h 213"/>
                  <a:gd name="T40" fmla="*/ 216 w 219"/>
                  <a:gd name="T41" fmla="*/ 91 h 213"/>
                  <a:gd name="T42" fmla="*/ 219 w 219"/>
                  <a:gd name="T43" fmla="*/ 95 h 213"/>
                  <a:gd name="T44" fmla="*/ 219 w 219"/>
                  <a:gd name="T45" fmla="*/ 119 h 213"/>
                  <a:gd name="T46" fmla="*/ 212 w 219"/>
                  <a:gd name="T47" fmla="*/ 124 h 213"/>
                  <a:gd name="T48" fmla="*/ 188 w 219"/>
                  <a:gd name="T49" fmla="*/ 133 h 213"/>
                  <a:gd name="T50" fmla="*/ 191 w 219"/>
                  <a:gd name="T51" fmla="*/ 157 h 213"/>
                  <a:gd name="T52" fmla="*/ 196 w 219"/>
                  <a:gd name="T53" fmla="*/ 170 h 213"/>
                  <a:gd name="T54" fmla="*/ 195 w 219"/>
                  <a:gd name="T55" fmla="*/ 174 h 213"/>
                  <a:gd name="T56" fmla="*/ 175 w 219"/>
                  <a:gd name="T57" fmla="*/ 191 h 213"/>
                  <a:gd name="T58" fmla="*/ 161 w 219"/>
                  <a:gd name="T59" fmla="*/ 187 h 213"/>
                  <a:gd name="T60" fmla="*/ 137 w 219"/>
                  <a:gd name="T61" fmla="*/ 184 h 213"/>
                  <a:gd name="T62" fmla="*/ 128 w 219"/>
                  <a:gd name="T63" fmla="*/ 207 h 213"/>
                  <a:gd name="T64" fmla="*/ 123 w 219"/>
                  <a:gd name="T65" fmla="*/ 213 h 213"/>
                  <a:gd name="T66" fmla="*/ 98 w 219"/>
                  <a:gd name="T67" fmla="*/ 213 h 213"/>
                  <a:gd name="T68" fmla="*/ 94 w 219"/>
                  <a:gd name="T69" fmla="*/ 212 h 213"/>
                  <a:gd name="T70" fmla="*/ 88 w 219"/>
                  <a:gd name="T71" fmla="*/ 199 h 213"/>
                  <a:gd name="T72" fmla="*/ 73 w 219"/>
                  <a:gd name="T73" fmla="*/ 181 h 213"/>
                  <a:gd name="T74" fmla="*/ 52 w 219"/>
                  <a:gd name="T75" fmla="*/ 190 h 213"/>
                  <a:gd name="T76" fmla="*/ 46 w 219"/>
                  <a:gd name="T77" fmla="*/ 192 h 213"/>
                  <a:gd name="T78" fmla="*/ 43 w 219"/>
                  <a:gd name="T79" fmla="*/ 192 h 213"/>
                  <a:gd name="T80" fmla="*/ 25 w 219"/>
                  <a:gd name="T81" fmla="*/ 175 h 213"/>
                  <a:gd name="T82" fmla="*/ 24 w 219"/>
                  <a:gd name="T83" fmla="*/ 170 h 213"/>
                  <a:gd name="T84" fmla="*/ 28 w 219"/>
                  <a:gd name="T85" fmla="*/ 157 h 213"/>
                  <a:gd name="T86" fmla="*/ 30 w 219"/>
                  <a:gd name="T87" fmla="*/ 133 h 213"/>
                  <a:gd name="T88" fmla="*/ 7 w 219"/>
                  <a:gd name="T89" fmla="*/ 126 h 213"/>
                  <a:gd name="T90" fmla="*/ 1 w 219"/>
                  <a:gd name="T91" fmla="*/ 120 h 213"/>
                  <a:gd name="T92" fmla="*/ 0 w 219"/>
                  <a:gd name="T93" fmla="*/ 95 h 213"/>
                  <a:gd name="T94" fmla="*/ 3 w 219"/>
                  <a:gd name="T95" fmla="*/ 91 h 213"/>
                  <a:gd name="T96" fmla="*/ 16 w 219"/>
                  <a:gd name="T97" fmla="*/ 86 h 213"/>
                  <a:gd name="T98" fmla="*/ 34 w 219"/>
                  <a:gd name="T99" fmla="*/ 71 h 213"/>
                  <a:gd name="T100" fmla="*/ 24 w 219"/>
                  <a:gd name="T101" fmla="*/ 48 h 213"/>
                  <a:gd name="T102" fmla="*/ 22 w 219"/>
                  <a:gd name="T103" fmla="*/ 40 h 213"/>
                  <a:gd name="T104" fmla="*/ 42 w 219"/>
                  <a:gd name="T105" fmla="*/ 22 h 213"/>
                  <a:gd name="T106" fmla="*/ 49 w 219"/>
                  <a:gd name="T107" fmla="*/ 23 h 213"/>
                  <a:gd name="T108" fmla="*/ 73 w 219"/>
                  <a:gd name="T109" fmla="*/ 33 h 213"/>
                  <a:gd name="T110" fmla="*/ 88 w 219"/>
                  <a:gd name="T111" fmla="*/ 16 h 213"/>
                  <a:gd name="T112" fmla="*/ 94 w 219"/>
                  <a:gd name="T113" fmla="*/ 2 h 213"/>
                  <a:gd name="T114" fmla="*/ 98 w 219"/>
                  <a:gd name="T115" fmla="*/ 0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19" h="213">
                    <a:moveTo>
                      <a:pt x="110" y="69"/>
                    </a:moveTo>
                    <a:lnTo>
                      <a:pt x="94" y="72"/>
                    </a:lnTo>
                    <a:lnTo>
                      <a:pt x="83" y="81"/>
                    </a:lnTo>
                    <a:lnTo>
                      <a:pt x="75" y="93"/>
                    </a:lnTo>
                    <a:lnTo>
                      <a:pt x="72" y="107"/>
                    </a:lnTo>
                    <a:lnTo>
                      <a:pt x="75" y="122"/>
                    </a:lnTo>
                    <a:lnTo>
                      <a:pt x="83" y="133"/>
                    </a:lnTo>
                    <a:lnTo>
                      <a:pt x="94" y="141"/>
                    </a:lnTo>
                    <a:lnTo>
                      <a:pt x="110" y="144"/>
                    </a:lnTo>
                    <a:lnTo>
                      <a:pt x="124" y="141"/>
                    </a:lnTo>
                    <a:lnTo>
                      <a:pt x="136" y="133"/>
                    </a:lnTo>
                    <a:lnTo>
                      <a:pt x="144" y="122"/>
                    </a:lnTo>
                    <a:lnTo>
                      <a:pt x="148" y="107"/>
                    </a:lnTo>
                    <a:lnTo>
                      <a:pt x="144" y="93"/>
                    </a:lnTo>
                    <a:lnTo>
                      <a:pt x="136" y="81"/>
                    </a:lnTo>
                    <a:lnTo>
                      <a:pt x="124" y="72"/>
                    </a:lnTo>
                    <a:lnTo>
                      <a:pt x="110" y="69"/>
                    </a:lnTo>
                    <a:close/>
                    <a:moveTo>
                      <a:pt x="98" y="0"/>
                    </a:moveTo>
                    <a:lnTo>
                      <a:pt x="120" y="0"/>
                    </a:lnTo>
                    <a:lnTo>
                      <a:pt x="123" y="0"/>
                    </a:lnTo>
                    <a:lnTo>
                      <a:pt x="124" y="2"/>
                    </a:lnTo>
                    <a:lnTo>
                      <a:pt x="127" y="6"/>
                    </a:lnTo>
                    <a:lnTo>
                      <a:pt x="131" y="16"/>
                    </a:lnTo>
                    <a:lnTo>
                      <a:pt x="137" y="29"/>
                    </a:lnTo>
                    <a:lnTo>
                      <a:pt x="147" y="33"/>
                    </a:lnTo>
                    <a:lnTo>
                      <a:pt x="158" y="27"/>
                    </a:lnTo>
                    <a:lnTo>
                      <a:pt x="166" y="23"/>
                    </a:lnTo>
                    <a:lnTo>
                      <a:pt x="171" y="22"/>
                    </a:lnTo>
                    <a:lnTo>
                      <a:pt x="174" y="22"/>
                    </a:lnTo>
                    <a:lnTo>
                      <a:pt x="174" y="22"/>
                    </a:lnTo>
                    <a:lnTo>
                      <a:pt x="177" y="22"/>
                    </a:lnTo>
                    <a:lnTo>
                      <a:pt x="178" y="23"/>
                    </a:lnTo>
                    <a:lnTo>
                      <a:pt x="194" y="39"/>
                    </a:lnTo>
                    <a:lnTo>
                      <a:pt x="195" y="40"/>
                    </a:lnTo>
                    <a:lnTo>
                      <a:pt x="196" y="43"/>
                    </a:lnTo>
                    <a:lnTo>
                      <a:pt x="195" y="48"/>
                    </a:lnTo>
                    <a:lnTo>
                      <a:pt x="191" y="56"/>
                    </a:lnTo>
                    <a:lnTo>
                      <a:pt x="185" y="71"/>
                    </a:lnTo>
                    <a:lnTo>
                      <a:pt x="188" y="80"/>
                    </a:lnTo>
                    <a:lnTo>
                      <a:pt x="203" y="85"/>
                    </a:lnTo>
                    <a:lnTo>
                      <a:pt x="212" y="89"/>
                    </a:lnTo>
                    <a:lnTo>
                      <a:pt x="216" y="91"/>
                    </a:lnTo>
                    <a:lnTo>
                      <a:pt x="219" y="93"/>
                    </a:lnTo>
                    <a:lnTo>
                      <a:pt x="219" y="95"/>
                    </a:lnTo>
                    <a:lnTo>
                      <a:pt x="219" y="118"/>
                    </a:lnTo>
                    <a:lnTo>
                      <a:pt x="219" y="119"/>
                    </a:lnTo>
                    <a:lnTo>
                      <a:pt x="216" y="122"/>
                    </a:lnTo>
                    <a:lnTo>
                      <a:pt x="212" y="124"/>
                    </a:lnTo>
                    <a:lnTo>
                      <a:pt x="203" y="128"/>
                    </a:lnTo>
                    <a:lnTo>
                      <a:pt x="188" y="133"/>
                    </a:lnTo>
                    <a:lnTo>
                      <a:pt x="185" y="143"/>
                    </a:lnTo>
                    <a:lnTo>
                      <a:pt x="191" y="157"/>
                    </a:lnTo>
                    <a:lnTo>
                      <a:pt x="195" y="165"/>
                    </a:lnTo>
                    <a:lnTo>
                      <a:pt x="196" y="170"/>
                    </a:lnTo>
                    <a:lnTo>
                      <a:pt x="196" y="173"/>
                    </a:lnTo>
                    <a:lnTo>
                      <a:pt x="195" y="174"/>
                    </a:lnTo>
                    <a:lnTo>
                      <a:pt x="178" y="191"/>
                    </a:lnTo>
                    <a:lnTo>
                      <a:pt x="175" y="191"/>
                    </a:lnTo>
                    <a:lnTo>
                      <a:pt x="170" y="190"/>
                    </a:lnTo>
                    <a:lnTo>
                      <a:pt x="161" y="187"/>
                    </a:lnTo>
                    <a:lnTo>
                      <a:pt x="147" y="181"/>
                    </a:lnTo>
                    <a:lnTo>
                      <a:pt x="137" y="184"/>
                    </a:lnTo>
                    <a:lnTo>
                      <a:pt x="132" y="199"/>
                    </a:lnTo>
                    <a:lnTo>
                      <a:pt x="128" y="207"/>
                    </a:lnTo>
                    <a:lnTo>
                      <a:pt x="126" y="212"/>
                    </a:lnTo>
                    <a:lnTo>
                      <a:pt x="123" y="213"/>
                    </a:lnTo>
                    <a:lnTo>
                      <a:pt x="122" y="213"/>
                    </a:lnTo>
                    <a:lnTo>
                      <a:pt x="98" y="213"/>
                    </a:lnTo>
                    <a:lnTo>
                      <a:pt x="97" y="213"/>
                    </a:lnTo>
                    <a:lnTo>
                      <a:pt x="94" y="212"/>
                    </a:lnTo>
                    <a:lnTo>
                      <a:pt x="92" y="207"/>
                    </a:lnTo>
                    <a:lnTo>
                      <a:pt x="88" y="199"/>
                    </a:lnTo>
                    <a:lnTo>
                      <a:pt x="83" y="184"/>
                    </a:lnTo>
                    <a:lnTo>
                      <a:pt x="73" y="181"/>
                    </a:lnTo>
                    <a:lnTo>
                      <a:pt x="60" y="186"/>
                    </a:lnTo>
                    <a:lnTo>
                      <a:pt x="52" y="190"/>
                    </a:lnTo>
                    <a:lnTo>
                      <a:pt x="49" y="191"/>
                    </a:lnTo>
                    <a:lnTo>
                      <a:pt x="46" y="192"/>
                    </a:lnTo>
                    <a:lnTo>
                      <a:pt x="45" y="192"/>
                    </a:lnTo>
                    <a:lnTo>
                      <a:pt x="43" y="192"/>
                    </a:lnTo>
                    <a:lnTo>
                      <a:pt x="41" y="191"/>
                    </a:lnTo>
                    <a:lnTo>
                      <a:pt x="25" y="175"/>
                    </a:lnTo>
                    <a:lnTo>
                      <a:pt x="24" y="173"/>
                    </a:lnTo>
                    <a:lnTo>
                      <a:pt x="24" y="170"/>
                    </a:lnTo>
                    <a:lnTo>
                      <a:pt x="25" y="166"/>
                    </a:lnTo>
                    <a:lnTo>
                      <a:pt x="28" y="157"/>
                    </a:lnTo>
                    <a:lnTo>
                      <a:pt x="34" y="143"/>
                    </a:lnTo>
                    <a:lnTo>
                      <a:pt x="30" y="133"/>
                    </a:lnTo>
                    <a:lnTo>
                      <a:pt x="16" y="128"/>
                    </a:lnTo>
                    <a:lnTo>
                      <a:pt x="7" y="126"/>
                    </a:lnTo>
                    <a:lnTo>
                      <a:pt x="3" y="123"/>
                    </a:lnTo>
                    <a:lnTo>
                      <a:pt x="1" y="120"/>
                    </a:lnTo>
                    <a:lnTo>
                      <a:pt x="0" y="119"/>
                    </a:lnTo>
                    <a:lnTo>
                      <a:pt x="0" y="95"/>
                    </a:lnTo>
                    <a:lnTo>
                      <a:pt x="1" y="94"/>
                    </a:lnTo>
                    <a:lnTo>
                      <a:pt x="3" y="91"/>
                    </a:lnTo>
                    <a:lnTo>
                      <a:pt x="7" y="90"/>
                    </a:lnTo>
                    <a:lnTo>
                      <a:pt x="16" y="86"/>
                    </a:lnTo>
                    <a:lnTo>
                      <a:pt x="30" y="80"/>
                    </a:lnTo>
                    <a:lnTo>
                      <a:pt x="34" y="71"/>
                    </a:lnTo>
                    <a:lnTo>
                      <a:pt x="28" y="57"/>
                    </a:lnTo>
                    <a:lnTo>
                      <a:pt x="24" y="48"/>
                    </a:lnTo>
                    <a:lnTo>
                      <a:pt x="22" y="43"/>
                    </a:lnTo>
                    <a:lnTo>
                      <a:pt x="22" y="40"/>
                    </a:lnTo>
                    <a:lnTo>
                      <a:pt x="24" y="39"/>
                    </a:lnTo>
                    <a:lnTo>
                      <a:pt x="42" y="22"/>
                    </a:lnTo>
                    <a:lnTo>
                      <a:pt x="43" y="22"/>
                    </a:lnTo>
                    <a:lnTo>
                      <a:pt x="49" y="23"/>
                    </a:lnTo>
                    <a:lnTo>
                      <a:pt x="59" y="27"/>
                    </a:lnTo>
                    <a:lnTo>
                      <a:pt x="73" y="33"/>
                    </a:lnTo>
                    <a:lnTo>
                      <a:pt x="83" y="29"/>
                    </a:lnTo>
                    <a:lnTo>
                      <a:pt x="88" y="16"/>
                    </a:lnTo>
                    <a:lnTo>
                      <a:pt x="92" y="6"/>
                    </a:lnTo>
                    <a:lnTo>
                      <a:pt x="94" y="2"/>
                    </a:lnTo>
                    <a:lnTo>
                      <a:pt x="96" y="0"/>
                    </a:lnTo>
                    <a:lnTo>
                      <a:pt x="9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34" name="Freeform 28"/>
              <p:cNvSpPr>
                <a:spLocks noEditPoints="1"/>
              </p:cNvSpPr>
              <p:nvPr/>
            </p:nvSpPr>
            <p:spPr bwMode="auto">
              <a:xfrm rot="19386584" flipH="1">
                <a:off x="5031922" y="1167522"/>
                <a:ext cx="170166" cy="166561"/>
              </a:xfrm>
              <a:custGeom>
                <a:avLst/>
                <a:gdLst>
                  <a:gd name="T0" fmla="*/ 102 w 236"/>
                  <a:gd name="T1" fmla="*/ 78 h 231"/>
                  <a:gd name="T2" fmla="*/ 80 w 236"/>
                  <a:gd name="T3" fmla="*/ 100 h 231"/>
                  <a:gd name="T4" fmla="*/ 80 w 236"/>
                  <a:gd name="T5" fmla="*/ 131 h 231"/>
                  <a:gd name="T6" fmla="*/ 102 w 236"/>
                  <a:gd name="T7" fmla="*/ 152 h 231"/>
                  <a:gd name="T8" fmla="*/ 134 w 236"/>
                  <a:gd name="T9" fmla="*/ 152 h 231"/>
                  <a:gd name="T10" fmla="*/ 156 w 236"/>
                  <a:gd name="T11" fmla="*/ 131 h 231"/>
                  <a:gd name="T12" fmla="*/ 156 w 236"/>
                  <a:gd name="T13" fmla="*/ 100 h 231"/>
                  <a:gd name="T14" fmla="*/ 134 w 236"/>
                  <a:gd name="T15" fmla="*/ 78 h 231"/>
                  <a:gd name="T16" fmla="*/ 105 w 236"/>
                  <a:gd name="T17" fmla="*/ 0 h 231"/>
                  <a:gd name="T18" fmla="*/ 131 w 236"/>
                  <a:gd name="T19" fmla="*/ 0 h 231"/>
                  <a:gd name="T20" fmla="*/ 136 w 236"/>
                  <a:gd name="T21" fmla="*/ 7 h 231"/>
                  <a:gd name="T22" fmla="*/ 147 w 236"/>
                  <a:gd name="T23" fmla="*/ 32 h 231"/>
                  <a:gd name="T24" fmla="*/ 170 w 236"/>
                  <a:gd name="T25" fmla="*/ 29 h 231"/>
                  <a:gd name="T26" fmla="*/ 185 w 236"/>
                  <a:gd name="T27" fmla="*/ 24 h 231"/>
                  <a:gd name="T28" fmla="*/ 187 w 236"/>
                  <a:gd name="T29" fmla="*/ 24 h 231"/>
                  <a:gd name="T30" fmla="*/ 191 w 236"/>
                  <a:gd name="T31" fmla="*/ 25 h 231"/>
                  <a:gd name="T32" fmla="*/ 210 w 236"/>
                  <a:gd name="T33" fmla="*/ 44 h 231"/>
                  <a:gd name="T34" fmla="*/ 210 w 236"/>
                  <a:gd name="T35" fmla="*/ 49 h 231"/>
                  <a:gd name="T36" fmla="*/ 204 w 236"/>
                  <a:gd name="T37" fmla="*/ 63 h 231"/>
                  <a:gd name="T38" fmla="*/ 203 w 236"/>
                  <a:gd name="T39" fmla="*/ 85 h 231"/>
                  <a:gd name="T40" fmla="*/ 228 w 236"/>
                  <a:gd name="T41" fmla="*/ 96 h 231"/>
                  <a:gd name="T42" fmla="*/ 235 w 236"/>
                  <a:gd name="T43" fmla="*/ 100 h 231"/>
                  <a:gd name="T44" fmla="*/ 236 w 236"/>
                  <a:gd name="T45" fmla="*/ 127 h 231"/>
                  <a:gd name="T46" fmla="*/ 233 w 236"/>
                  <a:gd name="T47" fmla="*/ 131 h 231"/>
                  <a:gd name="T48" fmla="*/ 219 w 236"/>
                  <a:gd name="T49" fmla="*/ 138 h 231"/>
                  <a:gd name="T50" fmla="*/ 199 w 236"/>
                  <a:gd name="T51" fmla="*/ 153 h 231"/>
                  <a:gd name="T52" fmla="*/ 208 w 236"/>
                  <a:gd name="T53" fmla="*/ 176 h 231"/>
                  <a:gd name="T54" fmla="*/ 211 w 236"/>
                  <a:gd name="T55" fmla="*/ 185 h 231"/>
                  <a:gd name="T56" fmla="*/ 210 w 236"/>
                  <a:gd name="T57" fmla="*/ 188 h 231"/>
                  <a:gd name="T58" fmla="*/ 189 w 236"/>
                  <a:gd name="T59" fmla="*/ 206 h 231"/>
                  <a:gd name="T60" fmla="*/ 173 w 236"/>
                  <a:gd name="T61" fmla="*/ 201 h 231"/>
                  <a:gd name="T62" fmla="*/ 148 w 236"/>
                  <a:gd name="T63" fmla="*/ 199 h 231"/>
                  <a:gd name="T64" fmla="*/ 138 w 236"/>
                  <a:gd name="T65" fmla="*/ 223 h 231"/>
                  <a:gd name="T66" fmla="*/ 133 w 236"/>
                  <a:gd name="T67" fmla="*/ 229 h 231"/>
                  <a:gd name="T68" fmla="*/ 106 w 236"/>
                  <a:gd name="T69" fmla="*/ 231 h 231"/>
                  <a:gd name="T70" fmla="*/ 102 w 236"/>
                  <a:gd name="T71" fmla="*/ 228 h 231"/>
                  <a:gd name="T72" fmla="*/ 95 w 236"/>
                  <a:gd name="T73" fmla="*/ 214 h 231"/>
                  <a:gd name="T74" fmla="*/ 79 w 236"/>
                  <a:gd name="T75" fmla="*/ 195 h 231"/>
                  <a:gd name="T76" fmla="*/ 57 w 236"/>
                  <a:gd name="T77" fmla="*/ 205 h 231"/>
                  <a:gd name="T78" fmla="*/ 49 w 236"/>
                  <a:gd name="T79" fmla="*/ 207 h 231"/>
                  <a:gd name="T80" fmla="*/ 46 w 236"/>
                  <a:gd name="T81" fmla="*/ 207 h 231"/>
                  <a:gd name="T82" fmla="*/ 27 w 236"/>
                  <a:gd name="T83" fmla="*/ 189 h 231"/>
                  <a:gd name="T84" fmla="*/ 25 w 236"/>
                  <a:gd name="T85" fmla="*/ 185 h 231"/>
                  <a:gd name="T86" fmla="*/ 28 w 236"/>
                  <a:gd name="T87" fmla="*/ 176 h 231"/>
                  <a:gd name="T88" fmla="*/ 37 w 236"/>
                  <a:gd name="T89" fmla="*/ 153 h 231"/>
                  <a:gd name="T90" fmla="*/ 17 w 236"/>
                  <a:gd name="T91" fmla="*/ 139 h 231"/>
                  <a:gd name="T92" fmla="*/ 3 w 236"/>
                  <a:gd name="T93" fmla="*/ 133 h 231"/>
                  <a:gd name="T94" fmla="*/ 0 w 236"/>
                  <a:gd name="T95" fmla="*/ 127 h 231"/>
                  <a:gd name="T96" fmla="*/ 0 w 236"/>
                  <a:gd name="T97" fmla="*/ 101 h 231"/>
                  <a:gd name="T98" fmla="*/ 7 w 236"/>
                  <a:gd name="T99" fmla="*/ 96 h 231"/>
                  <a:gd name="T100" fmla="*/ 33 w 236"/>
                  <a:gd name="T101" fmla="*/ 87 h 231"/>
                  <a:gd name="T102" fmla="*/ 31 w 236"/>
                  <a:gd name="T103" fmla="*/ 63 h 231"/>
                  <a:gd name="T104" fmla="*/ 25 w 236"/>
                  <a:gd name="T105" fmla="*/ 49 h 231"/>
                  <a:gd name="T106" fmla="*/ 25 w 236"/>
                  <a:gd name="T107" fmla="*/ 44 h 231"/>
                  <a:gd name="T108" fmla="*/ 45 w 236"/>
                  <a:gd name="T109" fmla="*/ 24 h 231"/>
                  <a:gd name="T110" fmla="*/ 53 w 236"/>
                  <a:gd name="T111" fmla="*/ 25 h 231"/>
                  <a:gd name="T112" fmla="*/ 79 w 236"/>
                  <a:gd name="T113" fmla="*/ 36 h 231"/>
                  <a:gd name="T114" fmla="*/ 95 w 236"/>
                  <a:gd name="T115" fmla="*/ 16 h 231"/>
                  <a:gd name="T116" fmla="*/ 101 w 236"/>
                  <a:gd name="T117" fmla="*/ 2 h 231"/>
                  <a:gd name="T118" fmla="*/ 105 w 236"/>
                  <a:gd name="T119" fmla="*/ 0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36" h="231">
                    <a:moveTo>
                      <a:pt x="118" y="75"/>
                    </a:moveTo>
                    <a:lnTo>
                      <a:pt x="102" y="78"/>
                    </a:lnTo>
                    <a:lnTo>
                      <a:pt x="89" y="87"/>
                    </a:lnTo>
                    <a:lnTo>
                      <a:pt x="80" y="100"/>
                    </a:lnTo>
                    <a:lnTo>
                      <a:pt x="76" y="116"/>
                    </a:lnTo>
                    <a:lnTo>
                      <a:pt x="80" y="131"/>
                    </a:lnTo>
                    <a:lnTo>
                      <a:pt x="89" y="143"/>
                    </a:lnTo>
                    <a:lnTo>
                      <a:pt x="102" y="152"/>
                    </a:lnTo>
                    <a:lnTo>
                      <a:pt x="118" y="155"/>
                    </a:lnTo>
                    <a:lnTo>
                      <a:pt x="134" y="152"/>
                    </a:lnTo>
                    <a:lnTo>
                      <a:pt x="147" y="143"/>
                    </a:lnTo>
                    <a:lnTo>
                      <a:pt x="156" y="131"/>
                    </a:lnTo>
                    <a:lnTo>
                      <a:pt x="159" y="116"/>
                    </a:lnTo>
                    <a:lnTo>
                      <a:pt x="156" y="100"/>
                    </a:lnTo>
                    <a:lnTo>
                      <a:pt x="147" y="87"/>
                    </a:lnTo>
                    <a:lnTo>
                      <a:pt x="134" y="78"/>
                    </a:lnTo>
                    <a:lnTo>
                      <a:pt x="118" y="75"/>
                    </a:lnTo>
                    <a:close/>
                    <a:moveTo>
                      <a:pt x="105" y="0"/>
                    </a:moveTo>
                    <a:lnTo>
                      <a:pt x="130" y="0"/>
                    </a:lnTo>
                    <a:lnTo>
                      <a:pt x="131" y="0"/>
                    </a:lnTo>
                    <a:lnTo>
                      <a:pt x="134" y="2"/>
                    </a:lnTo>
                    <a:lnTo>
                      <a:pt x="136" y="7"/>
                    </a:lnTo>
                    <a:lnTo>
                      <a:pt x="140" y="16"/>
                    </a:lnTo>
                    <a:lnTo>
                      <a:pt x="147" y="32"/>
                    </a:lnTo>
                    <a:lnTo>
                      <a:pt x="157" y="36"/>
                    </a:lnTo>
                    <a:lnTo>
                      <a:pt x="170" y="29"/>
                    </a:lnTo>
                    <a:lnTo>
                      <a:pt x="180" y="27"/>
                    </a:lnTo>
                    <a:lnTo>
                      <a:pt x="185" y="24"/>
                    </a:lnTo>
                    <a:lnTo>
                      <a:pt x="187" y="24"/>
                    </a:lnTo>
                    <a:lnTo>
                      <a:pt x="187" y="24"/>
                    </a:lnTo>
                    <a:lnTo>
                      <a:pt x="190" y="24"/>
                    </a:lnTo>
                    <a:lnTo>
                      <a:pt x="191" y="25"/>
                    </a:lnTo>
                    <a:lnTo>
                      <a:pt x="210" y="42"/>
                    </a:lnTo>
                    <a:lnTo>
                      <a:pt x="210" y="44"/>
                    </a:lnTo>
                    <a:lnTo>
                      <a:pt x="211" y="45"/>
                    </a:lnTo>
                    <a:lnTo>
                      <a:pt x="210" y="49"/>
                    </a:lnTo>
                    <a:lnTo>
                      <a:pt x="208" y="54"/>
                    </a:lnTo>
                    <a:lnTo>
                      <a:pt x="204" y="63"/>
                    </a:lnTo>
                    <a:lnTo>
                      <a:pt x="199" y="76"/>
                    </a:lnTo>
                    <a:lnTo>
                      <a:pt x="203" y="85"/>
                    </a:lnTo>
                    <a:lnTo>
                      <a:pt x="219" y="92"/>
                    </a:lnTo>
                    <a:lnTo>
                      <a:pt x="228" y="96"/>
                    </a:lnTo>
                    <a:lnTo>
                      <a:pt x="233" y="99"/>
                    </a:lnTo>
                    <a:lnTo>
                      <a:pt x="235" y="100"/>
                    </a:lnTo>
                    <a:lnTo>
                      <a:pt x="236" y="102"/>
                    </a:lnTo>
                    <a:lnTo>
                      <a:pt x="236" y="127"/>
                    </a:lnTo>
                    <a:lnTo>
                      <a:pt x="235" y="129"/>
                    </a:lnTo>
                    <a:lnTo>
                      <a:pt x="233" y="131"/>
                    </a:lnTo>
                    <a:lnTo>
                      <a:pt x="228" y="134"/>
                    </a:lnTo>
                    <a:lnTo>
                      <a:pt x="219" y="138"/>
                    </a:lnTo>
                    <a:lnTo>
                      <a:pt x="203" y="144"/>
                    </a:lnTo>
                    <a:lnTo>
                      <a:pt x="199" y="153"/>
                    </a:lnTo>
                    <a:lnTo>
                      <a:pt x="206" y="167"/>
                    </a:lnTo>
                    <a:lnTo>
                      <a:pt x="208" y="176"/>
                    </a:lnTo>
                    <a:lnTo>
                      <a:pt x="211" y="181"/>
                    </a:lnTo>
                    <a:lnTo>
                      <a:pt x="211" y="185"/>
                    </a:lnTo>
                    <a:lnTo>
                      <a:pt x="211" y="186"/>
                    </a:lnTo>
                    <a:lnTo>
                      <a:pt x="210" y="188"/>
                    </a:lnTo>
                    <a:lnTo>
                      <a:pt x="191" y="206"/>
                    </a:lnTo>
                    <a:lnTo>
                      <a:pt x="189" y="206"/>
                    </a:lnTo>
                    <a:lnTo>
                      <a:pt x="184" y="205"/>
                    </a:lnTo>
                    <a:lnTo>
                      <a:pt x="173" y="201"/>
                    </a:lnTo>
                    <a:lnTo>
                      <a:pt x="157" y="195"/>
                    </a:lnTo>
                    <a:lnTo>
                      <a:pt x="148" y="199"/>
                    </a:lnTo>
                    <a:lnTo>
                      <a:pt x="142" y="214"/>
                    </a:lnTo>
                    <a:lnTo>
                      <a:pt x="138" y="223"/>
                    </a:lnTo>
                    <a:lnTo>
                      <a:pt x="135" y="228"/>
                    </a:lnTo>
                    <a:lnTo>
                      <a:pt x="133" y="229"/>
                    </a:lnTo>
                    <a:lnTo>
                      <a:pt x="131" y="231"/>
                    </a:lnTo>
                    <a:lnTo>
                      <a:pt x="106" y="231"/>
                    </a:lnTo>
                    <a:lnTo>
                      <a:pt x="104" y="229"/>
                    </a:lnTo>
                    <a:lnTo>
                      <a:pt x="102" y="228"/>
                    </a:lnTo>
                    <a:lnTo>
                      <a:pt x="99" y="223"/>
                    </a:lnTo>
                    <a:lnTo>
                      <a:pt x="95" y="214"/>
                    </a:lnTo>
                    <a:lnTo>
                      <a:pt x="88" y="199"/>
                    </a:lnTo>
                    <a:lnTo>
                      <a:pt x="79" y="195"/>
                    </a:lnTo>
                    <a:lnTo>
                      <a:pt x="66" y="201"/>
                    </a:lnTo>
                    <a:lnTo>
                      <a:pt x="57" y="205"/>
                    </a:lnTo>
                    <a:lnTo>
                      <a:pt x="51" y="206"/>
                    </a:lnTo>
                    <a:lnTo>
                      <a:pt x="49" y="207"/>
                    </a:lnTo>
                    <a:lnTo>
                      <a:pt x="48" y="207"/>
                    </a:lnTo>
                    <a:lnTo>
                      <a:pt x="46" y="207"/>
                    </a:lnTo>
                    <a:lnTo>
                      <a:pt x="44" y="206"/>
                    </a:lnTo>
                    <a:lnTo>
                      <a:pt x="27" y="189"/>
                    </a:lnTo>
                    <a:lnTo>
                      <a:pt x="25" y="188"/>
                    </a:lnTo>
                    <a:lnTo>
                      <a:pt x="25" y="185"/>
                    </a:lnTo>
                    <a:lnTo>
                      <a:pt x="25" y="182"/>
                    </a:lnTo>
                    <a:lnTo>
                      <a:pt x="28" y="176"/>
                    </a:lnTo>
                    <a:lnTo>
                      <a:pt x="31" y="167"/>
                    </a:lnTo>
                    <a:lnTo>
                      <a:pt x="37" y="153"/>
                    </a:lnTo>
                    <a:lnTo>
                      <a:pt x="33" y="144"/>
                    </a:lnTo>
                    <a:lnTo>
                      <a:pt x="17" y="139"/>
                    </a:lnTo>
                    <a:lnTo>
                      <a:pt x="7" y="135"/>
                    </a:lnTo>
                    <a:lnTo>
                      <a:pt x="3" y="133"/>
                    </a:lnTo>
                    <a:lnTo>
                      <a:pt x="0" y="130"/>
                    </a:lnTo>
                    <a:lnTo>
                      <a:pt x="0" y="127"/>
                    </a:lnTo>
                    <a:lnTo>
                      <a:pt x="0" y="104"/>
                    </a:lnTo>
                    <a:lnTo>
                      <a:pt x="0" y="101"/>
                    </a:lnTo>
                    <a:lnTo>
                      <a:pt x="3" y="100"/>
                    </a:lnTo>
                    <a:lnTo>
                      <a:pt x="7" y="96"/>
                    </a:lnTo>
                    <a:lnTo>
                      <a:pt x="17" y="92"/>
                    </a:lnTo>
                    <a:lnTo>
                      <a:pt x="33" y="87"/>
                    </a:lnTo>
                    <a:lnTo>
                      <a:pt x="37" y="76"/>
                    </a:lnTo>
                    <a:lnTo>
                      <a:pt x="31" y="63"/>
                    </a:lnTo>
                    <a:lnTo>
                      <a:pt x="27" y="55"/>
                    </a:lnTo>
                    <a:lnTo>
                      <a:pt x="25" y="49"/>
                    </a:lnTo>
                    <a:lnTo>
                      <a:pt x="24" y="46"/>
                    </a:lnTo>
                    <a:lnTo>
                      <a:pt x="25" y="44"/>
                    </a:lnTo>
                    <a:lnTo>
                      <a:pt x="27" y="42"/>
                    </a:lnTo>
                    <a:lnTo>
                      <a:pt x="45" y="24"/>
                    </a:lnTo>
                    <a:lnTo>
                      <a:pt x="48" y="24"/>
                    </a:lnTo>
                    <a:lnTo>
                      <a:pt x="53" y="25"/>
                    </a:lnTo>
                    <a:lnTo>
                      <a:pt x="63" y="29"/>
                    </a:lnTo>
                    <a:lnTo>
                      <a:pt x="79" y="36"/>
                    </a:lnTo>
                    <a:lnTo>
                      <a:pt x="88" y="32"/>
                    </a:lnTo>
                    <a:lnTo>
                      <a:pt x="95" y="16"/>
                    </a:lnTo>
                    <a:lnTo>
                      <a:pt x="99" y="7"/>
                    </a:lnTo>
                    <a:lnTo>
                      <a:pt x="101" y="2"/>
                    </a:lnTo>
                    <a:lnTo>
                      <a:pt x="102" y="0"/>
                    </a:lnTo>
                    <a:lnTo>
                      <a:pt x="10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35" name="Freeform 29"/>
              <p:cNvSpPr>
                <a:spLocks noEditPoints="1"/>
              </p:cNvSpPr>
              <p:nvPr/>
            </p:nvSpPr>
            <p:spPr bwMode="auto">
              <a:xfrm rot="19386584" flipH="1">
                <a:off x="5053597" y="932183"/>
                <a:ext cx="77152" cy="74988"/>
              </a:xfrm>
              <a:custGeom>
                <a:avLst/>
                <a:gdLst>
                  <a:gd name="T0" fmla="*/ 42 w 107"/>
                  <a:gd name="T1" fmla="*/ 38 h 104"/>
                  <a:gd name="T2" fmla="*/ 34 w 107"/>
                  <a:gd name="T3" fmla="*/ 52 h 104"/>
                  <a:gd name="T4" fmla="*/ 42 w 107"/>
                  <a:gd name="T5" fmla="*/ 68 h 104"/>
                  <a:gd name="T6" fmla="*/ 59 w 107"/>
                  <a:gd name="T7" fmla="*/ 70 h 104"/>
                  <a:gd name="T8" fmla="*/ 71 w 107"/>
                  <a:gd name="T9" fmla="*/ 59 h 104"/>
                  <a:gd name="T10" fmla="*/ 68 w 107"/>
                  <a:gd name="T11" fmla="*/ 42 h 104"/>
                  <a:gd name="T12" fmla="*/ 53 w 107"/>
                  <a:gd name="T13" fmla="*/ 34 h 104"/>
                  <a:gd name="T14" fmla="*/ 59 w 107"/>
                  <a:gd name="T15" fmla="*/ 0 h 104"/>
                  <a:gd name="T16" fmla="*/ 61 w 107"/>
                  <a:gd name="T17" fmla="*/ 2 h 104"/>
                  <a:gd name="T18" fmla="*/ 67 w 107"/>
                  <a:gd name="T19" fmla="*/ 14 h 104"/>
                  <a:gd name="T20" fmla="*/ 80 w 107"/>
                  <a:gd name="T21" fmla="*/ 13 h 104"/>
                  <a:gd name="T22" fmla="*/ 85 w 107"/>
                  <a:gd name="T23" fmla="*/ 10 h 104"/>
                  <a:gd name="T24" fmla="*/ 86 w 107"/>
                  <a:gd name="T25" fmla="*/ 10 h 104"/>
                  <a:gd name="T26" fmla="*/ 95 w 107"/>
                  <a:gd name="T27" fmla="*/ 19 h 104"/>
                  <a:gd name="T28" fmla="*/ 95 w 107"/>
                  <a:gd name="T29" fmla="*/ 23 h 104"/>
                  <a:gd name="T30" fmla="*/ 90 w 107"/>
                  <a:gd name="T31" fmla="*/ 35 h 104"/>
                  <a:gd name="T32" fmla="*/ 102 w 107"/>
                  <a:gd name="T33" fmla="*/ 43 h 104"/>
                  <a:gd name="T34" fmla="*/ 107 w 107"/>
                  <a:gd name="T35" fmla="*/ 45 h 104"/>
                  <a:gd name="T36" fmla="*/ 107 w 107"/>
                  <a:gd name="T37" fmla="*/ 57 h 104"/>
                  <a:gd name="T38" fmla="*/ 106 w 107"/>
                  <a:gd name="T39" fmla="*/ 60 h 104"/>
                  <a:gd name="T40" fmla="*/ 98 w 107"/>
                  <a:gd name="T41" fmla="*/ 64 h 104"/>
                  <a:gd name="T42" fmla="*/ 93 w 107"/>
                  <a:gd name="T43" fmla="*/ 76 h 104"/>
                  <a:gd name="T44" fmla="*/ 95 w 107"/>
                  <a:gd name="T45" fmla="*/ 83 h 104"/>
                  <a:gd name="T46" fmla="*/ 95 w 107"/>
                  <a:gd name="T47" fmla="*/ 86 h 104"/>
                  <a:gd name="T48" fmla="*/ 84 w 107"/>
                  <a:gd name="T49" fmla="*/ 94 h 104"/>
                  <a:gd name="T50" fmla="*/ 72 w 107"/>
                  <a:gd name="T51" fmla="*/ 89 h 104"/>
                  <a:gd name="T52" fmla="*/ 63 w 107"/>
                  <a:gd name="T53" fmla="*/ 99 h 104"/>
                  <a:gd name="T54" fmla="*/ 60 w 107"/>
                  <a:gd name="T55" fmla="*/ 104 h 104"/>
                  <a:gd name="T56" fmla="*/ 48 w 107"/>
                  <a:gd name="T57" fmla="*/ 104 h 104"/>
                  <a:gd name="T58" fmla="*/ 46 w 107"/>
                  <a:gd name="T59" fmla="*/ 104 h 104"/>
                  <a:gd name="T60" fmla="*/ 42 w 107"/>
                  <a:gd name="T61" fmla="*/ 97 h 104"/>
                  <a:gd name="T62" fmla="*/ 30 w 107"/>
                  <a:gd name="T63" fmla="*/ 91 h 104"/>
                  <a:gd name="T64" fmla="*/ 23 w 107"/>
                  <a:gd name="T65" fmla="*/ 94 h 104"/>
                  <a:gd name="T66" fmla="*/ 21 w 107"/>
                  <a:gd name="T67" fmla="*/ 94 h 104"/>
                  <a:gd name="T68" fmla="*/ 12 w 107"/>
                  <a:gd name="T69" fmla="*/ 86 h 104"/>
                  <a:gd name="T70" fmla="*/ 10 w 107"/>
                  <a:gd name="T71" fmla="*/ 83 h 104"/>
                  <a:gd name="T72" fmla="*/ 13 w 107"/>
                  <a:gd name="T73" fmla="*/ 76 h 104"/>
                  <a:gd name="T74" fmla="*/ 9 w 107"/>
                  <a:gd name="T75" fmla="*/ 64 h 104"/>
                  <a:gd name="T76" fmla="*/ 0 w 107"/>
                  <a:gd name="T77" fmla="*/ 60 h 104"/>
                  <a:gd name="T78" fmla="*/ 0 w 107"/>
                  <a:gd name="T79" fmla="*/ 59 h 104"/>
                  <a:gd name="T80" fmla="*/ 0 w 107"/>
                  <a:gd name="T81" fmla="*/ 45 h 104"/>
                  <a:gd name="T82" fmla="*/ 5 w 107"/>
                  <a:gd name="T83" fmla="*/ 43 h 104"/>
                  <a:gd name="T84" fmla="*/ 16 w 107"/>
                  <a:gd name="T85" fmla="*/ 35 h 104"/>
                  <a:gd name="T86" fmla="*/ 10 w 107"/>
                  <a:gd name="T87" fmla="*/ 23 h 104"/>
                  <a:gd name="T88" fmla="*/ 10 w 107"/>
                  <a:gd name="T89" fmla="*/ 19 h 104"/>
                  <a:gd name="T90" fmla="*/ 21 w 107"/>
                  <a:gd name="T91" fmla="*/ 10 h 104"/>
                  <a:gd name="T92" fmla="*/ 30 w 107"/>
                  <a:gd name="T93" fmla="*/ 14 h 104"/>
                  <a:gd name="T94" fmla="*/ 42 w 107"/>
                  <a:gd name="T95" fmla="*/ 9 h 104"/>
                  <a:gd name="T96" fmla="*/ 46 w 107"/>
                  <a:gd name="T97" fmla="*/ 1 h 104"/>
                  <a:gd name="T98" fmla="*/ 47 w 107"/>
                  <a:gd name="T99" fmla="*/ 0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07" h="104">
                    <a:moveTo>
                      <a:pt x="53" y="34"/>
                    </a:moveTo>
                    <a:lnTo>
                      <a:pt x="47" y="35"/>
                    </a:lnTo>
                    <a:lnTo>
                      <a:pt x="42" y="38"/>
                    </a:lnTo>
                    <a:lnTo>
                      <a:pt x="38" y="42"/>
                    </a:lnTo>
                    <a:lnTo>
                      <a:pt x="35" y="47"/>
                    </a:lnTo>
                    <a:lnTo>
                      <a:pt x="34" y="52"/>
                    </a:lnTo>
                    <a:lnTo>
                      <a:pt x="35" y="59"/>
                    </a:lnTo>
                    <a:lnTo>
                      <a:pt x="38" y="62"/>
                    </a:lnTo>
                    <a:lnTo>
                      <a:pt x="42" y="68"/>
                    </a:lnTo>
                    <a:lnTo>
                      <a:pt x="47" y="70"/>
                    </a:lnTo>
                    <a:lnTo>
                      <a:pt x="53" y="70"/>
                    </a:lnTo>
                    <a:lnTo>
                      <a:pt x="59" y="70"/>
                    </a:lnTo>
                    <a:lnTo>
                      <a:pt x="64" y="68"/>
                    </a:lnTo>
                    <a:lnTo>
                      <a:pt x="68" y="62"/>
                    </a:lnTo>
                    <a:lnTo>
                      <a:pt x="71" y="59"/>
                    </a:lnTo>
                    <a:lnTo>
                      <a:pt x="72" y="52"/>
                    </a:lnTo>
                    <a:lnTo>
                      <a:pt x="71" y="47"/>
                    </a:lnTo>
                    <a:lnTo>
                      <a:pt x="68" y="42"/>
                    </a:lnTo>
                    <a:lnTo>
                      <a:pt x="64" y="38"/>
                    </a:lnTo>
                    <a:lnTo>
                      <a:pt x="59" y="35"/>
                    </a:lnTo>
                    <a:lnTo>
                      <a:pt x="53" y="34"/>
                    </a:lnTo>
                    <a:close/>
                    <a:moveTo>
                      <a:pt x="47" y="0"/>
                    </a:moveTo>
                    <a:lnTo>
                      <a:pt x="59" y="0"/>
                    </a:lnTo>
                    <a:lnTo>
                      <a:pt x="59" y="0"/>
                    </a:lnTo>
                    <a:lnTo>
                      <a:pt x="60" y="0"/>
                    </a:lnTo>
                    <a:lnTo>
                      <a:pt x="60" y="1"/>
                    </a:lnTo>
                    <a:lnTo>
                      <a:pt x="61" y="2"/>
                    </a:lnTo>
                    <a:lnTo>
                      <a:pt x="63" y="5"/>
                    </a:lnTo>
                    <a:lnTo>
                      <a:pt x="64" y="9"/>
                    </a:lnTo>
                    <a:lnTo>
                      <a:pt x="67" y="14"/>
                    </a:lnTo>
                    <a:lnTo>
                      <a:pt x="71" y="15"/>
                    </a:lnTo>
                    <a:lnTo>
                      <a:pt x="76" y="14"/>
                    </a:lnTo>
                    <a:lnTo>
                      <a:pt x="80" y="13"/>
                    </a:lnTo>
                    <a:lnTo>
                      <a:pt x="82" y="11"/>
                    </a:lnTo>
                    <a:lnTo>
                      <a:pt x="84" y="10"/>
                    </a:lnTo>
                    <a:lnTo>
                      <a:pt x="85" y="10"/>
                    </a:lnTo>
                    <a:lnTo>
                      <a:pt x="85" y="10"/>
                    </a:lnTo>
                    <a:lnTo>
                      <a:pt x="85" y="10"/>
                    </a:lnTo>
                    <a:lnTo>
                      <a:pt x="86" y="10"/>
                    </a:lnTo>
                    <a:lnTo>
                      <a:pt x="88" y="11"/>
                    </a:lnTo>
                    <a:lnTo>
                      <a:pt x="95" y="19"/>
                    </a:lnTo>
                    <a:lnTo>
                      <a:pt x="95" y="19"/>
                    </a:lnTo>
                    <a:lnTo>
                      <a:pt x="95" y="19"/>
                    </a:lnTo>
                    <a:lnTo>
                      <a:pt x="95" y="21"/>
                    </a:lnTo>
                    <a:lnTo>
                      <a:pt x="95" y="23"/>
                    </a:lnTo>
                    <a:lnTo>
                      <a:pt x="94" y="26"/>
                    </a:lnTo>
                    <a:lnTo>
                      <a:pt x="93" y="30"/>
                    </a:lnTo>
                    <a:lnTo>
                      <a:pt x="90" y="35"/>
                    </a:lnTo>
                    <a:lnTo>
                      <a:pt x="93" y="39"/>
                    </a:lnTo>
                    <a:lnTo>
                      <a:pt x="98" y="40"/>
                    </a:lnTo>
                    <a:lnTo>
                      <a:pt x="102" y="43"/>
                    </a:lnTo>
                    <a:lnTo>
                      <a:pt x="105" y="43"/>
                    </a:lnTo>
                    <a:lnTo>
                      <a:pt x="106" y="44"/>
                    </a:lnTo>
                    <a:lnTo>
                      <a:pt x="107" y="45"/>
                    </a:lnTo>
                    <a:lnTo>
                      <a:pt x="107" y="45"/>
                    </a:lnTo>
                    <a:lnTo>
                      <a:pt x="107" y="47"/>
                    </a:lnTo>
                    <a:lnTo>
                      <a:pt x="107" y="57"/>
                    </a:lnTo>
                    <a:lnTo>
                      <a:pt x="107" y="59"/>
                    </a:lnTo>
                    <a:lnTo>
                      <a:pt x="107" y="59"/>
                    </a:lnTo>
                    <a:lnTo>
                      <a:pt x="106" y="60"/>
                    </a:lnTo>
                    <a:lnTo>
                      <a:pt x="105" y="61"/>
                    </a:lnTo>
                    <a:lnTo>
                      <a:pt x="102" y="61"/>
                    </a:lnTo>
                    <a:lnTo>
                      <a:pt x="98" y="64"/>
                    </a:lnTo>
                    <a:lnTo>
                      <a:pt x="93" y="65"/>
                    </a:lnTo>
                    <a:lnTo>
                      <a:pt x="90" y="70"/>
                    </a:lnTo>
                    <a:lnTo>
                      <a:pt x="93" y="76"/>
                    </a:lnTo>
                    <a:lnTo>
                      <a:pt x="94" y="78"/>
                    </a:lnTo>
                    <a:lnTo>
                      <a:pt x="95" y="81"/>
                    </a:lnTo>
                    <a:lnTo>
                      <a:pt x="95" y="83"/>
                    </a:lnTo>
                    <a:lnTo>
                      <a:pt x="97" y="85"/>
                    </a:lnTo>
                    <a:lnTo>
                      <a:pt x="95" y="85"/>
                    </a:lnTo>
                    <a:lnTo>
                      <a:pt x="95" y="86"/>
                    </a:lnTo>
                    <a:lnTo>
                      <a:pt x="86" y="94"/>
                    </a:lnTo>
                    <a:lnTo>
                      <a:pt x="86" y="94"/>
                    </a:lnTo>
                    <a:lnTo>
                      <a:pt x="84" y="94"/>
                    </a:lnTo>
                    <a:lnTo>
                      <a:pt x="81" y="93"/>
                    </a:lnTo>
                    <a:lnTo>
                      <a:pt x="77" y="91"/>
                    </a:lnTo>
                    <a:lnTo>
                      <a:pt x="72" y="89"/>
                    </a:lnTo>
                    <a:lnTo>
                      <a:pt x="67" y="90"/>
                    </a:lnTo>
                    <a:lnTo>
                      <a:pt x="65" y="97"/>
                    </a:lnTo>
                    <a:lnTo>
                      <a:pt x="63" y="99"/>
                    </a:lnTo>
                    <a:lnTo>
                      <a:pt x="61" y="102"/>
                    </a:lnTo>
                    <a:lnTo>
                      <a:pt x="61" y="104"/>
                    </a:lnTo>
                    <a:lnTo>
                      <a:pt x="60" y="104"/>
                    </a:lnTo>
                    <a:lnTo>
                      <a:pt x="60" y="104"/>
                    </a:lnTo>
                    <a:lnTo>
                      <a:pt x="59" y="104"/>
                    </a:lnTo>
                    <a:lnTo>
                      <a:pt x="48" y="104"/>
                    </a:lnTo>
                    <a:lnTo>
                      <a:pt x="47" y="104"/>
                    </a:lnTo>
                    <a:lnTo>
                      <a:pt x="47" y="104"/>
                    </a:lnTo>
                    <a:lnTo>
                      <a:pt x="46" y="104"/>
                    </a:lnTo>
                    <a:lnTo>
                      <a:pt x="44" y="102"/>
                    </a:lnTo>
                    <a:lnTo>
                      <a:pt x="43" y="99"/>
                    </a:lnTo>
                    <a:lnTo>
                      <a:pt x="42" y="97"/>
                    </a:lnTo>
                    <a:lnTo>
                      <a:pt x="39" y="90"/>
                    </a:lnTo>
                    <a:lnTo>
                      <a:pt x="35" y="89"/>
                    </a:lnTo>
                    <a:lnTo>
                      <a:pt x="30" y="91"/>
                    </a:lnTo>
                    <a:lnTo>
                      <a:pt x="27" y="93"/>
                    </a:lnTo>
                    <a:lnTo>
                      <a:pt x="25" y="94"/>
                    </a:lnTo>
                    <a:lnTo>
                      <a:pt x="23" y="94"/>
                    </a:lnTo>
                    <a:lnTo>
                      <a:pt x="22" y="94"/>
                    </a:lnTo>
                    <a:lnTo>
                      <a:pt x="21" y="94"/>
                    </a:lnTo>
                    <a:lnTo>
                      <a:pt x="21" y="94"/>
                    </a:lnTo>
                    <a:lnTo>
                      <a:pt x="19" y="94"/>
                    </a:lnTo>
                    <a:lnTo>
                      <a:pt x="19" y="94"/>
                    </a:lnTo>
                    <a:lnTo>
                      <a:pt x="12" y="86"/>
                    </a:lnTo>
                    <a:lnTo>
                      <a:pt x="10" y="85"/>
                    </a:lnTo>
                    <a:lnTo>
                      <a:pt x="10" y="85"/>
                    </a:lnTo>
                    <a:lnTo>
                      <a:pt x="10" y="83"/>
                    </a:lnTo>
                    <a:lnTo>
                      <a:pt x="12" y="82"/>
                    </a:lnTo>
                    <a:lnTo>
                      <a:pt x="12" y="80"/>
                    </a:lnTo>
                    <a:lnTo>
                      <a:pt x="13" y="76"/>
                    </a:lnTo>
                    <a:lnTo>
                      <a:pt x="16" y="70"/>
                    </a:lnTo>
                    <a:lnTo>
                      <a:pt x="14" y="65"/>
                    </a:lnTo>
                    <a:lnTo>
                      <a:pt x="9" y="64"/>
                    </a:lnTo>
                    <a:lnTo>
                      <a:pt x="5" y="62"/>
                    </a:lnTo>
                    <a:lnTo>
                      <a:pt x="2" y="61"/>
                    </a:lnTo>
                    <a:lnTo>
                      <a:pt x="0" y="60"/>
                    </a:lnTo>
                    <a:lnTo>
                      <a:pt x="0" y="60"/>
                    </a:lnTo>
                    <a:lnTo>
                      <a:pt x="0" y="59"/>
                    </a:lnTo>
                    <a:lnTo>
                      <a:pt x="0" y="59"/>
                    </a:lnTo>
                    <a:lnTo>
                      <a:pt x="0" y="47"/>
                    </a:lnTo>
                    <a:lnTo>
                      <a:pt x="0" y="47"/>
                    </a:lnTo>
                    <a:lnTo>
                      <a:pt x="0" y="45"/>
                    </a:lnTo>
                    <a:lnTo>
                      <a:pt x="0" y="45"/>
                    </a:lnTo>
                    <a:lnTo>
                      <a:pt x="2" y="44"/>
                    </a:lnTo>
                    <a:lnTo>
                      <a:pt x="5" y="43"/>
                    </a:lnTo>
                    <a:lnTo>
                      <a:pt x="9" y="42"/>
                    </a:lnTo>
                    <a:lnTo>
                      <a:pt x="14" y="39"/>
                    </a:lnTo>
                    <a:lnTo>
                      <a:pt x="16" y="35"/>
                    </a:lnTo>
                    <a:lnTo>
                      <a:pt x="13" y="30"/>
                    </a:lnTo>
                    <a:lnTo>
                      <a:pt x="12" y="26"/>
                    </a:lnTo>
                    <a:lnTo>
                      <a:pt x="10" y="23"/>
                    </a:lnTo>
                    <a:lnTo>
                      <a:pt x="10" y="22"/>
                    </a:lnTo>
                    <a:lnTo>
                      <a:pt x="10" y="21"/>
                    </a:lnTo>
                    <a:lnTo>
                      <a:pt x="10" y="19"/>
                    </a:lnTo>
                    <a:lnTo>
                      <a:pt x="10" y="19"/>
                    </a:lnTo>
                    <a:lnTo>
                      <a:pt x="19" y="10"/>
                    </a:lnTo>
                    <a:lnTo>
                      <a:pt x="21" y="10"/>
                    </a:lnTo>
                    <a:lnTo>
                      <a:pt x="22" y="11"/>
                    </a:lnTo>
                    <a:lnTo>
                      <a:pt x="25" y="11"/>
                    </a:lnTo>
                    <a:lnTo>
                      <a:pt x="30" y="14"/>
                    </a:lnTo>
                    <a:lnTo>
                      <a:pt x="35" y="15"/>
                    </a:lnTo>
                    <a:lnTo>
                      <a:pt x="39" y="14"/>
                    </a:lnTo>
                    <a:lnTo>
                      <a:pt x="42" y="9"/>
                    </a:lnTo>
                    <a:lnTo>
                      <a:pt x="43" y="5"/>
                    </a:lnTo>
                    <a:lnTo>
                      <a:pt x="44" y="2"/>
                    </a:lnTo>
                    <a:lnTo>
                      <a:pt x="46" y="1"/>
                    </a:lnTo>
                    <a:lnTo>
                      <a:pt x="46" y="0"/>
                    </a:lnTo>
                    <a:lnTo>
                      <a:pt x="47" y="0"/>
                    </a:lnTo>
                    <a:lnTo>
                      <a:pt x="4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36" name="Freeform 30"/>
              <p:cNvSpPr>
                <a:spLocks noEditPoints="1"/>
              </p:cNvSpPr>
              <p:nvPr/>
            </p:nvSpPr>
            <p:spPr bwMode="auto">
              <a:xfrm rot="19386584" flipH="1">
                <a:off x="6198975" y="1341977"/>
                <a:ext cx="77152" cy="75710"/>
              </a:xfrm>
              <a:custGeom>
                <a:avLst/>
                <a:gdLst>
                  <a:gd name="T0" fmla="*/ 43 w 107"/>
                  <a:gd name="T1" fmla="*/ 38 h 105"/>
                  <a:gd name="T2" fmla="*/ 36 w 107"/>
                  <a:gd name="T3" fmla="*/ 53 h 105"/>
                  <a:gd name="T4" fmla="*/ 43 w 107"/>
                  <a:gd name="T5" fmla="*/ 67 h 105"/>
                  <a:gd name="T6" fmla="*/ 60 w 107"/>
                  <a:gd name="T7" fmla="*/ 70 h 105"/>
                  <a:gd name="T8" fmla="*/ 72 w 107"/>
                  <a:gd name="T9" fmla="*/ 58 h 105"/>
                  <a:gd name="T10" fmla="*/ 70 w 107"/>
                  <a:gd name="T11" fmla="*/ 42 h 105"/>
                  <a:gd name="T12" fmla="*/ 54 w 107"/>
                  <a:gd name="T13" fmla="*/ 34 h 105"/>
                  <a:gd name="T14" fmla="*/ 60 w 107"/>
                  <a:gd name="T15" fmla="*/ 0 h 105"/>
                  <a:gd name="T16" fmla="*/ 62 w 107"/>
                  <a:gd name="T17" fmla="*/ 3 h 105"/>
                  <a:gd name="T18" fmla="*/ 67 w 107"/>
                  <a:gd name="T19" fmla="*/ 15 h 105"/>
                  <a:gd name="T20" fmla="*/ 80 w 107"/>
                  <a:gd name="T21" fmla="*/ 12 h 105"/>
                  <a:gd name="T22" fmla="*/ 85 w 107"/>
                  <a:gd name="T23" fmla="*/ 11 h 105"/>
                  <a:gd name="T24" fmla="*/ 87 w 107"/>
                  <a:gd name="T25" fmla="*/ 11 h 105"/>
                  <a:gd name="T26" fmla="*/ 96 w 107"/>
                  <a:gd name="T27" fmla="*/ 20 h 105"/>
                  <a:gd name="T28" fmla="*/ 96 w 107"/>
                  <a:gd name="T29" fmla="*/ 22 h 105"/>
                  <a:gd name="T30" fmla="*/ 90 w 107"/>
                  <a:gd name="T31" fmla="*/ 34 h 105"/>
                  <a:gd name="T32" fmla="*/ 102 w 107"/>
                  <a:gd name="T33" fmla="*/ 42 h 105"/>
                  <a:gd name="T34" fmla="*/ 107 w 107"/>
                  <a:gd name="T35" fmla="*/ 46 h 105"/>
                  <a:gd name="T36" fmla="*/ 107 w 107"/>
                  <a:gd name="T37" fmla="*/ 58 h 105"/>
                  <a:gd name="T38" fmla="*/ 106 w 107"/>
                  <a:gd name="T39" fmla="*/ 60 h 105"/>
                  <a:gd name="T40" fmla="*/ 98 w 107"/>
                  <a:gd name="T41" fmla="*/ 63 h 105"/>
                  <a:gd name="T42" fmla="*/ 93 w 107"/>
                  <a:gd name="T43" fmla="*/ 75 h 105"/>
                  <a:gd name="T44" fmla="*/ 97 w 107"/>
                  <a:gd name="T45" fmla="*/ 84 h 105"/>
                  <a:gd name="T46" fmla="*/ 96 w 107"/>
                  <a:gd name="T47" fmla="*/ 85 h 105"/>
                  <a:gd name="T48" fmla="*/ 85 w 107"/>
                  <a:gd name="T49" fmla="*/ 94 h 105"/>
                  <a:gd name="T50" fmla="*/ 72 w 107"/>
                  <a:gd name="T51" fmla="*/ 89 h 105"/>
                  <a:gd name="T52" fmla="*/ 64 w 107"/>
                  <a:gd name="T53" fmla="*/ 100 h 105"/>
                  <a:gd name="T54" fmla="*/ 62 w 107"/>
                  <a:gd name="T55" fmla="*/ 105 h 105"/>
                  <a:gd name="T56" fmla="*/ 49 w 107"/>
                  <a:gd name="T57" fmla="*/ 105 h 105"/>
                  <a:gd name="T58" fmla="*/ 46 w 107"/>
                  <a:gd name="T59" fmla="*/ 104 h 105"/>
                  <a:gd name="T60" fmla="*/ 42 w 107"/>
                  <a:gd name="T61" fmla="*/ 96 h 105"/>
                  <a:gd name="T62" fmla="*/ 32 w 107"/>
                  <a:gd name="T63" fmla="*/ 91 h 105"/>
                  <a:gd name="T64" fmla="*/ 24 w 107"/>
                  <a:gd name="T65" fmla="*/ 94 h 105"/>
                  <a:gd name="T66" fmla="*/ 21 w 107"/>
                  <a:gd name="T67" fmla="*/ 94 h 105"/>
                  <a:gd name="T68" fmla="*/ 12 w 107"/>
                  <a:gd name="T69" fmla="*/ 87 h 105"/>
                  <a:gd name="T70" fmla="*/ 12 w 107"/>
                  <a:gd name="T71" fmla="*/ 84 h 105"/>
                  <a:gd name="T72" fmla="*/ 15 w 107"/>
                  <a:gd name="T73" fmla="*/ 76 h 105"/>
                  <a:gd name="T74" fmla="*/ 9 w 107"/>
                  <a:gd name="T75" fmla="*/ 64 h 105"/>
                  <a:gd name="T76" fmla="*/ 2 w 107"/>
                  <a:gd name="T77" fmla="*/ 60 h 105"/>
                  <a:gd name="T78" fmla="*/ 0 w 107"/>
                  <a:gd name="T79" fmla="*/ 58 h 105"/>
                  <a:gd name="T80" fmla="*/ 0 w 107"/>
                  <a:gd name="T81" fmla="*/ 46 h 105"/>
                  <a:gd name="T82" fmla="*/ 5 w 107"/>
                  <a:gd name="T83" fmla="*/ 43 h 105"/>
                  <a:gd name="T84" fmla="*/ 17 w 107"/>
                  <a:gd name="T85" fmla="*/ 34 h 105"/>
                  <a:gd name="T86" fmla="*/ 12 w 107"/>
                  <a:gd name="T87" fmla="*/ 24 h 105"/>
                  <a:gd name="T88" fmla="*/ 11 w 107"/>
                  <a:gd name="T89" fmla="*/ 20 h 105"/>
                  <a:gd name="T90" fmla="*/ 21 w 107"/>
                  <a:gd name="T91" fmla="*/ 11 h 105"/>
                  <a:gd name="T92" fmla="*/ 30 w 107"/>
                  <a:gd name="T93" fmla="*/ 13 h 105"/>
                  <a:gd name="T94" fmla="*/ 42 w 107"/>
                  <a:gd name="T95" fmla="*/ 9 h 105"/>
                  <a:gd name="T96" fmla="*/ 46 w 107"/>
                  <a:gd name="T97" fmla="*/ 2 h 105"/>
                  <a:gd name="T98" fmla="*/ 49 w 107"/>
                  <a:gd name="T99" fmla="*/ 0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07" h="105">
                    <a:moveTo>
                      <a:pt x="54" y="34"/>
                    </a:moveTo>
                    <a:lnTo>
                      <a:pt x="47" y="36"/>
                    </a:lnTo>
                    <a:lnTo>
                      <a:pt x="43" y="38"/>
                    </a:lnTo>
                    <a:lnTo>
                      <a:pt x="38" y="42"/>
                    </a:lnTo>
                    <a:lnTo>
                      <a:pt x="36" y="46"/>
                    </a:lnTo>
                    <a:lnTo>
                      <a:pt x="36" y="53"/>
                    </a:lnTo>
                    <a:lnTo>
                      <a:pt x="36" y="58"/>
                    </a:lnTo>
                    <a:lnTo>
                      <a:pt x="38" y="63"/>
                    </a:lnTo>
                    <a:lnTo>
                      <a:pt x="43" y="67"/>
                    </a:lnTo>
                    <a:lnTo>
                      <a:pt x="47" y="70"/>
                    </a:lnTo>
                    <a:lnTo>
                      <a:pt x="54" y="71"/>
                    </a:lnTo>
                    <a:lnTo>
                      <a:pt x="60" y="70"/>
                    </a:lnTo>
                    <a:lnTo>
                      <a:pt x="66" y="67"/>
                    </a:lnTo>
                    <a:lnTo>
                      <a:pt x="70" y="63"/>
                    </a:lnTo>
                    <a:lnTo>
                      <a:pt x="72" y="58"/>
                    </a:lnTo>
                    <a:lnTo>
                      <a:pt x="72" y="53"/>
                    </a:lnTo>
                    <a:lnTo>
                      <a:pt x="72" y="46"/>
                    </a:lnTo>
                    <a:lnTo>
                      <a:pt x="70" y="42"/>
                    </a:lnTo>
                    <a:lnTo>
                      <a:pt x="66" y="38"/>
                    </a:lnTo>
                    <a:lnTo>
                      <a:pt x="60" y="36"/>
                    </a:lnTo>
                    <a:lnTo>
                      <a:pt x="54" y="34"/>
                    </a:lnTo>
                    <a:close/>
                    <a:moveTo>
                      <a:pt x="49" y="0"/>
                    </a:moveTo>
                    <a:lnTo>
                      <a:pt x="59" y="0"/>
                    </a:lnTo>
                    <a:lnTo>
                      <a:pt x="60" y="0"/>
                    </a:lnTo>
                    <a:lnTo>
                      <a:pt x="60" y="0"/>
                    </a:lnTo>
                    <a:lnTo>
                      <a:pt x="62" y="2"/>
                    </a:lnTo>
                    <a:lnTo>
                      <a:pt x="62" y="3"/>
                    </a:lnTo>
                    <a:lnTo>
                      <a:pt x="63" y="5"/>
                    </a:lnTo>
                    <a:lnTo>
                      <a:pt x="66" y="9"/>
                    </a:lnTo>
                    <a:lnTo>
                      <a:pt x="67" y="15"/>
                    </a:lnTo>
                    <a:lnTo>
                      <a:pt x="72" y="16"/>
                    </a:lnTo>
                    <a:lnTo>
                      <a:pt x="76" y="13"/>
                    </a:lnTo>
                    <a:lnTo>
                      <a:pt x="80" y="12"/>
                    </a:lnTo>
                    <a:lnTo>
                      <a:pt x="83" y="12"/>
                    </a:lnTo>
                    <a:lnTo>
                      <a:pt x="84" y="11"/>
                    </a:lnTo>
                    <a:lnTo>
                      <a:pt x="85" y="11"/>
                    </a:lnTo>
                    <a:lnTo>
                      <a:pt x="85" y="11"/>
                    </a:lnTo>
                    <a:lnTo>
                      <a:pt x="87" y="11"/>
                    </a:lnTo>
                    <a:lnTo>
                      <a:pt x="87" y="11"/>
                    </a:lnTo>
                    <a:lnTo>
                      <a:pt x="88" y="11"/>
                    </a:lnTo>
                    <a:lnTo>
                      <a:pt x="96" y="19"/>
                    </a:lnTo>
                    <a:lnTo>
                      <a:pt x="96" y="20"/>
                    </a:lnTo>
                    <a:lnTo>
                      <a:pt x="97" y="20"/>
                    </a:lnTo>
                    <a:lnTo>
                      <a:pt x="97" y="21"/>
                    </a:lnTo>
                    <a:lnTo>
                      <a:pt x="96" y="22"/>
                    </a:lnTo>
                    <a:lnTo>
                      <a:pt x="94" y="25"/>
                    </a:lnTo>
                    <a:lnTo>
                      <a:pt x="93" y="29"/>
                    </a:lnTo>
                    <a:lnTo>
                      <a:pt x="90" y="34"/>
                    </a:lnTo>
                    <a:lnTo>
                      <a:pt x="93" y="40"/>
                    </a:lnTo>
                    <a:lnTo>
                      <a:pt x="98" y="41"/>
                    </a:lnTo>
                    <a:lnTo>
                      <a:pt x="102" y="42"/>
                    </a:lnTo>
                    <a:lnTo>
                      <a:pt x="105" y="43"/>
                    </a:lnTo>
                    <a:lnTo>
                      <a:pt x="106" y="45"/>
                    </a:lnTo>
                    <a:lnTo>
                      <a:pt x="107" y="46"/>
                    </a:lnTo>
                    <a:lnTo>
                      <a:pt x="107" y="46"/>
                    </a:lnTo>
                    <a:lnTo>
                      <a:pt x="107" y="47"/>
                    </a:lnTo>
                    <a:lnTo>
                      <a:pt x="107" y="58"/>
                    </a:lnTo>
                    <a:lnTo>
                      <a:pt x="107" y="59"/>
                    </a:lnTo>
                    <a:lnTo>
                      <a:pt x="107" y="59"/>
                    </a:lnTo>
                    <a:lnTo>
                      <a:pt x="106" y="60"/>
                    </a:lnTo>
                    <a:lnTo>
                      <a:pt x="105" y="60"/>
                    </a:lnTo>
                    <a:lnTo>
                      <a:pt x="102" y="62"/>
                    </a:lnTo>
                    <a:lnTo>
                      <a:pt x="98" y="63"/>
                    </a:lnTo>
                    <a:lnTo>
                      <a:pt x="93" y="66"/>
                    </a:lnTo>
                    <a:lnTo>
                      <a:pt x="92" y="70"/>
                    </a:lnTo>
                    <a:lnTo>
                      <a:pt x="93" y="75"/>
                    </a:lnTo>
                    <a:lnTo>
                      <a:pt x="96" y="79"/>
                    </a:lnTo>
                    <a:lnTo>
                      <a:pt x="96" y="81"/>
                    </a:lnTo>
                    <a:lnTo>
                      <a:pt x="97" y="84"/>
                    </a:lnTo>
                    <a:lnTo>
                      <a:pt x="97" y="84"/>
                    </a:lnTo>
                    <a:lnTo>
                      <a:pt x="97" y="85"/>
                    </a:lnTo>
                    <a:lnTo>
                      <a:pt x="96" y="85"/>
                    </a:lnTo>
                    <a:lnTo>
                      <a:pt x="88" y="94"/>
                    </a:lnTo>
                    <a:lnTo>
                      <a:pt x="87" y="94"/>
                    </a:lnTo>
                    <a:lnTo>
                      <a:pt x="85" y="94"/>
                    </a:lnTo>
                    <a:lnTo>
                      <a:pt x="81" y="93"/>
                    </a:lnTo>
                    <a:lnTo>
                      <a:pt x="77" y="92"/>
                    </a:lnTo>
                    <a:lnTo>
                      <a:pt x="72" y="89"/>
                    </a:lnTo>
                    <a:lnTo>
                      <a:pt x="67" y="91"/>
                    </a:lnTo>
                    <a:lnTo>
                      <a:pt x="66" y="96"/>
                    </a:lnTo>
                    <a:lnTo>
                      <a:pt x="64" y="100"/>
                    </a:lnTo>
                    <a:lnTo>
                      <a:pt x="63" y="102"/>
                    </a:lnTo>
                    <a:lnTo>
                      <a:pt x="62" y="104"/>
                    </a:lnTo>
                    <a:lnTo>
                      <a:pt x="62" y="105"/>
                    </a:lnTo>
                    <a:lnTo>
                      <a:pt x="60" y="105"/>
                    </a:lnTo>
                    <a:lnTo>
                      <a:pt x="60" y="105"/>
                    </a:lnTo>
                    <a:lnTo>
                      <a:pt x="49" y="105"/>
                    </a:lnTo>
                    <a:lnTo>
                      <a:pt x="47" y="105"/>
                    </a:lnTo>
                    <a:lnTo>
                      <a:pt x="47" y="105"/>
                    </a:lnTo>
                    <a:lnTo>
                      <a:pt x="46" y="104"/>
                    </a:lnTo>
                    <a:lnTo>
                      <a:pt x="46" y="102"/>
                    </a:lnTo>
                    <a:lnTo>
                      <a:pt x="45" y="100"/>
                    </a:lnTo>
                    <a:lnTo>
                      <a:pt x="42" y="96"/>
                    </a:lnTo>
                    <a:lnTo>
                      <a:pt x="41" y="91"/>
                    </a:lnTo>
                    <a:lnTo>
                      <a:pt x="36" y="89"/>
                    </a:lnTo>
                    <a:lnTo>
                      <a:pt x="32" y="91"/>
                    </a:lnTo>
                    <a:lnTo>
                      <a:pt x="28" y="93"/>
                    </a:lnTo>
                    <a:lnTo>
                      <a:pt x="25" y="93"/>
                    </a:lnTo>
                    <a:lnTo>
                      <a:pt x="24" y="94"/>
                    </a:lnTo>
                    <a:lnTo>
                      <a:pt x="22" y="94"/>
                    </a:lnTo>
                    <a:lnTo>
                      <a:pt x="22" y="94"/>
                    </a:lnTo>
                    <a:lnTo>
                      <a:pt x="21" y="94"/>
                    </a:lnTo>
                    <a:lnTo>
                      <a:pt x="21" y="94"/>
                    </a:lnTo>
                    <a:lnTo>
                      <a:pt x="20" y="94"/>
                    </a:lnTo>
                    <a:lnTo>
                      <a:pt x="12" y="87"/>
                    </a:lnTo>
                    <a:lnTo>
                      <a:pt x="12" y="85"/>
                    </a:lnTo>
                    <a:lnTo>
                      <a:pt x="11" y="85"/>
                    </a:lnTo>
                    <a:lnTo>
                      <a:pt x="12" y="84"/>
                    </a:lnTo>
                    <a:lnTo>
                      <a:pt x="12" y="83"/>
                    </a:lnTo>
                    <a:lnTo>
                      <a:pt x="13" y="79"/>
                    </a:lnTo>
                    <a:lnTo>
                      <a:pt x="15" y="76"/>
                    </a:lnTo>
                    <a:lnTo>
                      <a:pt x="17" y="70"/>
                    </a:lnTo>
                    <a:lnTo>
                      <a:pt x="15" y="66"/>
                    </a:lnTo>
                    <a:lnTo>
                      <a:pt x="9" y="64"/>
                    </a:lnTo>
                    <a:lnTo>
                      <a:pt x="5" y="63"/>
                    </a:lnTo>
                    <a:lnTo>
                      <a:pt x="3" y="62"/>
                    </a:lnTo>
                    <a:lnTo>
                      <a:pt x="2" y="60"/>
                    </a:lnTo>
                    <a:lnTo>
                      <a:pt x="0" y="59"/>
                    </a:lnTo>
                    <a:lnTo>
                      <a:pt x="0" y="59"/>
                    </a:lnTo>
                    <a:lnTo>
                      <a:pt x="0" y="58"/>
                    </a:lnTo>
                    <a:lnTo>
                      <a:pt x="0" y="47"/>
                    </a:lnTo>
                    <a:lnTo>
                      <a:pt x="0" y="46"/>
                    </a:lnTo>
                    <a:lnTo>
                      <a:pt x="0" y="46"/>
                    </a:lnTo>
                    <a:lnTo>
                      <a:pt x="2" y="45"/>
                    </a:lnTo>
                    <a:lnTo>
                      <a:pt x="3" y="45"/>
                    </a:lnTo>
                    <a:lnTo>
                      <a:pt x="5" y="43"/>
                    </a:lnTo>
                    <a:lnTo>
                      <a:pt x="9" y="41"/>
                    </a:lnTo>
                    <a:lnTo>
                      <a:pt x="15" y="40"/>
                    </a:lnTo>
                    <a:lnTo>
                      <a:pt x="17" y="34"/>
                    </a:lnTo>
                    <a:lnTo>
                      <a:pt x="15" y="30"/>
                    </a:lnTo>
                    <a:lnTo>
                      <a:pt x="12" y="26"/>
                    </a:lnTo>
                    <a:lnTo>
                      <a:pt x="12" y="24"/>
                    </a:lnTo>
                    <a:lnTo>
                      <a:pt x="11" y="21"/>
                    </a:lnTo>
                    <a:lnTo>
                      <a:pt x="11" y="20"/>
                    </a:lnTo>
                    <a:lnTo>
                      <a:pt x="11" y="20"/>
                    </a:lnTo>
                    <a:lnTo>
                      <a:pt x="12" y="20"/>
                    </a:lnTo>
                    <a:lnTo>
                      <a:pt x="20" y="11"/>
                    </a:lnTo>
                    <a:lnTo>
                      <a:pt x="21" y="11"/>
                    </a:lnTo>
                    <a:lnTo>
                      <a:pt x="22" y="11"/>
                    </a:lnTo>
                    <a:lnTo>
                      <a:pt x="26" y="12"/>
                    </a:lnTo>
                    <a:lnTo>
                      <a:pt x="30" y="13"/>
                    </a:lnTo>
                    <a:lnTo>
                      <a:pt x="36" y="16"/>
                    </a:lnTo>
                    <a:lnTo>
                      <a:pt x="41" y="15"/>
                    </a:lnTo>
                    <a:lnTo>
                      <a:pt x="42" y="9"/>
                    </a:lnTo>
                    <a:lnTo>
                      <a:pt x="43" y="5"/>
                    </a:lnTo>
                    <a:lnTo>
                      <a:pt x="45" y="3"/>
                    </a:lnTo>
                    <a:lnTo>
                      <a:pt x="46" y="2"/>
                    </a:lnTo>
                    <a:lnTo>
                      <a:pt x="46" y="0"/>
                    </a:lnTo>
                    <a:lnTo>
                      <a:pt x="47" y="0"/>
                    </a:lnTo>
                    <a:lnTo>
                      <a:pt x="4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37" name="Freeform 31"/>
              <p:cNvSpPr>
                <a:spLocks noEditPoints="1"/>
              </p:cNvSpPr>
              <p:nvPr/>
            </p:nvSpPr>
            <p:spPr bwMode="auto">
              <a:xfrm rot="19386584" flipH="1">
                <a:off x="6382519" y="1651383"/>
                <a:ext cx="77152" cy="75710"/>
              </a:xfrm>
              <a:custGeom>
                <a:avLst/>
                <a:gdLst>
                  <a:gd name="T0" fmla="*/ 43 w 107"/>
                  <a:gd name="T1" fmla="*/ 38 h 105"/>
                  <a:gd name="T2" fmla="*/ 35 w 107"/>
                  <a:gd name="T3" fmla="*/ 53 h 105"/>
                  <a:gd name="T4" fmla="*/ 43 w 107"/>
                  <a:gd name="T5" fmla="*/ 67 h 105"/>
                  <a:gd name="T6" fmla="*/ 60 w 107"/>
                  <a:gd name="T7" fmla="*/ 70 h 105"/>
                  <a:gd name="T8" fmla="*/ 72 w 107"/>
                  <a:gd name="T9" fmla="*/ 59 h 105"/>
                  <a:gd name="T10" fmla="*/ 69 w 107"/>
                  <a:gd name="T11" fmla="*/ 42 h 105"/>
                  <a:gd name="T12" fmla="*/ 53 w 107"/>
                  <a:gd name="T13" fmla="*/ 34 h 105"/>
                  <a:gd name="T14" fmla="*/ 60 w 107"/>
                  <a:gd name="T15" fmla="*/ 0 h 105"/>
                  <a:gd name="T16" fmla="*/ 63 w 107"/>
                  <a:gd name="T17" fmla="*/ 2 h 105"/>
                  <a:gd name="T18" fmla="*/ 67 w 107"/>
                  <a:gd name="T19" fmla="*/ 15 h 105"/>
                  <a:gd name="T20" fmla="*/ 80 w 107"/>
                  <a:gd name="T21" fmla="*/ 12 h 105"/>
                  <a:gd name="T22" fmla="*/ 85 w 107"/>
                  <a:gd name="T23" fmla="*/ 11 h 105"/>
                  <a:gd name="T24" fmla="*/ 86 w 107"/>
                  <a:gd name="T25" fmla="*/ 11 h 105"/>
                  <a:gd name="T26" fmla="*/ 95 w 107"/>
                  <a:gd name="T27" fmla="*/ 20 h 105"/>
                  <a:gd name="T28" fmla="*/ 95 w 107"/>
                  <a:gd name="T29" fmla="*/ 23 h 105"/>
                  <a:gd name="T30" fmla="*/ 91 w 107"/>
                  <a:gd name="T31" fmla="*/ 36 h 105"/>
                  <a:gd name="T32" fmla="*/ 102 w 107"/>
                  <a:gd name="T33" fmla="*/ 44 h 105"/>
                  <a:gd name="T34" fmla="*/ 107 w 107"/>
                  <a:gd name="T35" fmla="*/ 46 h 105"/>
                  <a:gd name="T36" fmla="*/ 107 w 107"/>
                  <a:gd name="T37" fmla="*/ 58 h 105"/>
                  <a:gd name="T38" fmla="*/ 106 w 107"/>
                  <a:gd name="T39" fmla="*/ 61 h 105"/>
                  <a:gd name="T40" fmla="*/ 98 w 107"/>
                  <a:gd name="T41" fmla="*/ 65 h 105"/>
                  <a:gd name="T42" fmla="*/ 93 w 107"/>
                  <a:gd name="T43" fmla="*/ 75 h 105"/>
                  <a:gd name="T44" fmla="*/ 97 w 107"/>
                  <a:gd name="T45" fmla="*/ 84 h 105"/>
                  <a:gd name="T46" fmla="*/ 95 w 107"/>
                  <a:gd name="T47" fmla="*/ 85 h 105"/>
                  <a:gd name="T48" fmla="*/ 85 w 107"/>
                  <a:gd name="T49" fmla="*/ 95 h 105"/>
                  <a:gd name="T50" fmla="*/ 72 w 107"/>
                  <a:gd name="T51" fmla="*/ 89 h 105"/>
                  <a:gd name="T52" fmla="*/ 64 w 107"/>
                  <a:gd name="T53" fmla="*/ 100 h 105"/>
                  <a:gd name="T54" fmla="*/ 61 w 107"/>
                  <a:gd name="T55" fmla="*/ 105 h 105"/>
                  <a:gd name="T56" fmla="*/ 48 w 107"/>
                  <a:gd name="T57" fmla="*/ 105 h 105"/>
                  <a:gd name="T58" fmla="*/ 46 w 107"/>
                  <a:gd name="T59" fmla="*/ 105 h 105"/>
                  <a:gd name="T60" fmla="*/ 42 w 107"/>
                  <a:gd name="T61" fmla="*/ 96 h 105"/>
                  <a:gd name="T62" fmla="*/ 31 w 107"/>
                  <a:gd name="T63" fmla="*/ 92 h 105"/>
                  <a:gd name="T64" fmla="*/ 23 w 107"/>
                  <a:gd name="T65" fmla="*/ 95 h 105"/>
                  <a:gd name="T66" fmla="*/ 22 w 107"/>
                  <a:gd name="T67" fmla="*/ 95 h 105"/>
                  <a:gd name="T68" fmla="*/ 12 w 107"/>
                  <a:gd name="T69" fmla="*/ 87 h 105"/>
                  <a:gd name="T70" fmla="*/ 12 w 107"/>
                  <a:gd name="T71" fmla="*/ 84 h 105"/>
                  <a:gd name="T72" fmla="*/ 14 w 107"/>
                  <a:gd name="T73" fmla="*/ 76 h 105"/>
                  <a:gd name="T74" fmla="*/ 9 w 107"/>
                  <a:gd name="T75" fmla="*/ 65 h 105"/>
                  <a:gd name="T76" fmla="*/ 1 w 107"/>
                  <a:gd name="T77" fmla="*/ 61 h 105"/>
                  <a:gd name="T78" fmla="*/ 0 w 107"/>
                  <a:gd name="T79" fmla="*/ 58 h 105"/>
                  <a:gd name="T80" fmla="*/ 0 w 107"/>
                  <a:gd name="T81" fmla="*/ 46 h 105"/>
                  <a:gd name="T82" fmla="*/ 5 w 107"/>
                  <a:gd name="T83" fmla="*/ 44 h 105"/>
                  <a:gd name="T84" fmla="*/ 17 w 107"/>
                  <a:gd name="T85" fmla="*/ 36 h 105"/>
                  <a:gd name="T86" fmla="*/ 12 w 107"/>
                  <a:gd name="T87" fmla="*/ 24 h 105"/>
                  <a:gd name="T88" fmla="*/ 12 w 107"/>
                  <a:gd name="T89" fmla="*/ 20 h 105"/>
                  <a:gd name="T90" fmla="*/ 21 w 107"/>
                  <a:gd name="T91" fmla="*/ 11 h 105"/>
                  <a:gd name="T92" fmla="*/ 30 w 107"/>
                  <a:gd name="T93" fmla="*/ 13 h 105"/>
                  <a:gd name="T94" fmla="*/ 42 w 107"/>
                  <a:gd name="T95" fmla="*/ 10 h 105"/>
                  <a:gd name="T96" fmla="*/ 46 w 107"/>
                  <a:gd name="T97" fmla="*/ 2 h 105"/>
                  <a:gd name="T98" fmla="*/ 48 w 107"/>
                  <a:gd name="T99" fmla="*/ 0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07" h="105">
                    <a:moveTo>
                      <a:pt x="53" y="34"/>
                    </a:moveTo>
                    <a:lnTo>
                      <a:pt x="48" y="36"/>
                    </a:lnTo>
                    <a:lnTo>
                      <a:pt x="43" y="38"/>
                    </a:lnTo>
                    <a:lnTo>
                      <a:pt x="39" y="42"/>
                    </a:lnTo>
                    <a:lnTo>
                      <a:pt x="35" y="48"/>
                    </a:lnTo>
                    <a:lnTo>
                      <a:pt x="35" y="53"/>
                    </a:lnTo>
                    <a:lnTo>
                      <a:pt x="35" y="59"/>
                    </a:lnTo>
                    <a:lnTo>
                      <a:pt x="39" y="63"/>
                    </a:lnTo>
                    <a:lnTo>
                      <a:pt x="43" y="67"/>
                    </a:lnTo>
                    <a:lnTo>
                      <a:pt x="48" y="70"/>
                    </a:lnTo>
                    <a:lnTo>
                      <a:pt x="53" y="71"/>
                    </a:lnTo>
                    <a:lnTo>
                      <a:pt x="60" y="70"/>
                    </a:lnTo>
                    <a:lnTo>
                      <a:pt x="65" y="67"/>
                    </a:lnTo>
                    <a:lnTo>
                      <a:pt x="69" y="63"/>
                    </a:lnTo>
                    <a:lnTo>
                      <a:pt x="72" y="59"/>
                    </a:lnTo>
                    <a:lnTo>
                      <a:pt x="73" y="53"/>
                    </a:lnTo>
                    <a:lnTo>
                      <a:pt x="72" y="48"/>
                    </a:lnTo>
                    <a:lnTo>
                      <a:pt x="69" y="42"/>
                    </a:lnTo>
                    <a:lnTo>
                      <a:pt x="65" y="38"/>
                    </a:lnTo>
                    <a:lnTo>
                      <a:pt x="60" y="36"/>
                    </a:lnTo>
                    <a:lnTo>
                      <a:pt x="53" y="34"/>
                    </a:lnTo>
                    <a:close/>
                    <a:moveTo>
                      <a:pt x="48" y="0"/>
                    </a:moveTo>
                    <a:lnTo>
                      <a:pt x="59" y="0"/>
                    </a:lnTo>
                    <a:lnTo>
                      <a:pt x="60" y="0"/>
                    </a:lnTo>
                    <a:lnTo>
                      <a:pt x="60" y="0"/>
                    </a:lnTo>
                    <a:lnTo>
                      <a:pt x="61" y="2"/>
                    </a:lnTo>
                    <a:lnTo>
                      <a:pt x="63" y="2"/>
                    </a:lnTo>
                    <a:lnTo>
                      <a:pt x="64" y="6"/>
                    </a:lnTo>
                    <a:lnTo>
                      <a:pt x="65" y="10"/>
                    </a:lnTo>
                    <a:lnTo>
                      <a:pt x="67" y="15"/>
                    </a:lnTo>
                    <a:lnTo>
                      <a:pt x="72" y="16"/>
                    </a:lnTo>
                    <a:lnTo>
                      <a:pt x="76" y="15"/>
                    </a:lnTo>
                    <a:lnTo>
                      <a:pt x="80" y="12"/>
                    </a:lnTo>
                    <a:lnTo>
                      <a:pt x="82" y="12"/>
                    </a:lnTo>
                    <a:lnTo>
                      <a:pt x="84" y="11"/>
                    </a:lnTo>
                    <a:lnTo>
                      <a:pt x="85" y="11"/>
                    </a:lnTo>
                    <a:lnTo>
                      <a:pt x="85" y="11"/>
                    </a:lnTo>
                    <a:lnTo>
                      <a:pt x="86" y="11"/>
                    </a:lnTo>
                    <a:lnTo>
                      <a:pt x="86" y="11"/>
                    </a:lnTo>
                    <a:lnTo>
                      <a:pt x="87" y="11"/>
                    </a:lnTo>
                    <a:lnTo>
                      <a:pt x="95" y="19"/>
                    </a:lnTo>
                    <a:lnTo>
                      <a:pt x="95" y="20"/>
                    </a:lnTo>
                    <a:lnTo>
                      <a:pt x="97" y="20"/>
                    </a:lnTo>
                    <a:lnTo>
                      <a:pt x="97" y="21"/>
                    </a:lnTo>
                    <a:lnTo>
                      <a:pt x="95" y="23"/>
                    </a:lnTo>
                    <a:lnTo>
                      <a:pt x="95" y="27"/>
                    </a:lnTo>
                    <a:lnTo>
                      <a:pt x="93" y="29"/>
                    </a:lnTo>
                    <a:lnTo>
                      <a:pt x="91" y="36"/>
                    </a:lnTo>
                    <a:lnTo>
                      <a:pt x="93" y="40"/>
                    </a:lnTo>
                    <a:lnTo>
                      <a:pt x="98" y="41"/>
                    </a:lnTo>
                    <a:lnTo>
                      <a:pt x="102" y="44"/>
                    </a:lnTo>
                    <a:lnTo>
                      <a:pt x="104" y="44"/>
                    </a:lnTo>
                    <a:lnTo>
                      <a:pt x="106" y="45"/>
                    </a:lnTo>
                    <a:lnTo>
                      <a:pt x="107" y="46"/>
                    </a:lnTo>
                    <a:lnTo>
                      <a:pt x="107" y="46"/>
                    </a:lnTo>
                    <a:lnTo>
                      <a:pt x="107" y="48"/>
                    </a:lnTo>
                    <a:lnTo>
                      <a:pt x="107" y="58"/>
                    </a:lnTo>
                    <a:lnTo>
                      <a:pt x="107" y="59"/>
                    </a:lnTo>
                    <a:lnTo>
                      <a:pt x="107" y="59"/>
                    </a:lnTo>
                    <a:lnTo>
                      <a:pt x="106" y="61"/>
                    </a:lnTo>
                    <a:lnTo>
                      <a:pt x="104" y="61"/>
                    </a:lnTo>
                    <a:lnTo>
                      <a:pt x="102" y="62"/>
                    </a:lnTo>
                    <a:lnTo>
                      <a:pt x="98" y="65"/>
                    </a:lnTo>
                    <a:lnTo>
                      <a:pt x="93" y="66"/>
                    </a:lnTo>
                    <a:lnTo>
                      <a:pt x="91" y="71"/>
                    </a:lnTo>
                    <a:lnTo>
                      <a:pt x="93" y="75"/>
                    </a:lnTo>
                    <a:lnTo>
                      <a:pt x="95" y="79"/>
                    </a:lnTo>
                    <a:lnTo>
                      <a:pt x="97" y="82"/>
                    </a:lnTo>
                    <a:lnTo>
                      <a:pt x="97" y="84"/>
                    </a:lnTo>
                    <a:lnTo>
                      <a:pt x="97" y="85"/>
                    </a:lnTo>
                    <a:lnTo>
                      <a:pt x="97" y="85"/>
                    </a:lnTo>
                    <a:lnTo>
                      <a:pt x="95" y="85"/>
                    </a:lnTo>
                    <a:lnTo>
                      <a:pt x="87" y="95"/>
                    </a:lnTo>
                    <a:lnTo>
                      <a:pt x="86" y="95"/>
                    </a:lnTo>
                    <a:lnTo>
                      <a:pt x="85" y="95"/>
                    </a:lnTo>
                    <a:lnTo>
                      <a:pt x="81" y="93"/>
                    </a:lnTo>
                    <a:lnTo>
                      <a:pt x="77" y="92"/>
                    </a:lnTo>
                    <a:lnTo>
                      <a:pt x="72" y="89"/>
                    </a:lnTo>
                    <a:lnTo>
                      <a:pt x="68" y="91"/>
                    </a:lnTo>
                    <a:lnTo>
                      <a:pt x="65" y="96"/>
                    </a:lnTo>
                    <a:lnTo>
                      <a:pt x="64" y="100"/>
                    </a:lnTo>
                    <a:lnTo>
                      <a:pt x="63" y="102"/>
                    </a:lnTo>
                    <a:lnTo>
                      <a:pt x="61" y="104"/>
                    </a:lnTo>
                    <a:lnTo>
                      <a:pt x="61" y="105"/>
                    </a:lnTo>
                    <a:lnTo>
                      <a:pt x="60" y="105"/>
                    </a:lnTo>
                    <a:lnTo>
                      <a:pt x="60" y="105"/>
                    </a:lnTo>
                    <a:lnTo>
                      <a:pt x="48" y="105"/>
                    </a:lnTo>
                    <a:lnTo>
                      <a:pt x="47" y="105"/>
                    </a:lnTo>
                    <a:lnTo>
                      <a:pt x="47" y="105"/>
                    </a:lnTo>
                    <a:lnTo>
                      <a:pt x="46" y="105"/>
                    </a:lnTo>
                    <a:lnTo>
                      <a:pt x="46" y="102"/>
                    </a:lnTo>
                    <a:lnTo>
                      <a:pt x="44" y="100"/>
                    </a:lnTo>
                    <a:lnTo>
                      <a:pt x="42" y="96"/>
                    </a:lnTo>
                    <a:lnTo>
                      <a:pt x="40" y="91"/>
                    </a:lnTo>
                    <a:lnTo>
                      <a:pt x="35" y="89"/>
                    </a:lnTo>
                    <a:lnTo>
                      <a:pt x="31" y="92"/>
                    </a:lnTo>
                    <a:lnTo>
                      <a:pt x="27" y="93"/>
                    </a:lnTo>
                    <a:lnTo>
                      <a:pt x="25" y="93"/>
                    </a:lnTo>
                    <a:lnTo>
                      <a:pt x="23" y="95"/>
                    </a:lnTo>
                    <a:lnTo>
                      <a:pt x="22" y="95"/>
                    </a:lnTo>
                    <a:lnTo>
                      <a:pt x="22" y="95"/>
                    </a:lnTo>
                    <a:lnTo>
                      <a:pt x="22" y="95"/>
                    </a:lnTo>
                    <a:lnTo>
                      <a:pt x="21" y="95"/>
                    </a:lnTo>
                    <a:lnTo>
                      <a:pt x="19" y="95"/>
                    </a:lnTo>
                    <a:lnTo>
                      <a:pt x="12" y="87"/>
                    </a:lnTo>
                    <a:lnTo>
                      <a:pt x="12" y="85"/>
                    </a:lnTo>
                    <a:lnTo>
                      <a:pt x="12" y="85"/>
                    </a:lnTo>
                    <a:lnTo>
                      <a:pt x="12" y="84"/>
                    </a:lnTo>
                    <a:lnTo>
                      <a:pt x="12" y="83"/>
                    </a:lnTo>
                    <a:lnTo>
                      <a:pt x="13" y="80"/>
                    </a:lnTo>
                    <a:lnTo>
                      <a:pt x="14" y="76"/>
                    </a:lnTo>
                    <a:lnTo>
                      <a:pt x="17" y="71"/>
                    </a:lnTo>
                    <a:lnTo>
                      <a:pt x="14" y="66"/>
                    </a:lnTo>
                    <a:lnTo>
                      <a:pt x="9" y="65"/>
                    </a:lnTo>
                    <a:lnTo>
                      <a:pt x="5" y="63"/>
                    </a:lnTo>
                    <a:lnTo>
                      <a:pt x="2" y="62"/>
                    </a:lnTo>
                    <a:lnTo>
                      <a:pt x="1" y="61"/>
                    </a:lnTo>
                    <a:lnTo>
                      <a:pt x="0" y="61"/>
                    </a:lnTo>
                    <a:lnTo>
                      <a:pt x="0" y="59"/>
                    </a:lnTo>
                    <a:lnTo>
                      <a:pt x="0" y="58"/>
                    </a:lnTo>
                    <a:lnTo>
                      <a:pt x="0" y="48"/>
                    </a:lnTo>
                    <a:lnTo>
                      <a:pt x="0" y="46"/>
                    </a:lnTo>
                    <a:lnTo>
                      <a:pt x="0" y="46"/>
                    </a:lnTo>
                    <a:lnTo>
                      <a:pt x="1" y="45"/>
                    </a:lnTo>
                    <a:lnTo>
                      <a:pt x="2" y="45"/>
                    </a:lnTo>
                    <a:lnTo>
                      <a:pt x="5" y="44"/>
                    </a:lnTo>
                    <a:lnTo>
                      <a:pt x="9" y="42"/>
                    </a:lnTo>
                    <a:lnTo>
                      <a:pt x="14" y="40"/>
                    </a:lnTo>
                    <a:lnTo>
                      <a:pt x="17" y="36"/>
                    </a:lnTo>
                    <a:lnTo>
                      <a:pt x="14" y="30"/>
                    </a:lnTo>
                    <a:lnTo>
                      <a:pt x="13" y="27"/>
                    </a:lnTo>
                    <a:lnTo>
                      <a:pt x="12" y="24"/>
                    </a:lnTo>
                    <a:lnTo>
                      <a:pt x="10" y="21"/>
                    </a:lnTo>
                    <a:lnTo>
                      <a:pt x="10" y="21"/>
                    </a:lnTo>
                    <a:lnTo>
                      <a:pt x="12" y="20"/>
                    </a:lnTo>
                    <a:lnTo>
                      <a:pt x="12" y="20"/>
                    </a:lnTo>
                    <a:lnTo>
                      <a:pt x="21" y="11"/>
                    </a:lnTo>
                    <a:lnTo>
                      <a:pt x="21" y="11"/>
                    </a:lnTo>
                    <a:lnTo>
                      <a:pt x="23" y="11"/>
                    </a:lnTo>
                    <a:lnTo>
                      <a:pt x="26" y="12"/>
                    </a:lnTo>
                    <a:lnTo>
                      <a:pt x="30" y="13"/>
                    </a:lnTo>
                    <a:lnTo>
                      <a:pt x="35" y="16"/>
                    </a:lnTo>
                    <a:lnTo>
                      <a:pt x="40" y="15"/>
                    </a:lnTo>
                    <a:lnTo>
                      <a:pt x="42" y="10"/>
                    </a:lnTo>
                    <a:lnTo>
                      <a:pt x="43" y="6"/>
                    </a:lnTo>
                    <a:lnTo>
                      <a:pt x="44" y="2"/>
                    </a:lnTo>
                    <a:lnTo>
                      <a:pt x="46" y="2"/>
                    </a:lnTo>
                    <a:lnTo>
                      <a:pt x="47" y="0"/>
                    </a:lnTo>
                    <a:lnTo>
                      <a:pt x="47" y="0"/>
                    </a:lnTo>
                    <a:lnTo>
                      <a:pt x="4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38" name="Freeform 32"/>
              <p:cNvSpPr>
                <a:spLocks noEditPoints="1"/>
              </p:cNvSpPr>
              <p:nvPr/>
            </p:nvSpPr>
            <p:spPr bwMode="auto">
              <a:xfrm rot="19386584" flipH="1">
                <a:off x="6553819" y="1394703"/>
                <a:ext cx="77152" cy="74988"/>
              </a:xfrm>
              <a:custGeom>
                <a:avLst/>
                <a:gdLst>
                  <a:gd name="T0" fmla="*/ 43 w 107"/>
                  <a:gd name="T1" fmla="*/ 38 h 104"/>
                  <a:gd name="T2" fmla="*/ 35 w 107"/>
                  <a:gd name="T3" fmla="*/ 52 h 104"/>
                  <a:gd name="T4" fmla="*/ 43 w 107"/>
                  <a:gd name="T5" fmla="*/ 66 h 104"/>
                  <a:gd name="T6" fmla="*/ 60 w 107"/>
                  <a:gd name="T7" fmla="*/ 69 h 104"/>
                  <a:gd name="T8" fmla="*/ 72 w 107"/>
                  <a:gd name="T9" fmla="*/ 59 h 104"/>
                  <a:gd name="T10" fmla="*/ 69 w 107"/>
                  <a:gd name="T11" fmla="*/ 42 h 104"/>
                  <a:gd name="T12" fmla="*/ 53 w 107"/>
                  <a:gd name="T13" fmla="*/ 34 h 104"/>
                  <a:gd name="T14" fmla="*/ 60 w 107"/>
                  <a:gd name="T15" fmla="*/ 0 h 104"/>
                  <a:gd name="T16" fmla="*/ 62 w 107"/>
                  <a:gd name="T17" fmla="*/ 2 h 104"/>
                  <a:gd name="T18" fmla="*/ 66 w 107"/>
                  <a:gd name="T19" fmla="*/ 14 h 104"/>
                  <a:gd name="T20" fmla="*/ 79 w 107"/>
                  <a:gd name="T21" fmla="*/ 11 h 104"/>
                  <a:gd name="T22" fmla="*/ 85 w 107"/>
                  <a:gd name="T23" fmla="*/ 10 h 104"/>
                  <a:gd name="T24" fmla="*/ 86 w 107"/>
                  <a:gd name="T25" fmla="*/ 10 h 104"/>
                  <a:gd name="T26" fmla="*/ 95 w 107"/>
                  <a:gd name="T27" fmla="*/ 19 h 104"/>
                  <a:gd name="T28" fmla="*/ 95 w 107"/>
                  <a:gd name="T29" fmla="*/ 23 h 104"/>
                  <a:gd name="T30" fmla="*/ 91 w 107"/>
                  <a:gd name="T31" fmla="*/ 35 h 104"/>
                  <a:gd name="T32" fmla="*/ 102 w 107"/>
                  <a:gd name="T33" fmla="*/ 43 h 104"/>
                  <a:gd name="T34" fmla="*/ 107 w 107"/>
                  <a:gd name="T35" fmla="*/ 46 h 104"/>
                  <a:gd name="T36" fmla="*/ 107 w 107"/>
                  <a:gd name="T37" fmla="*/ 57 h 104"/>
                  <a:gd name="T38" fmla="*/ 106 w 107"/>
                  <a:gd name="T39" fmla="*/ 60 h 104"/>
                  <a:gd name="T40" fmla="*/ 98 w 107"/>
                  <a:gd name="T41" fmla="*/ 64 h 104"/>
                  <a:gd name="T42" fmla="*/ 93 w 107"/>
                  <a:gd name="T43" fmla="*/ 74 h 104"/>
                  <a:gd name="T44" fmla="*/ 96 w 107"/>
                  <a:gd name="T45" fmla="*/ 83 h 104"/>
                  <a:gd name="T46" fmla="*/ 95 w 107"/>
                  <a:gd name="T47" fmla="*/ 85 h 104"/>
                  <a:gd name="T48" fmla="*/ 85 w 107"/>
                  <a:gd name="T49" fmla="*/ 94 h 104"/>
                  <a:gd name="T50" fmla="*/ 72 w 107"/>
                  <a:gd name="T51" fmla="*/ 89 h 104"/>
                  <a:gd name="T52" fmla="*/ 64 w 107"/>
                  <a:gd name="T53" fmla="*/ 99 h 104"/>
                  <a:gd name="T54" fmla="*/ 61 w 107"/>
                  <a:gd name="T55" fmla="*/ 104 h 104"/>
                  <a:gd name="T56" fmla="*/ 48 w 107"/>
                  <a:gd name="T57" fmla="*/ 104 h 104"/>
                  <a:gd name="T58" fmla="*/ 45 w 107"/>
                  <a:gd name="T59" fmla="*/ 104 h 104"/>
                  <a:gd name="T60" fmla="*/ 42 w 107"/>
                  <a:gd name="T61" fmla="*/ 95 h 104"/>
                  <a:gd name="T62" fmla="*/ 31 w 107"/>
                  <a:gd name="T63" fmla="*/ 91 h 104"/>
                  <a:gd name="T64" fmla="*/ 23 w 107"/>
                  <a:gd name="T65" fmla="*/ 94 h 104"/>
                  <a:gd name="T66" fmla="*/ 22 w 107"/>
                  <a:gd name="T67" fmla="*/ 94 h 104"/>
                  <a:gd name="T68" fmla="*/ 11 w 107"/>
                  <a:gd name="T69" fmla="*/ 86 h 104"/>
                  <a:gd name="T70" fmla="*/ 11 w 107"/>
                  <a:gd name="T71" fmla="*/ 83 h 104"/>
                  <a:gd name="T72" fmla="*/ 14 w 107"/>
                  <a:gd name="T73" fmla="*/ 76 h 104"/>
                  <a:gd name="T74" fmla="*/ 9 w 107"/>
                  <a:gd name="T75" fmla="*/ 64 h 104"/>
                  <a:gd name="T76" fmla="*/ 1 w 107"/>
                  <a:gd name="T77" fmla="*/ 60 h 104"/>
                  <a:gd name="T78" fmla="*/ 0 w 107"/>
                  <a:gd name="T79" fmla="*/ 57 h 104"/>
                  <a:gd name="T80" fmla="*/ 0 w 107"/>
                  <a:gd name="T81" fmla="*/ 46 h 104"/>
                  <a:gd name="T82" fmla="*/ 5 w 107"/>
                  <a:gd name="T83" fmla="*/ 43 h 104"/>
                  <a:gd name="T84" fmla="*/ 17 w 107"/>
                  <a:gd name="T85" fmla="*/ 35 h 104"/>
                  <a:gd name="T86" fmla="*/ 11 w 107"/>
                  <a:gd name="T87" fmla="*/ 23 h 104"/>
                  <a:gd name="T88" fmla="*/ 11 w 107"/>
                  <a:gd name="T89" fmla="*/ 19 h 104"/>
                  <a:gd name="T90" fmla="*/ 21 w 107"/>
                  <a:gd name="T91" fmla="*/ 10 h 104"/>
                  <a:gd name="T92" fmla="*/ 30 w 107"/>
                  <a:gd name="T93" fmla="*/ 13 h 104"/>
                  <a:gd name="T94" fmla="*/ 42 w 107"/>
                  <a:gd name="T95" fmla="*/ 9 h 104"/>
                  <a:gd name="T96" fmla="*/ 45 w 107"/>
                  <a:gd name="T97" fmla="*/ 1 h 104"/>
                  <a:gd name="T98" fmla="*/ 48 w 107"/>
                  <a:gd name="T99" fmla="*/ 0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07" h="104">
                    <a:moveTo>
                      <a:pt x="53" y="34"/>
                    </a:moveTo>
                    <a:lnTo>
                      <a:pt x="48" y="35"/>
                    </a:lnTo>
                    <a:lnTo>
                      <a:pt x="43" y="38"/>
                    </a:lnTo>
                    <a:lnTo>
                      <a:pt x="39" y="42"/>
                    </a:lnTo>
                    <a:lnTo>
                      <a:pt x="35" y="47"/>
                    </a:lnTo>
                    <a:lnTo>
                      <a:pt x="35" y="52"/>
                    </a:lnTo>
                    <a:lnTo>
                      <a:pt x="35" y="59"/>
                    </a:lnTo>
                    <a:lnTo>
                      <a:pt x="39" y="63"/>
                    </a:lnTo>
                    <a:lnTo>
                      <a:pt x="43" y="66"/>
                    </a:lnTo>
                    <a:lnTo>
                      <a:pt x="48" y="69"/>
                    </a:lnTo>
                    <a:lnTo>
                      <a:pt x="53" y="70"/>
                    </a:lnTo>
                    <a:lnTo>
                      <a:pt x="60" y="69"/>
                    </a:lnTo>
                    <a:lnTo>
                      <a:pt x="65" y="66"/>
                    </a:lnTo>
                    <a:lnTo>
                      <a:pt x="69" y="63"/>
                    </a:lnTo>
                    <a:lnTo>
                      <a:pt x="72" y="59"/>
                    </a:lnTo>
                    <a:lnTo>
                      <a:pt x="73" y="52"/>
                    </a:lnTo>
                    <a:lnTo>
                      <a:pt x="72" y="47"/>
                    </a:lnTo>
                    <a:lnTo>
                      <a:pt x="69" y="42"/>
                    </a:lnTo>
                    <a:lnTo>
                      <a:pt x="65" y="38"/>
                    </a:lnTo>
                    <a:lnTo>
                      <a:pt x="60" y="35"/>
                    </a:lnTo>
                    <a:lnTo>
                      <a:pt x="53" y="34"/>
                    </a:lnTo>
                    <a:close/>
                    <a:moveTo>
                      <a:pt x="48" y="0"/>
                    </a:moveTo>
                    <a:lnTo>
                      <a:pt x="59" y="0"/>
                    </a:lnTo>
                    <a:lnTo>
                      <a:pt x="60" y="0"/>
                    </a:lnTo>
                    <a:lnTo>
                      <a:pt x="60" y="0"/>
                    </a:lnTo>
                    <a:lnTo>
                      <a:pt x="61" y="1"/>
                    </a:lnTo>
                    <a:lnTo>
                      <a:pt x="62" y="2"/>
                    </a:lnTo>
                    <a:lnTo>
                      <a:pt x="64" y="5"/>
                    </a:lnTo>
                    <a:lnTo>
                      <a:pt x="65" y="9"/>
                    </a:lnTo>
                    <a:lnTo>
                      <a:pt x="66" y="14"/>
                    </a:lnTo>
                    <a:lnTo>
                      <a:pt x="72" y="15"/>
                    </a:lnTo>
                    <a:lnTo>
                      <a:pt x="76" y="14"/>
                    </a:lnTo>
                    <a:lnTo>
                      <a:pt x="79" y="11"/>
                    </a:lnTo>
                    <a:lnTo>
                      <a:pt x="82" y="11"/>
                    </a:lnTo>
                    <a:lnTo>
                      <a:pt x="83" y="10"/>
                    </a:lnTo>
                    <a:lnTo>
                      <a:pt x="85" y="10"/>
                    </a:lnTo>
                    <a:lnTo>
                      <a:pt x="85" y="10"/>
                    </a:lnTo>
                    <a:lnTo>
                      <a:pt x="86" y="10"/>
                    </a:lnTo>
                    <a:lnTo>
                      <a:pt x="86" y="10"/>
                    </a:lnTo>
                    <a:lnTo>
                      <a:pt x="87" y="10"/>
                    </a:lnTo>
                    <a:lnTo>
                      <a:pt x="95" y="18"/>
                    </a:lnTo>
                    <a:lnTo>
                      <a:pt x="95" y="19"/>
                    </a:lnTo>
                    <a:lnTo>
                      <a:pt x="96" y="19"/>
                    </a:lnTo>
                    <a:lnTo>
                      <a:pt x="96" y="21"/>
                    </a:lnTo>
                    <a:lnTo>
                      <a:pt x="95" y="23"/>
                    </a:lnTo>
                    <a:lnTo>
                      <a:pt x="95" y="26"/>
                    </a:lnTo>
                    <a:lnTo>
                      <a:pt x="93" y="28"/>
                    </a:lnTo>
                    <a:lnTo>
                      <a:pt x="91" y="35"/>
                    </a:lnTo>
                    <a:lnTo>
                      <a:pt x="93" y="39"/>
                    </a:lnTo>
                    <a:lnTo>
                      <a:pt x="98" y="40"/>
                    </a:lnTo>
                    <a:lnTo>
                      <a:pt x="102" y="43"/>
                    </a:lnTo>
                    <a:lnTo>
                      <a:pt x="104" y="43"/>
                    </a:lnTo>
                    <a:lnTo>
                      <a:pt x="106" y="44"/>
                    </a:lnTo>
                    <a:lnTo>
                      <a:pt x="107" y="46"/>
                    </a:lnTo>
                    <a:lnTo>
                      <a:pt x="107" y="46"/>
                    </a:lnTo>
                    <a:lnTo>
                      <a:pt x="107" y="47"/>
                    </a:lnTo>
                    <a:lnTo>
                      <a:pt x="107" y="57"/>
                    </a:lnTo>
                    <a:lnTo>
                      <a:pt x="107" y="59"/>
                    </a:lnTo>
                    <a:lnTo>
                      <a:pt x="107" y="59"/>
                    </a:lnTo>
                    <a:lnTo>
                      <a:pt x="106" y="60"/>
                    </a:lnTo>
                    <a:lnTo>
                      <a:pt x="104" y="60"/>
                    </a:lnTo>
                    <a:lnTo>
                      <a:pt x="102" y="61"/>
                    </a:lnTo>
                    <a:lnTo>
                      <a:pt x="98" y="64"/>
                    </a:lnTo>
                    <a:lnTo>
                      <a:pt x="93" y="65"/>
                    </a:lnTo>
                    <a:lnTo>
                      <a:pt x="91" y="70"/>
                    </a:lnTo>
                    <a:lnTo>
                      <a:pt x="93" y="74"/>
                    </a:lnTo>
                    <a:lnTo>
                      <a:pt x="95" y="78"/>
                    </a:lnTo>
                    <a:lnTo>
                      <a:pt x="96" y="81"/>
                    </a:lnTo>
                    <a:lnTo>
                      <a:pt x="96" y="83"/>
                    </a:lnTo>
                    <a:lnTo>
                      <a:pt x="96" y="85"/>
                    </a:lnTo>
                    <a:lnTo>
                      <a:pt x="96" y="85"/>
                    </a:lnTo>
                    <a:lnTo>
                      <a:pt x="95" y="85"/>
                    </a:lnTo>
                    <a:lnTo>
                      <a:pt x="87" y="94"/>
                    </a:lnTo>
                    <a:lnTo>
                      <a:pt x="86" y="94"/>
                    </a:lnTo>
                    <a:lnTo>
                      <a:pt x="85" y="94"/>
                    </a:lnTo>
                    <a:lnTo>
                      <a:pt x="81" y="93"/>
                    </a:lnTo>
                    <a:lnTo>
                      <a:pt x="77" y="91"/>
                    </a:lnTo>
                    <a:lnTo>
                      <a:pt x="72" y="89"/>
                    </a:lnTo>
                    <a:lnTo>
                      <a:pt x="68" y="90"/>
                    </a:lnTo>
                    <a:lnTo>
                      <a:pt x="65" y="95"/>
                    </a:lnTo>
                    <a:lnTo>
                      <a:pt x="64" y="99"/>
                    </a:lnTo>
                    <a:lnTo>
                      <a:pt x="62" y="102"/>
                    </a:lnTo>
                    <a:lnTo>
                      <a:pt x="61" y="104"/>
                    </a:lnTo>
                    <a:lnTo>
                      <a:pt x="61" y="104"/>
                    </a:lnTo>
                    <a:lnTo>
                      <a:pt x="60" y="104"/>
                    </a:lnTo>
                    <a:lnTo>
                      <a:pt x="60" y="104"/>
                    </a:lnTo>
                    <a:lnTo>
                      <a:pt x="48" y="104"/>
                    </a:lnTo>
                    <a:lnTo>
                      <a:pt x="47" y="104"/>
                    </a:lnTo>
                    <a:lnTo>
                      <a:pt x="47" y="104"/>
                    </a:lnTo>
                    <a:lnTo>
                      <a:pt x="45" y="104"/>
                    </a:lnTo>
                    <a:lnTo>
                      <a:pt x="45" y="102"/>
                    </a:lnTo>
                    <a:lnTo>
                      <a:pt x="44" y="99"/>
                    </a:lnTo>
                    <a:lnTo>
                      <a:pt x="42" y="95"/>
                    </a:lnTo>
                    <a:lnTo>
                      <a:pt x="40" y="90"/>
                    </a:lnTo>
                    <a:lnTo>
                      <a:pt x="35" y="89"/>
                    </a:lnTo>
                    <a:lnTo>
                      <a:pt x="31" y="91"/>
                    </a:lnTo>
                    <a:lnTo>
                      <a:pt x="27" y="93"/>
                    </a:lnTo>
                    <a:lnTo>
                      <a:pt x="25" y="93"/>
                    </a:lnTo>
                    <a:lnTo>
                      <a:pt x="23" y="94"/>
                    </a:lnTo>
                    <a:lnTo>
                      <a:pt x="22" y="94"/>
                    </a:lnTo>
                    <a:lnTo>
                      <a:pt x="22" y="94"/>
                    </a:lnTo>
                    <a:lnTo>
                      <a:pt x="22" y="94"/>
                    </a:lnTo>
                    <a:lnTo>
                      <a:pt x="21" y="94"/>
                    </a:lnTo>
                    <a:lnTo>
                      <a:pt x="19" y="94"/>
                    </a:lnTo>
                    <a:lnTo>
                      <a:pt x="11" y="86"/>
                    </a:lnTo>
                    <a:lnTo>
                      <a:pt x="11" y="85"/>
                    </a:lnTo>
                    <a:lnTo>
                      <a:pt x="11" y="85"/>
                    </a:lnTo>
                    <a:lnTo>
                      <a:pt x="11" y="83"/>
                    </a:lnTo>
                    <a:lnTo>
                      <a:pt x="11" y="82"/>
                    </a:lnTo>
                    <a:lnTo>
                      <a:pt x="13" y="80"/>
                    </a:lnTo>
                    <a:lnTo>
                      <a:pt x="14" y="76"/>
                    </a:lnTo>
                    <a:lnTo>
                      <a:pt x="17" y="70"/>
                    </a:lnTo>
                    <a:lnTo>
                      <a:pt x="14" y="65"/>
                    </a:lnTo>
                    <a:lnTo>
                      <a:pt x="9" y="64"/>
                    </a:lnTo>
                    <a:lnTo>
                      <a:pt x="5" y="63"/>
                    </a:lnTo>
                    <a:lnTo>
                      <a:pt x="2" y="61"/>
                    </a:lnTo>
                    <a:lnTo>
                      <a:pt x="1" y="60"/>
                    </a:lnTo>
                    <a:lnTo>
                      <a:pt x="0" y="60"/>
                    </a:lnTo>
                    <a:lnTo>
                      <a:pt x="0" y="59"/>
                    </a:lnTo>
                    <a:lnTo>
                      <a:pt x="0" y="57"/>
                    </a:lnTo>
                    <a:lnTo>
                      <a:pt x="0" y="47"/>
                    </a:lnTo>
                    <a:lnTo>
                      <a:pt x="0" y="46"/>
                    </a:lnTo>
                    <a:lnTo>
                      <a:pt x="0" y="46"/>
                    </a:lnTo>
                    <a:lnTo>
                      <a:pt x="1" y="44"/>
                    </a:lnTo>
                    <a:lnTo>
                      <a:pt x="2" y="44"/>
                    </a:lnTo>
                    <a:lnTo>
                      <a:pt x="5" y="43"/>
                    </a:lnTo>
                    <a:lnTo>
                      <a:pt x="9" y="42"/>
                    </a:lnTo>
                    <a:lnTo>
                      <a:pt x="14" y="39"/>
                    </a:lnTo>
                    <a:lnTo>
                      <a:pt x="17" y="35"/>
                    </a:lnTo>
                    <a:lnTo>
                      <a:pt x="14" y="30"/>
                    </a:lnTo>
                    <a:lnTo>
                      <a:pt x="13" y="26"/>
                    </a:lnTo>
                    <a:lnTo>
                      <a:pt x="11" y="23"/>
                    </a:lnTo>
                    <a:lnTo>
                      <a:pt x="10" y="21"/>
                    </a:lnTo>
                    <a:lnTo>
                      <a:pt x="10" y="21"/>
                    </a:lnTo>
                    <a:lnTo>
                      <a:pt x="11" y="19"/>
                    </a:lnTo>
                    <a:lnTo>
                      <a:pt x="11" y="19"/>
                    </a:lnTo>
                    <a:lnTo>
                      <a:pt x="21" y="10"/>
                    </a:lnTo>
                    <a:lnTo>
                      <a:pt x="21" y="10"/>
                    </a:lnTo>
                    <a:lnTo>
                      <a:pt x="23" y="10"/>
                    </a:lnTo>
                    <a:lnTo>
                      <a:pt x="26" y="11"/>
                    </a:lnTo>
                    <a:lnTo>
                      <a:pt x="30" y="13"/>
                    </a:lnTo>
                    <a:lnTo>
                      <a:pt x="35" y="15"/>
                    </a:lnTo>
                    <a:lnTo>
                      <a:pt x="40" y="14"/>
                    </a:lnTo>
                    <a:lnTo>
                      <a:pt x="42" y="9"/>
                    </a:lnTo>
                    <a:lnTo>
                      <a:pt x="43" y="5"/>
                    </a:lnTo>
                    <a:lnTo>
                      <a:pt x="44" y="2"/>
                    </a:lnTo>
                    <a:lnTo>
                      <a:pt x="45" y="1"/>
                    </a:lnTo>
                    <a:lnTo>
                      <a:pt x="47" y="0"/>
                    </a:lnTo>
                    <a:lnTo>
                      <a:pt x="47" y="0"/>
                    </a:lnTo>
                    <a:lnTo>
                      <a:pt x="4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39" name="Freeform 33"/>
              <p:cNvSpPr>
                <a:spLocks noEditPoints="1"/>
              </p:cNvSpPr>
              <p:nvPr/>
            </p:nvSpPr>
            <p:spPr bwMode="auto">
              <a:xfrm rot="19386584" flipH="1">
                <a:off x="5572958" y="1523253"/>
                <a:ext cx="77152" cy="74988"/>
              </a:xfrm>
              <a:custGeom>
                <a:avLst/>
                <a:gdLst>
                  <a:gd name="T0" fmla="*/ 43 w 107"/>
                  <a:gd name="T1" fmla="*/ 37 h 104"/>
                  <a:gd name="T2" fmla="*/ 35 w 107"/>
                  <a:gd name="T3" fmla="*/ 52 h 104"/>
                  <a:gd name="T4" fmla="*/ 43 w 107"/>
                  <a:gd name="T5" fmla="*/ 66 h 104"/>
                  <a:gd name="T6" fmla="*/ 60 w 107"/>
                  <a:gd name="T7" fmla="*/ 69 h 104"/>
                  <a:gd name="T8" fmla="*/ 72 w 107"/>
                  <a:gd name="T9" fmla="*/ 57 h 104"/>
                  <a:gd name="T10" fmla="*/ 69 w 107"/>
                  <a:gd name="T11" fmla="*/ 41 h 104"/>
                  <a:gd name="T12" fmla="*/ 54 w 107"/>
                  <a:gd name="T13" fmla="*/ 34 h 104"/>
                  <a:gd name="T14" fmla="*/ 60 w 107"/>
                  <a:gd name="T15" fmla="*/ 0 h 104"/>
                  <a:gd name="T16" fmla="*/ 62 w 107"/>
                  <a:gd name="T17" fmla="*/ 2 h 104"/>
                  <a:gd name="T18" fmla="*/ 67 w 107"/>
                  <a:gd name="T19" fmla="*/ 14 h 104"/>
                  <a:gd name="T20" fmla="*/ 80 w 107"/>
                  <a:gd name="T21" fmla="*/ 11 h 104"/>
                  <a:gd name="T22" fmla="*/ 85 w 107"/>
                  <a:gd name="T23" fmla="*/ 10 h 104"/>
                  <a:gd name="T24" fmla="*/ 86 w 107"/>
                  <a:gd name="T25" fmla="*/ 10 h 104"/>
                  <a:gd name="T26" fmla="*/ 96 w 107"/>
                  <a:gd name="T27" fmla="*/ 19 h 104"/>
                  <a:gd name="T28" fmla="*/ 96 w 107"/>
                  <a:gd name="T29" fmla="*/ 22 h 104"/>
                  <a:gd name="T30" fmla="*/ 90 w 107"/>
                  <a:gd name="T31" fmla="*/ 34 h 104"/>
                  <a:gd name="T32" fmla="*/ 102 w 107"/>
                  <a:gd name="T33" fmla="*/ 41 h 104"/>
                  <a:gd name="T34" fmla="*/ 107 w 107"/>
                  <a:gd name="T35" fmla="*/ 44 h 104"/>
                  <a:gd name="T36" fmla="*/ 107 w 107"/>
                  <a:gd name="T37" fmla="*/ 57 h 104"/>
                  <a:gd name="T38" fmla="*/ 106 w 107"/>
                  <a:gd name="T39" fmla="*/ 60 h 104"/>
                  <a:gd name="T40" fmla="*/ 98 w 107"/>
                  <a:gd name="T41" fmla="*/ 62 h 104"/>
                  <a:gd name="T42" fmla="*/ 93 w 107"/>
                  <a:gd name="T43" fmla="*/ 74 h 104"/>
                  <a:gd name="T44" fmla="*/ 97 w 107"/>
                  <a:gd name="T45" fmla="*/ 83 h 104"/>
                  <a:gd name="T46" fmla="*/ 96 w 107"/>
                  <a:gd name="T47" fmla="*/ 85 h 104"/>
                  <a:gd name="T48" fmla="*/ 85 w 107"/>
                  <a:gd name="T49" fmla="*/ 94 h 104"/>
                  <a:gd name="T50" fmla="*/ 72 w 107"/>
                  <a:gd name="T51" fmla="*/ 89 h 104"/>
                  <a:gd name="T52" fmla="*/ 64 w 107"/>
                  <a:gd name="T53" fmla="*/ 99 h 104"/>
                  <a:gd name="T54" fmla="*/ 62 w 107"/>
                  <a:gd name="T55" fmla="*/ 104 h 104"/>
                  <a:gd name="T56" fmla="*/ 49 w 107"/>
                  <a:gd name="T57" fmla="*/ 104 h 104"/>
                  <a:gd name="T58" fmla="*/ 46 w 107"/>
                  <a:gd name="T59" fmla="*/ 103 h 104"/>
                  <a:gd name="T60" fmla="*/ 42 w 107"/>
                  <a:gd name="T61" fmla="*/ 95 h 104"/>
                  <a:gd name="T62" fmla="*/ 32 w 107"/>
                  <a:gd name="T63" fmla="*/ 90 h 104"/>
                  <a:gd name="T64" fmla="*/ 24 w 107"/>
                  <a:gd name="T65" fmla="*/ 94 h 104"/>
                  <a:gd name="T66" fmla="*/ 21 w 107"/>
                  <a:gd name="T67" fmla="*/ 94 h 104"/>
                  <a:gd name="T68" fmla="*/ 12 w 107"/>
                  <a:gd name="T69" fmla="*/ 86 h 104"/>
                  <a:gd name="T70" fmla="*/ 12 w 107"/>
                  <a:gd name="T71" fmla="*/ 83 h 104"/>
                  <a:gd name="T72" fmla="*/ 15 w 107"/>
                  <a:gd name="T73" fmla="*/ 74 h 104"/>
                  <a:gd name="T74" fmla="*/ 9 w 107"/>
                  <a:gd name="T75" fmla="*/ 64 h 104"/>
                  <a:gd name="T76" fmla="*/ 1 w 107"/>
                  <a:gd name="T77" fmla="*/ 60 h 104"/>
                  <a:gd name="T78" fmla="*/ 0 w 107"/>
                  <a:gd name="T79" fmla="*/ 57 h 104"/>
                  <a:gd name="T80" fmla="*/ 0 w 107"/>
                  <a:gd name="T81" fmla="*/ 45 h 104"/>
                  <a:gd name="T82" fmla="*/ 5 w 107"/>
                  <a:gd name="T83" fmla="*/ 43 h 104"/>
                  <a:gd name="T84" fmla="*/ 17 w 107"/>
                  <a:gd name="T85" fmla="*/ 34 h 104"/>
                  <a:gd name="T86" fmla="*/ 12 w 107"/>
                  <a:gd name="T87" fmla="*/ 23 h 104"/>
                  <a:gd name="T88" fmla="*/ 11 w 107"/>
                  <a:gd name="T89" fmla="*/ 19 h 104"/>
                  <a:gd name="T90" fmla="*/ 21 w 107"/>
                  <a:gd name="T91" fmla="*/ 10 h 104"/>
                  <a:gd name="T92" fmla="*/ 30 w 107"/>
                  <a:gd name="T93" fmla="*/ 13 h 104"/>
                  <a:gd name="T94" fmla="*/ 42 w 107"/>
                  <a:gd name="T95" fmla="*/ 9 h 104"/>
                  <a:gd name="T96" fmla="*/ 46 w 107"/>
                  <a:gd name="T97" fmla="*/ 0 h 104"/>
                  <a:gd name="T98" fmla="*/ 49 w 107"/>
                  <a:gd name="T99" fmla="*/ 0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07" h="104">
                    <a:moveTo>
                      <a:pt x="54" y="34"/>
                    </a:moveTo>
                    <a:lnTo>
                      <a:pt x="49" y="34"/>
                    </a:lnTo>
                    <a:lnTo>
                      <a:pt x="43" y="37"/>
                    </a:lnTo>
                    <a:lnTo>
                      <a:pt x="38" y="41"/>
                    </a:lnTo>
                    <a:lnTo>
                      <a:pt x="35" y="45"/>
                    </a:lnTo>
                    <a:lnTo>
                      <a:pt x="35" y="52"/>
                    </a:lnTo>
                    <a:lnTo>
                      <a:pt x="35" y="57"/>
                    </a:lnTo>
                    <a:lnTo>
                      <a:pt x="38" y="62"/>
                    </a:lnTo>
                    <a:lnTo>
                      <a:pt x="43" y="66"/>
                    </a:lnTo>
                    <a:lnTo>
                      <a:pt x="49" y="69"/>
                    </a:lnTo>
                    <a:lnTo>
                      <a:pt x="54" y="70"/>
                    </a:lnTo>
                    <a:lnTo>
                      <a:pt x="60" y="69"/>
                    </a:lnTo>
                    <a:lnTo>
                      <a:pt x="66" y="66"/>
                    </a:lnTo>
                    <a:lnTo>
                      <a:pt x="69" y="62"/>
                    </a:lnTo>
                    <a:lnTo>
                      <a:pt x="72" y="57"/>
                    </a:lnTo>
                    <a:lnTo>
                      <a:pt x="72" y="52"/>
                    </a:lnTo>
                    <a:lnTo>
                      <a:pt x="72" y="45"/>
                    </a:lnTo>
                    <a:lnTo>
                      <a:pt x="69" y="41"/>
                    </a:lnTo>
                    <a:lnTo>
                      <a:pt x="66" y="37"/>
                    </a:lnTo>
                    <a:lnTo>
                      <a:pt x="60" y="34"/>
                    </a:lnTo>
                    <a:lnTo>
                      <a:pt x="54" y="34"/>
                    </a:lnTo>
                    <a:close/>
                    <a:moveTo>
                      <a:pt x="49" y="0"/>
                    </a:moveTo>
                    <a:lnTo>
                      <a:pt x="59" y="0"/>
                    </a:lnTo>
                    <a:lnTo>
                      <a:pt x="60" y="0"/>
                    </a:lnTo>
                    <a:lnTo>
                      <a:pt x="60" y="0"/>
                    </a:lnTo>
                    <a:lnTo>
                      <a:pt x="62" y="0"/>
                    </a:lnTo>
                    <a:lnTo>
                      <a:pt x="62" y="2"/>
                    </a:lnTo>
                    <a:lnTo>
                      <a:pt x="63" y="5"/>
                    </a:lnTo>
                    <a:lnTo>
                      <a:pt x="66" y="9"/>
                    </a:lnTo>
                    <a:lnTo>
                      <a:pt x="67" y="14"/>
                    </a:lnTo>
                    <a:lnTo>
                      <a:pt x="72" y="15"/>
                    </a:lnTo>
                    <a:lnTo>
                      <a:pt x="76" y="13"/>
                    </a:lnTo>
                    <a:lnTo>
                      <a:pt x="80" y="11"/>
                    </a:lnTo>
                    <a:lnTo>
                      <a:pt x="83" y="11"/>
                    </a:lnTo>
                    <a:lnTo>
                      <a:pt x="84" y="10"/>
                    </a:lnTo>
                    <a:lnTo>
                      <a:pt x="85" y="10"/>
                    </a:lnTo>
                    <a:lnTo>
                      <a:pt x="85" y="10"/>
                    </a:lnTo>
                    <a:lnTo>
                      <a:pt x="86" y="10"/>
                    </a:lnTo>
                    <a:lnTo>
                      <a:pt x="86" y="10"/>
                    </a:lnTo>
                    <a:lnTo>
                      <a:pt x="88" y="10"/>
                    </a:lnTo>
                    <a:lnTo>
                      <a:pt x="96" y="18"/>
                    </a:lnTo>
                    <a:lnTo>
                      <a:pt x="96" y="19"/>
                    </a:lnTo>
                    <a:lnTo>
                      <a:pt x="97" y="19"/>
                    </a:lnTo>
                    <a:lnTo>
                      <a:pt x="97" y="20"/>
                    </a:lnTo>
                    <a:lnTo>
                      <a:pt x="96" y="22"/>
                    </a:lnTo>
                    <a:lnTo>
                      <a:pt x="94" y="24"/>
                    </a:lnTo>
                    <a:lnTo>
                      <a:pt x="93" y="28"/>
                    </a:lnTo>
                    <a:lnTo>
                      <a:pt x="90" y="34"/>
                    </a:lnTo>
                    <a:lnTo>
                      <a:pt x="93" y="39"/>
                    </a:lnTo>
                    <a:lnTo>
                      <a:pt x="98" y="40"/>
                    </a:lnTo>
                    <a:lnTo>
                      <a:pt x="102" y="41"/>
                    </a:lnTo>
                    <a:lnTo>
                      <a:pt x="105" y="43"/>
                    </a:lnTo>
                    <a:lnTo>
                      <a:pt x="106" y="44"/>
                    </a:lnTo>
                    <a:lnTo>
                      <a:pt x="107" y="44"/>
                    </a:lnTo>
                    <a:lnTo>
                      <a:pt x="107" y="45"/>
                    </a:lnTo>
                    <a:lnTo>
                      <a:pt x="107" y="45"/>
                    </a:lnTo>
                    <a:lnTo>
                      <a:pt x="107" y="57"/>
                    </a:lnTo>
                    <a:lnTo>
                      <a:pt x="107" y="57"/>
                    </a:lnTo>
                    <a:lnTo>
                      <a:pt x="107" y="58"/>
                    </a:lnTo>
                    <a:lnTo>
                      <a:pt x="106" y="60"/>
                    </a:lnTo>
                    <a:lnTo>
                      <a:pt x="105" y="60"/>
                    </a:lnTo>
                    <a:lnTo>
                      <a:pt x="102" y="61"/>
                    </a:lnTo>
                    <a:lnTo>
                      <a:pt x="98" y="62"/>
                    </a:lnTo>
                    <a:lnTo>
                      <a:pt x="93" y="65"/>
                    </a:lnTo>
                    <a:lnTo>
                      <a:pt x="92" y="69"/>
                    </a:lnTo>
                    <a:lnTo>
                      <a:pt x="93" y="74"/>
                    </a:lnTo>
                    <a:lnTo>
                      <a:pt x="96" y="78"/>
                    </a:lnTo>
                    <a:lnTo>
                      <a:pt x="96" y="81"/>
                    </a:lnTo>
                    <a:lnTo>
                      <a:pt x="97" y="83"/>
                    </a:lnTo>
                    <a:lnTo>
                      <a:pt x="97" y="83"/>
                    </a:lnTo>
                    <a:lnTo>
                      <a:pt x="97" y="85"/>
                    </a:lnTo>
                    <a:lnTo>
                      <a:pt x="96" y="85"/>
                    </a:lnTo>
                    <a:lnTo>
                      <a:pt x="88" y="94"/>
                    </a:lnTo>
                    <a:lnTo>
                      <a:pt x="86" y="94"/>
                    </a:lnTo>
                    <a:lnTo>
                      <a:pt x="85" y="94"/>
                    </a:lnTo>
                    <a:lnTo>
                      <a:pt x="81" y="92"/>
                    </a:lnTo>
                    <a:lnTo>
                      <a:pt x="77" y="91"/>
                    </a:lnTo>
                    <a:lnTo>
                      <a:pt x="72" y="89"/>
                    </a:lnTo>
                    <a:lnTo>
                      <a:pt x="67" y="90"/>
                    </a:lnTo>
                    <a:lnTo>
                      <a:pt x="66" y="95"/>
                    </a:lnTo>
                    <a:lnTo>
                      <a:pt x="64" y="99"/>
                    </a:lnTo>
                    <a:lnTo>
                      <a:pt x="63" y="102"/>
                    </a:lnTo>
                    <a:lnTo>
                      <a:pt x="62" y="103"/>
                    </a:lnTo>
                    <a:lnTo>
                      <a:pt x="62" y="104"/>
                    </a:lnTo>
                    <a:lnTo>
                      <a:pt x="60" y="104"/>
                    </a:lnTo>
                    <a:lnTo>
                      <a:pt x="60" y="104"/>
                    </a:lnTo>
                    <a:lnTo>
                      <a:pt x="49" y="104"/>
                    </a:lnTo>
                    <a:lnTo>
                      <a:pt x="47" y="104"/>
                    </a:lnTo>
                    <a:lnTo>
                      <a:pt x="47" y="104"/>
                    </a:lnTo>
                    <a:lnTo>
                      <a:pt x="46" y="103"/>
                    </a:lnTo>
                    <a:lnTo>
                      <a:pt x="46" y="102"/>
                    </a:lnTo>
                    <a:lnTo>
                      <a:pt x="45" y="99"/>
                    </a:lnTo>
                    <a:lnTo>
                      <a:pt x="42" y="95"/>
                    </a:lnTo>
                    <a:lnTo>
                      <a:pt x="41" y="90"/>
                    </a:lnTo>
                    <a:lnTo>
                      <a:pt x="35" y="89"/>
                    </a:lnTo>
                    <a:lnTo>
                      <a:pt x="32" y="90"/>
                    </a:lnTo>
                    <a:lnTo>
                      <a:pt x="28" y="91"/>
                    </a:lnTo>
                    <a:lnTo>
                      <a:pt x="25" y="92"/>
                    </a:lnTo>
                    <a:lnTo>
                      <a:pt x="24" y="94"/>
                    </a:lnTo>
                    <a:lnTo>
                      <a:pt x="22" y="94"/>
                    </a:lnTo>
                    <a:lnTo>
                      <a:pt x="22" y="94"/>
                    </a:lnTo>
                    <a:lnTo>
                      <a:pt x="21" y="94"/>
                    </a:lnTo>
                    <a:lnTo>
                      <a:pt x="21" y="94"/>
                    </a:lnTo>
                    <a:lnTo>
                      <a:pt x="20" y="94"/>
                    </a:lnTo>
                    <a:lnTo>
                      <a:pt x="12" y="86"/>
                    </a:lnTo>
                    <a:lnTo>
                      <a:pt x="12" y="85"/>
                    </a:lnTo>
                    <a:lnTo>
                      <a:pt x="11" y="85"/>
                    </a:lnTo>
                    <a:lnTo>
                      <a:pt x="12" y="83"/>
                    </a:lnTo>
                    <a:lnTo>
                      <a:pt x="12" y="81"/>
                    </a:lnTo>
                    <a:lnTo>
                      <a:pt x="13" y="78"/>
                    </a:lnTo>
                    <a:lnTo>
                      <a:pt x="15" y="74"/>
                    </a:lnTo>
                    <a:lnTo>
                      <a:pt x="17" y="69"/>
                    </a:lnTo>
                    <a:lnTo>
                      <a:pt x="15" y="65"/>
                    </a:lnTo>
                    <a:lnTo>
                      <a:pt x="9" y="64"/>
                    </a:lnTo>
                    <a:lnTo>
                      <a:pt x="5" y="61"/>
                    </a:lnTo>
                    <a:lnTo>
                      <a:pt x="3" y="61"/>
                    </a:lnTo>
                    <a:lnTo>
                      <a:pt x="1" y="60"/>
                    </a:lnTo>
                    <a:lnTo>
                      <a:pt x="0" y="58"/>
                    </a:lnTo>
                    <a:lnTo>
                      <a:pt x="0" y="58"/>
                    </a:lnTo>
                    <a:lnTo>
                      <a:pt x="0" y="57"/>
                    </a:lnTo>
                    <a:lnTo>
                      <a:pt x="0" y="47"/>
                    </a:lnTo>
                    <a:lnTo>
                      <a:pt x="0" y="45"/>
                    </a:lnTo>
                    <a:lnTo>
                      <a:pt x="0" y="45"/>
                    </a:lnTo>
                    <a:lnTo>
                      <a:pt x="1" y="44"/>
                    </a:lnTo>
                    <a:lnTo>
                      <a:pt x="3" y="44"/>
                    </a:lnTo>
                    <a:lnTo>
                      <a:pt x="5" y="43"/>
                    </a:lnTo>
                    <a:lnTo>
                      <a:pt x="9" y="40"/>
                    </a:lnTo>
                    <a:lnTo>
                      <a:pt x="15" y="39"/>
                    </a:lnTo>
                    <a:lnTo>
                      <a:pt x="17" y="34"/>
                    </a:lnTo>
                    <a:lnTo>
                      <a:pt x="15" y="28"/>
                    </a:lnTo>
                    <a:lnTo>
                      <a:pt x="12" y="26"/>
                    </a:lnTo>
                    <a:lnTo>
                      <a:pt x="12" y="23"/>
                    </a:lnTo>
                    <a:lnTo>
                      <a:pt x="11" y="20"/>
                    </a:lnTo>
                    <a:lnTo>
                      <a:pt x="11" y="19"/>
                    </a:lnTo>
                    <a:lnTo>
                      <a:pt x="11" y="19"/>
                    </a:lnTo>
                    <a:lnTo>
                      <a:pt x="12" y="18"/>
                    </a:lnTo>
                    <a:lnTo>
                      <a:pt x="20" y="10"/>
                    </a:lnTo>
                    <a:lnTo>
                      <a:pt x="21" y="10"/>
                    </a:lnTo>
                    <a:lnTo>
                      <a:pt x="22" y="10"/>
                    </a:lnTo>
                    <a:lnTo>
                      <a:pt x="26" y="11"/>
                    </a:lnTo>
                    <a:lnTo>
                      <a:pt x="30" y="13"/>
                    </a:lnTo>
                    <a:lnTo>
                      <a:pt x="35" y="15"/>
                    </a:lnTo>
                    <a:lnTo>
                      <a:pt x="41" y="14"/>
                    </a:lnTo>
                    <a:lnTo>
                      <a:pt x="42" y="9"/>
                    </a:lnTo>
                    <a:lnTo>
                      <a:pt x="43" y="5"/>
                    </a:lnTo>
                    <a:lnTo>
                      <a:pt x="45" y="2"/>
                    </a:lnTo>
                    <a:lnTo>
                      <a:pt x="46" y="0"/>
                    </a:lnTo>
                    <a:lnTo>
                      <a:pt x="47" y="0"/>
                    </a:lnTo>
                    <a:lnTo>
                      <a:pt x="47" y="0"/>
                    </a:lnTo>
                    <a:lnTo>
                      <a:pt x="4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40" name="Freeform 34"/>
              <p:cNvSpPr>
                <a:spLocks noEditPoints="1"/>
              </p:cNvSpPr>
              <p:nvPr/>
            </p:nvSpPr>
            <p:spPr bwMode="auto">
              <a:xfrm rot="19386584" flipH="1">
                <a:off x="5639288" y="1302086"/>
                <a:ext cx="77873" cy="76431"/>
              </a:xfrm>
              <a:custGeom>
                <a:avLst/>
                <a:gdLst>
                  <a:gd name="T0" fmla="*/ 42 w 108"/>
                  <a:gd name="T1" fmla="*/ 38 h 106"/>
                  <a:gd name="T2" fmla="*/ 35 w 108"/>
                  <a:gd name="T3" fmla="*/ 53 h 106"/>
                  <a:gd name="T4" fmla="*/ 42 w 108"/>
                  <a:gd name="T5" fmla="*/ 68 h 106"/>
                  <a:gd name="T6" fmla="*/ 59 w 108"/>
                  <a:gd name="T7" fmla="*/ 70 h 106"/>
                  <a:gd name="T8" fmla="*/ 71 w 108"/>
                  <a:gd name="T9" fmla="*/ 59 h 106"/>
                  <a:gd name="T10" fmla="*/ 69 w 108"/>
                  <a:gd name="T11" fmla="*/ 42 h 106"/>
                  <a:gd name="T12" fmla="*/ 54 w 108"/>
                  <a:gd name="T13" fmla="*/ 35 h 106"/>
                  <a:gd name="T14" fmla="*/ 59 w 108"/>
                  <a:gd name="T15" fmla="*/ 0 h 106"/>
                  <a:gd name="T16" fmla="*/ 62 w 108"/>
                  <a:gd name="T17" fmla="*/ 2 h 106"/>
                  <a:gd name="T18" fmla="*/ 67 w 108"/>
                  <a:gd name="T19" fmla="*/ 14 h 106"/>
                  <a:gd name="T20" fmla="*/ 80 w 108"/>
                  <a:gd name="T21" fmla="*/ 13 h 106"/>
                  <a:gd name="T22" fmla="*/ 84 w 108"/>
                  <a:gd name="T23" fmla="*/ 11 h 106"/>
                  <a:gd name="T24" fmla="*/ 87 w 108"/>
                  <a:gd name="T25" fmla="*/ 11 h 106"/>
                  <a:gd name="T26" fmla="*/ 96 w 108"/>
                  <a:gd name="T27" fmla="*/ 19 h 106"/>
                  <a:gd name="T28" fmla="*/ 96 w 108"/>
                  <a:gd name="T29" fmla="*/ 23 h 106"/>
                  <a:gd name="T30" fmla="*/ 91 w 108"/>
                  <a:gd name="T31" fmla="*/ 35 h 106"/>
                  <a:gd name="T32" fmla="*/ 103 w 108"/>
                  <a:gd name="T33" fmla="*/ 43 h 106"/>
                  <a:gd name="T34" fmla="*/ 106 w 108"/>
                  <a:gd name="T35" fmla="*/ 46 h 106"/>
                  <a:gd name="T36" fmla="*/ 108 w 108"/>
                  <a:gd name="T37" fmla="*/ 59 h 106"/>
                  <a:gd name="T38" fmla="*/ 106 w 108"/>
                  <a:gd name="T39" fmla="*/ 60 h 106"/>
                  <a:gd name="T40" fmla="*/ 99 w 108"/>
                  <a:gd name="T41" fmla="*/ 64 h 106"/>
                  <a:gd name="T42" fmla="*/ 93 w 108"/>
                  <a:gd name="T43" fmla="*/ 76 h 106"/>
                  <a:gd name="T44" fmla="*/ 96 w 108"/>
                  <a:gd name="T45" fmla="*/ 83 h 106"/>
                  <a:gd name="T46" fmla="*/ 96 w 108"/>
                  <a:gd name="T47" fmla="*/ 86 h 106"/>
                  <a:gd name="T48" fmla="*/ 84 w 108"/>
                  <a:gd name="T49" fmla="*/ 94 h 106"/>
                  <a:gd name="T50" fmla="*/ 71 w 108"/>
                  <a:gd name="T51" fmla="*/ 90 h 106"/>
                  <a:gd name="T52" fmla="*/ 63 w 108"/>
                  <a:gd name="T53" fmla="*/ 100 h 106"/>
                  <a:gd name="T54" fmla="*/ 61 w 108"/>
                  <a:gd name="T55" fmla="*/ 106 h 106"/>
                  <a:gd name="T56" fmla="*/ 48 w 108"/>
                  <a:gd name="T57" fmla="*/ 106 h 106"/>
                  <a:gd name="T58" fmla="*/ 46 w 108"/>
                  <a:gd name="T59" fmla="*/ 104 h 106"/>
                  <a:gd name="T60" fmla="*/ 42 w 108"/>
                  <a:gd name="T61" fmla="*/ 97 h 106"/>
                  <a:gd name="T62" fmla="*/ 31 w 108"/>
                  <a:gd name="T63" fmla="*/ 91 h 106"/>
                  <a:gd name="T64" fmla="*/ 24 w 108"/>
                  <a:gd name="T65" fmla="*/ 95 h 106"/>
                  <a:gd name="T66" fmla="*/ 21 w 108"/>
                  <a:gd name="T67" fmla="*/ 95 h 106"/>
                  <a:gd name="T68" fmla="*/ 12 w 108"/>
                  <a:gd name="T69" fmla="*/ 86 h 106"/>
                  <a:gd name="T70" fmla="*/ 11 w 108"/>
                  <a:gd name="T71" fmla="*/ 85 h 106"/>
                  <a:gd name="T72" fmla="*/ 14 w 108"/>
                  <a:gd name="T73" fmla="*/ 76 h 106"/>
                  <a:gd name="T74" fmla="*/ 10 w 108"/>
                  <a:gd name="T75" fmla="*/ 64 h 106"/>
                  <a:gd name="T76" fmla="*/ 0 w 108"/>
                  <a:gd name="T77" fmla="*/ 61 h 106"/>
                  <a:gd name="T78" fmla="*/ 0 w 108"/>
                  <a:gd name="T79" fmla="*/ 59 h 106"/>
                  <a:gd name="T80" fmla="*/ 0 w 108"/>
                  <a:gd name="T81" fmla="*/ 47 h 106"/>
                  <a:gd name="T82" fmla="*/ 6 w 108"/>
                  <a:gd name="T83" fmla="*/ 43 h 106"/>
                  <a:gd name="T84" fmla="*/ 16 w 108"/>
                  <a:gd name="T85" fmla="*/ 35 h 106"/>
                  <a:gd name="T86" fmla="*/ 11 w 108"/>
                  <a:gd name="T87" fmla="*/ 23 h 106"/>
                  <a:gd name="T88" fmla="*/ 11 w 108"/>
                  <a:gd name="T89" fmla="*/ 21 h 106"/>
                  <a:gd name="T90" fmla="*/ 21 w 108"/>
                  <a:gd name="T91" fmla="*/ 11 h 106"/>
                  <a:gd name="T92" fmla="*/ 31 w 108"/>
                  <a:gd name="T93" fmla="*/ 14 h 106"/>
                  <a:gd name="T94" fmla="*/ 42 w 108"/>
                  <a:gd name="T95" fmla="*/ 9 h 106"/>
                  <a:gd name="T96" fmla="*/ 46 w 108"/>
                  <a:gd name="T97" fmla="*/ 1 h 106"/>
                  <a:gd name="T98" fmla="*/ 48 w 108"/>
                  <a:gd name="T99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08" h="106">
                    <a:moveTo>
                      <a:pt x="54" y="35"/>
                    </a:moveTo>
                    <a:lnTo>
                      <a:pt x="48" y="35"/>
                    </a:lnTo>
                    <a:lnTo>
                      <a:pt x="42" y="38"/>
                    </a:lnTo>
                    <a:lnTo>
                      <a:pt x="38" y="42"/>
                    </a:lnTo>
                    <a:lnTo>
                      <a:pt x="36" y="47"/>
                    </a:lnTo>
                    <a:lnTo>
                      <a:pt x="35" y="53"/>
                    </a:lnTo>
                    <a:lnTo>
                      <a:pt x="36" y="59"/>
                    </a:lnTo>
                    <a:lnTo>
                      <a:pt x="38" y="64"/>
                    </a:lnTo>
                    <a:lnTo>
                      <a:pt x="42" y="68"/>
                    </a:lnTo>
                    <a:lnTo>
                      <a:pt x="48" y="70"/>
                    </a:lnTo>
                    <a:lnTo>
                      <a:pt x="54" y="72"/>
                    </a:lnTo>
                    <a:lnTo>
                      <a:pt x="59" y="70"/>
                    </a:lnTo>
                    <a:lnTo>
                      <a:pt x="65" y="68"/>
                    </a:lnTo>
                    <a:lnTo>
                      <a:pt x="69" y="64"/>
                    </a:lnTo>
                    <a:lnTo>
                      <a:pt x="71" y="59"/>
                    </a:lnTo>
                    <a:lnTo>
                      <a:pt x="72" y="53"/>
                    </a:lnTo>
                    <a:lnTo>
                      <a:pt x="71" y="47"/>
                    </a:lnTo>
                    <a:lnTo>
                      <a:pt x="69" y="42"/>
                    </a:lnTo>
                    <a:lnTo>
                      <a:pt x="65" y="38"/>
                    </a:lnTo>
                    <a:lnTo>
                      <a:pt x="59" y="35"/>
                    </a:lnTo>
                    <a:lnTo>
                      <a:pt x="54" y="35"/>
                    </a:lnTo>
                    <a:close/>
                    <a:moveTo>
                      <a:pt x="48" y="0"/>
                    </a:moveTo>
                    <a:lnTo>
                      <a:pt x="59" y="0"/>
                    </a:lnTo>
                    <a:lnTo>
                      <a:pt x="59" y="0"/>
                    </a:lnTo>
                    <a:lnTo>
                      <a:pt x="61" y="1"/>
                    </a:lnTo>
                    <a:lnTo>
                      <a:pt x="61" y="1"/>
                    </a:lnTo>
                    <a:lnTo>
                      <a:pt x="62" y="2"/>
                    </a:lnTo>
                    <a:lnTo>
                      <a:pt x="63" y="5"/>
                    </a:lnTo>
                    <a:lnTo>
                      <a:pt x="65" y="9"/>
                    </a:lnTo>
                    <a:lnTo>
                      <a:pt x="67" y="14"/>
                    </a:lnTo>
                    <a:lnTo>
                      <a:pt x="71" y="17"/>
                    </a:lnTo>
                    <a:lnTo>
                      <a:pt x="76" y="14"/>
                    </a:lnTo>
                    <a:lnTo>
                      <a:pt x="80" y="13"/>
                    </a:lnTo>
                    <a:lnTo>
                      <a:pt x="82" y="11"/>
                    </a:lnTo>
                    <a:lnTo>
                      <a:pt x="84" y="11"/>
                    </a:lnTo>
                    <a:lnTo>
                      <a:pt x="84" y="11"/>
                    </a:lnTo>
                    <a:lnTo>
                      <a:pt x="86" y="11"/>
                    </a:lnTo>
                    <a:lnTo>
                      <a:pt x="86" y="11"/>
                    </a:lnTo>
                    <a:lnTo>
                      <a:pt x="87" y="11"/>
                    </a:lnTo>
                    <a:lnTo>
                      <a:pt x="87" y="11"/>
                    </a:lnTo>
                    <a:lnTo>
                      <a:pt x="96" y="19"/>
                    </a:lnTo>
                    <a:lnTo>
                      <a:pt x="96" y="19"/>
                    </a:lnTo>
                    <a:lnTo>
                      <a:pt x="96" y="21"/>
                    </a:lnTo>
                    <a:lnTo>
                      <a:pt x="96" y="22"/>
                    </a:lnTo>
                    <a:lnTo>
                      <a:pt x="96" y="23"/>
                    </a:lnTo>
                    <a:lnTo>
                      <a:pt x="95" y="26"/>
                    </a:lnTo>
                    <a:lnTo>
                      <a:pt x="93" y="30"/>
                    </a:lnTo>
                    <a:lnTo>
                      <a:pt x="91" y="35"/>
                    </a:lnTo>
                    <a:lnTo>
                      <a:pt x="92" y="40"/>
                    </a:lnTo>
                    <a:lnTo>
                      <a:pt x="99" y="42"/>
                    </a:lnTo>
                    <a:lnTo>
                      <a:pt x="103" y="43"/>
                    </a:lnTo>
                    <a:lnTo>
                      <a:pt x="105" y="44"/>
                    </a:lnTo>
                    <a:lnTo>
                      <a:pt x="106" y="46"/>
                    </a:lnTo>
                    <a:lnTo>
                      <a:pt x="106" y="46"/>
                    </a:lnTo>
                    <a:lnTo>
                      <a:pt x="108" y="47"/>
                    </a:lnTo>
                    <a:lnTo>
                      <a:pt x="108" y="47"/>
                    </a:lnTo>
                    <a:lnTo>
                      <a:pt x="108" y="59"/>
                    </a:lnTo>
                    <a:lnTo>
                      <a:pt x="108" y="59"/>
                    </a:lnTo>
                    <a:lnTo>
                      <a:pt x="106" y="60"/>
                    </a:lnTo>
                    <a:lnTo>
                      <a:pt x="106" y="60"/>
                    </a:lnTo>
                    <a:lnTo>
                      <a:pt x="105" y="61"/>
                    </a:lnTo>
                    <a:lnTo>
                      <a:pt x="103" y="63"/>
                    </a:lnTo>
                    <a:lnTo>
                      <a:pt x="99" y="64"/>
                    </a:lnTo>
                    <a:lnTo>
                      <a:pt x="93" y="66"/>
                    </a:lnTo>
                    <a:lnTo>
                      <a:pt x="91" y="70"/>
                    </a:lnTo>
                    <a:lnTo>
                      <a:pt x="93" y="76"/>
                    </a:lnTo>
                    <a:lnTo>
                      <a:pt x="95" y="80"/>
                    </a:lnTo>
                    <a:lnTo>
                      <a:pt x="96" y="82"/>
                    </a:lnTo>
                    <a:lnTo>
                      <a:pt x="96" y="83"/>
                    </a:lnTo>
                    <a:lnTo>
                      <a:pt x="96" y="85"/>
                    </a:lnTo>
                    <a:lnTo>
                      <a:pt x="96" y="86"/>
                    </a:lnTo>
                    <a:lnTo>
                      <a:pt x="96" y="86"/>
                    </a:lnTo>
                    <a:lnTo>
                      <a:pt x="87" y="95"/>
                    </a:lnTo>
                    <a:lnTo>
                      <a:pt x="86" y="95"/>
                    </a:lnTo>
                    <a:lnTo>
                      <a:pt x="84" y="94"/>
                    </a:lnTo>
                    <a:lnTo>
                      <a:pt x="82" y="94"/>
                    </a:lnTo>
                    <a:lnTo>
                      <a:pt x="78" y="91"/>
                    </a:lnTo>
                    <a:lnTo>
                      <a:pt x="71" y="90"/>
                    </a:lnTo>
                    <a:lnTo>
                      <a:pt x="67" y="91"/>
                    </a:lnTo>
                    <a:lnTo>
                      <a:pt x="65" y="97"/>
                    </a:lnTo>
                    <a:lnTo>
                      <a:pt x="63" y="100"/>
                    </a:lnTo>
                    <a:lnTo>
                      <a:pt x="62" y="103"/>
                    </a:lnTo>
                    <a:lnTo>
                      <a:pt x="62" y="104"/>
                    </a:lnTo>
                    <a:lnTo>
                      <a:pt x="61" y="106"/>
                    </a:lnTo>
                    <a:lnTo>
                      <a:pt x="61" y="106"/>
                    </a:lnTo>
                    <a:lnTo>
                      <a:pt x="59" y="106"/>
                    </a:lnTo>
                    <a:lnTo>
                      <a:pt x="48" y="106"/>
                    </a:lnTo>
                    <a:lnTo>
                      <a:pt x="48" y="106"/>
                    </a:lnTo>
                    <a:lnTo>
                      <a:pt x="46" y="106"/>
                    </a:lnTo>
                    <a:lnTo>
                      <a:pt x="46" y="104"/>
                    </a:lnTo>
                    <a:lnTo>
                      <a:pt x="45" y="103"/>
                    </a:lnTo>
                    <a:lnTo>
                      <a:pt x="44" y="100"/>
                    </a:lnTo>
                    <a:lnTo>
                      <a:pt x="42" y="97"/>
                    </a:lnTo>
                    <a:lnTo>
                      <a:pt x="40" y="91"/>
                    </a:lnTo>
                    <a:lnTo>
                      <a:pt x="36" y="90"/>
                    </a:lnTo>
                    <a:lnTo>
                      <a:pt x="31" y="91"/>
                    </a:lnTo>
                    <a:lnTo>
                      <a:pt x="28" y="93"/>
                    </a:lnTo>
                    <a:lnTo>
                      <a:pt x="25" y="94"/>
                    </a:lnTo>
                    <a:lnTo>
                      <a:pt x="24" y="95"/>
                    </a:lnTo>
                    <a:lnTo>
                      <a:pt x="23" y="95"/>
                    </a:lnTo>
                    <a:lnTo>
                      <a:pt x="21" y="95"/>
                    </a:lnTo>
                    <a:lnTo>
                      <a:pt x="21" y="95"/>
                    </a:lnTo>
                    <a:lnTo>
                      <a:pt x="20" y="95"/>
                    </a:lnTo>
                    <a:lnTo>
                      <a:pt x="20" y="94"/>
                    </a:lnTo>
                    <a:lnTo>
                      <a:pt x="12" y="86"/>
                    </a:lnTo>
                    <a:lnTo>
                      <a:pt x="11" y="86"/>
                    </a:lnTo>
                    <a:lnTo>
                      <a:pt x="11" y="85"/>
                    </a:lnTo>
                    <a:lnTo>
                      <a:pt x="11" y="85"/>
                    </a:lnTo>
                    <a:lnTo>
                      <a:pt x="11" y="82"/>
                    </a:lnTo>
                    <a:lnTo>
                      <a:pt x="12" y="80"/>
                    </a:lnTo>
                    <a:lnTo>
                      <a:pt x="14" y="76"/>
                    </a:lnTo>
                    <a:lnTo>
                      <a:pt x="16" y="70"/>
                    </a:lnTo>
                    <a:lnTo>
                      <a:pt x="15" y="66"/>
                    </a:lnTo>
                    <a:lnTo>
                      <a:pt x="10" y="64"/>
                    </a:lnTo>
                    <a:lnTo>
                      <a:pt x="6" y="63"/>
                    </a:lnTo>
                    <a:lnTo>
                      <a:pt x="3" y="61"/>
                    </a:lnTo>
                    <a:lnTo>
                      <a:pt x="0" y="61"/>
                    </a:lnTo>
                    <a:lnTo>
                      <a:pt x="0" y="60"/>
                    </a:lnTo>
                    <a:lnTo>
                      <a:pt x="0" y="60"/>
                    </a:lnTo>
                    <a:lnTo>
                      <a:pt x="0" y="59"/>
                    </a:lnTo>
                    <a:lnTo>
                      <a:pt x="0" y="48"/>
                    </a:lnTo>
                    <a:lnTo>
                      <a:pt x="0" y="47"/>
                    </a:lnTo>
                    <a:lnTo>
                      <a:pt x="0" y="47"/>
                    </a:lnTo>
                    <a:lnTo>
                      <a:pt x="0" y="46"/>
                    </a:lnTo>
                    <a:lnTo>
                      <a:pt x="3" y="44"/>
                    </a:lnTo>
                    <a:lnTo>
                      <a:pt x="6" y="43"/>
                    </a:lnTo>
                    <a:lnTo>
                      <a:pt x="10" y="42"/>
                    </a:lnTo>
                    <a:lnTo>
                      <a:pt x="15" y="40"/>
                    </a:lnTo>
                    <a:lnTo>
                      <a:pt x="16" y="35"/>
                    </a:lnTo>
                    <a:lnTo>
                      <a:pt x="14" y="30"/>
                    </a:lnTo>
                    <a:lnTo>
                      <a:pt x="12" y="26"/>
                    </a:lnTo>
                    <a:lnTo>
                      <a:pt x="11" y="23"/>
                    </a:lnTo>
                    <a:lnTo>
                      <a:pt x="11" y="22"/>
                    </a:lnTo>
                    <a:lnTo>
                      <a:pt x="11" y="21"/>
                    </a:lnTo>
                    <a:lnTo>
                      <a:pt x="11" y="21"/>
                    </a:lnTo>
                    <a:lnTo>
                      <a:pt x="11" y="19"/>
                    </a:lnTo>
                    <a:lnTo>
                      <a:pt x="20" y="11"/>
                    </a:lnTo>
                    <a:lnTo>
                      <a:pt x="21" y="11"/>
                    </a:lnTo>
                    <a:lnTo>
                      <a:pt x="23" y="11"/>
                    </a:lnTo>
                    <a:lnTo>
                      <a:pt x="25" y="13"/>
                    </a:lnTo>
                    <a:lnTo>
                      <a:pt x="31" y="14"/>
                    </a:lnTo>
                    <a:lnTo>
                      <a:pt x="36" y="17"/>
                    </a:lnTo>
                    <a:lnTo>
                      <a:pt x="40" y="14"/>
                    </a:lnTo>
                    <a:lnTo>
                      <a:pt x="42" y="9"/>
                    </a:lnTo>
                    <a:lnTo>
                      <a:pt x="44" y="5"/>
                    </a:lnTo>
                    <a:lnTo>
                      <a:pt x="45" y="2"/>
                    </a:lnTo>
                    <a:lnTo>
                      <a:pt x="46" y="1"/>
                    </a:lnTo>
                    <a:lnTo>
                      <a:pt x="46" y="1"/>
                    </a:lnTo>
                    <a:lnTo>
                      <a:pt x="48" y="0"/>
                    </a:lnTo>
                    <a:lnTo>
                      <a:pt x="4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41" name="Freeform 35"/>
              <p:cNvSpPr>
                <a:spLocks noEditPoints="1"/>
              </p:cNvSpPr>
              <p:nvPr/>
            </p:nvSpPr>
            <p:spPr bwMode="auto">
              <a:xfrm rot="19386584" flipH="1">
                <a:off x="5979289" y="2194832"/>
                <a:ext cx="77152" cy="76431"/>
              </a:xfrm>
              <a:custGeom>
                <a:avLst/>
                <a:gdLst>
                  <a:gd name="T0" fmla="*/ 43 w 107"/>
                  <a:gd name="T1" fmla="*/ 38 h 106"/>
                  <a:gd name="T2" fmla="*/ 35 w 107"/>
                  <a:gd name="T3" fmla="*/ 54 h 106"/>
                  <a:gd name="T4" fmla="*/ 43 w 107"/>
                  <a:gd name="T5" fmla="*/ 69 h 106"/>
                  <a:gd name="T6" fmla="*/ 60 w 107"/>
                  <a:gd name="T7" fmla="*/ 71 h 106"/>
                  <a:gd name="T8" fmla="*/ 72 w 107"/>
                  <a:gd name="T9" fmla="*/ 59 h 106"/>
                  <a:gd name="T10" fmla="*/ 69 w 107"/>
                  <a:gd name="T11" fmla="*/ 42 h 106"/>
                  <a:gd name="T12" fmla="*/ 53 w 107"/>
                  <a:gd name="T13" fmla="*/ 36 h 106"/>
                  <a:gd name="T14" fmla="*/ 60 w 107"/>
                  <a:gd name="T15" fmla="*/ 0 h 106"/>
                  <a:gd name="T16" fmla="*/ 63 w 107"/>
                  <a:gd name="T17" fmla="*/ 3 h 106"/>
                  <a:gd name="T18" fmla="*/ 68 w 107"/>
                  <a:gd name="T19" fmla="*/ 15 h 106"/>
                  <a:gd name="T20" fmla="*/ 80 w 107"/>
                  <a:gd name="T21" fmla="*/ 14 h 106"/>
                  <a:gd name="T22" fmla="*/ 85 w 107"/>
                  <a:gd name="T23" fmla="*/ 12 h 106"/>
                  <a:gd name="T24" fmla="*/ 87 w 107"/>
                  <a:gd name="T25" fmla="*/ 12 h 106"/>
                  <a:gd name="T26" fmla="*/ 97 w 107"/>
                  <a:gd name="T27" fmla="*/ 20 h 106"/>
                  <a:gd name="T28" fmla="*/ 95 w 107"/>
                  <a:gd name="T29" fmla="*/ 24 h 106"/>
                  <a:gd name="T30" fmla="*/ 91 w 107"/>
                  <a:gd name="T31" fmla="*/ 36 h 106"/>
                  <a:gd name="T32" fmla="*/ 102 w 107"/>
                  <a:gd name="T33" fmla="*/ 44 h 106"/>
                  <a:gd name="T34" fmla="*/ 107 w 107"/>
                  <a:gd name="T35" fmla="*/ 46 h 106"/>
                  <a:gd name="T36" fmla="*/ 107 w 107"/>
                  <a:gd name="T37" fmla="*/ 59 h 106"/>
                  <a:gd name="T38" fmla="*/ 107 w 107"/>
                  <a:gd name="T39" fmla="*/ 61 h 106"/>
                  <a:gd name="T40" fmla="*/ 98 w 107"/>
                  <a:gd name="T41" fmla="*/ 65 h 106"/>
                  <a:gd name="T42" fmla="*/ 94 w 107"/>
                  <a:gd name="T43" fmla="*/ 76 h 106"/>
                  <a:gd name="T44" fmla="*/ 97 w 107"/>
                  <a:gd name="T45" fmla="*/ 84 h 106"/>
                  <a:gd name="T46" fmla="*/ 97 w 107"/>
                  <a:gd name="T47" fmla="*/ 87 h 106"/>
                  <a:gd name="T48" fmla="*/ 85 w 107"/>
                  <a:gd name="T49" fmla="*/ 95 h 106"/>
                  <a:gd name="T50" fmla="*/ 72 w 107"/>
                  <a:gd name="T51" fmla="*/ 91 h 106"/>
                  <a:gd name="T52" fmla="*/ 64 w 107"/>
                  <a:gd name="T53" fmla="*/ 101 h 106"/>
                  <a:gd name="T54" fmla="*/ 61 w 107"/>
                  <a:gd name="T55" fmla="*/ 106 h 106"/>
                  <a:gd name="T56" fmla="*/ 48 w 107"/>
                  <a:gd name="T57" fmla="*/ 106 h 106"/>
                  <a:gd name="T58" fmla="*/ 47 w 107"/>
                  <a:gd name="T59" fmla="*/ 105 h 106"/>
                  <a:gd name="T60" fmla="*/ 43 w 107"/>
                  <a:gd name="T61" fmla="*/ 97 h 106"/>
                  <a:gd name="T62" fmla="*/ 31 w 107"/>
                  <a:gd name="T63" fmla="*/ 92 h 106"/>
                  <a:gd name="T64" fmla="*/ 23 w 107"/>
                  <a:gd name="T65" fmla="*/ 96 h 106"/>
                  <a:gd name="T66" fmla="*/ 22 w 107"/>
                  <a:gd name="T67" fmla="*/ 96 h 106"/>
                  <a:gd name="T68" fmla="*/ 11 w 107"/>
                  <a:gd name="T69" fmla="*/ 87 h 106"/>
                  <a:gd name="T70" fmla="*/ 11 w 107"/>
                  <a:gd name="T71" fmla="*/ 86 h 106"/>
                  <a:gd name="T72" fmla="*/ 14 w 107"/>
                  <a:gd name="T73" fmla="*/ 76 h 106"/>
                  <a:gd name="T74" fmla="*/ 9 w 107"/>
                  <a:gd name="T75" fmla="*/ 65 h 106"/>
                  <a:gd name="T76" fmla="*/ 1 w 107"/>
                  <a:gd name="T77" fmla="*/ 62 h 106"/>
                  <a:gd name="T78" fmla="*/ 0 w 107"/>
                  <a:gd name="T79" fmla="*/ 59 h 106"/>
                  <a:gd name="T80" fmla="*/ 0 w 107"/>
                  <a:gd name="T81" fmla="*/ 48 h 106"/>
                  <a:gd name="T82" fmla="*/ 5 w 107"/>
                  <a:gd name="T83" fmla="*/ 44 h 106"/>
                  <a:gd name="T84" fmla="*/ 17 w 107"/>
                  <a:gd name="T85" fmla="*/ 36 h 106"/>
                  <a:gd name="T86" fmla="*/ 11 w 107"/>
                  <a:gd name="T87" fmla="*/ 24 h 106"/>
                  <a:gd name="T88" fmla="*/ 11 w 107"/>
                  <a:gd name="T89" fmla="*/ 21 h 106"/>
                  <a:gd name="T90" fmla="*/ 21 w 107"/>
                  <a:gd name="T91" fmla="*/ 12 h 106"/>
                  <a:gd name="T92" fmla="*/ 30 w 107"/>
                  <a:gd name="T93" fmla="*/ 15 h 106"/>
                  <a:gd name="T94" fmla="*/ 42 w 107"/>
                  <a:gd name="T95" fmla="*/ 10 h 106"/>
                  <a:gd name="T96" fmla="*/ 46 w 107"/>
                  <a:gd name="T97" fmla="*/ 2 h 106"/>
                  <a:gd name="T98" fmla="*/ 48 w 107"/>
                  <a:gd name="T99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07" h="106">
                    <a:moveTo>
                      <a:pt x="53" y="36"/>
                    </a:moveTo>
                    <a:lnTo>
                      <a:pt x="48" y="36"/>
                    </a:lnTo>
                    <a:lnTo>
                      <a:pt x="43" y="38"/>
                    </a:lnTo>
                    <a:lnTo>
                      <a:pt x="39" y="42"/>
                    </a:lnTo>
                    <a:lnTo>
                      <a:pt x="36" y="48"/>
                    </a:lnTo>
                    <a:lnTo>
                      <a:pt x="35" y="54"/>
                    </a:lnTo>
                    <a:lnTo>
                      <a:pt x="36" y="59"/>
                    </a:lnTo>
                    <a:lnTo>
                      <a:pt x="39" y="65"/>
                    </a:lnTo>
                    <a:lnTo>
                      <a:pt x="43" y="69"/>
                    </a:lnTo>
                    <a:lnTo>
                      <a:pt x="48" y="71"/>
                    </a:lnTo>
                    <a:lnTo>
                      <a:pt x="53" y="72"/>
                    </a:lnTo>
                    <a:lnTo>
                      <a:pt x="60" y="71"/>
                    </a:lnTo>
                    <a:lnTo>
                      <a:pt x="65" y="69"/>
                    </a:lnTo>
                    <a:lnTo>
                      <a:pt x="69" y="65"/>
                    </a:lnTo>
                    <a:lnTo>
                      <a:pt x="72" y="59"/>
                    </a:lnTo>
                    <a:lnTo>
                      <a:pt x="73" y="54"/>
                    </a:lnTo>
                    <a:lnTo>
                      <a:pt x="72" y="48"/>
                    </a:lnTo>
                    <a:lnTo>
                      <a:pt x="69" y="42"/>
                    </a:lnTo>
                    <a:lnTo>
                      <a:pt x="65" y="38"/>
                    </a:lnTo>
                    <a:lnTo>
                      <a:pt x="60" y="36"/>
                    </a:lnTo>
                    <a:lnTo>
                      <a:pt x="53" y="36"/>
                    </a:lnTo>
                    <a:close/>
                    <a:moveTo>
                      <a:pt x="48" y="0"/>
                    </a:moveTo>
                    <a:lnTo>
                      <a:pt x="59" y="0"/>
                    </a:lnTo>
                    <a:lnTo>
                      <a:pt x="60" y="0"/>
                    </a:lnTo>
                    <a:lnTo>
                      <a:pt x="60" y="2"/>
                    </a:lnTo>
                    <a:lnTo>
                      <a:pt x="61" y="2"/>
                    </a:lnTo>
                    <a:lnTo>
                      <a:pt x="63" y="3"/>
                    </a:lnTo>
                    <a:lnTo>
                      <a:pt x="64" y="6"/>
                    </a:lnTo>
                    <a:lnTo>
                      <a:pt x="65" y="10"/>
                    </a:lnTo>
                    <a:lnTo>
                      <a:pt x="68" y="15"/>
                    </a:lnTo>
                    <a:lnTo>
                      <a:pt x="72" y="17"/>
                    </a:lnTo>
                    <a:lnTo>
                      <a:pt x="77" y="15"/>
                    </a:lnTo>
                    <a:lnTo>
                      <a:pt x="80" y="14"/>
                    </a:lnTo>
                    <a:lnTo>
                      <a:pt x="82" y="12"/>
                    </a:lnTo>
                    <a:lnTo>
                      <a:pt x="83" y="12"/>
                    </a:lnTo>
                    <a:lnTo>
                      <a:pt x="85" y="12"/>
                    </a:lnTo>
                    <a:lnTo>
                      <a:pt x="86" y="12"/>
                    </a:lnTo>
                    <a:lnTo>
                      <a:pt x="86" y="12"/>
                    </a:lnTo>
                    <a:lnTo>
                      <a:pt x="87" y="12"/>
                    </a:lnTo>
                    <a:lnTo>
                      <a:pt x="87" y="12"/>
                    </a:lnTo>
                    <a:lnTo>
                      <a:pt x="95" y="20"/>
                    </a:lnTo>
                    <a:lnTo>
                      <a:pt x="97" y="20"/>
                    </a:lnTo>
                    <a:lnTo>
                      <a:pt x="97" y="21"/>
                    </a:lnTo>
                    <a:lnTo>
                      <a:pt x="97" y="23"/>
                    </a:lnTo>
                    <a:lnTo>
                      <a:pt x="95" y="24"/>
                    </a:lnTo>
                    <a:lnTo>
                      <a:pt x="95" y="27"/>
                    </a:lnTo>
                    <a:lnTo>
                      <a:pt x="93" y="31"/>
                    </a:lnTo>
                    <a:lnTo>
                      <a:pt x="91" y="36"/>
                    </a:lnTo>
                    <a:lnTo>
                      <a:pt x="93" y="40"/>
                    </a:lnTo>
                    <a:lnTo>
                      <a:pt x="98" y="42"/>
                    </a:lnTo>
                    <a:lnTo>
                      <a:pt x="102" y="44"/>
                    </a:lnTo>
                    <a:lnTo>
                      <a:pt x="104" y="45"/>
                    </a:lnTo>
                    <a:lnTo>
                      <a:pt x="107" y="46"/>
                    </a:lnTo>
                    <a:lnTo>
                      <a:pt x="107" y="46"/>
                    </a:lnTo>
                    <a:lnTo>
                      <a:pt x="107" y="48"/>
                    </a:lnTo>
                    <a:lnTo>
                      <a:pt x="107" y="48"/>
                    </a:lnTo>
                    <a:lnTo>
                      <a:pt x="107" y="59"/>
                    </a:lnTo>
                    <a:lnTo>
                      <a:pt x="107" y="59"/>
                    </a:lnTo>
                    <a:lnTo>
                      <a:pt x="107" y="61"/>
                    </a:lnTo>
                    <a:lnTo>
                      <a:pt x="107" y="61"/>
                    </a:lnTo>
                    <a:lnTo>
                      <a:pt x="104" y="62"/>
                    </a:lnTo>
                    <a:lnTo>
                      <a:pt x="102" y="63"/>
                    </a:lnTo>
                    <a:lnTo>
                      <a:pt x="98" y="65"/>
                    </a:lnTo>
                    <a:lnTo>
                      <a:pt x="93" y="67"/>
                    </a:lnTo>
                    <a:lnTo>
                      <a:pt x="91" y="71"/>
                    </a:lnTo>
                    <a:lnTo>
                      <a:pt x="94" y="76"/>
                    </a:lnTo>
                    <a:lnTo>
                      <a:pt x="95" y="80"/>
                    </a:lnTo>
                    <a:lnTo>
                      <a:pt x="97" y="83"/>
                    </a:lnTo>
                    <a:lnTo>
                      <a:pt x="97" y="84"/>
                    </a:lnTo>
                    <a:lnTo>
                      <a:pt x="97" y="86"/>
                    </a:lnTo>
                    <a:lnTo>
                      <a:pt x="97" y="87"/>
                    </a:lnTo>
                    <a:lnTo>
                      <a:pt x="97" y="87"/>
                    </a:lnTo>
                    <a:lnTo>
                      <a:pt x="87" y="96"/>
                    </a:lnTo>
                    <a:lnTo>
                      <a:pt x="86" y="96"/>
                    </a:lnTo>
                    <a:lnTo>
                      <a:pt x="85" y="95"/>
                    </a:lnTo>
                    <a:lnTo>
                      <a:pt x="82" y="95"/>
                    </a:lnTo>
                    <a:lnTo>
                      <a:pt x="77" y="92"/>
                    </a:lnTo>
                    <a:lnTo>
                      <a:pt x="72" y="91"/>
                    </a:lnTo>
                    <a:lnTo>
                      <a:pt x="68" y="92"/>
                    </a:lnTo>
                    <a:lnTo>
                      <a:pt x="65" y="97"/>
                    </a:lnTo>
                    <a:lnTo>
                      <a:pt x="64" y="101"/>
                    </a:lnTo>
                    <a:lnTo>
                      <a:pt x="63" y="104"/>
                    </a:lnTo>
                    <a:lnTo>
                      <a:pt x="61" y="105"/>
                    </a:lnTo>
                    <a:lnTo>
                      <a:pt x="61" y="106"/>
                    </a:lnTo>
                    <a:lnTo>
                      <a:pt x="60" y="106"/>
                    </a:lnTo>
                    <a:lnTo>
                      <a:pt x="60" y="106"/>
                    </a:lnTo>
                    <a:lnTo>
                      <a:pt x="48" y="106"/>
                    </a:lnTo>
                    <a:lnTo>
                      <a:pt x="48" y="106"/>
                    </a:lnTo>
                    <a:lnTo>
                      <a:pt x="47" y="106"/>
                    </a:lnTo>
                    <a:lnTo>
                      <a:pt x="47" y="105"/>
                    </a:lnTo>
                    <a:lnTo>
                      <a:pt x="46" y="104"/>
                    </a:lnTo>
                    <a:lnTo>
                      <a:pt x="44" y="101"/>
                    </a:lnTo>
                    <a:lnTo>
                      <a:pt x="43" y="97"/>
                    </a:lnTo>
                    <a:lnTo>
                      <a:pt x="40" y="92"/>
                    </a:lnTo>
                    <a:lnTo>
                      <a:pt x="36" y="91"/>
                    </a:lnTo>
                    <a:lnTo>
                      <a:pt x="31" y="92"/>
                    </a:lnTo>
                    <a:lnTo>
                      <a:pt x="27" y="93"/>
                    </a:lnTo>
                    <a:lnTo>
                      <a:pt x="25" y="95"/>
                    </a:lnTo>
                    <a:lnTo>
                      <a:pt x="23" y="96"/>
                    </a:lnTo>
                    <a:lnTo>
                      <a:pt x="22" y="96"/>
                    </a:lnTo>
                    <a:lnTo>
                      <a:pt x="22" y="96"/>
                    </a:lnTo>
                    <a:lnTo>
                      <a:pt x="22" y="96"/>
                    </a:lnTo>
                    <a:lnTo>
                      <a:pt x="21" y="96"/>
                    </a:lnTo>
                    <a:lnTo>
                      <a:pt x="19" y="95"/>
                    </a:lnTo>
                    <a:lnTo>
                      <a:pt x="11" y="87"/>
                    </a:lnTo>
                    <a:lnTo>
                      <a:pt x="11" y="87"/>
                    </a:lnTo>
                    <a:lnTo>
                      <a:pt x="11" y="86"/>
                    </a:lnTo>
                    <a:lnTo>
                      <a:pt x="11" y="86"/>
                    </a:lnTo>
                    <a:lnTo>
                      <a:pt x="11" y="83"/>
                    </a:lnTo>
                    <a:lnTo>
                      <a:pt x="13" y="80"/>
                    </a:lnTo>
                    <a:lnTo>
                      <a:pt x="14" y="76"/>
                    </a:lnTo>
                    <a:lnTo>
                      <a:pt x="17" y="71"/>
                    </a:lnTo>
                    <a:lnTo>
                      <a:pt x="14" y="67"/>
                    </a:lnTo>
                    <a:lnTo>
                      <a:pt x="9" y="65"/>
                    </a:lnTo>
                    <a:lnTo>
                      <a:pt x="5" y="63"/>
                    </a:lnTo>
                    <a:lnTo>
                      <a:pt x="2" y="62"/>
                    </a:lnTo>
                    <a:lnTo>
                      <a:pt x="1" y="62"/>
                    </a:lnTo>
                    <a:lnTo>
                      <a:pt x="0" y="61"/>
                    </a:lnTo>
                    <a:lnTo>
                      <a:pt x="0" y="61"/>
                    </a:lnTo>
                    <a:lnTo>
                      <a:pt x="0" y="59"/>
                    </a:lnTo>
                    <a:lnTo>
                      <a:pt x="0" y="49"/>
                    </a:lnTo>
                    <a:lnTo>
                      <a:pt x="0" y="48"/>
                    </a:lnTo>
                    <a:lnTo>
                      <a:pt x="0" y="48"/>
                    </a:lnTo>
                    <a:lnTo>
                      <a:pt x="1" y="46"/>
                    </a:lnTo>
                    <a:lnTo>
                      <a:pt x="2" y="45"/>
                    </a:lnTo>
                    <a:lnTo>
                      <a:pt x="5" y="44"/>
                    </a:lnTo>
                    <a:lnTo>
                      <a:pt x="9" y="42"/>
                    </a:lnTo>
                    <a:lnTo>
                      <a:pt x="14" y="41"/>
                    </a:lnTo>
                    <a:lnTo>
                      <a:pt x="17" y="36"/>
                    </a:lnTo>
                    <a:lnTo>
                      <a:pt x="14" y="31"/>
                    </a:lnTo>
                    <a:lnTo>
                      <a:pt x="13" y="27"/>
                    </a:lnTo>
                    <a:lnTo>
                      <a:pt x="11" y="24"/>
                    </a:lnTo>
                    <a:lnTo>
                      <a:pt x="10" y="23"/>
                    </a:lnTo>
                    <a:lnTo>
                      <a:pt x="10" y="21"/>
                    </a:lnTo>
                    <a:lnTo>
                      <a:pt x="11" y="21"/>
                    </a:lnTo>
                    <a:lnTo>
                      <a:pt x="11" y="20"/>
                    </a:lnTo>
                    <a:lnTo>
                      <a:pt x="21" y="12"/>
                    </a:lnTo>
                    <a:lnTo>
                      <a:pt x="21" y="12"/>
                    </a:lnTo>
                    <a:lnTo>
                      <a:pt x="23" y="12"/>
                    </a:lnTo>
                    <a:lnTo>
                      <a:pt x="26" y="14"/>
                    </a:lnTo>
                    <a:lnTo>
                      <a:pt x="30" y="15"/>
                    </a:lnTo>
                    <a:lnTo>
                      <a:pt x="35" y="17"/>
                    </a:lnTo>
                    <a:lnTo>
                      <a:pt x="40" y="15"/>
                    </a:lnTo>
                    <a:lnTo>
                      <a:pt x="42" y="10"/>
                    </a:lnTo>
                    <a:lnTo>
                      <a:pt x="44" y="6"/>
                    </a:lnTo>
                    <a:lnTo>
                      <a:pt x="46" y="3"/>
                    </a:lnTo>
                    <a:lnTo>
                      <a:pt x="46" y="2"/>
                    </a:lnTo>
                    <a:lnTo>
                      <a:pt x="47" y="2"/>
                    </a:lnTo>
                    <a:lnTo>
                      <a:pt x="47" y="0"/>
                    </a:lnTo>
                    <a:lnTo>
                      <a:pt x="4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42" name="Freeform 36"/>
              <p:cNvSpPr>
                <a:spLocks noEditPoints="1"/>
              </p:cNvSpPr>
              <p:nvPr/>
            </p:nvSpPr>
            <p:spPr bwMode="auto">
              <a:xfrm rot="19386584" flipH="1">
                <a:off x="6205888" y="2330019"/>
                <a:ext cx="77873" cy="75710"/>
              </a:xfrm>
              <a:custGeom>
                <a:avLst/>
                <a:gdLst>
                  <a:gd name="T0" fmla="*/ 43 w 108"/>
                  <a:gd name="T1" fmla="*/ 38 h 105"/>
                  <a:gd name="T2" fmla="*/ 35 w 108"/>
                  <a:gd name="T3" fmla="*/ 53 h 105"/>
                  <a:gd name="T4" fmla="*/ 43 w 108"/>
                  <a:gd name="T5" fmla="*/ 69 h 105"/>
                  <a:gd name="T6" fmla="*/ 60 w 108"/>
                  <a:gd name="T7" fmla="*/ 71 h 105"/>
                  <a:gd name="T8" fmla="*/ 72 w 108"/>
                  <a:gd name="T9" fmla="*/ 59 h 105"/>
                  <a:gd name="T10" fmla="*/ 69 w 108"/>
                  <a:gd name="T11" fmla="*/ 42 h 105"/>
                  <a:gd name="T12" fmla="*/ 53 w 108"/>
                  <a:gd name="T13" fmla="*/ 35 h 105"/>
                  <a:gd name="T14" fmla="*/ 60 w 108"/>
                  <a:gd name="T15" fmla="*/ 0 h 105"/>
                  <a:gd name="T16" fmla="*/ 63 w 108"/>
                  <a:gd name="T17" fmla="*/ 3 h 105"/>
                  <a:gd name="T18" fmla="*/ 68 w 108"/>
                  <a:gd name="T19" fmla="*/ 15 h 105"/>
                  <a:gd name="T20" fmla="*/ 80 w 108"/>
                  <a:gd name="T21" fmla="*/ 14 h 105"/>
                  <a:gd name="T22" fmla="*/ 85 w 108"/>
                  <a:gd name="T23" fmla="*/ 11 h 105"/>
                  <a:gd name="T24" fmla="*/ 87 w 108"/>
                  <a:gd name="T25" fmla="*/ 11 h 105"/>
                  <a:gd name="T26" fmla="*/ 97 w 108"/>
                  <a:gd name="T27" fmla="*/ 20 h 105"/>
                  <a:gd name="T28" fmla="*/ 97 w 108"/>
                  <a:gd name="T29" fmla="*/ 24 h 105"/>
                  <a:gd name="T30" fmla="*/ 91 w 108"/>
                  <a:gd name="T31" fmla="*/ 36 h 105"/>
                  <a:gd name="T32" fmla="*/ 102 w 108"/>
                  <a:gd name="T33" fmla="*/ 44 h 105"/>
                  <a:gd name="T34" fmla="*/ 107 w 108"/>
                  <a:gd name="T35" fmla="*/ 46 h 105"/>
                  <a:gd name="T36" fmla="*/ 108 w 108"/>
                  <a:gd name="T37" fmla="*/ 58 h 105"/>
                  <a:gd name="T38" fmla="*/ 107 w 108"/>
                  <a:gd name="T39" fmla="*/ 61 h 105"/>
                  <a:gd name="T40" fmla="*/ 99 w 108"/>
                  <a:gd name="T41" fmla="*/ 65 h 105"/>
                  <a:gd name="T42" fmla="*/ 94 w 108"/>
                  <a:gd name="T43" fmla="*/ 76 h 105"/>
                  <a:gd name="T44" fmla="*/ 97 w 108"/>
                  <a:gd name="T45" fmla="*/ 84 h 105"/>
                  <a:gd name="T46" fmla="*/ 97 w 108"/>
                  <a:gd name="T47" fmla="*/ 87 h 105"/>
                  <a:gd name="T48" fmla="*/ 85 w 108"/>
                  <a:gd name="T49" fmla="*/ 95 h 105"/>
                  <a:gd name="T50" fmla="*/ 72 w 108"/>
                  <a:gd name="T51" fmla="*/ 90 h 105"/>
                  <a:gd name="T52" fmla="*/ 64 w 108"/>
                  <a:gd name="T53" fmla="*/ 100 h 105"/>
                  <a:gd name="T54" fmla="*/ 61 w 108"/>
                  <a:gd name="T55" fmla="*/ 105 h 105"/>
                  <a:gd name="T56" fmla="*/ 48 w 108"/>
                  <a:gd name="T57" fmla="*/ 105 h 105"/>
                  <a:gd name="T58" fmla="*/ 47 w 108"/>
                  <a:gd name="T59" fmla="*/ 105 h 105"/>
                  <a:gd name="T60" fmla="*/ 43 w 108"/>
                  <a:gd name="T61" fmla="*/ 97 h 105"/>
                  <a:gd name="T62" fmla="*/ 31 w 108"/>
                  <a:gd name="T63" fmla="*/ 92 h 105"/>
                  <a:gd name="T64" fmla="*/ 23 w 108"/>
                  <a:gd name="T65" fmla="*/ 95 h 105"/>
                  <a:gd name="T66" fmla="*/ 22 w 108"/>
                  <a:gd name="T67" fmla="*/ 95 h 105"/>
                  <a:gd name="T68" fmla="*/ 12 w 108"/>
                  <a:gd name="T69" fmla="*/ 87 h 105"/>
                  <a:gd name="T70" fmla="*/ 12 w 108"/>
                  <a:gd name="T71" fmla="*/ 84 h 105"/>
                  <a:gd name="T72" fmla="*/ 14 w 108"/>
                  <a:gd name="T73" fmla="*/ 76 h 105"/>
                  <a:gd name="T74" fmla="*/ 9 w 108"/>
                  <a:gd name="T75" fmla="*/ 65 h 105"/>
                  <a:gd name="T76" fmla="*/ 1 w 108"/>
                  <a:gd name="T77" fmla="*/ 61 h 105"/>
                  <a:gd name="T78" fmla="*/ 0 w 108"/>
                  <a:gd name="T79" fmla="*/ 59 h 105"/>
                  <a:gd name="T80" fmla="*/ 1 w 108"/>
                  <a:gd name="T81" fmla="*/ 46 h 105"/>
                  <a:gd name="T82" fmla="*/ 5 w 108"/>
                  <a:gd name="T83" fmla="*/ 44 h 105"/>
                  <a:gd name="T84" fmla="*/ 17 w 108"/>
                  <a:gd name="T85" fmla="*/ 36 h 105"/>
                  <a:gd name="T86" fmla="*/ 12 w 108"/>
                  <a:gd name="T87" fmla="*/ 24 h 105"/>
                  <a:gd name="T88" fmla="*/ 12 w 108"/>
                  <a:gd name="T89" fmla="*/ 20 h 105"/>
                  <a:gd name="T90" fmla="*/ 22 w 108"/>
                  <a:gd name="T91" fmla="*/ 11 h 105"/>
                  <a:gd name="T92" fmla="*/ 30 w 108"/>
                  <a:gd name="T93" fmla="*/ 14 h 105"/>
                  <a:gd name="T94" fmla="*/ 43 w 108"/>
                  <a:gd name="T95" fmla="*/ 10 h 105"/>
                  <a:gd name="T96" fmla="*/ 46 w 108"/>
                  <a:gd name="T97" fmla="*/ 2 h 105"/>
                  <a:gd name="T98" fmla="*/ 48 w 108"/>
                  <a:gd name="T99" fmla="*/ 0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08" h="105">
                    <a:moveTo>
                      <a:pt x="53" y="35"/>
                    </a:moveTo>
                    <a:lnTo>
                      <a:pt x="48" y="36"/>
                    </a:lnTo>
                    <a:lnTo>
                      <a:pt x="43" y="38"/>
                    </a:lnTo>
                    <a:lnTo>
                      <a:pt x="39" y="42"/>
                    </a:lnTo>
                    <a:lnTo>
                      <a:pt x="36" y="48"/>
                    </a:lnTo>
                    <a:lnTo>
                      <a:pt x="35" y="53"/>
                    </a:lnTo>
                    <a:lnTo>
                      <a:pt x="36" y="59"/>
                    </a:lnTo>
                    <a:lnTo>
                      <a:pt x="39" y="63"/>
                    </a:lnTo>
                    <a:lnTo>
                      <a:pt x="43" y="69"/>
                    </a:lnTo>
                    <a:lnTo>
                      <a:pt x="48" y="71"/>
                    </a:lnTo>
                    <a:lnTo>
                      <a:pt x="53" y="71"/>
                    </a:lnTo>
                    <a:lnTo>
                      <a:pt x="60" y="71"/>
                    </a:lnTo>
                    <a:lnTo>
                      <a:pt x="65" y="69"/>
                    </a:lnTo>
                    <a:lnTo>
                      <a:pt x="69" y="63"/>
                    </a:lnTo>
                    <a:lnTo>
                      <a:pt x="72" y="59"/>
                    </a:lnTo>
                    <a:lnTo>
                      <a:pt x="73" y="53"/>
                    </a:lnTo>
                    <a:lnTo>
                      <a:pt x="72" y="48"/>
                    </a:lnTo>
                    <a:lnTo>
                      <a:pt x="69" y="42"/>
                    </a:lnTo>
                    <a:lnTo>
                      <a:pt x="65" y="38"/>
                    </a:lnTo>
                    <a:lnTo>
                      <a:pt x="60" y="36"/>
                    </a:lnTo>
                    <a:lnTo>
                      <a:pt x="53" y="35"/>
                    </a:lnTo>
                    <a:close/>
                    <a:moveTo>
                      <a:pt x="48" y="0"/>
                    </a:moveTo>
                    <a:lnTo>
                      <a:pt x="60" y="0"/>
                    </a:lnTo>
                    <a:lnTo>
                      <a:pt x="60" y="0"/>
                    </a:lnTo>
                    <a:lnTo>
                      <a:pt x="61" y="0"/>
                    </a:lnTo>
                    <a:lnTo>
                      <a:pt x="61" y="2"/>
                    </a:lnTo>
                    <a:lnTo>
                      <a:pt x="63" y="3"/>
                    </a:lnTo>
                    <a:lnTo>
                      <a:pt x="64" y="6"/>
                    </a:lnTo>
                    <a:lnTo>
                      <a:pt x="65" y="10"/>
                    </a:lnTo>
                    <a:lnTo>
                      <a:pt x="68" y="15"/>
                    </a:lnTo>
                    <a:lnTo>
                      <a:pt x="72" y="16"/>
                    </a:lnTo>
                    <a:lnTo>
                      <a:pt x="77" y="15"/>
                    </a:lnTo>
                    <a:lnTo>
                      <a:pt x="80" y="14"/>
                    </a:lnTo>
                    <a:lnTo>
                      <a:pt x="82" y="12"/>
                    </a:lnTo>
                    <a:lnTo>
                      <a:pt x="85" y="11"/>
                    </a:lnTo>
                    <a:lnTo>
                      <a:pt x="85" y="11"/>
                    </a:lnTo>
                    <a:lnTo>
                      <a:pt x="86" y="11"/>
                    </a:lnTo>
                    <a:lnTo>
                      <a:pt x="86" y="11"/>
                    </a:lnTo>
                    <a:lnTo>
                      <a:pt x="87" y="11"/>
                    </a:lnTo>
                    <a:lnTo>
                      <a:pt x="87" y="11"/>
                    </a:lnTo>
                    <a:lnTo>
                      <a:pt x="95" y="19"/>
                    </a:lnTo>
                    <a:lnTo>
                      <a:pt x="97" y="20"/>
                    </a:lnTo>
                    <a:lnTo>
                      <a:pt x="97" y="20"/>
                    </a:lnTo>
                    <a:lnTo>
                      <a:pt x="97" y="21"/>
                    </a:lnTo>
                    <a:lnTo>
                      <a:pt x="97" y="24"/>
                    </a:lnTo>
                    <a:lnTo>
                      <a:pt x="95" y="27"/>
                    </a:lnTo>
                    <a:lnTo>
                      <a:pt x="94" y="31"/>
                    </a:lnTo>
                    <a:lnTo>
                      <a:pt x="91" y="36"/>
                    </a:lnTo>
                    <a:lnTo>
                      <a:pt x="93" y="40"/>
                    </a:lnTo>
                    <a:lnTo>
                      <a:pt x="99" y="41"/>
                    </a:lnTo>
                    <a:lnTo>
                      <a:pt x="102" y="44"/>
                    </a:lnTo>
                    <a:lnTo>
                      <a:pt x="106" y="44"/>
                    </a:lnTo>
                    <a:lnTo>
                      <a:pt x="107" y="45"/>
                    </a:lnTo>
                    <a:lnTo>
                      <a:pt x="107" y="46"/>
                    </a:lnTo>
                    <a:lnTo>
                      <a:pt x="108" y="46"/>
                    </a:lnTo>
                    <a:lnTo>
                      <a:pt x="108" y="48"/>
                    </a:lnTo>
                    <a:lnTo>
                      <a:pt x="108" y="58"/>
                    </a:lnTo>
                    <a:lnTo>
                      <a:pt x="108" y="59"/>
                    </a:lnTo>
                    <a:lnTo>
                      <a:pt x="107" y="59"/>
                    </a:lnTo>
                    <a:lnTo>
                      <a:pt x="107" y="61"/>
                    </a:lnTo>
                    <a:lnTo>
                      <a:pt x="106" y="61"/>
                    </a:lnTo>
                    <a:lnTo>
                      <a:pt x="103" y="62"/>
                    </a:lnTo>
                    <a:lnTo>
                      <a:pt x="99" y="65"/>
                    </a:lnTo>
                    <a:lnTo>
                      <a:pt x="93" y="66"/>
                    </a:lnTo>
                    <a:lnTo>
                      <a:pt x="91" y="71"/>
                    </a:lnTo>
                    <a:lnTo>
                      <a:pt x="94" y="76"/>
                    </a:lnTo>
                    <a:lnTo>
                      <a:pt x="95" y="79"/>
                    </a:lnTo>
                    <a:lnTo>
                      <a:pt x="97" y="82"/>
                    </a:lnTo>
                    <a:lnTo>
                      <a:pt x="97" y="84"/>
                    </a:lnTo>
                    <a:lnTo>
                      <a:pt x="97" y="86"/>
                    </a:lnTo>
                    <a:lnTo>
                      <a:pt x="97" y="86"/>
                    </a:lnTo>
                    <a:lnTo>
                      <a:pt x="97" y="87"/>
                    </a:lnTo>
                    <a:lnTo>
                      <a:pt x="87" y="95"/>
                    </a:lnTo>
                    <a:lnTo>
                      <a:pt x="86" y="95"/>
                    </a:lnTo>
                    <a:lnTo>
                      <a:pt x="85" y="95"/>
                    </a:lnTo>
                    <a:lnTo>
                      <a:pt x="82" y="93"/>
                    </a:lnTo>
                    <a:lnTo>
                      <a:pt x="78" y="92"/>
                    </a:lnTo>
                    <a:lnTo>
                      <a:pt x="72" y="90"/>
                    </a:lnTo>
                    <a:lnTo>
                      <a:pt x="68" y="91"/>
                    </a:lnTo>
                    <a:lnTo>
                      <a:pt x="65" y="96"/>
                    </a:lnTo>
                    <a:lnTo>
                      <a:pt x="64" y="100"/>
                    </a:lnTo>
                    <a:lnTo>
                      <a:pt x="63" y="103"/>
                    </a:lnTo>
                    <a:lnTo>
                      <a:pt x="63" y="105"/>
                    </a:lnTo>
                    <a:lnTo>
                      <a:pt x="61" y="105"/>
                    </a:lnTo>
                    <a:lnTo>
                      <a:pt x="61" y="105"/>
                    </a:lnTo>
                    <a:lnTo>
                      <a:pt x="60" y="105"/>
                    </a:lnTo>
                    <a:lnTo>
                      <a:pt x="48" y="105"/>
                    </a:lnTo>
                    <a:lnTo>
                      <a:pt x="48" y="105"/>
                    </a:lnTo>
                    <a:lnTo>
                      <a:pt x="47" y="105"/>
                    </a:lnTo>
                    <a:lnTo>
                      <a:pt x="47" y="105"/>
                    </a:lnTo>
                    <a:lnTo>
                      <a:pt x="46" y="103"/>
                    </a:lnTo>
                    <a:lnTo>
                      <a:pt x="44" y="100"/>
                    </a:lnTo>
                    <a:lnTo>
                      <a:pt x="43" y="97"/>
                    </a:lnTo>
                    <a:lnTo>
                      <a:pt x="40" y="91"/>
                    </a:lnTo>
                    <a:lnTo>
                      <a:pt x="36" y="90"/>
                    </a:lnTo>
                    <a:lnTo>
                      <a:pt x="31" y="92"/>
                    </a:lnTo>
                    <a:lnTo>
                      <a:pt x="29" y="93"/>
                    </a:lnTo>
                    <a:lnTo>
                      <a:pt x="26" y="95"/>
                    </a:lnTo>
                    <a:lnTo>
                      <a:pt x="23" y="95"/>
                    </a:lnTo>
                    <a:lnTo>
                      <a:pt x="23" y="95"/>
                    </a:lnTo>
                    <a:lnTo>
                      <a:pt x="22" y="95"/>
                    </a:lnTo>
                    <a:lnTo>
                      <a:pt x="22" y="95"/>
                    </a:lnTo>
                    <a:lnTo>
                      <a:pt x="21" y="95"/>
                    </a:lnTo>
                    <a:lnTo>
                      <a:pt x="21" y="95"/>
                    </a:lnTo>
                    <a:lnTo>
                      <a:pt x="12" y="87"/>
                    </a:lnTo>
                    <a:lnTo>
                      <a:pt x="12" y="86"/>
                    </a:lnTo>
                    <a:lnTo>
                      <a:pt x="12" y="86"/>
                    </a:lnTo>
                    <a:lnTo>
                      <a:pt x="12" y="84"/>
                    </a:lnTo>
                    <a:lnTo>
                      <a:pt x="12" y="83"/>
                    </a:lnTo>
                    <a:lnTo>
                      <a:pt x="13" y="80"/>
                    </a:lnTo>
                    <a:lnTo>
                      <a:pt x="14" y="76"/>
                    </a:lnTo>
                    <a:lnTo>
                      <a:pt x="17" y="71"/>
                    </a:lnTo>
                    <a:lnTo>
                      <a:pt x="15" y="66"/>
                    </a:lnTo>
                    <a:lnTo>
                      <a:pt x="9" y="65"/>
                    </a:lnTo>
                    <a:lnTo>
                      <a:pt x="5" y="63"/>
                    </a:lnTo>
                    <a:lnTo>
                      <a:pt x="2" y="62"/>
                    </a:lnTo>
                    <a:lnTo>
                      <a:pt x="1" y="61"/>
                    </a:lnTo>
                    <a:lnTo>
                      <a:pt x="1" y="61"/>
                    </a:lnTo>
                    <a:lnTo>
                      <a:pt x="0" y="59"/>
                    </a:lnTo>
                    <a:lnTo>
                      <a:pt x="0" y="59"/>
                    </a:lnTo>
                    <a:lnTo>
                      <a:pt x="0" y="48"/>
                    </a:lnTo>
                    <a:lnTo>
                      <a:pt x="0" y="48"/>
                    </a:lnTo>
                    <a:lnTo>
                      <a:pt x="1" y="46"/>
                    </a:lnTo>
                    <a:lnTo>
                      <a:pt x="1" y="45"/>
                    </a:lnTo>
                    <a:lnTo>
                      <a:pt x="2" y="45"/>
                    </a:lnTo>
                    <a:lnTo>
                      <a:pt x="5" y="44"/>
                    </a:lnTo>
                    <a:lnTo>
                      <a:pt x="9" y="42"/>
                    </a:lnTo>
                    <a:lnTo>
                      <a:pt x="15" y="40"/>
                    </a:lnTo>
                    <a:lnTo>
                      <a:pt x="17" y="36"/>
                    </a:lnTo>
                    <a:lnTo>
                      <a:pt x="14" y="31"/>
                    </a:lnTo>
                    <a:lnTo>
                      <a:pt x="13" y="27"/>
                    </a:lnTo>
                    <a:lnTo>
                      <a:pt x="12" y="24"/>
                    </a:lnTo>
                    <a:lnTo>
                      <a:pt x="12" y="21"/>
                    </a:lnTo>
                    <a:lnTo>
                      <a:pt x="12" y="21"/>
                    </a:lnTo>
                    <a:lnTo>
                      <a:pt x="12" y="20"/>
                    </a:lnTo>
                    <a:lnTo>
                      <a:pt x="12" y="20"/>
                    </a:lnTo>
                    <a:lnTo>
                      <a:pt x="21" y="11"/>
                    </a:lnTo>
                    <a:lnTo>
                      <a:pt x="22" y="11"/>
                    </a:lnTo>
                    <a:lnTo>
                      <a:pt x="23" y="11"/>
                    </a:lnTo>
                    <a:lnTo>
                      <a:pt x="26" y="12"/>
                    </a:lnTo>
                    <a:lnTo>
                      <a:pt x="30" y="14"/>
                    </a:lnTo>
                    <a:lnTo>
                      <a:pt x="36" y="16"/>
                    </a:lnTo>
                    <a:lnTo>
                      <a:pt x="40" y="15"/>
                    </a:lnTo>
                    <a:lnTo>
                      <a:pt x="43" y="10"/>
                    </a:lnTo>
                    <a:lnTo>
                      <a:pt x="44" y="6"/>
                    </a:lnTo>
                    <a:lnTo>
                      <a:pt x="46" y="3"/>
                    </a:lnTo>
                    <a:lnTo>
                      <a:pt x="46" y="2"/>
                    </a:lnTo>
                    <a:lnTo>
                      <a:pt x="47" y="0"/>
                    </a:lnTo>
                    <a:lnTo>
                      <a:pt x="47" y="0"/>
                    </a:lnTo>
                    <a:lnTo>
                      <a:pt x="4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43" name="Freeform 37"/>
              <p:cNvSpPr>
                <a:spLocks noEditPoints="1"/>
              </p:cNvSpPr>
              <p:nvPr/>
            </p:nvSpPr>
            <p:spPr bwMode="auto">
              <a:xfrm rot="19386584" flipH="1">
                <a:off x="6250445" y="2116358"/>
                <a:ext cx="77873" cy="76431"/>
              </a:xfrm>
              <a:custGeom>
                <a:avLst/>
                <a:gdLst>
                  <a:gd name="T0" fmla="*/ 42 w 108"/>
                  <a:gd name="T1" fmla="*/ 38 h 106"/>
                  <a:gd name="T2" fmla="*/ 35 w 108"/>
                  <a:gd name="T3" fmla="*/ 53 h 106"/>
                  <a:gd name="T4" fmla="*/ 42 w 108"/>
                  <a:gd name="T5" fmla="*/ 68 h 106"/>
                  <a:gd name="T6" fmla="*/ 59 w 108"/>
                  <a:gd name="T7" fmla="*/ 71 h 106"/>
                  <a:gd name="T8" fmla="*/ 71 w 108"/>
                  <a:gd name="T9" fmla="*/ 59 h 106"/>
                  <a:gd name="T10" fmla="*/ 69 w 108"/>
                  <a:gd name="T11" fmla="*/ 42 h 106"/>
                  <a:gd name="T12" fmla="*/ 54 w 108"/>
                  <a:gd name="T13" fmla="*/ 34 h 106"/>
                  <a:gd name="T14" fmla="*/ 59 w 108"/>
                  <a:gd name="T15" fmla="*/ 0 h 106"/>
                  <a:gd name="T16" fmla="*/ 62 w 108"/>
                  <a:gd name="T17" fmla="*/ 3 h 106"/>
                  <a:gd name="T18" fmla="*/ 67 w 108"/>
                  <a:gd name="T19" fmla="*/ 15 h 106"/>
                  <a:gd name="T20" fmla="*/ 80 w 108"/>
                  <a:gd name="T21" fmla="*/ 13 h 106"/>
                  <a:gd name="T22" fmla="*/ 84 w 108"/>
                  <a:gd name="T23" fmla="*/ 11 h 106"/>
                  <a:gd name="T24" fmla="*/ 87 w 108"/>
                  <a:gd name="T25" fmla="*/ 11 h 106"/>
                  <a:gd name="T26" fmla="*/ 96 w 108"/>
                  <a:gd name="T27" fmla="*/ 20 h 106"/>
                  <a:gd name="T28" fmla="*/ 96 w 108"/>
                  <a:gd name="T29" fmla="*/ 24 h 106"/>
                  <a:gd name="T30" fmla="*/ 91 w 108"/>
                  <a:gd name="T31" fmla="*/ 36 h 106"/>
                  <a:gd name="T32" fmla="*/ 103 w 108"/>
                  <a:gd name="T33" fmla="*/ 43 h 106"/>
                  <a:gd name="T34" fmla="*/ 106 w 108"/>
                  <a:gd name="T35" fmla="*/ 46 h 106"/>
                  <a:gd name="T36" fmla="*/ 108 w 108"/>
                  <a:gd name="T37" fmla="*/ 58 h 106"/>
                  <a:gd name="T38" fmla="*/ 106 w 108"/>
                  <a:gd name="T39" fmla="*/ 60 h 106"/>
                  <a:gd name="T40" fmla="*/ 99 w 108"/>
                  <a:gd name="T41" fmla="*/ 64 h 106"/>
                  <a:gd name="T42" fmla="*/ 93 w 108"/>
                  <a:gd name="T43" fmla="*/ 76 h 106"/>
                  <a:gd name="T44" fmla="*/ 96 w 108"/>
                  <a:gd name="T45" fmla="*/ 84 h 106"/>
                  <a:gd name="T46" fmla="*/ 96 w 108"/>
                  <a:gd name="T47" fmla="*/ 87 h 106"/>
                  <a:gd name="T48" fmla="*/ 84 w 108"/>
                  <a:gd name="T49" fmla="*/ 94 h 106"/>
                  <a:gd name="T50" fmla="*/ 71 w 108"/>
                  <a:gd name="T51" fmla="*/ 89 h 106"/>
                  <a:gd name="T52" fmla="*/ 63 w 108"/>
                  <a:gd name="T53" fmla="*/ 100 h 106"/>
                  <a:gd name="T54" fmla="*/ 61 w 108"/>
                  <a:gd name="T55" fmla="*/ 105 h 106"/>
                  <a:gd name="T56" fmla="*/ 48 w 108"/>
                  <a:gd name="T57" fmla="*/ 106 h 106"/>
                  <a:gd name="T58" fmla="*/ 46 w 108"/>
                  <a:gd name="T59" fmla="*/ 105 h 106"/>
                  <a:gd name="T60" fmla="*/ 42 w 108"/>
                  <a:gd name="T61" fmla="*/ 97 h 106"/>
                  <a:gd name="T62" fmla="*/ 31 w 108"/>
                  <a:gd name="T63" fmla="*/ 92 h 106"/>
                  <a:gd name="T64" fmla="*/ 24 w 108"/>
                  <a:gd name="T65" fmla="*/ 94 h 106"/>
                  <a:gd name="T66" fmla="*/ 21 w 108"/>
                  <a:gd name="T67" fmla="*/ 94 h 106"/>
                  <a:gd name="T68" fmla="*/ 12 w 108"/>
                  <a:gd name="T69" fmla="*/ 87 h 106"/>
                  <a:gd name="T70" fmla="*/ 11 w 108"/>
                  <a:gd name="T71" fmla="*/ 84 h 106"/>
                  <a:gd name="T72" fmla="*/ 14 w 108"/>
                  <a:gd name="T73" fmla="*/ 76 h 106"/>
                  <a:gd name="T74" fmla="*/ 10 w 108"/>
                  <a:gd name="T75" fmla="*/ 64 h 106"/>
                  <a:gd name="T76" fmla="*/ 0 w 108"/>
                  <a:gd name="T77" fmla="*/ 60 h 106"/>
                  <a:gd name="T78" fmla="*/ 0 w 108"/>
                  <a:gd name="T79" fmla="*/ 59 h 106"/>
                  <a:gd name="T80" fmla="*/ 0 w 108"/>
                  <a:gd name="T81" fmla="*/ 46 h 106"/>
                  <a:gd name="T82" fmla="*/ 6 w 108"/>
                  <a:gd name="T83" fmla="*/ 43 h 106"/>
                  <a:gd name="T84" fmla="*/ 16 w 108"/>
                  <a:gd name="T85" fmla="*/ 36 h 106"/>
                  <a:gd name="T86" fmla="*/ 11 w 108"/>
                  <a:gd name="T87" fmla="*/ 24 h 106"/>
                  <a:gd name="T88" fmla="*/ 11 w 108"/>
                  <a:gd name="T89" fmla="*/ 20 h 106"/>
                  <a:gd name="T90" fmla="*/ 21 w 108"/>
                  <a:gd name="T91" fmla="*/ 11 h 106"/>
                  <a:gd name="T92" fmla="*/ 31 w 108"/>
                  <a:gd name="T93" fmla="*/ 15 h 106"/>
                  <a:gd name="T94" fmla="*/ 42 w 108"/>
                  <a:gd name="T95" fmla="*/ 9 h 106"/>
                  <a:gd name="T96" fmla="*/ 46 w 108"/>
                  <a:gd name="T97" fmla="*/ 2 h 106"/>
                  <a:gd name="T98" fmla="*/ 48 w 108"/>
                  <a:gd name="T99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08" h="106">
                    <a:moveTo>
                      <a:pt x="54" y="34"/>
                    </a:moveTo>
                    <a:lnTo>
                      <a:pt x="48" y="36"/>
                    </a:lnTo>
                    <a:lnTo>
                      <a:pt x="42" y="38"/>
                    </a:lnTo>
                    <a:lnTo>
                      <a:pt x="38" y="42"/>
                    </a:lnTo>
                    <a:lnTo>
                      <a:pt x="36" y="47"/>
                    </a:lnTo>
                    <a:lnTo>
                      <a:pt x="35" y="53"/>
                    </a:lnTo>
                    <a:lnTo>
                      <a:pt x="36" y="59"/>
                    </a:lnTo>
                    <a:lnTo>
                      <a:pt x="38" y="64"/>
                    </a:lnTo>
                    <a:lnTo>
                      <a:pt x="42" y="68"/>
                    </a:lnTo>
                    <a:lnTo>
                      <a:pt x="48" y="71"/>
                    </a:lnTo>
                    <a:lnTo>
                      <a:pt x="54" y="71"/>
                    </a:lnTo>
                    <a:lnTo>
                      <a:pt x="59" y="71"/>
                    </a:lnTo>
                    <a:lnTo>
                      <a:pt x="65" y="68"/>
                    </a:lnTo>
                    <a:lnTo>
                      <a:pt x="69" y="64"/>
                    </a:lnTo>
                    <a:lnTo>
                      <a:pt x="71" y="59"/>
                    </a:lnTo>
                    <a:lnTo>
                      <a:pt x="72" y="53"/>
                    </a:lnTo>
                    <a:lnTo>
                      <a:pt x="71" y="47"/>
                    </a:lnTo>
                    <a:lnTo>
                      <a:pt x="69" y="42"/>
                    </a:lnTo>
                    <a:lnTo>
                      <a:pt x="65" y="38"/>
                    </a:lnTo>
                    <a:lnTo>
                      <a:pt x="59" y="36"/>
                    </a:lnTo>
                    <a:lnTo>
                      <a:pt x="54" y="34"/>
                    </a:lnTo>
                    <a:close/>
                    <a:moveTo>
                      <a:pt x="48" y="0"/>
                    </a:moveTo>
                    <a:lnTo>
                      <a:pt x="59" y="0"/>
                    </a:lnTo>
                    <a:lnTo>
                      <a:pt x="59" y="0"/>
                    </a:lnTo>
                    <a:lnTo>
                      <a:pt x="61" y="0"/>
                    </a:lnTo>
                    <a:lnTo>
                      <a:pt x="61" y="2"/>
                    </a:lnTo>
                    <a:lnTo>
                      <a:pt x="62" y="3"/>
                    </a:lnTo>
                    <a:lnTo>
                      <a:pt x="63" y="5"/>
                    </a:lnTo>
                    <a:lnTo>
                      <a:pt x="65" y="9"/>
                    </a:lnTo>
                    <a:lnTo>
                      <a:pt x="67" y="15"/>
                    </a:lnTo>
                    <a:lnTo>
                      <a:pt x="71" y="16"/>
                    </a:lnTo>
                    <a:lnTo>
                      <a:pt x="76" y="15"/>
                    </a:lnTo>
                    <a:lnTo>
                      <a:pt x="80" y="13"/>
                    </a:lnTo>
                    <a:lnTo>
                      <a:pt x="82" y="12"/>
                    </a:lnTo>
                    <a:lnTo>
                      <a:pt x="84" y="11"/>
                    </a:lnTo>
                    <a:lnTo>
                      <a:pt x="84" y="11"/>
                    </a:lnTo>
                    <a:lnTo>
                      <a:pt x="86" y="11"/>
                    </a:lnTo>
                    <a:lnTo>
                      <a:pt x="86" y="11"/>
                    </a:lnTo>
                    <a:lnTo>
                      <a:pt x="87" y="11"/>
                    </a:lnTo>
                    <a:lnTo>
                      <a:pt x="87" y="12"/>
                    </a:lnTo>
                    <a:lnTo>
                      <a:pt x="96" y="20"/>
                    </a:lnTo>
                    <a:lnTo>
                      <a:pt x="96" y="20"/>
                    </a:lnTo>
                    <a:lnTo>
                      <a:pt x="96" y="20"/>
                    </a:lnTo>
                    <a:lnTo>
                      <a:pt x="96" y="21"/>
                    </a:lnTo>
                    <a:lnTo>
                      <a:pt x="96" y="24"/>
                    </a:lnTo>
                    <a:lnTo>
                      <a:pt x="95" y="26"/>
                    </a:lnTo>
                    <a:lnTo>
                      <a:pt x="93" y="30"/>
                    </a:lnTo>
                    <a:lnTo>
                      <a:pt x="91" y="36"/>
                    </a:lnTo>
                    <a:lnTo>
                      <a:pt x="92" y="39"/>
                    </a:lnTo>
                    <a:lnTo>
                      <a:pt x="99" y="42"/>
                    </a:lnTo>
                    <a:lnTo>
                      <a:pt x="103" y="43"/>
                    </a:lnTo>
                    <a:lnTo>
                      <a:pt x="105" y="45"/>
                    </a:lnTo>
                    <a:lnTo>
                      <a:pt x="106" y="45"/>
                    </a:lnTo>
                    <a:lnTo>
                      <a:pt x="106" y="46"/>
                    </a:lnTo>
                    <a:lnTo>
                      <a:pt x="108" y="46"/>
                    </a:lnTo>
                    <a:lnTo>
                      <a:pt x="108" y="47"/>
                    </a:lnTo>
                    <a:lnTo>
                      <a:pt x="108" y="58"/>
                    </a:lnTo>
                    <a:lnTo>
                      <a:pt x="108" y="59"/>
                    </a:lnTo>
                    <a:lnTo>
                      <a:pt x="106" y="59"/>
                    </a:lnTo>
                    <a:lnTo>
                      <a:pt x="106" y="60"/>
                    </a:lnTo>
                    <a:lnTo>
                      <a:pt x="105" y="62"/>
                    </a:lnTo>
                    <a:lnTo>
                      <a:pt x="103" y="62"/>
                    </a:lnTo>
                    <a:lnTo>
                      <a:pt x="99" y="64"/>
                    </a:lnTo>
                    <a:lnTo>
                      <a:pt x="93" y="66"/>
                    </a:lnTo>
                    <a:lnTo>
                      <a:pt x="91" y="71"/>
                    </a:lnTo>
                    <a:lnTo>
                      <a:pt x="93" y="76"/>
                    </a:lnTo>
                    <a:lnTo>
                      <a:pt x="95" y="80"/>
                    </a:lnTo>
                    <a:lnTo>
                      <a:pt x="96" y="83"/>
                    </a:lnTo>
                    <a:lnTo>
                      <a:pt x="96" y="84"/>
                    </a:lnTo>
                    <a:lnTo>
                      <a:pt x="96" y="85"/>
                    </a:lnTo>
                    <a:lnTo>
                      <a:pt x="96" y="85"/>
                    </a:lnTo>
                    <a:lnTo>
                      <a:pt x="96" y="87"/>
                    </a:lnTo>
                    <a:lnTo>
                      <a:pt x="87" y="94"/>
                    </a:lnTo>
                    <a:lnTo>
                      <a:pt x="86" y="94"/>
                    </a:lnTo>
                    <a:lnTo>
                      <a:pt x="84" y="94"/>
                    </a:lnTo>
                    <a:lnTo>
                      <a:pt x="82" y="93"/>
                    </a:lnTo>
                    <a:lnTo>
                      <a:pt x="78" y="92"/>
                    </a:lnTo>
                    <a:lnTo>
                      <a:pt x="71" y="89"/>
                    </a:lnTo>
                    <a:lnTo>
                      <a:pt x="67" y="92"/>
                    </a:lnTo>
                    <a:lnTo>
                      <a:pt x="65" y="97"/>
                    </a:lnTo>
                    <a:lnTo>
                      <a:pt x="63" y="100"/>
                    </a:lnTo>
                    <a:lnTo>
                      <a:pt x="62" y="102"/>
                    </a:lnTo>
                    <a:lnTo>
                      <a:pt x="62" y="105"/>
                    </a:lnTo>
                    <a:lnTo>
                      <a:pt x="61" y="105"/>
                    </a:lnTo>
                    <a:lnTo>
                      <a:pt x="61" y="105"/>
                    </a:lnTo>
                    <a:lnTo>
                      <a:pt x="59" y="106"/>
                    </a:lnTo>
                    <a:lnTo>
                      <a:pt x="48" y="106"/>
                    </a:lnTo>
                    <a:lnTo>
                      <a:pt x="48" y="105"/>
                    </a:lnTo>
                    <a:lnTo>
                      <a:pt x="46" y="105"/>
                    </a:lnTo>
                    <a:lnTo>
                      <a:pt x="46" y="105"/>
                    </a:lnTo>
                    <a:lnTo>
                      <a:pt x="45" y="102"/>
                    </a:lnTo>
                    <a:lnTo>
                      <a:pt x="44" y="101"/>
                    </a:lnTo>
                    <a:lnTo>
                      <a:pt x="42" y="97"/>
                    </a:lnTo>
                    <a:lnTo>
                      <a:pt x="40" y="92"/>
                    </a:lnTo>
                    <a:lnTo>
                      <a:pt x="36" y="89"/>
                    </a:lnTo>
                    <a:lnTo>
                      <a:pt x="31" y="92"/>
                    </a:lnTo>
                    <a:lnTo>
                      <a:pt x="28" y="93"/>
                    </a:lnTo>
                    <a:lnTo>
                      <a:pt x="25" y="94"/>
                    </a:lnTo>
                    <a:lnTo>
                      <a:pt x="24" y="94"/>
                    </a:lnTo>
                    <a:lnTo>
                      <a:pt x="23" y="94"/>
                    </a:lnTo>
                    <a:lnTo>
                      <a:pt x="21" y="94"/>
                    </a:lnTo>
                    <a:lnTo>
                      <a:pt x="21" y="94"/>
                    </a:lnTo>
                    <a:lnTo>
                      <a:pt x="20" y="94"/>
                    </a:lnTo>
                    <a:lnTo>
                      <a:pt x="20" y="94"/>
                    </a:lnTo>
                    <a:lnTo>
                      <a:pt x="12" y="87"/>
                    </a:lnTo>
                    <a:lnTo>
                      <a:pt x="11" y="85"/>
                    </a:lnTo>
                    <a:lnTo>
                      <a:pt x="11" y="85"/>
                    </a:lnTo>
                    <a:lnTo>
                      <a:pt x="11" y="84"/>
                    </a:lnTo>
                    <a:lnTo>
                      <a:pt x="11" y="83"/>
                    </a:lnTo>
                    <a:lnTo>
                      <a:pt x="12" y="80"/>
                    </a:lnTo>
                    <a:lnTo>
                      <a:pt x="14" y="76"/>
                    </a:lnTo>
                    <a:lnTo>
                      <a:pt x="16" y="71"/>
                    </a:lnTo>
                    <a:lnTo>
                      <a:pt x="15" y="66"/>
                    </a:lnTo>
                    <a:lnTo>
                      <a:pt x="10" y="64"/>
                    </a:lnTo>
                    <a:lnTo>
                      <a:pt x="6" y="63"/>
                    </a:lnTo>
                    <a:lnTo>
                      <a:pt x="3" y="62"/>
                    </a:lnTo>
                    <a:lnTo>
                      <a:pt x="0" y="60"/>
                    </a:lnTo>
                    <a:lnTo>
                      <a:pt x="0" y="60"/>
                    </a:lnTo>
                    <a:lnTo>
                      <a:pt x="0" y="59"/>
                    </a:lnTo>
                    <a:lnTo>
                      <a:pt x="0" y="59"/>
                    </a:lnTo>
                    <a:lnTo>
                      <a:pt x="0" y="47"/>
                    </a:lnTo>
                    <a:lnTo>
                      <a:pt x="0" y="47"/>
                    </a:lnTo>
                    <a:lnTo>
                      <a:pt x="0" y="46"/>
                    </a:lnTo>
                    <a:lnTo>
                      <a:pt x="0" y="46"/>
                    </a:lnTo>
                    <a:lnTo>
                      <a:pt x="3" y="45"/>
                    </a:lnTo>
                    <a:lnTo>
                      <a:pt x="6" y="43"/>
                    </a:lnTo>
                    <a:lnTo>
                      <a:pt x="10" y="42"/>
                    </a:lnTo>
                    <a:lnTo>
                      <a:pt x="15" y="39"/>
                    </a:lnTo>
                    <a:lnTo>
                      <a:pt x="16" y="36"/>
                    </a:lnTo>
                    <a:lnTo>
                      <a:pt x="14" y="30"/>
                    </a:lnTo>
                    <a:lnTo>
                      <a:pt x="12" y="26"/>
                    </a:lnTo>
                    <a:lnTo>
                      <a:pt x="11" y="24"/>
                    </a:lnTo>
                    <a:lnTo>
                      <a:pt x="11" y="22"/>
                    </a:lnTo>
                    <a:lnTo>
                      <a:pt x="11" y="21"/>
                    </a:lnTo>
                    <a:lnTo>
                      <a:pt x="11" y="20"/>
                    </a:lnTo>
                    <a:lnTo>
                      <a:pt x="11" y="20"/>
                    </a:lnTo>
                    <a:lnTo>
                      <a:pt x="20" y="11"/>
                    </a:lnTo>
                    <a:lnTo>
                      <a:pt x="21" y="11"/>
                    </a:lnTo>
                    <a:lnTo>
                      <a:pt x="23" y="12"/>
                    </a:lnTo>
                    <a:lnTo>
                      <a:pt x="25" y="12"/>
                    </a:lnTo>
                    <a:lnTo>
                      <a:pt x="31" y="15"/>
                    </a:lnTo>
                    <a:lnTo>
                      <a:pt x="36" y="16"/>
                    </a:lnTo>
                    <a:lnTo>
                      <a:pt x="40" y="15"/>
                    </a:lnTo>
                    <a:lnTo>
                      <a:pt x="42" y="9"/>
                    </a:lnTo>
                    <a:lnTo>
                      <a:pt x="44" y="5"/>
                    </a:lnTo>
                    <a:lnTo>
                      <a:pt x="45" y="3"/>
                    </a:lnTo>
                    <a:lnTo>
                      <a:pt x="46" y="2"/>
                    </a:lnTo>
                    <a:lnTo>
                      <a:pt x="46" y="0"/>
                    </a:lnTo>
                    <a:lnTo>
                      <a:pt x="48" y="0"/>
                    </a:lnTo>
                    <a:lnTo>
                      <a:pt x="4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44" name="Freeform 38"/>
              <p:cNvSpPr>
                <a:spLocks noEditPoints="1"/>
              </p:cNvSpPr>
              <p:nvPr/>
            </p:nvSpPr>
            <p:spPr bwMode="auto">
              <a:xfrm rot="19386584" flipH="1">
                <a:off x="6790236" y="2169379"/>
                <a:ext cx="77152" cy="75710"/>
              </a:xfrm>
              <a:custGeom>
                <a:avLst/>
                <a:gdLst>
                  <a:gd name="T0" fmla="*/ 42 w 107"/>
                  <a:gd name="T1" fmla="*/ 38 h 105"/>
                  <a:gd name="T2" fmla="*/ 35 w 107"/>
                  <a:gd name="T3" fmla="*/ 52 h 105"/>
                  <a:gd name="T4" fmla="*/ 42 w 107"/>
                  <a:gd name="T5" fmla="*/ 68 h 105"/>
                  <a:gd name="T6" fmla="*/ 59 w 107"/>
                  <a:gd name="T7" fmla="*/ 71 h 105"/>
                  <a:gd name="T8" fmla="*/ 72 w 107"/>
                  <a:gd name="T9" fmla="*/ 59 h 105"/>
                  <a:gd name="T10" fmla="*/ 69 w 107"/>
                  <a:gd name="T11" fmla="*/ 42 h 105"/>
                  <a:gd name="T12" fmla="*/ 54 w 107"/>
                  <a:gd name="T13" fmla="*/ 34 h 105"/>
                  <a:gd name="T14" fmla="*/ 60 w 107"/>
                  <a:gd name="T15" fmla="*/ 0 h 105"/>
                  <a:gd name="T16" fmla="*/ 61 w 107"/>
                  <a:gd name="T17" fmla="*/ 3 h 105"/>
                  <a:gd name="T18" fmla="*/ 67 w 107"/>
                  <a:gd name="T19" fmla="*/ 15 h 105"/>
                  <a:gd name="T20" fmla="*/ 80 w 107"/>
                  <a:gd name="T21" fmla="*/ 13 h 105"/>
                  <a:gd name="T22" fmla="*/ 85 w 107"/>
                  <a:gd name="T23" fmla="*/ 11 h 105"/>
                  <a:gd name="T24" fmla="*/ 86 w 107"/>
                  <a:gd name="T25" fmla="*/ 11 h 105"/>
                  <a:gd name="T26" fmla="*/ 95 w 107"/>
                  <a:gd name="T27" fmla="*/ 20 h 105"/>
                  <a:gd name="T28" fmla="*/ 95 w 107"/>
                  <a:gd name="T29" fmla="*/ 24 h 105"/>
                  <a:gd name="T30" fmla="*/ 90 w 107"/>
                  <a:gd name="T31" fmla="*/ 35 h 105"/>
                  <a:gd name="T32" fmla="*/ 102 w 107"/>
                  <a:gd name="T33" fmla="*/ 43 h 105"/>
                  <a:gd name="T34" fmla="*/ 107 w 107"/>
                  <a:gd name="T35" fmla="*/ 46 h 105"/>
                  <a:gd name="T36" fmla="*/ 107 w 107"/>
                  <a:gd name="T37" fmla="*/ 58 h 105"/>
                  <a:gd name="T38" fmla="*/ 106 w 107"/>
                  <a:gd name="T39" fmla="*/ 60 h 105"/>
                  <a:gd name="T40" fmla="*/ 98 w 107"/>
                  <a:gd name="T41" fmla="*/ 64 h 105"/>
                  <a:gd name="T42" fmla="*/ 93 w 107"/>
                  <a:gd name="T43" fmla="*/ 76 h 105"/>
                  <a:gd name="T44" fmla="*/ 97 w 107"/>
                  <a:gd name="T45" fmla="*/ 84 h 105"/>
                  <a:gd name="T46" fmla="*/ 95 w 107"/>
                  <a:gd name="T47" fmla="*/ 87 h 105"/>
                  <a:gd name="T48" fmla="*/ 84 w 107"/>
                  <a:gd name="T49" fmla="*/ 94 h 105"/>
                  <a:gd name="T50" fmla="*/ 72 w 107"/>
                  <a:gd name="T51" fmla="*/ 89 h 105"/>
                  <a:gd name="T52" fmla="*/ 64 w 107"/>
                  <a:gd name="T53" fmla="*/ 100 h 105"/>
                  <a:gd name="T54" fmla="*/ 60 w 107"/>
                  <a:gd name="T55" fmla="*/ 105 h 105"/>
                  <a:gd name="T56" fmla="*/ 48 w 107"/>
                  <a:gd name="T57" fmla="*/ 105 h 105"/>
                  <a:gd name="T58" fmla="*/ 46 w 107"/>
                  <a:gd name="T59" fmla="*/ 105 h 105"/>
                  <a:gd name="T60" fmla="*/ 42 w 107"/>
                  <a:gd name="T61" fmla="*/ 97 h 105"/>
                  <a:gd name="T62" fmla="*/ 31 w 107"/>
                  <a:gd name="T63" fmla="*/ 92 h 105"/>
                  <a:gd name="T64" fmla="*/ 23 w 107"/>
                  <a:gd name="T65" fmla="*/ 94 h 105"/>
                  <a:gd name="T66" fmla="*/ 21 w 107"/>
                  <a:gd name="T67" fmla="*/ 94 h 105"/>
                  <a:gd name="T68" fmla="*/ 12 w 107"/>
                  <a:gd name="T69" fmla="*/ 87 h 105"/>
                  <a:gd name="T70" fmla="*/ 10 w 107"/>
                  <a:gd name="T71" fmla="*/ 84 h 105"/>
                  <a:gd name="T72" fmla="*/ 14 w 107"/>
                  <a:gd name="T73" fmla="*/ 76 h 105"/>
                  <a:gd name="T74" fmla="*/ 9 w 107"/>
                  <a:gd name="T75" fmla="*/ 64 h 105"/>
                  <a:gd name="T76" fmla="*/ 1 w 107"/>
                  <a:gd name="T77" fmla="*/ 60 h 105"/>
                  <a:gd name="T78" fmla="*/ 0 w 107"/>
                  <a:gd name="T79" fmla="*/ 59 h 105"/>
                  <a:gd name="T80" fmla="*/ 0 w 107"/>
                  <a:gd name="T81" fmla="*/ 46 h 105"/>
                  <a:gd name="T82" fmla="*/ 5 w 107"/>
                  <a:gd name="T83" fmla="*/ 43 h 105"/>
                  <a:gd name="T84" fmla="*/ 16 w 107"/>
                  <a:gd name="T85" fmla="*/ 35 h 105"/>
                  <a:gd name="T86" fmla="*/ 12 w 107"/>
                  <a:gd name="T87" fmla="*/ 24 h 105"/>
                  <a:gd name="T88" fmla="*/ 10 w 107"/>
                  <a:gd name="T89" fmla="*/ 20 h 105"/>
                  <a:gd name="T90" fmla="*/ 21 w 107"/>
                  <a:gd name="T91" fmla="*/ 11 h 105"/>
                  <a:gd name="T92" fmla="*/ 30 w 107"/>
                  <a:gd name="T93" fmla="*/ 15 h 105"/>
                  <a:gd name="T94" fmla="*/ 42 w 107"/>
                  <a:gd name="T95" fmla="*/ 9 h 105"/>
                  <a:gd name="T96" fmla="*/ 46 w 107"/>
                  <a:gd name="T97" fmla="*/ 1 h 105"/>
                  <a:gd name="T98" fmla="*/ 47 w 107"/>
                  <a:gd name="T99" fmla="*/ 0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07" h="105">
                    <a:moveTo>
                      <a:pt x="54" y="34"/>
                    </a:moveTo>
                    <a:lnTo>
                      <a:pt x="47" y="35"/>
                    </a:lnTo>
                    <a:lnTo>
                      <a:pt x="42" y="38"/>
                    </a:lnTo>
                    <a:lnTo>
                      <a:pt x="38" y="42"/>
                    </a:lnTo>
                    <a:lnTo>
                      <a:pt x="35" y="47"/>
                    </a:lnTo>
                    <a:lnTo>
                      <a:pt x="35" y="52"/>
                    </a:lnTo>
                    <a:lnTo>
                      <a:pt x="35" y="59"/>
                    </a:lnTo>
                    <a:lnTo>
                      <a:pt x="38" y="63"/>
                    </a:lnTo>
                    <a:lnTo>
                      <a:pt x="42" y="68"/>
                    </a:lnTo>
                    <a:lnTo>
                      <a:pt x="47" y="71"/>
                    </a:lnTo>
                    <a:lnTo>
                      <a:pt x="54" y="71"/>
                    </a:lnTo>
                    <a:lnTo>
                      <a:pt x="59" y="71"/>
                    </a:lnTo>
                    <a:lnTo>
                      <a:pt x="64" y="68"/>
                    </a:lnTo>
                    <a:lnTo>
                      <a:pt x="69" y="63"/>
                    </a:lnTo>
                    <a:lnTo>
                      <a:pt x="72" y="59"/>
                    </a:lnTo>
                    <a:lnTo>
                      <a:pt x="72" y="52"/>
                    </a:lnTo>
                    <a:lnTo>
                      <a:pt x="72" y="47"/>
                    </a:lnTo>
                    <a:lnTo>
                      <a:pt x="69" y="42"/>
                    </a:lnTo>
                    <a:lnTo>
                      <a:pt x="64" y="38"/>
                    </a:lnTo>
                    <a:lnTo>
                      <a:pt x="59" y="35"/>
                    </a:lnTo>
                    <a:lnTo>
                      <a:pt x="54" y="34"/>
                    </a:lnTo>
                    <a:close/>
                    <a:moveTo>
                      <a:pt x="47" y="0"/>
                    </a:moveTo>
                    <a:lnTo>
                      <a:pt x="59" y="0"/>
                    </a:lnTo>
                    <a:lnTo>
                      <a:pt x="60" y="0"/>
                    </a:lnTo>
                    <a:lnTo>
                      <a:pt x="60" y="0"/>
                    </a:lnTo>
                    <a:lnTo>
                      <a:pt x="61" y="1"/>
                    </a:lnTo>
                    <a:lnTo>
                      <a:pt x="61" y="3"/>
                    </a:lnTo>
                    <a:lnTo>
                      <a:pt x="63" y="5"/>
                    </a:lnTo>
                    <a:lnTo>
                      <a:pt x="65" y="9"/>
                    </a:lnTo>
                    <a:lnTo>
                      <a:pt x="67" y="15"/>
                    </a:lnTo>
                    <a:lnTo>
                      <a:pt x="72" y="16"/>
                    </a:lnTo>
                    <a:lnTo>
                      <a:pt x="76" y="15"/>
                    </a:lnTo>
                    <a:lnTo>
                      <a:pt x="80" y="13"/>
                    </a:lnTo>
                    <a:lnTo>
                      <a:pt x="82" y="12"/>
                    </a:lnTo>
                    <a:lnTo>
                      <a:pt x="84" y="11"/>
                    </a:lnTo>
                    <a:lnTo>
                      <a:pt x="85" y="11"/>
                    </a:lnTo>
                    <a:lnTo>
                      <a:pt x="85" y="11"/>
                    </a:lnTo>
                    <a:lnTo>
                      <a:pt x="85" y="11"/>
                    </a:lnTo>
                    <a:lnTo>
                      <a:pt x="86" y="11"/>
                    </a:lnTo>
                    <a:lnTo>
                      <a:pt x="88" y="12"/>
                    </a:lnTo>
                    <a:lnTo>
                      <a:pt x="95" y="20"/>
                    </a:lnTo>
                    <a:lnTo>
                      <a:pt x="95" y="20"/>
                    </a:lnTo>
                    <a:lnTo>
                      <a:pt x="95" y="20"/>
                    </a:lnTo>
                    <a:lnTo>
                      <a:pt x="95" y="21"/>
                    </a:lnTo>
                    <a:lnTo>
                      <a:pt x="95" y="24"/>
                    </a:lnTo>
                    <a:lnTo>
                      <a:pt x="94" y="26"/>
                    </a:lnTo>
                    <a:lnTo>
                      <a:pt x="93" y="30"/>
                    </a:lnTo>
                    <a:lnTo>
                      <a:pt x="90" y="35"/>
                    </a:lnTo>
                    <a:lnTo>
                      <a:pt x="93" y="39"/>
                    </a:lnTo>
                    <a:lnTo>
                      <a:pt x="98" y="41"/>
                    </a:lnTo>
                    <a:lnTo>
                      <a:pt x="102" y="43"/>
                    </a:lnTo>
                    <a:lnTo>
                      <a:pt x="105" y="43"/>
                    </a:lnTo>
                    <a:lnTo>
                      <a:pt x="106" y="45"/>
                    </a:lnTo>
                    <a:lnTo>
                      <a:pt x="107" y="46"/>
                    </a:lnTo>
                    <a:lnTo>
                      <a:pt x="107" y="46"/>
                    </a:lnTo>
                    <a:lnTo>
                      <a:pt x="107" y="47"/>
                    </a:lnTo>
                    <a:lnTo>
                      <a:pt x="107" y="58"/>
                    </a:lnTo>
                    <a:lnTo>
                      <a:pt x="107" y="59"/>
                    </a:lnTo>
                    <a:lnTo>
                      <a:pt x="107" y="59"/>
                    </a:lnTo>
                    <a:lnTo>
                      <a:pt x="106" y="60"/>
                    </a:lnTo>
                    <a:lnTo>
                      <a:pt x="105" y="62"/>
                    </a:lnTo>
                    <a:lnTo>
                      <a:pt x="102" y="62"/>
                    </a:lnTo>
                    <a:lnTo>
                      <a:pt x="98" y="64"/>
                    </a:lnTo>
                    <a:lnTo>
                      <a:pt x="93" y="66"/>
                    </a:lnTo>
                    <a:lnTo>
                      <a:pt x="90" y="71"/>
                    </a:lnTo>
                    <a:lnTo>
                      <a:pt x="93" y="76"/>
                    </a:lnTo>
                    <a:lnTo>
                      <a:pt x="95" y="79"/>
                    </a:lnTo>
                    <a:lnTo>
                      <a:pt x="95" y="81"/>
                    </a:lnTo>
                    <a:lnTo>
                      <a:pt x="97" y="84"/>
                    </a:lnTo>
                    <a:lnTo>
                      <a:pt x="97" y="85"/>
                    </a:lnTo>
                    <a:lnTo>
                      <a:pt x="97" y="85"/>
                    </a:lnTo>
                    <a:lnTo>
                      <a:pt x="95" y="87"/>
                    </a:lnTo>
                    <a:lnTo>
                      <a:pt x="88" y="94"/>
                    </a:lnTo>
                    <a:lnTo>
                      <a:pt x="86" y="94"/>
                    </a:lnTo>
                    <a:lnTo>
                      <a:pt x="84" y="94"/>
                    </a:lnTo>
                    <a:lnTo>
                      <a:pt x="81" y="93"/>
                    </a:lnTo>
                    <a:lnTo>
                      <a:pt x="77" y="92"/>
                    </a:lnTo>
                    <a:lnTo>
                      <a:pt x="72" y="89"/>
                    </a:lnTo>
                    <a:lnTo>
                      <a:pt x="67" y="90"/>
                    </a:lnTo>
                    <a:lnTo>
                      <a:pt x="65" y="97"/>
                    </a:lnTo>
                    <a:lnTo>
                      <a:pt x="64" y="100"/>
                    </a:lnTo>
                    <a:lnTo>
                      <a:pt x="63" y="102"/>
                    </a:lnTo>
                    <a:lnTo>
                      <a:pt x="61" y="105"/>
                    </a:lnTo>
                    <a:lnTo>
                      <a:pt x="60" y="105"/>
                    </a:lnTo>
                    <a:lnTo>
                      <a:pt x="60" y="105"/>
                    </a:lnTo>
                    <a:lnTo>
                      <a:pt x="59" y="105"/>
                    </a:lnTo>
                    <a:lnTo>
                      <a:pt x="48" y="105"/>
                    </a:lnTo>
                    <a:lnTo>
                      <a:pt x="47" y="105"/>
                    </a:lnTo>
                    <a:lnTo>
                      <a:pt x="47" y="105"/>
                    </a:lnTo>
                    <a:lnTo>
                      <a:pt x="46" y="105"/>
                    </a:lnTo>
                    <a:lnTo>
                      <a:pt x="44" y="102"/>
                    </a:lnTo>
                    <a:lnTo>
                      <a:pt x="44" y="100"/>
                    </a:lnTo>
                    <a:lnTo>
                      <a:pt x="42" y="97"/>
                    </a:lnTo>
                    <a:lnTo>
                      <a:pt x="40" y="90"/>
                    </a:lnTo>
                    <a:lnTo>
                      <a:pt x="35" y="89"/>
                    </a:lnTo>
                    <a:lnTo>
                      <a:pt x="31" y="92"/>
                    </a:lnTo>
                    <a:lnTo>
                      <a:pt x="27" y="93"/>
                    </a:lnTo>
                    <a:lnTo>
                      <a:pt x="25" y="94"/>
                    </a:lnTo>
                    <a:lnTo>
                      <a:pt x="23" y="94"/>
                    </a:lnTo>
                    <a:lnTo>
                      <a:pt x="22" y="94"/>
                    </a:lnTo>
                    <a:lnTo>
                      <a:pt x="22" y="94"/>
                    </a:lnTo>
                    <a:lnTo>
                      <a:pt x="21" y="94"/>
                    </a:lnTo>
                    <a:lnTo>
                      <a:pt x="21" y="94"/>
                    </a:lnTo>
                    <a:lnTo>
                      <a:pt x="20" y="94"/>
                    </a:lnTo>
                    <a:lnTo>
                      <a:pt x="12" y="87"/>
                    </a:lnTo>
                    <a:lnTo>
                      <a:pt x="12" y="85"/>
                    </a:lnTo>
                    <a:lnTo>
                      <a:pt x="10" y="85"/>
                    </a:lnTo>
                    <a:lnTo>
                      <a:pt x="10" y="84"/>
                    </a:lnTo>
                    <a:lnTo>
                      <a:pt x="12" y="83"/>
                    </a:lnTo>
                    <a:lnTo>
                      <a:pt x="12" y="80"/>
                    </a:lnTo>
                    <a:lnTo>
                      <a:pt x="14" y="76"/>
                    </a:lnTo>
                    <a:lnTo>
                      <a:pt x="16" y="71"/>
                    </a:lnTo>
                    <a:lnTo>
                      <a:pt x="14" y="66"/>
                    </a:lnTo>
                    <a:lnTo>
                      <a:pt x="9" y="64"/>
                    </a:lnTo>
                    <a:lnTo>
                      <a:pt x="5" y="63"/>
                    </a:lnTo>
                    <a:lnTo>
                      <a:pt x="3" y="62"/>
                    </a:lnTo>
                    <a:lnTo>
                      <a:pt x="1" y="60"/>
                    </a:lnTo>
                    <a:lnTo>
                      <a:pt x="0" y="60"/>
                    </a:lnTo>
                    <a:lnTo>
                      <a:pt x="0" y="59"/>
                    </a:lnTo>
                    <a:lnTo>
                      <a:pt x="0" y="59"/>
                    </a:lnTo>
                    <a:lnTo>
                      <a:pt x="0" y="47"/>
                    </a:lnTo>
                    <a:lnTo>
                      <a:pt x="0" y="47"/>
                    </a:lnTo>
                    <a:lnTo>
                      <a:pt x="0" y="46"/>
                    </a:lnTo>
                    <a:lnTo>
                      <a:pt x="1" y="46"/>
                    </a:lnTo>
                    <a:lnTo>
                      <a:pt x="3" y="45"/>
                    </a:lnTo>
                    <a:lnTo>
                      <a:pt x="5" y="43"/>
                    </a:lnTo>
                    <a:lnTo>
                      <a:pt x="9" y="42"/>
                    </a:lnTo>
                    <a:lnTo>
                      <a:pt x="14" y="39"/>
                    </a:lnTo>
                    <a:lnTo>
                      <a:pt x="16" y="35"/>
                    </a:lnTo>
                    <a:lnTo>
                      <a:pt x="14" y="30"/>
                    </a:lnTo>
                    <a:lnTo>
                      <a:pt x="12" y="26"/>
                    </a:lnTo>
                    <a:lnTo>
                      <a:pt x="12" y="24"/>
                    </a:lnTo>
                    <a:lnTo>
                      <a:pt x="10" y="22"/>
                    </a:lnTo>
                    <a:lnTo>
                      <a:pt x="10" y="21"/>
                    </a:lnTo>
                    <a:lnTo>
                      <a:pt x="10" y="20"/>
                    </a:lnTo>
                    <a:lnTo>
                      <a:pt x="12" y="20"/>
                    </a:lnTo>
                    <a:lnTo>
                      <a:pt x="20" y="11"/>
                    </a:lnTo>
                    <a:lnTo>
                      <a:pt x="21" y="11"/>
                    </a:lnTo>
                    <a:lnTo>
                      <a:pt x="22" y="12"/>
                    </a:lnTo>
                    <a:lnTo>
                      <a:pt x="26" y="12"/>
                    </a:lnTo>
                    <a:lnTo>
                      <a:pt x="30" y="15"/>
                    </a:lnTo>
                    <a:lnTo>
                      <a:pt x="35" y="16"/>
                    </a:lnTo>
                    <a:lnTo>
                      <a:pt x="40" y="15"/>
                    </a:lnTo>
                    <a:lnTo>
                      <a:pt x="42" y="9"/>
                    </a:lnTo>
                    <a:lnTo>
                      <a:pt x="43" y="5"/>
                    </a:lnTo>
                    <a:lnTo>
                      <a:pt x="44" y="3"/>
                    </a:lnTo>
                    <a:lnTo>
                      <a:pt x="46" y="1"/>
                    </a:lnTo>
                    <a:lnTo>
                      <a:pt x="46" y="0"/>
                    </a:lnTo>
                    <a:lnTo>
                      <a:pt x="47" y="0"/>
                    </a:lnTo>
                    <a:lnTo>
                      <a:pt x="4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45" name="Freeform 39"/>
              <p:cNvSpPr>
                <a:spLocks noEditPoints="1"/>
              </p:cNvSpPr>
              <p:nvPr/>
            </p:nvSpPr>
            <p:spPr bwMode="auto">
              <a:xfrm rot="19386584" flipH="1">
                <a:off x="6979256" y="1862075"/>
                <a:ext cx="78594" cy="76431"/>
              </a:xfrm>
              <a:custGeom>
                <a:avLst/>
                <a:gdLst>
                  <a:gd name="T0" fmla="*/ 43 w 109"/>
                  <a:gd name="T1" fmla="*/ 38 h 106"/>
                  <a:gd name="T2" fmla="*/ 35 w 109"/>
                  <a:gd name="T3" fmla="*/ 52 h 106"/>
                  <a:gd name="T4" fmla="*/ 43 w 109"/>
                  <a:gd name="T5" fmla="*/ 68 h 106"/>
                  <a:gd name="T6" fmla="*/ 60 w 109"/>
                  <a:gd name="T7" fmla="*/ 71 h 106"/>
                  <a:gd name="T8" fmla="*/ 72 w 109"/>
                  <a:gd name="T9" fmla="*/ 59 h 106"/>
                  <a:gd name="T10" fmla="*/ 69 w 109"/>
                  <a:gd name="T11" fmla="*/ 42 h 106"/>
                  <a:gd name="T12" fmla="*/ 55 w 109"/>
                  <a:gd name="T13" fmla="*/ 34 h 106"/>
                  <a:gd name="T14" fmla="*/ 60 w 109"/>
                  <a:gd name="T15" fmla="*/ 0 h 106"/>
                  <a:gd name="T16" fmla="*/ 63 w 109"/>
                  <a:gd name="T17" fmla="*/ 2 h 106"/>
                  <a:gd name="T18" fmla="*/ 68 w 109"/>
                  <a:gd name="T19" fmla="*/ 14 h 106"/>
                  <a:gd name="T20" fmla="*/ 80 w 109"/>
                  <a:gd name="T21" fmla="*/ 13 h 106"/>
                  <a:gd name="T22" fmla="*/ 85 w 109"/>
                  <a:gd name="T23" fmla="*/ 10 h 106"/>
                  <a:gd name="T24" fmla="*/ 88 w 109"/>
                  <a:gd name="T25" fmla="*/ 10 h 106"/>
                  <a:gd name="T26" fmla="*/ 97 w 109"/>
                  <a:gd name="T27" fmla="*/ 19 h 106"/>
                  <a:gd name="T28" fmla="*/ 97 w 109"/>
                  <a:gd name="T29" fmla="*/ 23 h 106"/>
                  <a:gd name="T30" fmla="*/ 92 w 109"/>
                  <a:gd name="T31" fmla="*/ 35 h 106"/>
                  <a:gd name="T32" fmla="*/ 103 w 109"/>
                  <a:gd name="T33" fmla="*/ 43 h 106"/>
                  <a:gd name="T34" fmla="*/ 107 w 109"/>
                  <a:gd name="T35" fmla="*/ 46 h 106"/>
                  <a:gd name="T36" fmla="*/ 109 w 109"/>
                  <a:gd name="T37" fmla="*/ 57 h 106"/>
                  <a:gd name="T38" fmla="*/ 107 w 109"/>
                  <a:gd name="T39" fmla="*/ 60 h 106"/>
                  <a:gd name="T40" fmla="*/ 99 w 109"/>
                  <a:gd name="T41" fmla="*/ 64 h 106"/>
                  <a:gd name="T42" fmla="*/ 94 w 109"/>
                  <a:gd name="T43" fmla="*/ 76 h 106"/>
                  <a:gd name="T44" fmla="*/ 97 w 109"/>
                  <a:gd name="T45" fmla="*/ 84 h 106"/>
                  <a:gd name="T46" fmla="*/ 97 w 109"/>
                  <a:gd name="T47" fmla="*/ 86 h 106"/>
                  <a:gd name="T48" fmla="*/ 85 w 109"/>
                  <a:gd name="T49" fmla="*/ 94 h 106"/>
                  <a:gd name="T50" fmla="*/ 72 w 109"/>
                  <a:gd name="T51" fmla="*/ 89 h 106"/>
                  <a:gd name="T52" fmla="*/ 64 w 109"/>
                  <a:gd name="T53" fmla="*/ 101 h 106"/>
                  <a:gd name="T54" fmla="*/ 61 w 109"/>
                  <a:gd name="T55" fmla="*/ 105 h 106"/>
                  <a:gd name="T56" fmla="*/ 48 w 109"/>
                  <a:gd name="T57" fmla="*/ 106 h 106"/>
                  <a:gd name="T58" fmla="*/ 47 w 109"/>
                  <a:gd name="T59" fmla="*/ 105 h 106"/>
                  <a:gd name="T60" fmla="*/ 43 w 109"/>
                  <a:gd name="T61" fmla="*/ 97 h 106"/>
                  <a:gd name="T62" fmla="*/ 31 w 109"/>
                  <a:gd name="T63" fmla="*/ 91 h 106"/>
                  <a:gd name="T64" fmla="*/ 24 w 109"/>
                  <a:gd name="T65" fmla="*/ 94 h 106"/>
                  <a:gd name="T66" fmla="*/ 22 w 109"/>
                  <a:gd name="T67" fmla="*/ 95 h 106"/>
                  <a:gd name="T68" fmla="*/ 13 w 109"/>
                  <a:gd name="T69" fmla="*/ 86 h 106"/>
                  <a:gd name="T70" fmla="*/ 12 w 109"/>
                  <a:gd name="T71" fmla="*/ 84 h 106"/>
                  <a:gd name="T72" fmla="*/ 14 w 109"/>
                  <a:gd name="T73" fmla="*/ 76 h 106"/>
                  <a:gd name="T74" fmla="*/ 9 w 109"/>
                  <a:gd name="T75" fmla="*/ 64 h 106"/>
                  <a:gd name="T76" fmla="*/ 1 w 109"/>
                  <a:gd name="T77" fmla="*/ 60 h 106"/>
                  <a:gd name="T78" fmla="*/ 0 w 109"/>
                  <a:gd name="T79" fmla="*/ 59 h 106"/>
                  <a:gd name="T80" fmla="*/ 1 w 109"/>
                  <a:gd name="T81" fmla="*/ 46 h 106"/>
                  <a:gd name="T82" fmla="*/ 5 w 109"/>
                  <a:gd name="T83" fmla="*/ 43 h 106"/>
                  <a:gd name="T84" fmla="*/ 17 w 109"/>
                  <a:gd name="T85" fmla="*/ 35 h 106"/>
                  <a:gd name="T86" fmla="*/ 12 w 109"/>
                  <a:gd name="T87" fmla="*/ 23 h 106"/>
                  <a:gd name="T88" fmla="*/ 12 w 109"/>
                  <a:gd name="T89" fmla="*/ 19 h 106"/>
                  <a:gd name="T90" fmla="*/ 22 w 109"/>
                  <a:gd name="T91" fmla="*/ 12 h 106"/>
                  <a:gd name="T92" fmla="*/ 30 w 109"/>
                  <a:gd name="T93" fmla="*/ 14 h 106"/>
                  <a:gd name="T94" fmla="*/ 43 w 109"/>
                  <a:gd name="T95" fmla="*/ 9 h 106"/>
                  <a:gd name="T96" fmla="*/ 46 w 109"/>
                  <a:gd name="T97" fmla="*/ 1 h 106"/>
                  <a:gd name="T98" fmla="*/ 48 w 109"/>
                  <a:gd name="T99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09" h="106">
                    <a:moveTo>
                      <a:pt x="55" y="34"/>
                    </a:moveTo>
                    <a:lnTo>
                      <a:pt x="48" y="35"/>
                    </a:lnTo>
                    <a:lnTo>
                      <a:pt x="43" y="38"/>
                    </a:lnTo>
                    <a:lnTo>
                      <a:pt x="39" y="42"/>
                    </a:lnTo>
                    <a:lnTo>
                      <a:pt x="37" y="47"/>
                    </a:lnTo>
                    <a:lnTo>
                      <a:pt x="35" y="52"/>
                    </a:lnTo>
                    <a:lnTo>
                      <a:pt x="37" y="59"/>
                    </a:lnTo>
                    <a:lnTo>
                      <a:pt x="39" y="64"/>
                    </a:lnTo>
                    <a:lnTo>
                      <a:pt x="43" y="68"/>
                    </a:lnTo>
                    <a:lnTo>
                      <a:pt x="48" y="71"/>
                    </a:lnTo>
                    <a:lnTo>
                      <a:pt x="55" y="72"/>
                    </a:lnTo>
                    <a:lnTo>
                      <a:pt x="60" y="71"/>
                    </a:lnTo>
                    <a:lnTo>
                      <a:pt x="65" y="68"/>
                    </a:lnTo>
                    <a:lnTo>
                      <a:pt x="69" y="64"/>
                    </a:lnTo>
                    <a:lnTo>
                      <a:pt x="72" y="59"/>
                    </a:lnTo>
                    <a:lnTo>
                      <a:pt x="73" y="52"/>
                    </a:lnTo>
                    <a:lnTo>
                      <a:pt x="72" y="47"/>
                    </a:lnTo>
                    <a:lnTo>
                      <a:pt x="69" y="42"/>
                    </a:lnTo>
                    <a:lnTo>
                      <a:pt x="65" y="38"/>
                    </a:lnTo>
                    <a:lnTo>
                      <a:pt x="60" y="35"/>
                    </a:lnTo>
                    <a:lnTo>
                      <a:pt x="55" y="34"/>
                    </a:lnTo>
                    <a:close/>
                    <a:moveTo>
                      <a:pt x="48" y="0"/>
                    </a:moveTo>
                    <a:lnTo>
                      <a:pt x="60" y="0"/>
                    </a:lnTo>
                    <a:lnTo>
                      <a:pt x="60" y="0"/>
                    </a:lnTo>
                    <a:lnTo>
                      <a:pt x="61" y="0"/>
                    </a:lnTo>
                    <a:lnTo>
                      <a:pt x="61" y="1"/>
                    </a:lnTo>
                    <a:lnTo>
                      <a:pt x="63" y="2"/>
                    </a:lnTo>
                    <a:lnTo>
                      <a:pt x="64" y="5"/>
                    </a:lnTo>
                    <a:lnTo>
                      <a:pt x="65" y="9"/>
                    </a:lnTo>
                    <a:lnTo>
                      <a:pt x="68" y="14"/>
                    </a:lnTo>
                    <a:lnTo>
                      <a:pt x="72" y="17"/>
                    </a:lnTo>
                    <a:lnTo>
                      <a:pt x="77" y="14"/>
                    </a:lnTo>
                    <a:lnTo>
                      <a:pt x="80" y="13"/>
                    </a:lnTo>
                    <a:lnTo>
                      <a:pt x="82" y="12"/>
                    </a:lnTo>
                    <a:lnTo>
                      <a:pt x="85" y="12"/>
                    </a:lnTo>
                    <a:lnTo>
                      <a:pt x="85" y="10"/>
                    </a:lnTo>
                    <a:lnTo>
                      <a:pt x="86" y="10"/>
                    </a:lnTo>
                    <a:lnTo>
                      <a:pt x="86" y="10"/>
                    </a:lnTo>
                    <a:lnTo>
                      <a:pt x="88" y="10"/>
                    </a:lnTo>
                    <a:lnTo>
                      <a:pt x="88" y="12"/>
                    </a:lnTo>
                    <a:lnTo>
                      <a:pt x="97" y="19"/>
                    </a:lnTo>
                    <a:lnTo>
                      <a:pt x="97" y="19"/>
                    </a:lnTo>
                    <a:lnTo>
                      <a:pt x="97" y="21"/>
                    </a:lnTo>
                    <a:lnTo>
                      <a:pt x="97" y="22"/>
                    </a:lnTo>
                    <a:lnTo>
                      <a:pt x="97" y="23"/>
                    </a:lnTo>
                    <a:lnTo>
                      <a:pt x="95" y="26"/>
                    </a:lnTo>
                    <a:lnTo>
                      <a:pt x="94" y="30"/>
                    </a:lnTo>
                    <a:lnTo>
                      <a:pt x="92" y="35"/>
                    </a:lnTo>
                    <a:lnTo>
                      <a:pt x="93" y="39"/>
                    </a:lnTo>
                    <a:lnTo>
                      <a:pt x="99" y="42"/>
                    </a:lnTo>
                    <a:lnTo>
                      <a:pt x="103" y="43"/>
                    </a:lnTo>
                    <a:lnTo>
                      <a:pt x="106" y="44"/>
                    </a:lnTo>
                    <a:lnTo>
                      <a:pt x="107" y="44"/>
                    </a:lnTo>
                    <a:lnTo>
                      <a:pt x="107" y="46"/>
                    </a:lnTo>
                    <a:lnTo>
                      <a:pt x="109" y="46"/>
                    </a:lnTo>
                    <a:lnTo>
                      <a:pt x="109" y="47"/>
                    </a:lnTo>
                    <a:lnTo>
                      <a:pt x="109" y="57"/>
                    </a:lnTo>
                    <a:lnTo>
                      <a:pt x="109" y="59"/>
                    </a:lnTo>
                    <a:lnTo>
                      <a:pt x="107" y="60"/>
                    </a:lnTo>
                    <a:lnTo>
                      <a:pt x="107" y="60"/>
                    </a:lnTo>
                    <a:lnTo>
                      <a:pt x="106" y="61"/>
                    </a:lnTo>
                    <a:lnTo>
                      <a:pt x="103" y="63"/>
                    </a:lnTo>
                    <a:lnTo>
                      <a:pt x="99" y="64"/>
                    </a:lnTo>
                    <a:lnTo>
                      <a:pt x="93" y="67"/>
                    </a:lnTo>
                    <a:lnTo>
                      <a:pt x="92" y="71"/>
                    </a:lnTo>
                    <a:lnTo>
                      <a:pt x="94" y="76"/>
                    </a:lnTo>
                    <a:lnTo>
                      <a:pt x="95" y="80"/>
                    </a:lnTo>
                    <a:lnTo>
                      <a:pt x="97" y="82"/>
                    </a:lnTo>
                    <a:lnTo>
                      <a:pt x="97" y="84"/>
                    </a:lnTo>
                    <a:lnTo>
                      <a:pt x="97" y="85"/>
                    </a:lnTo>
                    <a:lnTo>
                      <a:pt x="97" y="85"/>
                    </a:lnTo>
                    <a:lnTo>
                      <a:pt x="97" y="86"/>
                    </a:lnTo>
                    <a:lnTo>
                      <a:pt x="88" y="94"/>
                    </a:lnTo>
                    <a:lnTo>
                      <a:pt x="86" y="94"/>
                    </a:lnTo>
                    <a:lnTo>
                      <a:pt x="85" y="94"/>
                    </a:lnTo>
                    <a:lnTo>
                      <a:pt x="82" y="93"/>
                    </a:lnTo>
                    <a:lnTo>
                      <a:pt x="78" y="91"/>
                    </a:lnTo>
                    <a:lnTo>
                      <a:pt x="72" y="89"/>
                    </a:lnTo>
                    <a:lnTo>
                      <a:pt x="68" y="91"/>
                    </a:lnTo>
                    <a:lnTo>
                      <a:pt x="65" y="97"/>
                    </a:lnTo>
                    <a:lnTo>
                      <a:pt x="64" y="101"/>
                    </a:lnTo>
                    <a:lnTo>
                      <a:pt x="63" y="103"/>
                    </a:lnTo>
                    <a:lnTo>
                      <a:pt x="63" y="105"/>
                    </a:lnTo>
                    <a:lnTo>
                      <a:pt x="61" y="105"/>
                    </a:lnTo>
                    <a:lnTo>
                      <a:pt x="61" y="106"/>
                    </a:lnTo>
                    <a:lnTo>
                      <a:pt x="60" y="106"/>
                    </a:lnTo>
                    <a:lnTo>
                      <a:pt x="48" y="106"/>
                    </a:lnTo>
                    <a:lnTo>
                      <a:pt x="48" y="106"/>
                    </a:lnTo>
                    <a:lnTo>
                      <a:pt x="47" y="105"/>
                    </a:lnTo>
                    <a:lnTo>
                      <a:pt x="47" y="105"/>
                    </a:lnTo>
                    <a:lnTo>
                      <a:pt x="46" y="103"/>
                    </a:lnTo>
                    <a:lnTo>
                      <a:pt x="44" y="101"/>
                    </a:lnTo>
                    <a:lnTo>
                      <a:pt x="43" y="97"/>
                    </a:lnTo>
                    <a:lnTo>
                      <a:pt x="41" y="91"/>
                    </a:lnTo>
                    <a:lnTo>
                      <a:pt x="37" y="89"/>
                    </a:lnTo>
                    <a:lnTo>
                      <a:pt x="31" y="91"/>
                    </a:lnTo>
                    <a:lnTo>
                      <a:pt x="29" y="93"/>
                    </a:lnTo>
                    <a:lnTo>
                      <a:pt x="26" y="94"/>
                    </a:lnTo>
                    <a:lnTo>
                      <a:pt x="24" y="94"/>
                    </a:lnTo>
                    <a:lnTo>
                      <a:pt x="24" y="95"/>
                    </a:lnTo>
                    <a:lnTo>
                      <a:pt x="22" y="95"/>
                    </a:lnTo>
                    <a:lnTo>
                      <a:pt x="22" y="95"/>
                    </a:lnTo>
                    <a:lnTo>
                      <a:pt x="21" y="95"/>
                    </a:lnTo>
                    <a:lnTo>
                      <a:pt x="21" y="94"/>
                    </a:lnTo>
                    <a:lnTo>
                      <a:pt x="13" y="86"/>
                    </a:lnTo>
                    <a:lnTo>
                      <a:pt x="12" y="86"/>
                    </a:lnTo>
                    <a:lnTo>
                      <a:pt x="12" y="85"/>
                    </a:lnTo>
                    <a:lnTo>
                      <a:pt x="12" y="84"/>
                    </a:lnTo>
                    <a:lnTo>
                      <a:pt x="12" y="82"/>
                    </a:lnTo>
                    <a:lnTo>
                      <a:pt x="13" y="80"/>
                    </a:lnTo>
                    <a:lnTo>
                      <a:pt x="14" y="76"/>
                    </a:lnTo>
                    <a:lnTo>
                      <a:pt x="17" y="71"/>
                    </a:lnTo>
                    <a:lnTo>
                      <a:pt x="16" y="67"/>
                    </a:lnTo>
                    <a:lnTo>
                      <a:pt x="9" y="64"/>
                    </a:lnTo>
                    <a:lnTo>
                      <a:pt x="7" y="63"/>
                    </a:lnTo>
                    <a:lnTo>
                      <a:pt x="3" y="61"/>
                    </a:lnTo>
                    <a:lnTo>
                      <a:pt x="1" y="60"/>
                    </a:lnTo>
                    <a:lnTo>
                      <a:pt x="1" y="60"/>
                    </a:lnTo>
                    <a:lnTo>
                      <a:pt x="0" y="59"/>
                    </a:lnTo>
                    <a:lnTo>
                      <a:pt x="0" y="59"/>
                    </a:lnTo>
                    <a:lnTo>
                      <a:pt x="0" y="47"/>
                    </a:lnTo>
                    <a:lnTo>
                      <a:pt x="0" y="47"/>
                    </a:lnTo>
                    <a:lnTo>
                      <a:pt x="1" y="46"/>
                    </a:lnTo>
                    <a:lnTo>
                      <a:pt x="1" y="46"/>
                    </a:lnTo>
                    <a:lnTo>
                      <a:pt x="3" y="44"/>
                    </a:lnTo>
                    <a:lnTo>
                      <a:pt x="5" y="43"/>
                    </a:lnTo>
                    <a:lnTo>
                      <a:pt x="9" y="42"/>
                    </a:lnTo>
                    <a:lnTo>
                      <a:pt x="16" y="39"/>
                    </a:lnTo>
                    <a:lnTo>
                      <a:pt x="17" y="35"/>
                    </a:lnTo>
                    <a:lnTo>
                      <a:pt x="14" y="30"/>
                    </a:lnTo>
                    <a:lnTo>
                      <a:pt x="13" y="26"/>
                    </a:lnTo>
                    <a:lnTo>
                      <a:pt x="12" y="23"/>
                    </a:lnTo>
                    <a:lnTo>
                      <a:pt x="12" y="22"/>
                    </a:lnTo>
                    <a:lnTo>
                      <a:pt x="12" y="21"/>
                    </a:lnTo>
                    <a:lnTo>
                      <a:pt x="12" y="19"/>
                    </a:lnTo>
                    <a:lnTo>
                      <a:pt x="12" y="19"/>
                    </a:lnTo>
                    <a:lnTo>
                      <a:pt x="21" y="12"/>
                    </a:lnTo>
                    <a:lnTo>
                      <a:pt x="22" y="12"/>
                    </a:lnTo>
                    <a:lnTo>
                      <a:pt x="24" y="12"/>
                    </a:lnTo>
                    <a:lnTo>
                      <a:pt x="26" y="13"/>
                    </a:lnTo>
                    <a:lnTo>
                      <a:pt x="30" y="14"/>
                    </a:lnTo>
                    <a:lnTo>
                      <a:pt x="37" y="17"/>
                    </a:lnTo>
                    <a:lnTo>
                      <a:pt x="41" y="14"/>
                    </a:lnTo>
                    <a:lnTo>
                      <a:pt x="43" y="9"/>
                    </a:lnTo>
                    <a:lnTo>
                      <a:pt x="44" y="5"/>
                    </a:lnTo>
                    <a:lnTo>
                      <a:pt x="46" y="2"/>
                    </a:lnTo>
                    <a:lnTo>
                      <a:pt x="46" y="1"/>
                    </a:lnTo>
                    <a:lnTo>
                      <a:pt x="47" y="0"/>
                    </a:lnTo>
                    <a:lnTo>
                      <a:pt x="47" y="0"/>
                    </a:lnTo>
                    <a:lnTo>
                      <a:pt x="4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46" name="Freeform 40"/>
              <p:cNvSpPr>
                <a:spLocks noEditPoints="1"/>
              </p:cNvSpPr>
              <p:nvPr/>
            </p:nvSpPr>
            <p:spPr bwMode="auto">
              <a:xfrm rot="19386584" flipH="1">
                <a:off x="6671209" y="1406486"/>
                <a:ext cx="77873" cy="75710"/>
              </a:xfrm>
              <a:custGeom>
                <a:avLst/>
                <a:gdLst>
                  <a:gd name="T0" fmla="*/ 44 w 108"/>
                  <a:gd name="T1" fmla="*/ 38 h 105"/>
                  <a:gd name="T2" fmla="*/ 36 w 108"/>
                  <a:gd name="T3" fmla="*/ 52 h 105"/>
                  <a:gd name="T4" fmla="*/ 44 w 108"/>
                  <a:gd name="T5" fmla="*/ 67 h 105"/>
                  <a:gd name="T6" fmla="*/ 61 w 108"/>
                  <a:gd name="T7" fmla="*/ 69 h 105"/>
                  <a:gd name="T8" fmla="*/ 72 w 108"/>
                  <a:gd name="T9" fmla="*/ 58 h 105"/>
                  <a:gd name="T10" fmla="*/ 70 w 108"/>
                  <a:gd name="T11" fmla="*/ 42 h 105"/>
                  <a:gd name="T12" fmla="*/ 54 w 108"/>
                  <a:gd name="T13" fmla="*/ 33 h 105"/>
                  <a:gd name="T14" fmla="*/ 61 w 108"/>
                  <a:gd name="T15" fmla="*/ 0 h 105"/>
                  <a:gd name="T16" fmla="*/ 62 w 108"/>
                  <a:gd name="T17" fmla="*/ 3 h 105"/>
                  <a:gd name="T18" fmla="*/ 67 w 108"/>
                  <a:gd name="T19" fmla="*/ 14 h 105"/>
                  <a:gd name="T20" fmla="*/ 80 w 108"/>
                  <a:gd name="T21" fmla="*/ 12 h 105"/>
                  <a:gd name="T22" fmla="*/ 85 w 108"/>
                  <a:gd name="T23" fmla="*/ 10 h 105"/>
                  <a:gd name="T24" fmla="*/ 87 w 108"/>
                  <a:gd name="T25" fmla="*/ 10 h 105"/>
                  <a:gd name="T26" fmla="*/ 96 w 108"/>
                  <a:gd name="T27" fmla="*/ 20 h 105"/>
                  <a:gd name="T28" fmla="*/ 96 w 108"/>
                  <a:gd name="T29" fmla="*/ 22 h 105"/>
                  <a:gd name="T30" fmla="*/ 91 w 108"/>
                  <a:gd name="T31" fmla="*/ 34 h 105"/>
                  <a:gd name="T32" fmla="*/ 102 w 108"/>
                  <a:gd name="T33" fmla="*/ 42 h 105"/>
                  <a:gd name="T34" fmla="*/ 108 w 108"/>
                  <a:gd name="T35" fmla="*/ 46 h 105"/>
                  <a:gd name="T36" fmla="*/ 108 w 108"/>
                  <a:gd name="T37" fmla="*/ 58 h 105"/>
                  <a:gd name="T38" fmla="*/ 106 w 108"/>
                  <a:gd name="T39" fmla="*/ 60 h 105"/>
                  <a:gd name="T40" fmla="*/ 98 w 108"/>
                  <a:gd name="T41" fmla="*/ 64 h 105"/>
                  <a:gd name="T42" fmla="*/ 93 w 108"/>
                  <a:gd name="T43" fmla="*/ 75 h 105"/>
                  <a:gd name="T44" fmla="*/ 97 w 108"/>
                  <a:gd name="T45" fmla="*/ 84 h 105"/>
                  <a:gd name="T46" fmla="*/ 96 w 108"/>
                  <a:gd name="T47" fmla="*/ 85 h 105"/>
                  <a:gd name="T48" fmla="*/ 85 w 108"/>
                  <a:gd name="T49" fmla="*/ 94 h 105"/>
                  <a:gd name="T50" fmla="*/ 72 w 108"/>
                  <a:gd name="T51" fmla="*/ 89 h 105"/>
                  <a:gd name="T52" fmla="*/ 64 w 108"/>
                  <a:gd name="T53" fmla="*/ 99 h 105"/>
                  <a:gd name="T54" fmla="*/ 62 w 108"/>
                  <a:gd name="T55" fmla="*/ 105 h 105"/>
                  <a:gd name="T56" fmla="*/ 49 w 108"/>
                  <a:gd name="T57" fmla="*/ 105 h 105"/>
                  <a:gd name="T58" fmla="*/ 46 w 108"/>
                  <a:gd name="T59" fmla="*/ 103 h 105"/>
                  <a:gd name="T60" fmla="*/ 42 w 108"/>
                  <a:gd name="T61" fmla="*/ 96 h 105"/>
                  <a:gd name="T62" fmla="*/ 32 w 108"/>
                  <a:gd name="T63" fmla="*/ 90 h 105"/>
                  <a:gd name="T64" fmla="*/ 24 w 108"/>
                  <a:gd name="T65" fmla="*/ 94 h 105"/>
                  <a:gd name="T66" fmla="*/ 21 w 108"/>
                  <a:gd name="T67" fmla="*/ 94 h 105"/>
                  <a:gd name="T68" fmla="*/ 12 w 108"/>
                  <a:gd name="T69" fmla="*/ 86 h 105"/>
                  <a:gd name="T70" fmla="*/ 11 w 108"/>
                  <a:gd name="T71" fmla="*/ 84 h 105"/>
                  <a:gd name="T72" fmla="*/ 15 w 108"/>
                  <a:gd name="T73" fmla="*/ 76 h 105"/>
                  <a:gd name="T74" fmla="*/ 10 w 108"/>
                  <a:gd name="T75" fmla="*/ 64 h 105"/>
                  <a:gd name="T76" fmla="*/ 2 w 108"/>
                  <a:gd name="T77" fmla="*/ 60 h 105"/>
                  <a:gd name="T78" fmla="*/ 0 w 108"/>
                  <a:gd name="T79" fmla="*/ 58 h 105"/>
                  <a:gd name="T80" fmla="*/ 0 w 108"/>
                  <a:gd name="T81" fmla="*/ 46 h 105"/>
                  <a:gd name="T82" fmla="*/ 6 w 108"/>
                  <a:gd name="T83" fmla="*/ 43 h 105"/>
                  <a:gd name="T84" fmla="*/ 17 w 108"/>
                  <a:gd name="T85" fmla="*/ 35 h 105"/>
                  <a:gd name="T86" fmla="*/ 12 w 108"/>
                  <a:gd name="T87" fmla="*/ 24 h 105"/>
                  <a:gd name="T88" fmla="*/ 11 w 108"/>
                  <a:gd name="T89" fmla="*/ 20 h 105"/>
                  <a:gd name="T90" fmla="*/ 21 w 108"/>
                  <a:gd name="T91" fmla="*/ 10 h 105"/>
                  <a:gd name="T92" fmla="*/ 30 w 108"/>
                  <a:gd name="T93" fmla="*/ 13 h 105"/>
                  <a:gd name="T94" fmla="*/ 42 w 108"/>
                  <a:gd name="T95" fmla="*/ 9 h 105"/>
                  <a:gd name="T96" fmla="*/ 46 w 108"/>
                  <a:gd name="T97" fmla="*/ 1 h 105"/>
                  <a:gd name="T98" fmla="*/ 49 w 108"/>
                  <a:gd name="T99" fmla="*/ 0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08" h="105">
                    <a:moveTo>
                      <a:pt x="54" y="33"/>
                    </a:moveTo>
                    <a:lnTo>
                      <a:pt x="47" y="35"/>
                    </a:lnTo>
                    <a:lnTo>
                      <a:pt x="44" y="38"/>
                    </a:lnTo>
                    <a:lnTo>
                      <a:pt x="38" y="42"/>
                    </a:lnTo>
                    <a:lnTo>
                      <a:pt x="36" y="47"/>
                    </a:lnTo>
                    <a:lnTo>
                      <a:pt x="36" y="52"/>
                    </a:lnTo>
                    <a:lnTo>
                      <a:pt x="36" y="58"/>
                    </a:lnTo>
                    <a:lnTo>
                      <a:pt x="38" y="63"/>
                    </a:lnTo>
                    <a:lnTo>
                      <a:pt x="44" y="67"/>
                    </a:lnTo>
                    <a:lnTo>
                      <a:pt x="47" y="69"/>
                    </a:lnTo>
                    <a:lnTo>
                      <a:pt x="54" y="71"/>
                    </a:lnTo>
                    <a:lnTo>
                      <a:pt x="61" y="69"/>
                    </a:lnTo>
                    <a:lnTo>
                      <a:pt x="64" y="67"/>
                    </a:lnTo>
                    <a:lnTo>
                      <a:pt x="70" y="63"/>
                    </a:lnTo>
                    <a:lnTo>
                      <a:pt x="72" y="58"/>
                    </a:lnTo>
                    <a:lnTo>
                      <a:pt x="72" y="52"/>
                    </a:lnTo>
                    <a:lnTo>
                      <a:pt x="72" y="47"/>
                    </a:lnTo>
                    <a:lnTo>
                      <a:pt x="70" y="42"/>
                    </a:lnTo>
                    <a:lnTo>
                      <a:pt x="64" y="38"/>
                    </a:lnTo>
                    <a:lnTo>
                      <a:pt x="61" y="35"/>
                    </a:lnTo>
                    <a:lnTo>
                      <a:pt x="54" y="33"/>
                    </a:lnTo>
                    <a:close/>
                    <a:moveTo>
                      <a:pt x="49" y="0"/>
                    </a:moveTo>
                    <a:lnTo>
                      <a:pt x="59" y="0"/>
                    </a:lnTo>
                    <a:lnTo>
                      <a:pt x="61" y="0"/>
                    </a:lnTo>
                    <a:lnTo>
                      <a:pt x="61" y="0"/>
                    </a:lnTo>
                    <a:lnTo>
                      <a:pt x="62" y="1"/>
                    </a:lnTo>
                    <a:lnTo>
                      <a:pt x="62" y="3"/>
                    </a:lnTo>
                    <a:lnTo>
                      <a:pt x="63" y="5"/>
                    </a:lnTo>
                    <a:lnTo>
                      <a:pt x="66" y="9"/>
                    </a:lnTo>
                    <a:lnTo>
                      <a:pt x="67" y="14"/>
                    </a:lnTo>
                    <a:lnTo>
                      <a:pt x="72" y="16"/>
                    </a:lnTo>
                    <a:lnTo>
                      <a:pt x="76" y="13"/>
                    </a:lnTo>
                    <a:lnTo>
                      <a:pt x="80" y="12"/>
                    </a:lnTo>
                    <a:lnTo>
                      <a:pt x="83" y="12"/>
                    </a:lnTo>
                    <a:lnTo>
                      <a:pt x="84" y="10"/>
                    </a:lnTo>
                    <a:lnTo>
                      <a:pt x="85" y="10"/>
                    </a:lnTo>
                    <a:lnTo>
                      <a:pt x="85" y="10"/>
                    </a:lnTo>
                    <a:lnTo>
                      <a:pt x="87" y="10"/>
                    </a:lnTo>
                    <a:lnTo>
                      <a:pt x="87" y="10"/>
                    </a:lnTo>
                    <a:lnTo>
                      <a:pt x="88" y="10"/>
                    </a:lnTo>
                    <a:lnTo>
                      <a:pt x="96" y="18"/>
                    </a:lnTo>
                    <a:lnTo>
                      <a:pt x="96" y="20"/>
                    </a:lnTo>
                    <a:lnTo>
                      <a:pt x="97" y="20"/>
                    </a:lnTo>
                    <a:lnTo>
                      <a:pt x="97" y="21"/>
                    </a:lnTo>
                    <a:lnTo>
                      <a:pt x="96" y="22"/>
                    </a:lnTo>
                    <a:lnTo>
                      <a:pt x="95" y="25"/>
                    </a:lnTo>
                    <a:lnTo>
                      <a:pt x="93" y="29"/>
                    </a:lnTo>
                    <a:lnTo>
                      <a:pt x="91" y="34"/>
                    </a:lnTo>
                    <a:lnTo>
                      <a:pt x="93" y="39"/>
                    </a:lnTo>
                    <a:lnTo>
                      <a:pt x="98" y="41"/>
                    </a:lnTo>
                    <a:lnTo>
                      <a:pt x="102" y="42"/>
                    </a:lnTo>
                    <a:lnTo>
                      <a:pt x="105" y="43"/>
                    </a:lnTo>
                    <a:lnTo>
                      <a:pt x="106" y="44"/>
                    </a:lnTo>
                    <a:lnTo>
                      <a:pt x="108" y="46"/>
                    </a:lnTo>
                    <a:lnTo>
                      <a:pt x="108" y="46"/>
                    </a:lnTo>
                    <a:lnTo>
                      <a:pt x="108" y="47"/>
                    </a:lnTo>
                    <a:lnTo>
                      <a:pt x="108" y="58"/>
                    </a:lnTo>
                    <a:lnTo>
                      <a:pt x="108" y="59"/>
                    </a:lnTo>
                    <a:lnTo>
                      <a:pt x="108" y="59"/>
                    </a:lnTo>
                    <a:lnTo>
                      <a:pt x="106" y="60"/>
                    </a:lnTo>
                    <a:lnTo>
                      <a:pt x="105" y="60"/>
                    </a:lnTo>
                    <a:lnTo>
                      <a:pt x="102" y="61"/>
                    </a:lnTo>
                    <a:lnTo>
                      <a:pt x="98" y="64"/>
                    </a:lnTo>
                    <a:lnTo>
                      <a:pt x="93" y="65"/>
                    </a:lnTo>
                    <a:lnTo>
                      <a:pt x="92" y="69"/>
                    </a:lnTo>
                    <a:lnTo>
                      <a:pt x="93" y="75"/>
                    </a:lnTo>
                    <a:lnTo>
                      <a:pt x="96" y="79"/>
                    </a:lnTo>
                    <a:lnTo>
                      <a:pt x="96" y="81"/>
                    </a:lnTo>
                    <a:lnTo>
                      <a:pt x="97" y="84"/>
                    </a:lnTo>
                    <a:lnTo>
                      <a:pt x="97" y="84"/>
                    </a:lnTo>
                    <a:lnTo>
                      <a:pt x="97" y="85"/>
                    </a:lnTo>
                    <a:lnTo>
                      <a:pt x="96" y="85"/>
                    </a:lnTo>
                    <a:lnTo>
                      <a:pt x="88" y="94"/>
                    </a:lnTo>
                    <a:lnTo>
                      <a:pt x="87" y="94"/>
                    </a:lnTo>
                    <a:lnTo>
                      <a:pt x="85" y="94"/>
                    </a:lnTo>
                    <a:lnTo>
                      <a:pt x="81" y="93"/>
                    </a:lnTo>
                    <a:lnTo>
                      <a:pt x="78" y="92"/>
                    </a:lnTo>
                    <a:lnTo>
                      <a:pt x="72" y="89"/>
                    </a:lnTo>
                    <a:lnTo>
                      <a:pt x="67" y="90"/>
                    </a:lnTo>
                    <a:lnTo>
                      <a:pt x="66" y="96"/>
                    </a:lnTo>
                    <a:lnTo>
                      <a:pt x="64" y="99"/>
                    </a:lnTo>
                    <a:lnTo>
                      <a:pt x="63" y="102"/>
                    </a:lnTo>
                    <a:lnTo>
                      <a:pt x="62" y="103"/>
                    </a:lnTo>
                    <a:lnTo>
                      <a:pt x="62" y="105"/>
                    </a:lnTo>
                    <a:lnTo>
                      <a:pt x="61" y="105"/>
                    </a:lnTo>
                    <a:lnTo>
                      <a:pt x="61" y="105"/>
                    </a:lnTo>
                    <a:lnTo>
                      <a:pt x="49" y="105"/>
                    </a:lnTo>
                    <a:lnTo>
                      <a:pt x="47" y="105"/>
                    </a:lnTo>
                    <a:lnTo>
                      <a:pt x="47" y="105"/>
                    </a:lnTo>
                    <a:lnTo>
                      <a:pt x="46" y="103"/>
                    </a:lnTo>
                    <a:lnTo>
                      <a:pt x="46" y="102"/>
                    </a:lnTo>
                    <a:lnTo>
                      <a:pt x="45" y="99"/>
                    </a:lnTo>
                    <a:lnTo>
                      <a:pt x="42" y="96"/>
                    </a:lnTo>
                    <a:lnTo>
                      <a:pt x="41" y="90"/>
                    </a:lnTo>
                    <a:lnTo>
                      <a:pt x="36" y="89"/>
                    </a:lnTo>
                    <a:lnTo>
                      <a:pt x="32" y="90"/>
                    </a:lnTo>
                    <a:lnTo>
                      <a:pt x="28" y="93"/>
                    </a:lnTo>
                    <a:lnTo>
                      <a:pt x="25" y="93"/>
                    </a:lnTo>
                    <a:lnTo>
                      <a:pt x="24" y="94"/>
                    </a:lnTo>
                    <a:lnTo>
                      <a:pt x="23" y="94"/>
                    </a:lnTo>
                    <a:lnTo>
                      <a:pt x="23" y="94"/>
                    </a:lnTo>
                    <a:lnTo>
                      <a:pt x="21" y="94"/>
                    </a:lnTo>
                    <a:lnTo>
                      <a:pt x="21" y="94"/>
                    </a:lnTo>
                    <a:lnTo>
                      <a:pt x="20" y="94"/>
                    </a:lnTo>
                    <a:lnTo>
                      <a:pt x="12" y="86"/>
                    </a:lnTo>
                    <a:lnTo>
                      <a:pt x="12" y="85"/>
                    </a:lnTo>
                    <a:lnTo>
                      <a:pt x="11" y="85"/>
                    </a:lnTo>
                    <a:lnTo>
                      <a:pt x="11" y="84"/>
                    </a:lnTo>
                    <a:lnTo>
                      <a:pt x="12" y="82"/>
                    </a:lnTo>
                    <a:lnTo>
                      <a:pt x="13" y="80"/>
                    </a:lnTo>
                    <a:lnTo>
                      <a:pt x="15" y="76"/>
                    </a:lnTo>
                    <a:lnTo>
                      <a:pt x="17" y="71"/>
                    </a:lnTo>
                    <a:lnTo>
                      <a:pt x="15" y="65"/>
                    </a:lnTo>
                    <a:lnTo>
                      <a:pt x="10" y="64"/>
                    </a:lnTo>
                    <a:lnTo>
                      <a:pt x="6" y="63"/>
                    </a:lnTo>
                    <a:lnTo>
                      <a:pt x="3" y="61"/>
                    </a:lnTo>
                    <a:lnTo>
                      <a:pt x="2" y="60"/>
                    </a:lnTo>
                    <a:lnTo>
                      <a:pt x="0" y="59"/>
                    </a:lnTo>
                    <a:lnTo>
                      <a:pt x="0" y="59"/>
                    </a:lnTo>
                    <a:lnTo>
                      <a:pt x="0" y="58"/>
                    </a:lnTo>
                    <a:lnTo>
                      <a:pt x="0" y="47"/>
                    </a:lnTo>
                    <a:lnTo>
                      <a:pt x="0" y="46"/>
                    </a:lnTo>
                    <a:lnTo>
                      <a:pt x="0" y="46"/>
                    </a:lnTo>
                    <a:lnTo>
                      <a:pt x="2" y="44"/>
                    </a:lnTo>
                    <a:lnTo>
                      <a:pt x="3" y="44"/>
                    </a:lnTo>
                    <a:lnTo>
                      <a:pt x="6" y="43"/>
                    </a:lnTo>
                    <a:lnTo>
                      <a:pt x="10" y="41"/>
                    </a:lnTo>
                    <a:lnTo>
                      <a:pt x="15" y="39"/>
                    </a:lnTo>
                    <a:lnTo>
                      <a:pt x="17" y="35"/>
                    </a:lnTo>
                    <a:lnTo>
                      <a:pt x="15" y="30"/>
                    </a:lnTo>
                    <a:lnTo>
                      <a:pt x="12" y="26"/>
                    </a:lnTo>
                    <a:lnTo>
                      <a:pt x="12" y="24"/>
                    </a:lnTo>
                    <a:lnTo>
                      <a:pt x="11" y="21"/>
                    </a:lnTo>
                    <a:lnTo>
                      <a:pt x="11" y="20"/>
                    </a:lnTo>
                    <a:lnTo>
                      <a:pt x="11" y="20"/>
                    </a:lnTo>
                    <a:lnTo>
                      <a:pt x="12" y="20"/>
                    </a:lnTo>
                    <a:lnTo>
                      <a:pt x="20" y="10"/>
                    </a:lnTo>
                    <a:lnTo>
                      <a:pt x="21" y="10"/>
                    </a:lnTo>
                    <a:lnTo>
                      <a:pt x="23" y="10"/>
                    </a:lnTo>
                    <a:lnTo>
                      <a:pt x="27" y="12"/>
                    </a:lnTo>
                    <a:lnTo>
                      <a:pt x="30" y="13"/>
                    </a:lnTo>
                    <a:lnTo>
                      <a:pt x="36" y="16"/>
                    </a:lnTo>
                    <a:lnTo>
                      <a:pt x="41" y="14"/>
                    </a:lnTo>
                    <a:lnTo>
                      <a:pt x="42" y="9"/>
                    </a:lnTo>
                    <a:lnTo>
                      <a:pt x="44" y="5"/>
                    </a:lnTo>
                    <a:lnTo>
                      <a:pt x="45" y="3"/>
                    </a:lnTo>
                    <a:lnTo>
                      <a:pt x="46" y="1"/>
                    </a:lnTo>
                    <a:lnTo>
                      <a:pt x="46" y="0"/>
                    </a:lnTo>
                    <a:lnTo>
                      <a:pt x="47" y="0"/>
                    </a:lnTo>
                    <a:lnTo>
                      <a:pt x="4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47" name="Freeform 41"/>
              <p:cNvSpPr>
                <a:spLocks noEditPoints="1"/>
              </p:cNvSpPr>
              <p:nvPr/>
            </p:nvSpPr>
            <p:spPr bwMode="auto">
              <a:xfrm rot="19386584" flipH="1">
                <a:off x="6867695" y="1210149"/>
                <a:ext cx="78594" cy="76431"/>
              </a:xfrm>
              <a:custGeom>
                <a:avLst/>
                <a:gdLst>
                  <a:gd name="T0" fmla="*/ 44 w 109"/>
                  <a:gd name="T1" fmla="*/ 38 h 106"/>
                  <a:gd name="T2" fmla="*/ 36 w 109"/>
                  <a:gd name="T3" fmla="*/ 54 h 106"/>
                  <a:gd name="T4" fmla="*/ 44 w 109"/>
                  <a:gd name="T5" fmla="*/ 68 h 106"/>
                  <a:gd name="T6" fmla="*/ 61 w 109"/>
                  <a:gd name="T7" fmla="*/ 71 h 106"/>
                  <a:gd name="T8" fmla="*/ 72 w 109"/>
                  <a:gd name="T9" fmla="*/ 59 h 106"/>
                  <a:gd name="T10" fmla="*/ 70 w 109"/>
                  <a:gd name="T11" fmla="*/ 42 h 106"/>
                  <a:gd name="T12" fmla="*/ 54 w 109"/>
                  <a:gd name="T13" fmla="*/ 36 h 106"/>
                  <a:gd name="T14" fmla="*/ 61 w 109"/>
                  <a:gd name="T15" fmla="*/ 0 h 106"/>
                  <a:gd name="T16" fmla="*/ 63 w 109"/>
                  <a:gd name="T17" fmla="*/ 3 h 106"/>
                  <a:gd name="T18" fmla="*/ 68 w 109"/>
                  <a:gd name="T19" fmla="*/ 15 h 106"/>
                  <a:gd name="T20" fmla="*/ 80 w 109"/>
                  <a:gd name="T21" fmla="*/ 13 h 106"/>
                  <a:gd name="T22" fmla="*/ 85 w 109"/>
                  <a:gd name="T23" fmla="*/ 12 h 106"/>
                  <a:gd name="T24" fmla="*/ 88 w 109"/>
                  <a:gd name="T25" fmla="*/ 12 h 106"/>
                  <a:gd name="T26" fmla="*/ 97 w 109"/>
                  <a:gd name="T27" fmla="*/ 20 h 106"/>
                  <a:gd name="T28" fmla="*/ 97 w 109"/>
                  <a:gd name="T29" fmla="*/ 24 h 106"/>
                  <a:gd name="T30" fmla="*/ 92 w 109"/>
                  <a:gd name="T31" fmla="*/ 36 h 106"/>
                  <a:gd name="T32" fmla="*/ 102 w 109"/>
                  <a:gd name="T33" fmla="*/ 43 h 106"/>
                  <a:gd name="T34" fmla="*/ 108 w 109"/>
                  <a:gd name="T35" fmla="*/ 46 h 106"/>
                  <a:gd name="T36" fmla="*/ 109 w 109"/>
                  <a:gd name="T37" fmla="*/ 59 h 106"/>
                  <a:gd name="T38" fmla="*/ 108 w 109"/>
                  <a:gd name="T39" fmla="*/ 61 h 106"/>
                  <a:gd name="T40" fmla="*/ 100 w 109"/>
                  <a:gd name="T41" fmla="*/ 64 h 106"/>
                  <a:gd name="T42" fmla="*/ 95 w 109"/>
                  <a:gd name="T43" fmla="*/ 76 h 106"/>
                  <a:gd name="T44" fmla="*/ 97 w 109"/>
                  <a:gd name="T45" fmla="*/ 84 h 106"/>
                  <a:gd name="T46" fmla="*/ 97 w 109"/>
                  <a:gd name="T47" fmla="*/ 87 h 106"/>
                  <a:gd name="T48" fmla="*/ 85 w 109"/>
                  <a:gd name="T49" fmla="*/ 95 h 106"/>
                  <a:gd name="T50" fmla="*/ 72 w 109"/>
                  <a:gd name="T51" fmla="*/ 91 h 106"/>
                  <a:gd name="T52" fmla="*/ 65 w 109"/>
                  <a:gd name="T53" fmla="*/ 101 h 106"/>
                  <a:gd name="T54" fmla="*/ 62 w 109"/>
                  <a:gd name="T55" fmla="*/ 106 h 106"/>
                  <a:gd name="T56" fmla="*/ 49 w 109"/>
                  <a:gd name="T57" fmla="*/ 106 h 106"/>
                  <a:gd name="T58" fmla="*/ 48 w 109"/>
                  <a:gd name="T59" fmla="*/ 105 h 106"/>
                  <a:gd name="T60" fmla="*/ 44 w 109"/>
                  <a:gd name="T61" fmla="*/ 97 h 106"/>
                  <a:gd name="T62" fmla="*/ 32 w 109"/>
                  <a:gd name="T63" fmla="*/ 92 h 106"/>
                  <a:gd name="T64" fmla="*/ 24 w 109"/>
                  <a:gd name="T65" fmla="*/ 96 h 106"/>
                  <a:gd name="T66" fmla="*/ 23 w 109"/>
                  <a:gd name="T67" fmla="*/ 96 h 106"/>
                  <a:gd name="T68" fmla="*/ 12 w 109"/>
                  <a:gd name="T69" fmla="*/ 87 h 106"/>
                  <a:gd name="T70" fmla="*/ 12 w 109"/>
                  <a:gd name="T71" fmla="*/ 85 h 106"/>
                  <a:gd name="T72" fmla="*/ 15 w 109"/>
                  <a:gd name="T73" fmla="*/ 76 h 106"/>
                  <a:gd name="T74" fmla="*/ 10 w 109"/>
                  <a:gd name="T75" fmla="*/ 64 h 106"/>
                  <a:gd name="T76" fmla="*/ 2 w 109"/>
                  <a:gd name="T77" fmla="*/ 62 h 106"/>
                  <a:gd name="T78" fmla="*/ 0 w 109"/>
                  <a:gd name="T79" fmla="*/ 59 h 106"/>
                  <a:gd name="T80" fmla="*/ 2 w 109"/>
                  <a:gd name="T81" fmla="*/ 47 h 106"/>
                  <a:gd name="T82" fmla="*/ 6 w 109"/>
                  <a:gd name="T83" fmla="*/ 43 h 106"/>
                  <a:gd name="T84" fmla="*/ 17 w 109"/>
                  <a:gd name="T85" fmla="*/ 36 h 106"/>
                  <a:gd name="T86" fmla="*/ 12 w 109"/>
                  <a:gd name="T87" fmla="*/ 24 h 106"/>
                  <a:gd name="T88" fmla="*/ 12 w 109"/>
                  <a:gd name="T89" fmla="*/ 21 h 106"/>
                  <a:gd name="T90" fmla="*/ 23 w 109"/>
                  <a:gd name="T91" fmla="*/ 12 h 106"/>
                  <a:gd name="T92" fmla="*/ 31 w 109"/>
                  <a:gd name="T93" fmla="*/ 15 h 106"/>
                  <a:gd name="T94" fmla="*/ 44 w 109"/>
                  <a:gd name="T95" fmla="*/ 9 h 106"/>
                  <a:gd name="T96" fmla="*/ 46 w 109"/>
                  <a:gd name="T97" fmla="*/ 2 h 106"/>
                  <a:gd name="T98" fmla="*/ 49 w 109"/>
                  <a:gd name="T99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09" h="106">
                    <a:moveTo>
                      <a:pt x="54" y="36"/>
                    </a:moveTo>
                    <a:lnTo>
                      <a:pt x="49" y="36"/>
                    </a:lnTo>
                    <a:lnTo>
                      <a:pt x="44" y="38"/>
                    </a:lnTo>
                    <a:lnTo>
                      <a:pt x="40" y="42"/>
                    </a:lnTo>
                    <a:lnTo>
                      <a:pt x="37" y="47"/>
                    </a:lnTo>
                    <a:lnTo>
                      <a:pt x="36" y="54"/>
                    </a:lnTo>
                    <a:lnTo>
                      <a:pt x="37" y="59"/>
                    </a:lnTo>
                    <a:lnTo>
                      <a:pt x="40" y="64"/>
                    </a:lnTo>
                    <a:lnTo>
                      <a:pt x="44" y="68"/>
                    </a:lnTo>
                    <a:lnTo>
                      <a:pt x="49" y="71"/>
                    </a:lnTo>
                    <a:lnTo>
                      <a:pt x="54" y="72"/>
                    </a:lnTo>
                    <a:lnTo>
                      <a:pt x="61" y="71"/>
                    </a:lnTo>
                    <a:lnTo>
                      <a:pt x="66" y="68"/>
                    </a:lnTo>
                    <a:lnTo>
                      <a:pt x="70" y="64"/>
                    </a:lnTo>
                    <a:lnTo>
                      <a:pt x="72" y="59"/>
                    </a:lnTo>
                    <a:lnTo>
                      <a:pt x="74" y="54"/>
                    </a:lnTo>
                    <a:lnTo>
                      <a:pt x="72" y="47"/>
                    </a:lnTo>
                    <a:lnTo>
                      <a:pt x="70" y="42"/>
                    </a:lnTo>
                    <a:lnTo>
                      <a:pt x="66" y="38"/>
                    </a:lnTo>
                    <a:lnTo>
                      <a:pt x="61" y="36"/>
                    </a:lnTo>
                    <a:lnTo>
                      <a:pt x="54" y="36"/>
                    </a:lnTo>
                    <a:close/>
                    <a:moveTo>
                      <a:pt x="49" y="0"/>
                    </a:moveTo>
                    <a:lnTo>
                      <a:pt x="61" y="0"/>
                    </a:lnTo>
                    <a:lnTo>
                      <a:pt x="61" y="0"/>
                    </a:lnTo>
                    <a:lnTo>
                      <a:pt x="62" y="2"/>
                    </a:lnTo>
                    <a:lnTo>
                      <a:pt x="62" y="2"/>
                    </a:lnTo>
                    <a:lnTo>
                      <a:pt x="63" y="3"/>
                    </a:lnTo>
                    <a:lnTo>
                      <a:pt x="65" y="6"/>
                    </a:lnTo>
                    <a:lnTo>
                      <a:pt x="66" y="9"/>
                    </a:lnTo>
                    <a:lnTo>
                      <a:pt x="68" y="15"/>
                    </a:lnTo>
                    <a:lnTo>
                      <a:pt x="72" y="17"/>
                    </a:lnTo>
                    <a:lnTo>
                      <a:pt x="78" y="15"/>
                    </a:lnTo>
                    <a:lnTo>
                      <a:pt x="80" y="13"/>
                    </a:lnTo>
                    <a:lnTo>
                      <a:pt x="83" y="12"/>
                    </a:lnTo>
                    <a:lnTo>
                      <a:pt x="85" y="12"/>
                    </a:lnTo>
                    <a:lnTo>
                      <a:pt x="85" y="12"/>
                    </a:lnTo>
                    <a:lnTo>
                      <a:pt x="87" y="12"/>
                    </a:lnTo>
                    <a:lnTo>
                      <a:pt x="87" y="12"/>
                    </a:lnTo>
                    <a:lnTo>
                      <a:pt x="88" y="12"/>
                    </a:lnTo>
                    <a:lnTo>
                      <a:pt x="88" y="12"/>
                    </a:lnTo>
                    <a:lnTo>
                      <a:pt x="96" y="20"/>
                    </a:lnTo>
                    <a:lnTo>
                      <a:pt x="97" y="20"/>
                    </a:lnTo>
                    <a:lnTo>
                      <a:pt x="97" y="21"/>
                    </a:lnTo>
                    <a:lnTo>
                      <a:pt x="97" y="23"/>
                    </a:lnTo>
                    <a:lnTo>
                      <a:pt x="97" y="24"/>
                    </a:lnTo>
                    <a:lnTo>
                      <a:pt x="96" y="26"/>
                    </a:lnTo>
                    <a:lnTo>
                      <a:pt x="95" y="30"/>
                    </a:lnTo>
                    <a:lnTo>
                      <a:pt x="92" y="36"/>
                    </a:lnTo>
                    <a:lnTo>
                      <a:pt x="93" y="40"/>
                    </a:lnTo>
                    <a:lnTo>
                      <a:pt x="100" y="42"/>
                    </a:lnTo>
                    <a:lnTo>
                      <a:pt x="102" y="43"/>
                    </a:lnTo>
                    <a:lnTo>
                      <a:pt x="105" y="45"/>
                    </a:lnTo>
                    <a:lnTo>
                      <a:pt x="108" y="46"/>
                    </a:lnTo>
                    <a:lnTo>
                      <a:pt x="108" y="46"/>
                    </a:lnTo>
                    <a:lnTo>
                      <a:pt x="109" y="47"/>
                    </a:lnTo>
                    <a:lnTo>
                      <a:pt x="109" y="47"/>
                    </a:lnTo>
                    <a:lnTo>
                      <a:pt x="109" y="59"/>
                    </a:lnTo>
                    <a:lnTo>
                      <a:pt x="109" y="59"/>
                    </a:lnTo>
                    <a:lnTo>
                      <a:pt x="108" y="61"/>
                    </a:lnTo>
                    <a:lnTo>
                      <a:pt x="108" y="61"/>
                    </a:lnTo>
                    <a:lnTo>
                      <a:pt x="106" y="62"/>
                    </a:lnTo>
                    <a:lnTo>
                      <a:pt x="104" y="63"/>
                    </a:lnTo>
                    <a:lnTo>
                      <a:pt x="100" y="64"/>
                    </a:lnTo>
                    <a:lnTo>
                      <a:pt x="93" y="67"/>
                    </a:lnTo>
                    <a:lnTo>
                      <a:pt x="92" y="71"/>
                    </a:lnTo>
                    <a:lnTo>
                      <a:pt x="95" y="76"/>
                    </a:lnTo>
                    <a:lnTo>
                      <a:pt x="96" y="80"/>
                    </a:lnTo>
                    <a:lnTo>
                      <a:pt x="97" y="83"/>
                    </a:lnTo>
                    <a:lnTo>
                      <a:pt x="97" y="84"/>
                    </a:lnTo>
                    <a:lnTo>
                      <a:pt x="97" y="85"/>
                    </a:lnTo>
                    <a:lnTo>
                      <a:pt x="97" y="87"/>
                    </a:lnTo>
                    <a:lnTo>
                      <a:pt x="97" y="87"/>
                    </a:lnTo>
                    <a:lnTo>
                      <a:pt x="88" y="96"/>
                    </a:lnTo>
                    <a:lnTo>
                      <a:pt x="87" y="96"/>
                    </a:lnTo>
                    <a:lnTo>
                      <a:pt x="85" y="95"/>
                    </a:lnTo>
                    <a:lnTo>
                      <a:pt x="83" y="95"/>
                    </a:lnTo>
                    <a:lnTo>
                      <a:pt x="79" y="92"/>
                    </a:lnTo>
                    <a:lnTo>
                      <a:pt x="72" y="91"/>
                    </a:lnTo>
                    <a:lnTo>
                      <a:pt x="68" y="92"/>
                    </a:lnTo>
                    <a:lnTo>
                      <a:pt x="66" y="97"/>
                    </a:lnTo>
                    <a:lnTo>
                      <a:pt x="65" y="101"/>
                    </a:lnTo>
                    <a:lnTo>
                      <a:pt x="63" y="104"/>
                    </a:lnTo>
                    <a:lnTo>
                      <a:pt x="63" y="105"/>
                    </a:lnTo>
                    <a:lnTo>
                      <a:pt x="62" y="106"/>
                    </a:lnTo>
                    <a:lnTo>
                      <a:pt x="62" y="106"/>
                    </a:lnTo>
                    <a:lnTo>
                      <a:pt x="61" y="106"/>
                    </a:lnTo>
                    <a:lnTo>
                      <a:pt x="49" y="106"/>
                    </a:lnTo>
                    <a:lnTo>
                      <a:pt x="49" y="106"/>
                    </a:lnTo>
                    <a:lnTo>
                      <a:pt x="48" y="106"/>
                    </a:lnTo>
                    <a:lnTo>
                      <a:pt x="48" y="105"/>
                    </a:lnTo>
                    <a:lnTo>
                      <a:pt x="46" y="104"/>
                    </a:lnTo>
                    <a:lnTo>
                      <a:pt x="45" y="101"/>
                    </a:lnTo>
                    <a:lnTo>
                      <a:pt x="44" y="97"/>
                    </a:lnTo>
                    <a:lnTo>
                      <a:pt x="41" y="92"/>
                    </a:lnTo>
                    <a:lnTo>
                      <a:pt x="37" y="91"/>
                    </a:lnTo>
                    <a:lnTo>
                      <a:pt x="32" y="92"/>
                    </a:lnTo>
                    <a:lnTo>
                      <a:pt x="29" y="93"/>
                    </a:lnTo>
                    <a:lnTo>
                      <a:pt x="27" y="95"/>
                    </a:lnTo>
                    <a:lnTo>
                      <a:pt x="24" y="96"/>
                    </a:lnTo>
                    <a:lnTo>
                      <a:pt x="24" y="96"/>
                    </a:lnTo>
                    <a:lnTo>
                      <a:pt x="23" y="96"/>
                    </a:lnTo>
                    <a:lnTo>
                      <a:pt x="23" y="96"/>
                    </a:lnTo>
                    <a:lnTo>
                      <a:pt x="21" y="96"/>
                    </a:lnTo>
                    <a:lnTo>
                      <a:pt x="21" y="95"/>
                    </a:lnTo>
                    <a:lnTo>
                      <a:pt x="12" y="87"/>
                    </a:lnTo>
                    <a:lnTo>
                      <a:pt x="12" y="87"/>
                    </a:lnTo>
                    <a:lnTo>
                      <a:pt x="12" y="85"/>
                    </a:lnTo>
                    <a:lnTo>
                      <a:pt x="12" y="85"/>
                    </a:lnTo>
                    <a:lnTo>
                      <a:pt x="12" y="83"/>
                    </a:lnTo>
                    <a:lnTo>
                      <a:pt x="14" y="80"/>
                    </a:lnTo>
                    <a:lnTo>
                      <a:pt x="15" y="76"/>
                    </a:lnTo>
                    <a:lnTo>
                      <a:pt x="17" y="71"/>
                    </a:lnTo>
                    <a:lnTo>
                      <a:pt x="16" y="67"/>
                    </a:lnTo>
                    <a:lnTo>
                      <a:pt x="10" y="64"/>
                    </a:lnTo>
                    <a:lnTo>
                      <a:pt x="6" y="63"/>
                    </a:lnTo>
                    <a:lnTo>
                      <a:pt x="3" y="62"/>
                    </a:lnTo>
                    <a:lnTo>
                      <a:pt x="2" y="62"/>
                    </a:lnTo>
                    <a:lnTo>
                      <a:pt x="2" y="61"/>
                    </a:lnTo>
                    <a:lnTo>
                      <a:pt x="0" y="61"/>
                    </a:lnTo>
                    <a:lnTo>
                      <a:pt x="0" y="59"/>
                    </a:lnTo>
                    <a:lnTo>
                      <a:pt x="0" y="49"/>
                    </a:lnTo>
                    <a:lnTo>
                      <a:pt x="0" y="47"/>
                    </a:lnTo>
                    <a:lnTo>
                      <a:pt x="2" y="47"/>
                    </a:lnTo>
                    <a:lnTo>
                      <a:pt x="2" y="46"/>
                    </a:lnTo>
                    <a:lnTo>
                      <a:pt x="3" y="45"/>
                    </a:lnTo>
                    <a:lnTo>
                      <a:pt x="6" y="43"/>
                    </a:lnTo>
                    <a:lnTo>
                      <a:pt x="10" y="42"/>
                    </a:lnTo>
                    <a:lnTo>
                      <a:pt x="16" y="41"/>
                    </a:lnTo>
                    <a:lnTo>
                      <a:pt x="17" y="36"/>
                    </a:lnTo>
                    <a:lnTo>
                      <a:pt x="15" y="30"/>
                    </a:lnTo>
                    <a:lnTo>
                      <a:pt x="14" y="26"/>
                    </a:lnTo>
                    <a:lnTo>
                      <a:pt x="12" y="24"/>
                    </a:lnTo>
                    <a:lnTo>
                      <a:pt x="12" y="23"/>
                    </a:lnTo>
                    <a:lnTo>
                      <a:pt x="12" y="21"/>
                    </a:lnTo>
                    <a:lnTo>
                      <a:pt x="12" y="21"/>
                    </a:lnTo>
                    <a:lnTo>
                      <a:pt x="12" y="20"/>
                    </a:lnTo>
                    <a:lnTo>
                      <a:pt x="21" y="12"/>
                    </a:lnTo>
                    <a:lnTo>
                      <a:pt x="23" y="12"/>
                    </a:lnTo>
                    <a:lnTo>
                      <a:pt x="24" y="12"/>
                    </a:lnTo>
                    <a:lnTo>
                      <a:pt x="27" y="13"/>
                    </a:lnTo>
                    <a:lnTo>
                      <a:pt x="31" y="15"/>
                    </a:lnTo>
                    <a:lnTo>
                      <a:pt x="37" y="17"/>
                    </a:lnTo>
                    <a:lnTo>
                      <a:pt x="41" y="15"/>
                    </a:lnTo>
                    <a:lnTo>
                      <a:pt x="44" y="9"/>
                    </a:lnTo>
                    <a:lnTo>
                      <a:pt x="45" y="6"/>
                    </a:lnTo>
                    <a:lnTo>
                      <a:pt x="46" y="3"/>
                    </a:lnTo>
                    <a:lnTo>
                      <a:pt x="46" y="2"/>
                    </a:lnTo>
                    <a:lnTo>
                      <a:pt x="48" y="2"/>
                    </a:lnTo>
                    <a:lnTo>
                      <a:pt x="48" y="0"/>
                    </a:lnTo>
                    <a:lnTo>
                      <a:pt x="4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48" name="Freeform 42"/>
              <p:cNvSpPr>
                <a:spLocks noEditPoints="1"/>
              </p:cNvSpPr>
              <p:nvPr/>
            </p:nvSpPr>
            <p:spPr bwMode="auto">
              <a:xfrm rot="19386584" flipH="1">
                <a:off x="6777698" y="1178167"/>
                <a:ext cx="77152" cy="76431"/>
              </a:xfrm>
              <a:custGeom>
                <a:avLst/>
                <a:gdLst>
                  <a:gd name="T0" fmla="*/ 42 w 107"/>
                  <a:gd name="T1" fmla="*/ 38 h 106"/>
                  <a:gd name="T2" fmla="*/ 35 w 107"/>
                  <a:gd name="T3" fmla="*/ 54 h 106"/>
                  <a:gd name="T4" fmla="*/ 42 w 107"/>
                  <a:gd name="T5" fmla="*/ 68 h 106"/>
                  <a:gd name="T6" fmla="*/ 59 w 107"/>
                  <a:gd name="T7" fmla="*/ 71 h 106"/>
                  <a:gd name="T8" fmla="*/ 72 w 107"/>
                  <a:gd name="T9" fmla="*/ 59 h 106"/>
                  <a:gd name="T10" fmla="*/ 69 w 107"/>
                  <a:gd name="T11" fmla="*/ 42 h 106"/>
                  <a:gd name="T12" fmla="*/ 54 w 107"/>
                  <a:gd name="T13" fmla="*/ 35 h 106"/>
                  <a:gd name="T14" fmla="*/ 60 w 107"/>
                  <a:gd name="T15" fmla="*/ 1 h 106"/>
                  <a:gd name="T16" fmla="*/ 61 w 107"/>
                  <a:gd name="T17" fmla="*/ 4 h 106"/>
                  <a:gd name="T18" fmla="*/ 67 w 107"/>
                  <a:gd name="T19" fmla="*/ 14 h 106"/>
                  <a:gd name="T20" fmla="*/ 80 w 107"/>
                  <a:gd name="T21" fmla="*/ 13 h 106"/>
                  <a:gd name="T22" fmla="*/ 85 w 107"/>
                  <a:gd name="T23" fmla="*/ 12 h 106"/>
                  <a:gd name="T24" fmla="*/ 86 w 107"/>
                  <a:gd name="T25" fmla="*/ 12 h 106"/>
                  <a:gd name="T26" fmla="*/ 95 w 107"/>
                  <a:gd name="T27" fmla="*/ 21 h 106"/>
                  <a:gd name="T28" fmla="*/ 95 w 107"/>
                  <a:gd name="T29" fmla="*/ 24 h 106"/>
                  <a:gd name="T30" fmla="*/ 90 w 107"/>
                  <a:gd name="T31" fmla="*/ 35 h 106"/>
                  <a:gd name="T32" fmla="*/ 102 w 107"/>
                  <a:gd name="T33" fmla="*/ 43 h 106"/>
                  <a:gd name="T34" fmla="*/ 107 w 107"/>
                  <a:gd name="T35" fmla="*/ 46 h 106"/>
                  <a:gd name="T36" fmla="*/ 107 w 107"/>
                  <a:gd name="T37" fmla="*/ 59 h 106"/>
                  <a:gd name="T38" fmla="*/ 106 w 107"/>
                  <a:gd name="T39" fmla="*/ 60 h 106"/>
                  <a:gd name="T40" fmla="*/ 98 w 107"/>
                  <a:gd name="T41" fmla="*/ 64 h 106"/>
                  <a:gd name="T42" fmla="*/ 93 w 107"/>
                  <a:gd name="T43" fmla="*/ 76 h 106"/>
                  <a:gd name="T44" fmla="*/ 97 w 107"/>
                  <a:gd name="T45" fmla="*/ 84 h 106"/>
                  <a:gd name="T46" fmla="*/ 95 w 107"/>
                  <a:gd name="T47" fmla="*/ 86 h 106"/>
                  <a:gd name="T48" fmla="*/ 85 w 107"/>
                  <a:gd name="T49" fmla="*/ 94 h 106"/>
                  <a:gd name="T50" fmla="*/ 72 w 107"/>
                  <a:gd name="T51" fmla="*/ 90 h 106"/>
                  <a:gd name="T52" fmla="*/ 64 w 107"/>
                  <a:gd name="T53" fmla="*/ 101 h 106"/>
                  <a:gd name="T54" fmla="*/ 60 w 107"/>
                  <a:gd name="T55" fmla="*/ 106 h 106"/>
                  <a:gd name="T56" fmla="*/ 48 w 107"/>
                  <a:gd name="T57" fmla="*/ 106 h 106"/>
                  <a:gd name="T58" fmla="*/ 46 w 107"/>
                  <a:gd name="T59" fmla="*/ 105 h 106"/>
                  <a:gd name="T60" fmla="*/ 42 w 107"/>
                  <a:gd name="T61" fmla="*/ 97 h 106"/>
                  <a:gd name="T62" fmla="*/ 31 w 107"/>
                  <a:gd name="T63" fmla="*/ 92 h 106"/>
                  <a:gd name="T64" fmla="*/ 24 w 107"/>
                  <a:gd name="T65" fmla="*/ 96 h 106"/>
                  <a:gd name="T66" fmla="*/ 21 w 107"/>
                  <a:gd name="T67" fmla="*/ 96 h 106"/>
                  <a:gd name="T68" fmla="*/ 12 w 107"/>
                  <a:gd name="T69" fmla="*/ 86 h 106"/>
                  <a:gd name="T70" fmla="*/ 10 w 107"/>
                  <a:gd name="T71" fmla="*/ 85 h 106"/>
                  <a:gd name="T72" fmla="*/ 14 w 107"/>
                  <a:gd name="T73" fmla="*/ 76 h 106"/>
                  <a:gd name="T74" fmla="*/ 9 w 107"/>
                  <a:gd name="T75" fmla="*/ 65 h 106"/>
                  <a:gd name="T76" fmla="*/ 1 w 107"/>
                  <a:gd name="T77" fmla="*/ 62 h 106"/>
                  <a:gd name="T78" fmla="*/ 0 w 107"/>
                  <a:gd name="T79" fmla="*/ 59 h 106"/>
                  <a:gd name="T80" fmla="*/ 0 w 107"/>
                  <a:gd name="T81" fmla="*/ 47 h 106"/>
                  <a:gd name="T82" fmla="*/ 5 w 107"/>
                  <a:gd name="T83" fmla="*/ 45 h 106"/>
                  <a:gd name="T84" fmla="*/ 16 w 107"/>
                  <a:gd name="T85" fmla="*/ 35 h 106"/>
                  <a:gd name="T86" fmla="*/ 12 w 107"/>
                  <a:gd name="T87" fmla="*/ 24 h 106"/>
                  <a:gd name="T88" fmla="*/ 10 w 107"/>
                  <a:gd name="T89" fmla="*/ 21 h 106"/>
                  <a:gd name="T90" fmla="*/ 21 w 107"/>
                  <a:gd name="T91" fmla="*/ 12 h 106"/>
                  <a:gd name="T92" fmla="*/ 30 w 107"/>
                  <a:gd name="T93" fmla="*/ 14 h 106"/>
                  <a:gd name="T94" fmla="*/ 42 w 107"/>
                  <a:gd name="T95" fmla="*/ 9 h 106"/>
                  <a:gd name="T96" fmla="*/ 46 w 107"/>
                  <a:gd name="T97" fmla="*/ 1 h 106"/>
                  <a:gd name="T98" fmla="*/ 47 w 107"/>
                  <a:gd name="T99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07" h="106">
                    <a:moveTo>
                      <a:pt x="54" y="35"/>
                    </a:moveTo>
                    <a:lnTo>
                      <a:pt x="47" y="35"/>
                    </a:lnTo>
                    <a:lnTo>
                      <a:pt x="42" y="38"/>
                    </a:lnTo>
                    <a:lnTo>
                      <a:pt x="38" y="42"/>
                    </a:lnTo>
                    <a:lnTo>
                      <a:pt x="35" y="47"/>
                    </a:lnTo>
                    <a:lnTo>
                      <a:pt x="35" y="54"/>
                    </a:lnTo>
                    <a:lnTo>
                      <a:pt x="35" y="59"/>
                    </a:lnTo>
                    <a:lnTo>
                      <a:pt x="38" y="64"/>
                    </a:lnTo>
                    <a:lnTo>
                      <a:pt x="42" y="68"/>
                    </a:lnTo>
                    <a:lnTo>
                      <a:pt x="47" y="71"/>
                    </a:lnTo>
                    <a:lnTo>
                      <a:pt x="54" y="72"/>
                    </a:lnTo>
                    <a:lnTo>
                      <a:pt x="59" y="71"/>
                    </a:lnTo>
                    <a:lnTo>
                      <a:pt x="64" y="68"/>
                    </a:lnTo>
                    <a:lnTo>
                      <a:pt x="69" y="64"/>
                    </a:lnTo>
                    <a:lnTo>
                      <a:pt x="72" y="59"/>
                    </a:lnTo>
                    <a:lnTo>
                      <a:pt x="72" y="54"/>
                    </a:lnTo>
                    <a:lnTo>
                      <a:pt x="72" y="47"/>
                    </a:lnTo>
                    <a:lnTo>
                      <a:pt x="69" y="42"/>
                    </a:lnTo>
                    <a:lnTo>
                      <a:pt x="64" y="38"/>
                    </a:lnTo>
                    <a:lnTo>
                      <a:pt x="59" y="35"/>
                    </a:lnTo>
                    <a:lnTo>
                      <a:pt x="54" y="35"/>
                    </a:lnTo>
                    <a:close/>
                    <a:moveTo>
                      <a:pt x="47" y="0"/>
                    </a:moveTo>
                    <a:lnTo>
                      <a:pt x="59" y="0"/>
                    </a:lnTo>
                    <a:lnTo>
                      <a:pt x="60" y="1"/>
                    </a:lnTo>
                    <a:lnTo>
                      <a:pt x="60" y="1"/>
                    </a:lnTo>
                    <a:lnTo>
                      <a:pt x="61" y="1"/>
                    </a:lnTo>
                    <a:lnTo>
                      <a:pt x="61" y="4"/>
                    </a:lnTo>
                    <a:lnTo>
                      <a:pt x="63" y="5"/>
                    </a:lnTo>
                    <a:lnTo>
                      <a:pt x="65" y="9"/>
                    </a:lnTo>
                    <a:lnTo>
                      <a:pt x="67" y="14"/>
                    </a:lnTo>
                    <a:lnTo>
                      <a:pt x="72" y="17"/>
                    </a:lnTo>
                    <a:lnTo>
                      <a:pt x="76" y="14"/>
                    </a:lnTo>
                    <a:lnTo>
                      <a:pt x="80" y="13"/>
                    </a:lnTo>
                    <a:lnTo>
                      <a:pt x="82" y="12"/>
                    </a:lnTo>
                    <a:lnTo>
                      <a:pt x="84" y="12"/>
                    </a:lnTo>
                    <a:lnTo>
                      <a:pt x="85" y="12"/>
                    </a:lnTo>
                    <a:lnTo>
                      <a:pt x="85" y="12"/>
                    </a:lnTo>
                    <a:lnTo>
                      <a:pt x="85" y="12"/>
                    </a:lnTo>
                    <a:lnTo>
                      <a:pt x="86" y="12"/>
                    </a:lnTo>
                    <a:lnTo>
                      <a:pt x="88" y="12"/>
                    </a:lnTo>
                    <a:lnTo>
                      <a:pt x="95" y="20"/>
                    </a:lnTo>
                    <a:lnTo>
                      <a:pt x="95" y="21"/>
                    </a:lnTo>
                    <a:lnTo>
                      <a:pt x="95" y="21"/>
                    </a:lnTo>
                    <a:lnTo>
                      <a:pt x="95" y="22"/>
                    </a:lnTo>
                    <a:lnTo>
                      <a:pt x="95" y="24"/>
                    </a:lnTo>
                    <a:lnTo>
                      <a:pt x="94" y="26"/>
                    </a:lnTo>
                    <a:lnTo>
                      <a:pt x="93" y="30"/>
                    </a:lnTo>
                    <a:lnTo>
                      <a:pt x="90" y="35"/>
                    </a:lnTo>
                    <a:lnTo>
                      <a:pt x="93" y="41"/>
                    </a:lnTo>
                    <a:lnTo>
                      <a:pt x="98" y="42"/>
                    </a:lnTo>
                    <a:lnTo>
                      <a:pt x="102" y="43"/>
                    </a:lnTo>
                    <a:lnTo>
                      <a:pt x="105" y="45"/>
                    </a:lnTo>
                    <a:lnTo>
                      <a:pt x="106" y="46"/>
                    </a:lnTo>
                    <a:lnTo>
                      <a:pt x="107" y="46"/>
                    </a:lnTo>
                    <a:lnTo>
                      <a:pt x="107" y="47"/>
                    </a:lnTo>
                    <a:lnTo>
                      <a:pt x="107" y="47"/>
                    </a:lnTo>
                    <a:lnTo>
                      <a:pt x="107" y="59"/>
                    </a:lnTo>
                    <a:lnTo>
                      <a:pt x="107" y="59"/>
                    </a:lnTo>
                    <a:lnTo>
                      <a:pt x="107" y="60"/>
                    </a:lnTo>
                    <a:lnTo>
                      <a:pt x="106" y="60"/>
                    </a:lnTo>
                    <a:lnTo>
                      <a:pt x="105" y="62"/>
                    </a:lnTo>
                    <a:lnTo>
                      <a:pt x="102" y="63"/>
                    </a:lnTo>
                    <a:lnTo>
                      <a:pt x="98" y="64"/>
                    </a:lnTo>
                    <a:lnTo>
                      <a:pt x="93" y="67"/>
                    </a:lnTo>
                    <a:lnTo>
                      <a:pt x="90" y="71"/>
                    </a:lnTo>
                    <a:lnTo>
                      <a:pt x="93" y="76"/>
                    </a:lnTo>
                    <a:lnTo>
                      <a:pt x="95" y="80"/>
                    </a:lnTo>
                    <a:lnTo>
                      <a:pt x="95" y="82"/>
                    </a:lnTo>
                    <a:lnTo>
                      <a:pt x="97" y="84"/>
                    </a:lnTo>
                    <a:lnTo>
                      <a:pt x="97" y="85"/>
                    </a:lnTo>
                    <a:lnTo>
                      <a:pt x="97" y="86"/>
                    </a:lnTo>
                    <a:lnTo>
                      <a:pt x="95" y="86"/>
                    </a:lnTo>
                    <a:lnTo>
                      <a:pt x="88" y="96"/>
                    </a:lnTo>
                    <a:lnTo>
                      <a:pt x="86" y="96"/>
                    </a:lnTo>
                    <a:lnTo>
                      <a:pt x="85" y="94"/>
                    </a:lnTo>
                    <a:lnTo>
                      <a:pt x="81" y="94"/>
                    </a:lnTo>
                    <a:lnTo>
                      <a:pt x="77" y="92"/>
                    </a:lnTo>
                    <a:lnTo>
                      <a:pt x="72" y="90"/>
                    </a:lnTo>
                    <a:lnTo>
                      <a:pt x="67" y="92"/>
                    </a:lnTo>
                    <a:lnTo>
                      <a:pt x="65" y="97"/>
                    </a:lnTo>
                    <a:lnTo>
                      <a:pt x="64" y="101"/>
                    </a:lnTo>
                    <a:lnTo>
                      <a:pt x="63" y="103"/>
                    </a:lnTo>
                    <a:lnTo>
                      <a:pt x="61" y="105"/>
                    </a:lnTo>
                    <a:lnTo>
                      <a:pt x="60" y="106"/>
                    </a:lnTo>
                    <a:lnTo>
                      <a:pt x="60" y="106"/>
                    </a:lnTo>
                    <a:lnTo>
                      <a:pt x="59" y="106"/>
                    </a:lnTo>
                    <a:lnTo>
                      <a:pt x="48" y="106"/>
                    </a:lnTo>
                    <a:lnTo>
                      <a:pt x="47" y="106"/>
                    </a:lnTo>
                    <a:lnTo>
                      <a:pt x="47" y="106"/>
                    </a:lnTo>
                    <a:lnTo>
                      <a:pt x="46" y="105"/>
                    </a:lnTo>
                    <a:lnTo>
                      <a:pt x="46" y="103"/>
                    </a:lnTo>
                    <a:lnTo>
                      <a:pt x="44" y="101"/>
                    </a:lnTo>
                    <a:lnTo>
                      <a:pt x="42" y="97"/>
                    </a:lnTo>
                    <a:lnTo>
                      <a:pt x="41" y="92"/>
                    </a:lnTo>
                    <a:lnTo>
                      <a:pt x="35" y="90"/>
                    </a:lnTo>
                    <a:lnTo>
                      <a:pt x="31" y="92"/>
                    </a:lnTo>
                    <a:lnTo>
                      <a:pt x="27" y="93"/>
                    </a:lnTo>
                    <a:lnTo>
                      <a:pt x="25" y="94"/>
                    </a:lnTo>
                    <a:lnTo>
                      <a:pt x="24" y="96"/>
                    </a:lnTo>
                    <a:lnTo>
                      <a:pt x="22" y="96"/>
                    </a:lnTo>
                    <a:lnTo>
                      <a:pt x="22" y="96"/>
                    </a:lnTo>
                    <a:lnTo>
                      <a:pt x="21" y="96"/>
                    </a:lnTo>
                    <a:lnTo>
                      <a:pt x="21" y="96"/>
                    </a:lnTo>
                    <a:lnTo>
                      <a:pt x="20" y="94"/>
                    </a:lnTo>
                    <a:lnTo>
                      <a:pt x="12" y="86"/>
                    </a:lnTo>
                    <a:lnTo>
                      <a:pt x="12" y="86"/>
                    </a:lnTo>
                    <a:lnTo>
                      <a:pt x="10" y="86"/>
                    </a:lnTo>
                    <a:lnTo>
                      <a:pt x="10" y="85"/>
                    </a:lnTo>
                    <a:lnTo>
                      <a:pt x="12" y="82"/>
                    </a:lnTo>
                    <a:lnTo>
                      <a:pt x="13" y="80"/>
                    </a:lnTo>
                    <a:lnTo>
                      <a:pt x="14" y="76"/>
                    </a:lnTo>
                    <a:lnTo>
                      <a:pt x="16" y="71"/>
                    </a:lnTo>
                    <a:lnTo>
                      <a:pt x="14" y="67"/>
                    </a:lnTo>
                    <a:lnTo>
                      <a:pt x="9" y="65"/>
                    </a:lnTo>
                    <a:lnTo>
                      <a:pt x="5" y="63"/>
                    </a:lnTo>
                    <a:lnTo>
                      <a:pt x="3" y="62"/>
                    </a:lnTo>
                    <a:lnTo>
                      <a:pt x="1" y="62"/>
                    </a:lnTo>
                    <a:lnTo>
                      <a:pt x="0" y="60"/>
                    </a:lnTo>
                    <a:lnTo>
                      <a:pt x="0" y="60"/>
                    </a:lnTo>
                    <a:lnTo>
                      <a:pt x="0" y="59"/>
                    </a:lnTo>
                    <a:lnTo>
                      <a:pt x="0" y="48"/>
                    </a:lnTo>
                    <a:lnTo>
                      <a:pt x="0" y="47"/>
                    </a:lnTo>
                    <a:lnTo>
                      <a:pt x="0" y="47"/>
                    </a:lnTo>
                    <a:lnTo>
                      <a:pt x="1" y="46"/>
                    </a:lnTo>
                    <a:lnTo>
                      <a:pt x="3" y="45"/>
                    </a:lnTo>
                    <a:lnTo>
                      <a:pt x="5" y="45"/>
                    </a:lnTo>
                    <a:lnTo>
                      <a:pt x="9" y="42"/>
                    </a:lnTo>
                    <a:lnTo>
                      <a:pt x="14" y="41"/>
                    </a:lnTo>
                    <a:lnTo>
                      <a:pt x="16" y="35"/>
                    </a:lnTo>
                    <a:lnTo>
                      <a:pt x="14" y="30"/>
                    </a:lnTo>
                    <a:lnTo>
                      <a:pt x="12" y="26"/>
                    </a:lnTo>
                    <a:lnTo>
                      <a:pt x="12" y="24"/>
                    </a:lnTo>
                    <a:lnTo>
                      <a:pt x="10" y="22"/>
                    </a:lnTo>
                    <a:lnTo>
                      <a:pt x="10" y="21"/>
                    </a:lnTo>
                    <a:lnTo>
                      <a:pt x="10" y="21"/>
                    </a:lnTo>
                    <a:lnTo>
                      <a:pt x="12" y="20"/>
                    </a:lnTo>
                    <a:lnTo>
                      <a:pt x="20" y="12"/>
                    </a:lnTo>
                    <a:lnTo>
                      <a:pt x="21" y="12"/>
                    </a:lnTo>
                    <a:lnTo>
                      <a:pt x="22" y="12"/>
                    </a:lnTo>
                    <a:lnTo>
                      <a:pt x="26" y="13"/>
                    </a:lnTo>
                    <a:lnTo>
                      <a:pt x="30" y="14"/>
                    </a:lnTo>
                    <a:lnTo>
                      <a:pt x="35" y="17"/>
                    </a:lnTo>
                    <a:lnTo>
                      <a:pt x="41" y="16"/>
                    </a:lnTo>
                    <a:lnTo>
                      <a:pt x="42" y="9"/>
                    </a:lnTo>
                    <a:lnTo>
                      <a:pt x="43" y="7"/>
                    </a:lnTo>
                    <a:lnTo>
                      <a:pt x="44" y="4"/>
                    </a:lnTo>
                    <a:lnTo>
                      <a:pt x="46" y="1"/>
                    </a:lnTo>
                    <a:lnTo>
                      <a:pt x="46" y="1"/>
                    </a:lnTo>
                    <a:lnTo>
                      <a:pt x="47" y="1"/>
                    </a:lnTo>
                    <a:lnTo>
                      <a:pt x="4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49" name="Freeform 43"/>
              <p:cNvSpPr>
                <a:spLocks noEditPoints="1"/>
              </p:cNvSpPr>
              <p:nvPr/>
            </p:nvSpPr>
            <p:spPr bwMode="auto">
              <a:xfrm rot="19386584" flipH="1">
                <a:off x="6644455" y="587319"/>
                <a:ext cx="77873" cy="76431"/>
              </a:xfrm>
              <a:custGeom>
                <a:avLst/>
                <a:gdLst>
                  <a:gd name="T0" fmla="*/ 43 w 108"/>
                  <a:gd name="T1" fmla="*/ 38 h 106"/>
                  <a:gd name="T2" fmla="*/ 35 w 108"/>
                  <a:gd name="T3" fmla="*/ 54 h 106"/>
                  <a:gd name="T4" fmla="*/ 43 w 108"/>
                  <a:gd name="T5" fmla="*/ 68 h 106"/>
                  <a:gd name="T6" fmla="*/ 60 w 108"/>
                  <a:gd name="T7" fmla="*/ 71 h 106"/>
                  <a:gd name="T8" fmla="*/ 72 w 108"/>
                  <a:gd name="T9" fmla="*/ 59 h 106"/>
                  <a:gd name="T10" fmla="*/ 69 w 108"/>
                  <a:gd name="T11" fmla="*/ 42 h 106"/>
                  <a:gd name="T12" fmla="*/ 53 w 108"/>
                  <a:gd name="T13" fmla="*/ 36 h 106"/>
                  <a:gd name="T14" fmla="*/ 60 w 108"/>
                  <a:gd name="T15" fmla="*/ 0 h 106"/>
                  <a:gd name="T16" fmla="*/ 62 w 108"/>
                  <a:gd name="T17" fmla="*/ 3 h 106"/>
                  <a:gd name="T18" fmla="*/ 68 w 108"/>
                  <a:gd name="T19" fmla="*/ 15 h 106"/>
                  <a:gd name="T20" fmla="*/ 79 w 108"/>
                  <a:gd name="T21" fmla="*/ 13 h 106"/>
                  <a:gd name="T22" fmla="*/ 85 w 108"/>
                  <a:gd name="T23" fmla="*/ 12 h 106"/>
                  <a:gd name="T24" fmla="*/ 87 w 108"/>
                  <a:gd name="T25" fmla="*/ 11 h 106"/>
                  <a:gd name="T26" fmla="*/ 96 w 108"/>
                  <a:gd name="T27" fmla="*/ 20 h 106"/>
                  <a:gd name="T28" fmla="*/ 96 w 108"/>
                  <a:gd name="T29" fmla="*/ 24 h 106"/>
                  <a:gd name="T30" fmla="*/ 91 w 108"/>
                  <a:gd name="T31" fmla="*/ 36 h 106"/>
                  <a:gd name="T32" fmla="*/ 102 w 108"/>
                  <a:gd name="T33" fmla="*/ 43 h 106"/>
                  <a:gd name="T34" fmla="*/ 107 w 108"/>
                  <a:gd name="T35" fmla="*/ 46 h 106"/>
                  <a:gd name="T36" fmla="*/ 108 w 108"/>
                  <a:gd name="T37" fmla="*/ 59 h 106"/>
                  <a:gd name="T38" fmla="*/ 107 w 108"/>
                  <a:gd name="T39" fmla="*/ 60 h 106"/>
                  <a:gd name="T40" fmla="*/ 98 w 108"/>
                  <a:gd name="T41" fmla="*/ 64 h 106"/>
                  <a:gd name="T42" fmla="*/ 94 w 108"/>
                  <a:gd name="T43" fmla="*/ 76 h 106"/>
                  <a:gd name="T44" fmla="*/ 96 w 108"/>
                  <a:gd name="T45" fmla="*/ 84 h 106"/>
                  <a:gd name="T46" fmla="*/ 96 w 108"/>
                  <a:gd name="T47" fmla="*/ 87 h 106"/>
                  <a:gd name="T48" fmla="*/ 85 w 108"/>
                  <a:gd name="T49" fmla="*/ 94 h 106"/>
                  <a:gd name="T50" fmla="*/ 72 w 108"/>
                  <a:gd name="T51" fmla="*/ 91 h 106"/>
                  <a:gd name="T52" fmla="*/ 64 w 108"/>
                  <a:gd name="T53" fmla="*/ 101 h 106"/>
                  <a:gd name="T54" fmla="*/ 61 w 108"/>
                  <a:gd name="T55" fmla="*/ 106 h 106"/>
                  <a:gd name="T56" fmla="*/ 48 w 108"/>
                  <a:gd name="T57" fmla="*/ 106 h 106"/>
                  <a:gd name="T58" fmla="*/ 47 w 108"/>
                  <a:gd name="T59" fmla="*/ 105 h 106"/>
                  <a:gd name="T60" fmla="*/ 43 w 108"/>
                  <a:gd name="T61" fmla="*/ 97 h 106"/>
                  <a:gd name="T62" fmla="*/ 31 w 108"/>
                  <a:gd name="T63" fmla="*/ 92 h 106"/>
                  <a:gd name="T64" fmla="*/ 23 w 108"/>
                  <a:gd name="T65" fmla="*/ 94 h 106"/>
                  <a:gd name="T66" fmla="*/ 22 w 108"/>
                  <a:gd name="T67" fmla="*/ 96 h 106"/>
                  <a:gd name="T68" fmla="*/ 11 w 108"/>
                  <a:gd name="T69" fmla="*/ 87 h 106"/>
                  <a:gd name="T70" fmla="*/ 11 w 108"/>
                  <a:gd name="T71" fmla="*/ 85 h 106"/>
                  <a:gd name="T72" fmla="*/ 14 w 108"/>
                  <a:gd name="T73" fmla="*/ 76 h 106"/>
                  <a:gd name="T74" fmla="*/ 9 w 108"/>
                  <a:gd name="T75" fmla="*/ 64 h 106"/>
                  <a:gd name="T76" fmla="*/ 1 w 108"/>
                  <a:gd name="T77" fmla="*/ 62 h 106"/>
                  <a:gd name="T78" fmla="*/ 0 w 108"/>
                  <a:gd name="T79" fmla="*/ 59 h 106"/>
                  <a:gd name="T80" fmla="*/ 1 w 108"/>
                  <a:gd name="T81" fmla="*/ 47 h 106"/>
                  <a:gd name="T82" fmla="*/ 5 w 108"/>
                  <a:gd name="T83" fmla="*/ 43 h 106"/>
                  <a:gd name="T84" fmla="*/ 17 w 108"/>
                  <a:gd name="T85" fmla="*/ 36 h 106"/>
                  <a:gd name="T86" fmla="*/ 11 w 108"/>
                  <a:gd name="T87" fmla="*/ 24 h 106"/>
                  <a:gd name="T88" fmla="*/ 11 w 108"/>
                  <a:gd name="T89" fmla="*/ 21 h 106"/>
                  <a:gd name="T90" fmla="*/ 22 w 108"/>
                  <a:gd name="T91" fmla="*/ 12 h 106"/>
                  <a:gd name="T92" fmla="*/ 30 w 108"/>
                  <a:gd name="T93" fmla="*/ 15 h 106"/>
                  <a:gd name="T94" fmla="*/ 43 w 108"/>
                  <a:gd name="T95" fmla="*/ 9 h 106"/>
                  <a:gd name="T96" fmla="*/ 45 w 108"/>
                  <a:gd name="T97" fmla="*/ 2 h 106"/>
                  <a:gd name="T98" fmla="*/ 48 w 108"/>
                  <a:gd name="T99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08" h="106">
                    <a:moveTo>
                      <a:pt x="53" y="36"/>
                    </a:moveTo>
                    <a:lnTo>
                      <a:pt x="48" y="36"/>
                    </a:lnTo>
                    <a:lnTo>
                      <a:pt x="43" y="38"/>
                    </a:lnTo>
                    <a:lnTo>
                      <a:pt x="39" y="42"/>
                    </a:lnTo>
                    <a:lnTo>
                      <a:pt x="36" y="47"/>
                    </a:lnTo>
                    <a:lnTo>
                      <a:pt x="35" y="54"/>
                    </a:lnTo>
                    <a:lnTo>
                      <a:pt x="36" y="59"/>
                    </a:lnTo>
                    <a:lnTo>
                      <a:pt x="39" y="64"/>
                    </a:lnTo>
                    <a:lnTo>
                      <a:pt x="43" y="68"/>
                    </a:lnTo>
                    <a:lnTo>
                      <a:pt x="48" y="71"/>
                    </a:lnTo>
                    <a:lnTo>
                      <a:pt x="53" y="72"/>
                    </a:lnTo>
                    <a:lnTo>
                      <a:pt x="60" y="71"/>
                    </a:lnTo>
                    <a:lnTo>
                      <a:pt x="65" y="68"/>
                    </a:lnTo>
                    <a:lnTo>
                      <a:pt x="69" y="64"/>
                    </a:lnTo>
                    <a:lnTo>
                      <a:pt x="72" y="59"/>
                    </a:lnTo>
                    <a:lnTo>
                      <a:pt x="73" y="54"/>
                    </a:lnTo>
                    <a:lnTo>
                      <a:pt x="72" y="47"/>
                    </a:lnTo>
                    <a:lnTo>
                      <a:pt x="69" y="42"/>
                    </a:lnTo>
                    <a:lnTo>
                      <a:pt x="65" y="38"/>
                    </a:lnTo>
                    <a:lnTo>
                      <a:pt x="60" y="36"/>
                    </a:lnTo>
                    <a:lnTo>
                      <a:pt x="53" y="36"/>
                    </a:lnTo>
                    <a:close/>
                    <a:moveTo>
                      <a:pt x="48" y="0"/>
                    </a:moveTo>
                    <a:lnTo>
                      <a:pt x="60" y="0"/>
                    </a:lnTo>
                    <a:lnTo>
                      <a:pt x="60" y="0"/>
                    </a:lnTo>
                    <a:lnTo>
                      <a:pt x="61" y="2"/>
                    </a:lnTo>
                    <a:lnTo>
                      <a:pt x="61" y="2"/>
                    </a:lnTo>
                    <a:lnTo>
                      <a:pt x="62" y="3"/>
                    </a:lnTo>
                    <a:lnTo>
                      <a:pt x="64" y="5"/>
                    </a:lnTo>
                    <a:lnTo>
                      <a:pt x="65" y="9"/>
                    </a:lnTo>
                    <a:lnTo>
                      <a:pt x="68" y="15"/>
                    </a:lnTo>
                    <a:lnTo>
                      <a:pt x="72" y="17"/>
                    </a:lnTo>
                    <a:lnTo>
                      <a:pt x="77" y="15"/>
                    </a:lnTo>
                    <a:lnTo>
                      <a:pt x="79" y="13"/>
                    </a:lnTo>
                    <a:lnTo>
                      <a:pt x="82" y="12"/>
                    </a:lnTo>
                    <a:lnTo>
                      <a:pt x="83" y="12"/>
                    </a:lnTo>
                    <a:lnTo>
                      <a:pt x="85" y="12"/>
                    </a:lnTo>
                    <a:lnTo>
                      <a:pt x="86" y="12"/>
                    </a:lnTo>
                    <a:lnTo>
                      <a:pt x="86" y="11"/>
                    </a:lnTo>
                    <a:lnTo>
                      <a:pt x="87" y="11"/>
                    </a:lnTo>
                    <a:lnTo>
                      <a:pt x="87" y="12"/>
                    </a:lnTo>
                    <a:lnTo>
                      <a:pt x="95" y="20"/>
                    </a:lnTo>
                    <a:lnTo>
                      <a:pt x="96" y="20"/>
                    </a:lnTo>
                    <a:lnTo>
                      <a:pt x="96" y="21"/>
                    </a:lnTo>
                    <a:lnTo>
                      <a:pt x="96" y="22"/>
                    </a:lnTo>
                    <a:lnTo>
                      <a:pt x="96" y="24"/>
                    </a:lnTo>
                    <a:lnTo>
                      <a:pt x="95" y="26"/>
                    </a:lnTo>
                    <a:lnTo>
                      <a:pt x="94" y="30"/>
                    </a:lnTo>
                    <a:lnTo>
                      <a:pt x="91" y="36"/>
                    </a:lnTo>
                    <a:lnTo>
                      <a:pt x="93" y="39"/>
                    </a:lnTo>
                    <a:lnTo>
                      <a:pt x="98" y="42"/>
                    </a:lnTo>
                    <a:lnTo>
                      <a:pt x="102" y="43"/>
                    </a:lnTo>
                    <a:lnTo>
                      <a:pt x="104" y="45"/>
                    </a:lnTo>
                    <a:lnTo>
                      <a:pt x="107" y="46"/>
                    </a:lnTo>
                    <a:lnTo>
                      <a:pt x="107" y="46"/>
                    </a:lnTo>
                    <a:lnTo>
                      <a:pt x="108" y="47"/>
                    </a:lnTo>
                    <a:lnTo>
                      <a:pt x="108" y="47"/>
                    </a:lnTo>
                    <a:lnTo>
                      <a:pt x="108" y="59"/>
                    </a:lnTo>
                    <a:lnTo>
                      <a:pt x="108" y="59"/>
                    </a:lnTo>
                    <a:lnTo>
                      <a:pt x="107" y="60"/>
                    </a:lnTo>
                    <a:lnTo>
                      <a:pt x="107" y="60"/>
                    </a:lnTo>
                    <a:lnTo>
                      <a:pt x="104" y="62"/>
                    </a:lnTo>
                    <a:lnTo>
                      <a:pt x="102" y="63"/>
                    </a:lnTo>
                    <a:lnTo>
                      <a:pt x="98" y="64"/>
                    </a:lnTo>
                    <a:lnTo>
                      <a:pt x="93" y="67"/>
                    </a:lnTo>
                    <a:lnTo>
                      <a:pt x="91" y="71"/>
                    </a:lnTo>
                    <a:lnTo>
                      <a:pt x="94" y="76"/>
                    </a:lnTo>
                    <a:lnTo>
                      <a:pt x="95" y="80"/>
                    </a:lnTo>
                    <a:lnTo>
                      <a:pt x="96" y="83"/>
                    </a:lnTo>
                    <a:lnTo>
                      <a:pt x="96" y="84"/>
                    </a:lnTo>
                    <a:lnTo>
                      <a:pt x="96" y="85"/>
                    </a:lnTo>
                    <a:lnTo>
                      <a:pt x="96" y="87"/>
                    </a:lnTo>
                    <a:lnTo>
                      <a:pt x="96" y="87"/>
                    </a:lnTo>
                    <a:lnTo>
                      <a:pt x="87" y="96"/>
                    </a:lnTo>
                    <a:lnTo>
                      <a:pt x="86" y="96"/>
                    </a:lnTo>
                    <a:lnTo>
                      <a:pt x="85" y="94"/>
                    </a:lnTo>
                    <a:lnTo>
                      <a:pt x="82" y="94"/>
                    </a:lnTo>
                    <a:lnTo>
                      <a:pt x="77" y="92"/>
                    </a:lnTo>
                    <a:lnTo>
                      <a:pt x="72" y="91"/>
                    </a:lnTo>
                    <a:lnTo>
                      <a:pt x="68" y="92"/>
                    </a:lnTo>
                    <a:lnTo>
                      <a:pt x="65" y="97"/>
                    </a:lnTo>
                    <a:lnTo>
                      <a:pt x="64" y="101"/>
                    </a:lnTo>
                    <a:lnTo>
                      <a:pt x="62" y="104"/>
                    </a:lnTo>
                    <a:lnTo>
                      <a:pt x="62" y="105"/>
                    </a:lnTo>
                    <a:lnTo>
                      <a:pt x="61" y="106"/>
                    </a:lnTo>
                    <a:lnTo>
                      <a:pt x="60" y="106"/>
                    </a:lnTo>
                    <a:lnTo>
                      <a:pt x="60" y="106"/>
                    </a:lnTo>
                    <a:lnTo>
                      <a:pt x="48" y="106"/>
                    </a:lnTo>
                    <a:lnTo>
                      <a:pt x="48" y="106"/>
                    </a:lnTo>
                    <a:lnTo>
                      <a:pt x="47" y="106"/>
                    </a:lnTo>
                    <a:lnTo>
                      <a:pt x="47" y="105"/>
                    </a:lnTo>
                    <a:lnTo>
                      <a:pt x="45" y="104"/>
                    </a:lnTo>
                    <a:lnTo>
                      <a:pt x="44" y="101"/>
                    </a:lnTo>
                    <a:lnTo>
                      <a:pt x="43" y="97"/>
                    </a:lnTo>
                    <a:lnTo>
                      <a:pt x="40" y="92"/>
                    </a:lnTo>
                    <a:lnTo>
                      <a:pt x="36" y="91"/>
                    </a:lnTo>
                    <a:lnTo>
                      <a:pt x="31" y="92"/>
                    </a:lnTo>
                    <a:lnTo>
                      <a:pt x="28" y="93"/>
                    </a:lnTo>
                    <a:lnTo>
                      <a:pt x="26" y="94"/>
                    </a:lnTo>
                    <a:lnTo>
                      <a:pt x="23" y="94"/>
                    </a:lnTo>
                    <a:lnTo>
                      <a:pt x="23" y="96"/>
                    </a:lnTo>
                    <a:lnTo>
                      <a:pt x="22" y="96"/>
                    </a:lnTo>
                    <a:lnTo>
                      <a:pt x="22" y="96"/>
                    </a:lnTo>
                    <a:lnTo>
                      <a:pt x="21" y="96"/>
                    </a:lnTo>
                    <a:lnTo>
                      <a:pt x="21" y="94"/>
                    </a:lnTo>
                    <a:lnTo>
                      <a:pt x="11" y="87"/>
                    </a:lnTo>
                    <a:lnTo>
                      <a:pt x="11" y="87"/>
                    </a:lnTo>
                    <a:lnTo>
                      <a:pt x="11" y="85"/>
                    </a:lnTo>
                    <a:lnTo>
                      <a:pt x="11" y="85"/>
                    </a:lnTo>
                    <a:lnTo>
                      <a:pt x="11" y="83"/>
                    </a:lnTo>
                    <a:lnTo>
                      <a:pt x="13" y="80"/>
                    </a:lnTo>
                    <a:lnTo>
                      <a:pt x="14" y="76"/>
                    </a:lnTo>
                    <a:lnTo>
                      <a:pt x="17" y="71"/>
                    </a:lnTo>
                    <a:lnTo>
                      <a:pt x="15" y="67"/>
                    </a:lnTo>
                    <a:lnTo>
                      <a:pt x="9" y="64"/>
                    </a:lnTo>
                    <a:lnTo>
                      <a:pt x="5" y="63"/>
                    </a:lnTo>
                    <a:lnTo>
                      <a:pt x="2" y="62"/>
                    </a:lnTo>
                    <a:lnTo>
                      <a:pt x="1" y="62"/>
                    </a:lnTo>
                    <a:lnTo>
                      <a:pt x="1" y="60"/>
                    </a:lnTo>
                    <a:lnTo>
                      <a:pt x="0" y="60"/>
                    </a:lnTo>
                    <a:lnTo>
                      <a:pt x="0" y="59"/>
                    </a:lnTo>
                    <a:lnTo>
                      <a:pt x="0" y="49"/>
                    </a:lnTo>
                    <a:lnTo>
                      <a:pt x="0" y="47"/>
                    </a:lnTo>
                    <a:lnTo>
                      <a:pt x="1" y="47"/>
                    </a:lnTo>
                    <a:lnTo>
                      <a:pt x="1" y="46"/>
                    </a:lnTo>
                    <a:lnTo>
                      <a:pt x="2" y="45"/>
                    </a:lnTo>
                    <a:lnTo>
                      <a:pt x="5" y="43"/>
                    </a:lnTo>
                    <a:lnTo>
                      <a:pt x="9" y="42"/>
                    </a:lnTo>
                    <a:lnTo>
                      <a:pt x="15" y="41"/>
                    </a:lnTo>
                    <a:lnTo>
                      <a:pt x="17" y="36"/>
                    </a:lnTo>
                    <a:lnTo>
                      <a:pt x="14" y="30"/>
                    </a:lnTo>
                    <a:lnTo>
                      <a:pt x="13" y="26"/>
                    </a:lnTo>
                    <a:lnTo>
                      <a:pt x="11" y="24"/>
                    </a:lnTo>
                    <a:lnTo>
                      <a:pt x="11" y="22"/>
                    </a:lnTo>
                    <a:lnTo>
                      <a:pt x="11" y="21"/>
                    </a:lnTo>
                    <a:lnTo>
                      <a:pt x="11" y="21"/>
                    </a:lnTo>
                    <a:lnTo>
                      <a:pt x="11" y="20"/>
                    </a:lnTo>
                    <a:lnTo>
                      <a:pt x="21" y="12"/>
                    </a:lnTo>
                    <a:lnTo>
                      <a:pt x="22" y="12"/>
                    </a:lnTo>
                    <a:lnTo>
                      <a:pt x="23" y="12"/>
                    </a:lnTo>
                    <a:lnTo>
                      <a:pt x="26" y="13"/>
                    </a:lnTo>
                    <a:lnTo>
                      <a:pt x="30" y="15"/>
                    </a:lnTo>
                    <a:lnTo>
                      <a:pt x="36" y="17"/>
                    </a:lnTo>
                    <a:lnTo>
                      <a:pt x="40" y="15"/>
                    </a:lnTo>
                    <a:lnTo>
                      <a:pt x="43" y="9"/>
                    </a:lnTo>
                    <a:lnTo>
                      <a:pt x="44" y="5"/>
                    </a:lnTo>
                    <a:lnTo>
                      <a:pt x="45" y="3"/>
                    </a:lnTo>
                    <a:lnTo>
                      <a:pt x="45" y="2"/>
                    </a:lnTo>
                    <a:lnTo>
                      <a:pt x="47" y="2"/>
                    </a:lnTo>
                    <a:lnTo>
                      <a:pt x="47" y="0"/>
                    </a:lnTo>
                    <a:lnTo>
                      <a:pt x="4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50" name="Freeform 44"/>
              <p:cNvSpPr>
                <a:spLocks noEditPoints="1"/>
              </p:cNvSpPr>
              <p:nvPr/>
            </p:nvSpPr>
            <p:spPr bwMode="auto">
              <a:xfrm rot="19386584" flipH="1">
                <a:off x="6557906" y="518130"/>
                <a:ext cx="77152" cy="75710"/>
              </a:xfrm>
              <a:custGeom>
                <a:avLst/>
                <a:gdLst>
                  <a:gd name="T0" fmla="*/ 43 w 107"/>
                  <a:gd name="T1" fmla="*/ 38 h 105"/>
                  <a:gd name="T2" fmla="*/ 35 w 107"/>
                  <a:gd name="T3" fmla="*/ 52 h 105"/>
                  <a:gd name="T4" fmla="*/ 43 w 107"/>
                  <a:gd name="T5" fmla="*/ 68 h 105"/>
                  <a:gd name="T6" fmla="*/ 60 w 107"/>
                  <a:gd name="T7" fmla="*/ 71 h 105"/>
                  <a:gd name="T8" fmla="*/ 72 w 107"/>
                  <a:gd name="T9" fmla="*/ 59 h 105"/>
                  <a:gd name="T10" fmla="*/ 69 w 107"/>
                  <a:gd name="T11" fmla="*/ 42 h 105"/>
                  <a:gd name="T12" fmla="*/ 54 w 107"/>
                  <a:gd name="T13" fmla="*/ 34 h 105"/>
                  <a:gd name="T14" fmla="*/ 60 w 107"/>
                  <a:gd name="T15" fmla="*/ 0 h 105"/>
                  <a:gd name="T16" fmla="*/ 61 w 107"/>
                  <a:gd name="T17" fmla="*/ 3 h 105"/>
                  <a:gd name="T18" fmla="*/ 67 w 107"/>
                  <a:gd name="T19" fmla="*/ 14 h 105"/>
                  <a:gd name="T20" fmla="*/ 80 w 107"/>
                  <a:gd name="T21" fmla="*/ 13 h 105"/>
                  <a:gd name="T22" fmla="*/ 85 w 107"/>
                  <a:gd name="T23" fmla="*/ 10 h 105"/>
                  <a:gd name="T24" fmla="*/ 86 w 107"/>
                  <a:gd name="T25" fmla="*/ 10 h 105"/>
                  <a:gd name="T26" fmla="*/ 95 w 107"/>
                  <a:gd name="T27" fmla="*/ 20 h 105"/>
                  <a:gd name="T28" fmla="*/ 95 w 107"/>
                  <a:gd name="T29" fmla="*/ 24 h 105"/>
                  <a:gd name="T30" fmla="*/ 90 w 107"/>
                  <a:gd name="T31" fmla="*/ 35 h 105"/>
                  <a:gd name="T32" fmla="*/ 102 w 107"/>
                  <a:gd name="T33" fmla="*/ 43 h 105"/>
                  <a:gd name="T34" fmla="*/ 107 w 107"/>
                  <a:gd name="T35" fmla="*/ 46 h 105"/>
                  <a:gd name="T36" fmla="*/ 107 w 107"/>
                  <a:gd name="T37" fmla="*/ 58 h 105"/>
                  <a:gd name="T38" fmla="*/ 106 w 107"/>
                  <a:gd name="T39" fmla="*/ 60 h 105"/>
                  <a:gd name="T40" fmla="*/ 98 w 107"/>
                  <a:gd name="T41" fmla="*/ 64 h 105"/>
                  <a:gd name="T42" fmla="*/ 93 w 107"/>
                  <a:gd name="T43" fmla="*/ 76 h 105"/>
                  <a:gd name="T44" fmla="*/ 97 w 107"/>
                  <a:gd name="T45" fmla="*/ 84 h 105"/>
                  <a:gd name="T46" fmla="*/ 95 w 107"/>
                  <a:gd name="T47" fmla="*/ 86 h 105"/>
                  <a:gd name="T48" fmla="*/ 85 w 107"/>
                  <a:gd name="T49" fmla="*/ 94 h 105"/>
                  <a:gd name="T50" fmla="*/ 72 w 107"/>
                  <a:gd name="T51" fmla="*/ 89 h 105"/>
                  <a:gd name="T52" fmla="*/ 64 w 107"/>
                  <a:gd name="T53" fmla="*/ 99 h 105"/>
                  <a:gd name="T54" fmla="*/ 61 w 107"/>
                  <a:gd name="T55" fmla="*/ 105 h 105"/>
                  <a:gd name="T56" fmla="*/ 48 w 107"/>
                  <a:gd name="T57" fmla="*/ 105 h 105"/>
                  <a:gd name="T58" fmla="*/ 46 w 107"/>
                  <a:gd name="T59" fmla="*/ 105 h 105"/>
                  <a:gd name="T60" fmla="*/ 42 w 107"/>
                  <a:gd name="T61" fmla="*/ 97 h 105"/>
                  <a:gd name="T62" fmla="*/ 31 w 107"/>
                  <a:gd name="T63" fmla="*/ 92 h 105"/>
                  <a:gd name="T64" fmla="*/ 23 w 107"/>
                  <a:gd name="T65" fmla="*/ 94 h 105"/>
                  <a:gd name="T66" fmla="*/ 21 w 107"/>
                  <a:gd name="T67" fmla="*/ 94 h 105"/>
                  <a:gd name="T68" fmla="*/ 12 w 107"/>
                  <a:gd name="T69" fmla="*/ 86 h 105"/>
                  <a:gd name="T70" fmla="*/ 12 w 107"/>
                  <a:gd name="T71" fmla="*/ 84 h 105"/>
                  <a:gd name="T72" fmla="*/ 14 w 107"/>
                  <a:gd name="T73" fmla="*/ 76 h 105"/>
                  <a:gd name="T74" fmla="*/ 9 w 107"/>
                  <a:gd name="T75" fmla="*/ 64 h 105"/>
                  <a:gd name="T76" fmla="*/ 1 w 107"/>
                  <a:gd name="T77" fmla="*/ 60 h 105"/>
                  <a:gd name="T78" fmla="*/ 0 w 107"/>
                  <a:gd name="T79" fmla="*/ 59 h 105"/>
                  <a:gd name="T80" fmla="*/ 0 w 107"/>
                  <a:gd name="T81" fmla="*/ 46 h 105"/>
                  <a:gd name="T82" fmla="*/ 5 w 107"/>
                  <a:gd name="T83" fmla="*/ 43 h 105"/>
                  <a:gd name="T84" fmla="*/ 17 w 107"/>
                  <a:gd name="T85" fmla="*/ 35 h 105"/>
                  <a:gd name="T86" fmla="*/ 12 w 107"/>
                  <a:gd name="T87" fmla="*/ 24 h 105"/>
                  <a:gd name="T88" fmla="*/ 10 w 107"/>
                  <a:gd name="T89" fmla="*/ 20 h 105"/>
                  <a:gd name="T90" fmla="*/ 21 w 107"/>
                  <a:gd name="T91" fmla="*/ 10 h 105"/>
                  <a:gd name="T92" fmla="*/ 30 w 107"/>
                  <a:gd name="T93" fmla="*/ 14 h 105"/>
                  <a:gd name="T94" fmla="*/ 42 w 107"/>
                  <a:gd name="T95" fmla="*/ 9 h 105"/>
                  <a:gd name="T96" fmla="*/ 46 w 107"/>
                  <a:gd name="T97" fmla="*/ 1 h 105"/>
                  <a:gd name="T98" fmla="*/ 48 w 107"/>
                  <a:gd name="T99" fmla="*/ 0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07" h="105">
                    <a:moveTo>
                      <a:pt x="54" y="34"/>
                    </a:moveTo>
                    <a:lnTo>
                      <a:pt x="48" y="35"/>
                    </a:lnTo>
                    <a:lnTo>
                      <a:pt x="43" y="38"/>
                    </a:lnTo>
                    <a:lnTo>
                      <a:pt x="38" y="42"/>
                    </a:lnTo>
                    <a:lnTo>
                      <a:pt x="35" y="47"/>
                    </a:lnTo>
                    <a:lnTo>
                      <a:pt x="35" y="52"/>
                    </a:lnTo>
                    <a:lnTo>
                      <a:pt x="35" y="59"/>
                    </a:lnTo>
                    <a:lnTo>
                      <a:pt x="38" y="63"/>
                    </a:lnTo>
                    <a:lnTo>
                      <a:pt x="43" y="68"/>
                    </a:lnTo>
                    <a:lnTo>
                      <a:pt x="48" y="71"/>
                    </a:lnTo>
                    <a:lnTo>
                      <a:pt x="54" y="71"/>
                    </a:lnTo>
                    <a:lnTo>
                      <a:pt x="60" y="71"/>
                    </a:lnTo>
                    <a:lnTo>
                      <a:pt x="65" y="68"/>
                    </a:lnTo>
                    <a:lnTo>
                      <a:pt x="69" y="63"/>
                    </a:lnTo>
                    <a:lnTo>
                      <a:pt x="72" y="59"/>
                    </a:lnTo>
                    <a:lnTo>
                      <a:pt x="72" y="52"/>
                    </a:lnTo>
                    <a:lnTo>
                      <a:pt x="72" y="47"/>
                    </a:lnTo>
                    <a:lnTo>
                      <a:pt x="69" y="42"/>
                    </a:lnTo>
                    <a:lnTo>
                      <a:pt x="65" y="38"/>
                    </a:lnTo>
                    <a:lnTo>
                      <a:pt x="60" y="35"/>
                    </a:lnTo>
                    <a:lnTo>
                      <a:pt x="54" y="34"/>
                    </a:lnTo>
                    <a:close/>
                    <a:moveTo>
                      <a:pt x="48" y="0"/>
                    </a:moveTo>
                    <a:lnTo>
                      <a:pt x="59" y="0"/>
                    </a:lnTo>
                    <a:lnTo>
                      <a:pt x="60" y="0"/>
                    </a:lnTo>
                    <a:lnTo>
                      <a:pt x="60" y="0"/>
                    </a:lnTo>
                    <a:lnTo>
                      <a:pt x="61" y="1"/>
                    </a:lnTo>
                    <a:lnTo>
                      <a:pt x="61" y="3"/>
                    </a:lnTo>
                    <a:lnTo>
                      <a:pt x="63" y="5"/>
                    </a:lnTo>
                    <a:lnTo>
                      <a:pt x="65" y="9"/>
                    </a:lnTo>
                    <a:lnTo>
                      <a:pt x="67" y="14"/>
                    </a:lnTo>
                    <a:lnTo>
                      <a:pt x="72" y="16"/>
                    </a:lnTo>
                    <a:lnTo>
                      <a:pt x="76" y="14"/>
                    </a:lnTo>
                    <a:lnTo>
                      <a:pt x="80" y="13"/>
                    </a:lnTo>
                    <a:lnTo>
                      <a:pt x="82" y="12"/>
                    </a:lnTo>
                    <a:lnTo>
                      <a:pt x="84" y="10"/>
                    </a:lnTo>
                    <a:lnTo>
                      <a:pt x="85" y="10"/>
                    </a:lnTo>
                    <a:lnTo>
                      <a:pt x="85" y="10"/>
                    </a:lnTo>
                    <a:lnTo>
                      <a:pt x="86" y="10"/>
                    </a:lnTo>
                    <a:lnTo>
                      <a:pt x="86" y="10"/>
                    </a:lnTo>
                    <a:lnTo>
                      <a:pt x="88" y="10"/>
                    </a:lnTo>
                    <a:lnTo>
                      <a:pt x="95" y="18"/>
                    </a:lnTo>
                    <a:lnTo>
                      <a:pt x="95" y="20"/>
                    </a:lnTo>
                    <a:lnTo>
                      <a:pt x="97" y="20"/>
                    </a:lnTo>
                    <a:lnTo>
                      <a:pt x="97" y="21"/>
                    </a:lnTo>
                    <a:lnTo>
                      <a:pt x="95" y="24"/>
                    </a:lnTo>
                    <a:lnTo>
                      <a:pt x="94" y="26"/>
                    </a:lnTo>
                    <a:lnTo>
                      <a:pt x="93" y="30"/>
                    </a:lnTo>
                    <a:lnTo>
                      <a:pt x="90" y="35"/>
                    </a:lnTo>
                    <a:lnTo>
                      <a:pt x="93" y="39"/>
                    </a:lnTo>
                    <a:lnTo>
                      <a:pt x="98" y="41"/>
                    </a:lnTo>
                    <a:lnTo>
                      <a:pt x="102" y="43"/>
                    </a:lnTo>
                    <a:lnTo>
                      <a:pt x="105" y="43"/>
                    </a:lnTo>
                    <a:lnTo>
                      <a:pt x="106" y="44"/>
                    </a:lnTo>
                    <a:lnTo>
                      <a:pt x="107" y="46"/>
                    </a:lnTo>
                    <a:lnTo>
                      <a:pt x="107" y="46"/>
                    </a:lnTo>
                    <a:lnTo>
                      <a:pt x="107" y="47"/>
                    </a:lnTo>
                    <a:lnTo>
                      <a:pt x="107" y="58"/>
                    </a:lnTo>
                    <a:lnTo>
                      <a:pt x="107" y="59"/>
                    </a:lnTo>
                    <a:lnTo>
                      <a:pt x="107" y="59"/>
                    </a:lnTo>
                    <a:lnTo>
                      <a:pt x="106" y="60"/>
                    </a:lnTo>
                    <a:lnTo>
                      <a:pt x="105" y="60"/>
                    </a:lnTo>
                    <a:lnTo>
                      <a:pt x="102" y="61"/>
                    </a:lnTo>
                    <a:lnTo>
                      <a:pt x="98" y="64"/>
                    </a:lnTo>
                    <a:lnTo>
                      <a:pt x="93" y="65"/>
                    </a:lnTo>
                    <a:lnTo>
                      <a:pt x="91" y="71"/>
                    </a:lnTo>
                    <a:lnTo>
                      <a:pt x="93" y="76"/>
                    </a:lnTo>
                    <a:lnTo>
                      <a:pt x="95" y="79"/>
                    </a:lnTo>
                    <a:lnTo>
                      <a:pt x="95" y="81"/>
                    </a:lnTo>
                    <a:lnTo>
                      <a:pt x="97" y="84"/>
                    </a:lnTo>
                    <a:lnTo>
                      <a:pt x="97" y="85"/>
                    </a:lnTo>
                    <a:lnTo>
                      <a:pt x="97" y="85"/>
                    </a:lnTo>
                    <a:lnTo>
                      <a:pt x="95" y="86"/>
                    </a:lnTo>
                    <a:lnTo>
                      <a:pt x="88" y="94"/>
                    </a:lnTo>
                    <a:lnTo>
                      <a:pt x="86" y="94"/>
                    </a:lnTo>
                    <a:lnTo>
                      <a:pt x="85" y="94"/>
                    </a:lnTo>
                    <a:lnTo>
                      <a:pt x="81" y="93"/>
                    </a:lnTo>
                    <a:lnTo>
                      <a:pt x="77" y="92"/>
                    </a:lnTo>
                    <a:lnTo>
                      <a:pt x="72" y="89"/>
                    </a:lnTo>
                    <a:lnTo>
                      <a:pt x="67" y="90"/>
                    </a:lnTo>
                    <a:lnTo>
                      <a:pt x="65" y="96"/>
                    </a:lnTo>
                    <a:lnTo>
                      <a:pt x="64" y="99"/>
                    </a:lnTo>
                    <a:lnTo>
                      <a:pt x="63" y="102"/>
                    </a:lnTo>
                    <a:lnTo>
                      <a:pt x="61" y="105"/>
                    </a:lnTo>
                    <a:lnTo>
                      <a:pt x="61" y="105"/>
                    </a:lnTo>
                    <a:lnTo>
                      <a:pt x="60" y="105"/>
                    </a:lnTo>
                    <a:lnTo>
                      <a:pt x="60" y="105"/>
                    </a:lnTo>
                    <a:lnTo>
                      <a:pt x="48" y="105"/>
                    </a:lnTo>
                    <a:lnTo>
                      <a:pt x="47" y="105"/>
                    </a:lnTo>
                    <a:lnTo>
                      <a:pt x="47" y="105"/>
                    </a:lnTo>
                    <a:lnTo>
                      <a:pt x="46" y="105"/>
                    </a:lnTo>
                    <a:lnTo>
                      <a:pt x="46" y="102"/>
                    </a:lnTo>
                    <a:lnTo>
                      <a:pt x="44" y="99"/>
                    </a:lnTo>
                    <a:lnTo>
                      <a:pt x="42" y="97"/>
                    </a:lnTo>
                    <a:lnTo>
                      <a:pt x="40" y="90"/>
                    </a:lnTo>
                    <a:lnTo>
                      <a:pt x="35" y="89"/>
                    </a:lnTo>
                    <a:lnTo>
                      <a:pt x="31" y="92"/>
                    </a:lnTo>
                    <a:lnTo>
                      <a:pt x="27" y="93"/>
                    </a:lnTo>
                    <a:lnTo>
                      <a:pt x="25" y="94"/>
                    </a:lnTo>
                    <a:lnTo>
                      <a:pt x="23" y="94"/>
                    </a:lnTo>
                    <a:lnTo>
                      <a:pt x="22" y="94"/>
                    </a:lnTo>
                    <a:lnTo>
                      <a:pt x="22" y="94"/>
                    </a:lnTo>
                    <a:lnTo>
                      <a:pt x="21" y="94"/>
                    </a:lnTo>
                    <a:lnTo>
                      <a:pt x="21" y="94"/>
                    </a:lnTo>
                    <a:lnTo>
                      <a:pt x="20" y="94"/>
                    </a:lnTo>
                    <a:lnTo>
                      <a:pt x="12" y="86"/>
                    </a:lnTo>
                    <a:lnTo>
                      <a:pt x="12" y="85"/>
                    </a:lnTo>
                    <a:lnTo>
                      <a:pt x="10" y="85"/>
                    </a:lnTo>
                    <a:lnTo>
                      <a:pt x="12" y="84"/>
                    </a:lnTo>
                    <a:lnTo>
                      <a:pt x="12" y="82"/>
                    </a:lnTo>
                    <a:lnTo>
                      <a:pt x="13" y="80"/>
                    </a:lnTo>
                    <a:lnTo>
                      <a:pt x="14" y="76"/>
                    </a:lnTo>
                    <a:lnTo>
                      <a:pt x="17" y="71"/>
                    </a:lnTo>
                    <a:lnTo>
                      <a:pt x="14" y="65"/>
                    </a:lnTo>
                    <a:lnTo>
                      <a:pt x="9" y="64"/>
                    </a:lnTo>
                    <a:lnTo>
                      <a:pt x="5" y="63"/>
                    </a:lnTo>
                    <a:lnTo>
                      <a:pt x="3" y="61"/>
                    </a:lnTo>
                    <a:lnTo>
                      <a:pt x="1" y="60"/>
                    </a:lnTo>
                    <a:lnTo>
                      <a:pt x="0" y="60"/>
                    </a:lnTo>
                    <a:lnTo>
                      <a:pt x="0" y="59"/>
                    </a:lnTo>
                    <a:lnTo>
                      <a:pt x="0" y="59"/>
                    </a:lnTo>
                    <a:lnTo>
                      <a:pt x="0" y="47"/>
                    </a:lnTo>
                    <a:lnTo>
                      <a:pt x="0" y="47"/>
                    </a:lnTo>
                    <a:lnTo>
                      <a:pt x="0" y="46"/>
                    </a:lnTo>
                    <a:lnTo>
                      <a:pt x="1" y="44"/>
                    </a:lnTo>
                    <a:lnTo>
                      <a:pt x="3" y="44"/>
                    </a:lnTo>
                    <a:lnTo>
                      <a:pt x="5" y="43"/>
                    </a:lnTo>
                    <a:lnTo>
                      <a:pt x="9" y="42"/>
                    </a:lnTo>
                    <a:lnTo>
                      <a:pt x="14" y="39"/>
                    </a:lnTo>
                    <a:lnTo>
                      <a:pt x="17" y="35"/>
                    </a:lnTo>
                    <a:lnTo>
                      <a:pt x="14" y="30"/>
                    </a:lnTo>
                    <a:lnTo>
                      <a:pt x="12" y="26"/>
                    </a:lnTo>
                    <a:lnTo>
                      <a:pt x="12" y="24"/>
                    </a:lnTo>
                    <a:lnTo>
                      <a:pt x="10" y="21"/>
                    </a:lnTo>
                    <a:lnTo>
                      <a:pt x="10" y="21"/>
                    </a:lnTo>
                    <a:lnTo>
                      <a:pt x="10" y="20"/>
                    </a:lnTo>
                    <a:lnTo>
                      <a:pt x="12" y="20"/>
                    </a:lnTo>
                    <a:lnTo>
                      <a:pt x="20" y="10"/>
                    </a:lnTo>
                    <a:lnTo>
                      <a:pt x="21" y="10"/>
                    </a:lnTo>
                    <a:lnTo>
                      <a:pt x="22" y="10"/>
                    </a:lnTo>
                    <a:lnTo>
                      <a:pt x="26" y="12"/>
                    </a:lnTo>
                    <a:lnTo>
                      <a:pt x="30" y="14"/>
                    </a:lnTo>
                    <a:lnTo>
                      <a:pt x="35" y="16"/>
                    </a:lnTo>
                    <a:lnTo>
                      <a:pt x="40" y="14"/>
                    </a:lnTo>
                    <a:lnTo>
                      <a:pt x="42" y="9"/>
                    </a:lnTo>
                    <a:lnTo>
                      <a:pt x="43" y="5"/>
                    </a:lnTo>
                    <a:lnTo>
                      <a:pt x="44" y="3"/>
                    </a:lnTo>
                    <a:lnTo>
                      <a:pt x="46" y="1"/>
                    </a:lnTo>
                    <a:lnTo>
                      <a:pt x="47" y="0"/>
                    </a:lnTo>
                    <a:lnTo>
                      <a:pt x="47" y="0"/>
                    </a:lnTo>
                    <a:lnTo>
                      <a:pt x="4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51" name="Freeform 45"/>
              <p:cNvSpPr>
                <a:spLocks noEditPoints="1"/>
              </p:cNvSpPr>
              <p:nvPr/>
            </p:nvSpPr>
            <p:spPr bwMode="auto">
              <a:xfrm rot="19386584" flipH="1">
                <a:off x="6309301" y="345096"/>
                <a:ext cx="77152" cy="76431"/>
              </a:xfrm>
              <a:custGeom>
                <a:avLst/>
                <a:gdLst>
                  <a:gd name="T0" fmla="*/ 43 w 107"/>
                  <a:gd name="T1" fmla="*/ 38 h 106"/>
                  <a:gd name="T2" fmla="*/ 35 w 107"/>
                  <a:gd name="T3" fmla="*/ 52 h 106"/>
                  <a:gd name="T4" fmla="*/ 43 w 107"/>
                  <a:gd name="T5" fmla="*/ 68 h 106"/>
                  <a:gd name="T6" fmla="*/ 60 w 107"/>
                  <a:gd name="T7" fmla="*/ 70 h 106"/>
                  <a:gd name="T8" fmla="*/ 72 w 107"/>
                  <a:gd name="T9" fmla="*/ 59 h 106"/>
                  <a:gd name="T10" fmla="*/ 69 w 107"/>
                  <a:gd name="T11" fmla="*/ 42 h 106"/>
                  <a:gd name="T12" fmla="*/ 54 w 107"/>
                  <a:gd name="T13" fmla="*/ 34 h 106"/>
                  <a:gd name="T14" fmla="*/ 60 w 107"/>
                  <a:gd name="T15" fmla="*/ 0 h 106"/>
                  <a:gd name="T16" fmla="*/ 63 w 107"/>
                  <a:gd name="T17" fmla="*/ 2 h 106"/>
                  <a:gd name="T18" fmla="*/ 68 w 107"/>
                  <a:gd name="T19" fmla="*/ 14 h 106"/>
                  <a:gd name="T20" fmla="*/ 80 w 107"/>
                  <a:gd name="T21" fmla="*/ 13 h 106"/>
                  <a:gd name="T22" fmla="*/ 85 w 107"/>
                  <a:gd name="T23" fmla="*/ 10 h 106"/>
                  <a:gd name="T24" fmla="*/ 86 w 107"/>
                  <a:gd name="T25" fmla="*/ 10 h 106"/>
                  <a:gd name="T26" fmla="*/ 97 w 107"/>
                  <a:gd name="T27" fmla="*/ 19 h 106"/>
                  <a:gd name="T28" fmla="*/ 96 w 107"/>
                  <a:gd name="T29" fmla="*/ 23 h 106"/>
                  <a:gd name="T30" fmla="*/ 92 w 107"/>
                  <a:gd name="T31" fmla="*/ 35 h 106"/>
                  <a:gd name="T32" fmla="*/ 102 w 107"/>
                  <a:gd name="T33" fmla="*/ 43 h 106"/>
                  <a:gd name="T34" fmla="*/ 107 w 107"/>
                  <a:gd name="T35" fmla="*/ 46 h 106"/>
                  <a:gd name="T36" fmla="*/ 107 w 107"/>
                  <a:gd name="T37" fmla="*/ 57 h 106"/>
                  <a:gd name="T38" fmla="*/ 106 w 107"/>
                  <a:gd name="T39" fmla="*/ 60 h 106"/>
                  <a:gd name="T40" fmla="*/ 98 w 107"/>
                  <a:gd name="T41" fmla="*/ 64 h 106"/>
                  <a:gd name="T42" fmla="*/ 94 w 107"/>
                  <a:gd name="T43" fmla="*/ 76 h 106"/>
                  <a:gd name="T44" fmla="*/ 97 w 107"/>
                  <a:gd name="T45" fmla="*/ 83 h 106"/>
                  <a:gd name="T46" fmla="*/ 96 w 107"/>
                  <a:gd name="T47" fmla="*/ 86 h 106"/>
                  <a:gd name="T48" fmla="*/ 85 w 107"/>
                  <a:gd name="T49" fmla="*/ 94 h 106"/>
                  <a:gd name="T50" fmla="*/ 72 w 107"/>
                  <a:gd name="T51" fmla="*/ 89 h 106"/>
                  <a:gd name="T52" fmla="*/ 64 w 107"/>
                  <a:gd name="T53" fmla="*/ 100 h 106"/>
                  <a:gd name="T54" fmla="*/ 62 w 107"/>
                  <a:gd name="T55" fmla="*/ 104 h 106"/>
                  <a:gd name="T56" fmla="*/ 48 w 107"/>
                  <a:gd name="T57" fmla="*/ 106 h 106"/>
                  <a:gd name="T58" fmla="*/ 46 w 107"/>
                  <a:gd name="T59" fmla="*/ 104 h 106"/>
                  <a:gd name="T60" fmla="*/ 43 w 107"/>
                  <a:gd name="T61" fmla="*/ 97 h 106"/>
                  <a:gd name="T62" fmla="*/ 31 w 107"/>
                  <a:gd name="T63" fmla="*/ 91 h 106"/>
                  <a:gd name="T64" fmla="*/ 24 w 107"/>
                  <a:gd name="T65" fmla="*/ 94 h 106"/>
                  <a:gd name="T66" fmla="*/ 22 w 107"/>
                  <a:gd name="T67" fmla="*/ 94 h 106"/>
                  <a:gd name="T68" fmla="*/ 12 w 107"/>
                  <a:gd name="T69" fmla="*/ 86 h 106"/>
                  <a:gd name="T70" fmla="*/ 12 w 107"/>
                  <a:gd name="T71" fmla="*/ 83 h 106"/>
                  <a:gd name="T72" fmla="*/ 14 w 107"/>
                  <a:gd name="T73" fmla="*/ 76 h 106"/>
                  <a:gd name="T74" fmla="*/ 9 w 107"/>
                  <a:gd name="T75" fmla="*/ 64 h 106"/>
                  <a:gd name="T76" fmla="*/ 1 w 107"/>
                  <a:gd name="T77" fmla="*/ 60 h 106"/>
                  <a:gd name="T78" fmla="*/ 0 w 107"/>
                  <a:gd name="T79" fmla="*/ 59 h 106"/>
                  <a:gd name="T80" fmla="*/ 0 w 107"/>
                  <a:gd name="T81" fmla="*/ 46 h 106"/>
                  <a:gd name="T82" fmla="*/ 5 w 107"/>
                  <a:gd name="T83" fmla="*/ 43 h 106"/>
                  <a:gd name="T84" fmla="*/ 17 w 107"/>
                  <a:gd name="T85" fmla="*/ 35 h 106"/>
                  <a:gd name="T86" fmla="*/ 12 w 107"/>
                  <a:gd name="T87" fmla="*/ 23 h 106"/>
                  <a:gd name="T88" fmla="*/ 12 w 107"/>
                  <a:gd name="T89" fmla="*/ 19 h 106"/>
                  <a:gd name="T90" fmla="*/ 21 w 107"/>
                  <a:gd name="T91" fmla="*/ 10 h 106"/>
                  <a:gd name="T92" fmla="*/ 30 w 107"/>
                  <a:gd name="T93" fmla="*/ 14 h 106"/>
                  <a:gd name="T94" fmla="*/ 42 w 107"/>
                  <a:gd name="T95" fmla="*/ 9 h 106"/>
                  <a:gd name="T96" fmla="*/ 46 w 107"/>
                  <a:gd name="T97" fmla="*/ 1 h 106"/>
                  <a:gd name="T98" fmla="*/ 48 w 107"/>
                  <a:gd name="T99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07" h="106">
                    <a:moveTo>
                      <a:pt x="54" y="34"/>
                    </a:moveTo>
                    <a:lnTo>
                      <a:pt x="48" y="35"/>
                    </a:lnTo>
                    <a:lnTo>
                      <a:pt x="43" y="38"/>
                    </a:lnTo>
                    <a:lnTo>
                      <a:pt x="39" y="42"/>
                    </a:lnTo>
                    <a:lnTo>
                      <a:pt x="37" y="47"/>
                    </a:lnTo>
                    <a:lnTo>
                      <a:pt x="35" y="52"/>
                    </a:lnTo>
                    <a:lnTo>
                      <a:pt x="37" y="59"/>
                    </a:lnTo>
                    <a:lnTo>
                      <a:pt x="39" y="64"/>
                    </a:lnTo>
                    <a:lnTo>
                      <a:pt x="43" y="68"/>
                    </a:lnTo>
                    <a:lnTo>
                      <a:pt x="48" y="70"/>
                    </a:lnTo>
                    <a:lnTo>
                      <a:pt x="54" y="70"/>
                    </a:lnTo>
                    <a:lnTo>
                      <a:pt x="60" y="70"/>
                    </a:lnTo>
                    <a:lnTo>
                      <a:pt x="65" y="68"/>
                    </a:lnTo>
                    <a:lnTo>
                      <a:pt x="69" y="64"/>
                    </a:lnTo>
                    <a:lnTo>
                      <a:pt x="72" y="59"/>
                    </a:lnTo>
                    <a:lnTo>
                      <a:pt x="73" y="52"/>
                    </a:lnTo>
                    <a:lnTo>
                      <a:pt x="72" y="47"/>
                    </a:lnTo>
                    <a:lnTo>
                      <a:pt x="69" y="42"/>
                    </a:lnTo>
                    <a:lnTo>
                      <a:pt x="65" y="38"/>
                    </a:lnTo>
                    <a:lnTo>
                      <a:pt x="60" y="35"/>
                    </a:lnTo>
                    <a:lnTo>
                      <a:pt x="54" y="34"/>
                    </a:lnTo>
                    <a:close/>
                    <a:moveTo>
                      <a:pt x="48" y="0"/>
                    </a:moveTo>
                    <a:lnTo>
                      <a:pt x="59" y="0"/>
                    </a:lnTo>
                    <a:lnTo>
                      <a:pt x="60" y="0"/>
                    </a:lnTo>
                    <a:lnTo>
                      <a:pt x="60" y="0"/>
                    </a:lnTo>
                    <a:lnTo>
                      <a:pt x="62" y="1"/>
                    </a:lnTo>
                    <a:lnTo>
                      <a:pt x="63" y="2"/>
                    </a:lnTo>
                    <a:lnTo>
                      <a:pt x="64" y="5"/>
                    </a:lnTo>
                    <a:lnTo>
                      <a:pt x="65" y="9"/>
                    </a:lnTo>
                    <a:lnTo>
                      <a:pt x="68" y="14"/>
                    </a:lnTo>
                    <a:lnTo>
                      <a:pt x="72" y="15"/>
                    </a:lnTo>
                    <a:lnTo>
                      <a:pt x="76" y="14"/>
                    </a:lnTo>
                    <a:lnTo>
                      <a:pt x="80" y="13"/>
                    </a:lnTo>
                    <a:lnTo>
                      <a:pt x="82" y="11"/>
                    </a:lnTo>
                    <a:lnTo>
                      <a:pt x="84" y="10"/>
                    </a:lnTo>
                    <a:lnTo>
                      <a:pt x="85" y="10"/>
                    </a:lnTo>
                    <a:lnTo>
                      <a:pt x="86" y="10"/>
                    </a:lnTo>
                    <a:lnTo>
                      <a:pt x="86" y="10"/>
                    </a:lnTo>
                    <a:lnTo>
                      <a:pt x="86" y="10"/>
                    </a:lnTo>
                    <a:lnTo>
                      <a:pt x="88" y="11"/>
                    </a:lnTo>
                    <a:lnTo>
                      <a:pt x="96" y="19"/>
                    </a:lnTo>
                    <a:lnTo>
                      <a:pt x="97" y="19"/>
                    </a:lnTo>
                    <a:lnTo>
                      <a:pt x="97" y="21"/>
                    </a:lnTo>
                    <a:lnTo>
                      <a:pt x="97" y="21"/>
                    </a:lnTo>
                    <a:lnTo>
                      <a:pt x="96" y="23"/>
                    </a:lnTo>
                    <a:lnTo>
                      <a:pt x="96" y="26"/>
                    </a:lnTo>
                    <a:lnTo>
                      <a:pt x="93" y="30"/>
                    </a:lnTo>
                    <a:lnTo>
                      <a:pt x="92" y="35"/>
                    </a:lnTo>
                    <a:lnTo>
                      <a:pt x="93" y="39"/>
                    </a:lnTo>
                    <a:lnTo>
                      <a:pt x="98" y="42"/>
                    </a:lnTo>
                    <a:lnTo>
                      <a:pt x="102" y="43"/>
                    </a:lnTo>
                    <a:lnTo>
                      <a:pt x="105" y="44"/>
                    </a:lnTo>
                    <a:lnTo>
                      <a:pt x="106" y="44"/>
                    </a:lnTo>
                    <a:lnTo>
                      <a:pt x="107" y="46"/>
                    </a:lnTo>
                    <a:lnTo>
                      <a:pt x="107" y="46"/>
                    </a:lnTo>
                    <a:lnTo>
                      <a:pt x="107" y="47"/>
                    </a:lnTo>
                    <a:lnTo>
                      <a:pt x="107" y="57"/>
                    </a:lnTo>
                    <a:lnTo>
                      <a:pt x="107" y="59"/>
                    </a:lnTo>
                    <a:lnTo>
                      <a:pt x="107" y="59"/>
                    </a:lnTo>
                    <a:lnTo>
                      <a:pt x="106" y="60"/>
                    </a:lnTo>
                    <a:lnTo>
                      <a:pt x="105" y="61"/>
                    </a:lnTo>
                    <a:lnTo>
                      <a:pt x="102" y="63"/>
                    </a:lnTo>
                    <a:lnTo>
                      <a:pt x="98" y="64"/>
                    </a:lnTo>
                    <a:lnTo>
                      <a:pt x="93" y="65"/>
                    </a:lnTo>
                    <a:lnTo>
                      <a:pt x="92" y="70"/>
                    </a:lnTo>
                    <a:lnTo>
                      <a:pt x="94" y="76"/>
                    </a:lnTo>
                    <a:lnTo>
                      <a:pt x="96" y="80"/>
                    </a:lnTo>
                    <a:lnTo>
                      <a:pt x="97" y="82"/>
                    </a:lnTo>
                    <a:lnTo>
                      <a:pt x="97" y="83"/>
                    </a:lnTo>
                    <a:lnTo>
                      <a:pt x="97" y="85"/>
                    </a:lnTo>
                    <a:lnTo>
                      <a:pt x="97" y="85"/>
                    </a:lnTo>
                    <a:lnTo>
                      <a:pt x="96" y="86"/>
                    </a:lnTo>
                    <a:lnTo>
                      <a:pt x="88" y="94"/>
                    </a:lnTo>
                    <a:lnTo>
                      <a:pt x="86" y="94"/>
                    </a:lnTo>
                    <a:lnTo>
                      <a:pt x="85" y="94"/>
                    </a:lnTo>
                    <a:lnTo>
                      <a:pt x="82" y="93"/>
                    </a:lnTo>
                    <a:lnTo>
                      <a:pt x="77" y="91"/>
                    </a:lnTo>
                    <a:lnTo>
                      <a:pt x="72" y="89"/>
                    </a:lnTo>
                    <a:lnTo>
                      <a:pt x="68" y="91"/>
                    </a:lnTo>
                    <a:lnTo>
                      <a:pt x="65" y="97"/>
                    </a:lnTo>
                    <a:lnTo>
                      <a:pt x="64" y="100"/>
                    </a:lnTo>
                    <a:lnTo>
                      <a:pt x="63" y="103"/>
                    </a:lnTo>
                    <a:lnTo>
                      <a:pt x="62" y="104"/>
                    </a:lnTo>
                    <a:lnTo>
                      <a:pt x="62" y="104"/>
                    </a:lnTo>
                    <a:lnTo>
                      <a:pt x="60" y="106"/>
                    </a:lnTo>
                    <a:lnTo>
                      <a:pt x="60" y="106"/>
                    </a:lnTo>
                    <a:lnTo>
                      <a:pt x="48" y="106"/>
                    </a:lnTo>
                    <a:lnTo>
                      <a:pt x="48" y="106"/>
                    </a:lnTo>
                    <a:lnTo>
                      <a:pt x="47" y="104"/>
                    </a:lnTo>
                    <a:lnTo>
                      <a:pt x="46" y="104"/>
                    </a:lnTo>
                    <a:lnTo>
                      <a:pt x="46" y="103"/>
                    </a:lnTo>
                    <a:lnTo>
                      <a:pt x="45" y="100"/>
                    </a:lnTo>
                    <a:lnTo>
                      <a:pt x="43" y="97"/>
                    </a:lnTo>
                    <a:lnTo>
                      <a:pt x="41" y="91"/>
                    </a:lnTo>
                    <a:lnTo>
                      <a:pt x="35" y="89"/>
                    </a:lnTo>
                    <a:lnTo>
                      <a:pt x="31" y="91"/>
                    </a:lnTo>
                    <a:lnTo>
                      <a:pt x="28" y="93"/>
                    </a:lnTo>
                    <a:lnTo>
                      <a:pt x="25" y="94"/>
                    </a:lnTo>
                    <a:lnTo>
                      <a:pt x="24" y="94"/>
                    </a:lnTo>
                    <a:lnTo>
                      <a:pt x="22" y="94"/>
                    </a:lnTo>
                    <a:lnTo>
                      <a:pt x="22" y="94"/>
                    </a:lnTo>
                    <a:lnTo>
                      <a:pt x="22" y="94"/>
                    </a:lnTo>
                    <a:lnTo>
                      <a:pt x="21" y="94"/>
                    </a:lnTo>
                    <a:lnTo>
                      <a:pt x="20" y="94"/>
                    </a:lnTo>
                    <a:lnTo>
                      <a:pt x="12" y="86"/>
                    </a:lnTo>
                    <a:lnTo>
                      <a:pt x="12" y="86"/>
                    </a:lnTo>
                    <a:lnTo>
                      <a:pt x="12" y="85"/>
                    </a:lnTo>
                    <a:lnTo>
                      <a:pt x="12" y="83"/>
                    </a:lnTo>
                    <a:lnTo>
                      <a:pt x="12" y="82"/>
                    </a:lnTo>
                    <a:lnTo>
                      <a:pt x="13" y="80"/>
                    </a:lnTo>
                    <a:lnTo>
                      <a:pt x="14" y="76"/>
                    </a:lnTo>
                    <a:lnTo>
                      <a:pt x="17" y="70"/>
                    </a:lnTo>
                    <a:lnTo>
                      <a:pt x="14" y="66"/>
                    </a:lnTo>
                    <a:lnTo>
                      <a:pt x="9" y="64"/>
                    </a:lnTo>
                    <a:lnTo>
                      <a:pt x="5" y="63"/>
                    </a:lnTo>
                    <a:lnTo>
                      <a:pt x="3" y="61"/>
                    </a:lnTo>
                    <a:lnTo>
                      <a:pt x="1" y="60"/>
                    </a:lnTo>
                    <a:lnTo>
                      <a:pt x="0" y="60"/>
                    </a:lnTo>
                    <a:lnTo>
                      <a:pt x="0" y="59"/>
                    </a:lnTo>
                    <a:lnTo>
                      <a:pt x="0" y="59"/>
                    </a:lnTo>
                    <a:lnTo>
                      <a:pt x="0" y="47"/>
                    </a:lnTo>
                    <a:lnTo>
                      <a:pt x="0" y="47"/>
                    </a:lnTo>
                    <a:lnTo>
                      <a:pt x="0" y="46"/>
                    </a:lnTo>
                    <a:lnTo>
                      <a:pt x="1" y="46"/>
                    </a:lnTo>
                    <a:lnTo>
                      <a:pt x="3" y="44"/>
                    </a:lnTo>
                    <a:lnTo>
                      <a:pt x="5" y="43"/>
                    </a:lnTo>
                    <a:lnTo>
                      <a:pt x="9" y="42"/>
                    </a:lnTo>
                    <a:lnTo>
                      <a:pt x="14" y="39"/>
                    </a:lnTo>
                    <a:lnTo>
                      <a:pt x="17" y="35"/>
                    </a:lnTo>
                    <a:lnTo>
                      <a:pt x="14" y="30"/>
                    </a:lnTo>
                    <a:lnTo>
                      <a:pt x="13" y="26"/>
                    </a:lnTo>
                    <a:lnTo>
                      <a:pt x="12" y="23"/>
                    </a:lnTo>
                    <a:lnTo>
                      <a:pt x="10" y="22"/>
                    </a:lnTo>
                    <a:lnTo>
                      <a:pt x="10" y="21"/>
                    </a:lnTo>
                    <a:lnTo>
                      <a:pt x="12" y="19"/>
                    </a:lnTo>
                    <a:lnTo>
                      <a:pt x="12" y="19"/>
                    </a:lnTo>
                    <a:lnTo>
                      <a:pt x="21" y="10"/>
                    </a:lnTo>
                    <a:lnTo>
                      <a:pt x="21" y="10"/>
                    </a:lnTo>
                    <a:lnTo>
                      <a:pt x="24" y="11"/>
                    </a:lnTo>
                    <a:lnTo>
                      <a:pt x="26" y="11"/>
                    </a:lnTo>
                    <a:lnTo>
                      <a:pt x="30" y="14"/>
                    </a:lnTo>
                    <a:lnTo>
                      <a:pt x="35" y="15"/>
                    </a:lnTo>
                    <a:lnTo>
                      <a:pt x="41" y="14"/>
                    </a:lnTo>
                    <a:lnTo>
                      <a:pt x="42" y="9"/>
                    </a:lnTo>
                    <a:lnTo>
                      <a:pt x="45" y="5"/>
                    </a:lnTo>
                    <a:lnTo>
                      <a:pt x="45" y="2"/>
                    </a:lnTo>
                    <a:lnTo>
                      <a:pt x="46" y="1"/>
                    </a:lnTo>
                    <a:lnTo>
                      <a:pt x="47" y="0"/>
                    </a:lnTo>
                    <a:lnTo>
                      <a:pt x="47" y="0"/>
                    </a:lnTo>
                    <a:lnTo>
                      <a:pt x="4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52" name="Freeform 46"/>
              <p:cNvSpPr>
                <a:spLocks noEditPoints="1"/>
              </p:cNvSpPr>
              <p:nvPr/>
            </p:nvSpPr>
            <p:spPr bwMode="auto">
              <a:xfrm rot="19386584" flipH="1">
                <a:off x="5909890" y="274071"/>
                <a:ext cx="77873" cy="76431"/>
              </a:xfrm>
              <a:custGeom>
                <a:avLst/>
                <a:gdLst>
                  <a:gd name="T0" fmla="*/ 42 w 108"/>
                  <a:gd name="T1" fmla="*/ 38 h 106"/>
                  <a:gd name="T2" fmla="*/ 36 w 108"/>
                  <a:gd name="T3" fmla="*/ 52 h 106"/>
                  <a:gd name="T4" fmla="*/ 42 w 108"/>
                  <a:gd name="T5" fmla="*/ 68 h 106"/>
                  <a:gd name="T6" fmla="*/ 60 w 108"/>
                  <a:gd name="T7" fmla="*/ 70 h 106"/>
                  <a:gd name="T8" fmla="*/ 72 w 108"/>
                  <a:gd name="T9" fmla="*/ 59 h 106"/>
                  <a:gd name="T10" fmla="*/ 70 w 108"/>
                  <a:gd name="T11" fmla="*/ 42 h 106"/>
                  <a:gd name="T12" fmla="*/ 54 w 108"/>
                  <a:gd name="T13" fmla="*/ 34 h 106"/>
                  <a:gd name="T14" fmla="*/ 60 w 108"/>
                  <a:gd name="T15" fmla="*/ 0 h 106"/>
                  <a:gd name="T16" fmla="*/ 62 w 108"/>
                  <a:gd name="T17" fmla="*/ 2 h 106"/>
                  <a:gd name="T18" fmla="*/ 67 w 108"/>
                  <a:gd name="T19" fmla="*/ 14 h 106"/>
                  <a:gd name="T20" fmla="*/ 80 w 108"/>
                  <a:gd name="T21" fmla="*/ 13 h 106"/>
                  <a:gd name="T22" fmla="*/ 85 w 108"/>
                  <a:gd name="T23" fmla="*/ 10 h 106"/>
                  <a:gd name="T24" fmla="*/ 87 w 108"/>
                  <a:gd name="T25" fmla="*/ 10 h 106"/>
                  <a:gd name="T26" fmla="*/ 96 w 108"/>
                  <a:gd name="T27" fmla="*/ 19 h 106"/>
                  <a:gd name="T28" fmla="*/ 96 w 108"/>
                  <a:gd name="T29" fmla="*/ 23 h 106"/>
                  <a:gd name="T30" fmla="*/ 91 w 108"/>
                  <a:gd name="T31" fmla="*/ 35 h 106"/>
                  <a:gd name="T32" fmla="*/ 102 w 108"/>
                  <a:gd name="T33" fmla="*/ 43 h 106"/>
                  <a:gd name="T34" fmla="*/ 108 w 108"/>
                  <a:gd name="T35" fmla="*/ 45 h 106"/>
                  <a:gd name="T36" fmla="*/ 108 w 108"/>
                  <a:gd name="T37" fmla="*/ 57 h 106"/>
                  <a:gd name="T38" fmla="*/ 106 w 108"/>
                  <a:gd name="T39" fmla="*/ 60 h 106"/>
                  <a:gd name="T40" fmla="*/ 98 w 108"/>
                  <a:gd name="T41" fmla="*/ 64 h 106"/>
                  <a:gd name="T42" fmla="*/ 93 w 108"/>
                  <a:gd name="T43" fmla="*/ 76 h 106"/>
                  <a:gd name="T44" fmla="*/ 97 w 108"/>
                  <a:gd name="T45" fmla="*/ 83 h 106"/>
                  <a:gd name="T46" fmla="*/ 96 w 108"/>
                  <a:gd name="T47" fmla="*/ 86 h 106"/>
                  <a:gd name="T48" fmla="*/ 85 w 108"/>
                  <a:gd name="T49" fmla="*/ 94 h 106"/>
                  <a:gd name="T50" fmla="*/ 72 w 108"/>
                  <a:gd name="T51" fmla="*/ 89 h 106"/>
                  <a:gd name="T52" fmla="*/ 64 w 108"/>
                  <a:gd name="T53" fmla="*/ 100 h 106"/>
                  <a:gd name="T54" fmla="*/ 62 w 108"/>
                  <a:gd name="T55" fmla="*/ 104 h 106"/>
                  <a:gd name="T56" fmla="*/ 49 w 108"/>
                  <a:gd name="T57" fmla="*/ 106 h 106"/>
                  <a:gd name="T58" fmla="*/ 46 w 108"/>
                  <a:gd name="T59" fmla="*/ 104 h 106"/>
                  <a:gd name="T60" fmla="*/ 42 w 108"/>
                  <a:gd name="T61" fmla="*/ 97 h 106"/>
                  <a:gd name="T62" fmla="*/ 32 w 108"/>
                  <a:gd name="T63" fmla="*/ 91 h 106"/>
                  <a:gd name="T64" fmla="*/ 24 w 108"/>
                  <a:gd name="T65" fmla="*/ 94 h 106"/>
                  <a:gd name="T66" fmla="*/ 21 w 108"/>
                  <a:gd name="T67" fmla="*/ 95 h 106"/>
                  <a:gd name="T68" fmla="*/ 12 w 108"/>
                  <a:gd name="T69" fmla="*/ 86 h 106"/>
                  <a:gd name="T70" fmla="*/ 11 w 108"/>
                  <a:gd name="T71" fmla="*/ 83 h 106"/>
                  <a:gd name="T72" fmla="*/ 15 w 108"/>
                  <a:gd name="T73" fmla="*/ 76 h 106"/>
                  <a:gd name="T74" fmla="*/ 9 w 108"/>
                  <a:gd name="T75" fmla="*/ 64 h 106"/>
                  <a:gd name="T76" fmla="*/ 2 w 108"/>
                  <a:gd name="T77" fmla="*/ 60 h 106"/>
                  <a:gd name="T78" fmla="*/ 0 w 108"/>
                  <a:gd name="T79" fmla="*/ 59 h 106"/>
                  <a:gd name="T80" fmla="*/ 0 w 108"/>
                  <a:gd name="T81" fmla="*/ 45 h 106"/>
                  <a:gd name="T82" fmla="*/ 5 w 108"/>
                  <a:gd name="T83" fmla="*/ 43 h 106"/>
                  <a:gd name="T84" fmla="*/ 16 w 108"/>
                  <a:gd name="T85" fmla="*/ 35 h 106"/>
                  <a:gd name="T86" fmla="*/ 12 w 108"/>
                  <a:gd name="T87" fmla="*/ 23 h 106"/>
                  <a:gd name="T88" fmla="*/ 11 w 108"/>
                  <a:gd name="T89" fmla="*/ 19 h 106"/>
                  <a:gd name="T90" fmla="*/ 21 w 108"/>
                  <a:gd name="T91" fmla="*/ 10 h 106"/>
                  <a:gd name="T92" fmla="*/ 30 w 108"/>
                  <a:gd name="T93" fmla="*/ 14 h 106"/>
                  <a:gd name="T94" fmla="*/ 42 w 108"/>
                  <a:gd name="T95" fmla="*/ 9 h 106"/>
                  <a:gd name="T96" fmla="*/ 46 w 108"/>
                  <a:gd name="T97" fmla="*/ 1 h 106"/>
                  <a:gd name="T98" fmla="*/ 47 w 108"/>
                  <a:gd name="T99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08" h="106">
                    <a:moveTo>
                      <a:pt x="54" y="34"/>
                    </a:moveTo>
                    <a:lnTo>
                      <a:pt x="47" y="35"/>
                    </a:lnTo>
                    <a:lnTo>
                      <a:pt x="42" y="38"/>
                    </a:lnTo>
                    <a:lnTo>
                      <a:pt x="38" y="42"/>
                    </a:lnTo>
                    <a:lnTo>
                      <a:pt x="36" y="47"/>
                    </a:lnTo>
                    <a:lnTo>
                      <a:pt x="36" y="52"/>
                    </a:lnTo>
                    <a:lnTo>
                      <a:pt x="36" y="59"/>
                    </a:lnTo>
                    <a:lnTo>
                      <a:pt x="38" y="64"/>
                    </a:lnTo>
                    <a:lnTo>
                      <a:pt x="42" y="68"/>
                    </a:lnTo>
                    <a:lnTo>
                      <a:pt x="47" y="70"/>
                    </a:lnTo>
                    <a:lnTo>
                      <a:pt x="54" y="70"/>
                    </a:lnTo>
                    <a:lnTo>
                      <a:pt x="60" y="70"/>
                    </a:lnTo>
                    <a:lnTo>
                      <a:pt x="64" y="68"/>
                    </a:lnTo>
                    <a:lnTo>
                      <a:pt x="70" y="64"/>
                    </a:lnTo>
                    <a:lnTo>
                      <a:pt x="72" y="59"/>
                    </a:lnTo>
                    <a:lnTo>
                      <a:pt x="72" y="52"/>
                    </a:lnTo>
                    <a:lnTo>
                      <a:pt x="72" y="47"/>
                    </a:lnTo>
                    <a:lnTo>
                      <a:pt x="70" y="42"/>
                    </a:lnTo>
                    <a:lnTo>
                      <a:pt x="64" y="38"/>
                    </a:lnTo>
                    <a:lnTo>
                      <a:pt x="60" y="35"/>
                    </a:lnTo>
                    <a:lnTo>
                      <a:pt x="54" y="34"/>
                    </a:lnTo>
                    <a:close/>
                    <a:moveTo>
                      <a:pt x="47" y="0"/>
                    </a:moveTo>
                    <a:lnTo>
                      <a:pt x="59" y="0"/>
                    </a:lnTo>
                    <a:lnTo>
                      <a:pt x="60" y="0"/>
                    </a:lnTo>
                    <a:lnTo>
                      <a:pt x="60" y="0"/>
                    </a:lnTo>
                    <a:lnTo>
                      <a:pt x="62" y="1"/>
                    </a:lnTo>
                    <a:lnTo>
                      <a:pt x="62" y="2"/>
                    </a:lnTo>
                    <a:lnTo>
                      <a:pt x="63" y="5"/>
                    </a:lnTo>
                    <a:lnTo>
                      <a:pt x="66" y="9"/>
                    </a:lnTo>
                    <a:lnTo>
                      <a:pt x="67" y="14"/>
                    </a:lnTo>
                    <a:lnTo>
                      <a:pt x="72" y="15"/>
                    </a:lnTo>
                    <a:lnTo>
                      <a:pt x="76" y="14"/>
                    </a:lnTo>
                    <a:lnTo>
                      <a:pt x="80" y="13"/>
                    </a:lnTo>
                    <a:lnTo>
                      <a:pt x="83" y="11"/>
                    </a:lnTo>
                    <a:lnTo>
                      <a:pt x="84" y="11"/>
                    </a:lnTo>
                    <a:lnTo>
                      <a:pt x="85" y="10"/>
                    </a:lnTo>
                    <a:lnTo>
                      <a:pt x="85" y="10"/>
                    </a:lnTo>
                    <a:lnTo>
                      <a:pt x="87" y="10"/>
                    </a:lnTo>
                    <a:lnTo>
                      <a:pt x="87" y="10"/>
                    </a:lnTo>
                    <a:lnTo>
                      <a:pt x="88" y="11"/>
                    </a:lnTo>
                    <a:lnTo>
                      <a:pt x="96" y="19"/>
                    </a:lnTo>
                    <a:lnTo>
                      <a:pt x="96" y="19"/>
                    </a:lnTo>
                    <a:lnTo>
                      <a:pt x="97" y="21"/>
                    </a:lnTo>
                    <a:lnTo>
                      <a:pt x="96" y="21"/>
                    </a:lnTo>
                    <a:lnTo>
                      <a:pt x="96" y="23"/>
                    </a:lnTo>
                    <a:lnTo>
                      <a:pt x="94" y="26"/>
                    </a:lnTo>
                    <a:lnTo>
                      <a:pt x="93" y="30"/>
                    </a:lnTo>
                    <a:lnTo>
                      <a:pt x="91" y="35"/>
                    </a:lnTo>
                    <a:lnTo>
                      <a:pt x="93" y="39"/>
                    </a:lnTo>
                    <a:lnTo>
                      <a:pt x="98" y="42"/>
                    </a:lnTo>
                    <a:lnTo>
                      <a:pt x="102" y="43"/>
                    </a:lnTo>
                    <a:lnTo>
                      <a:pt x="105" y="44"/>
                    </a:lnTo>
                    <a:lnTo>
                      <a:pt x="106" y="44"/>
                    </a:lnTo>
                    <a:lnTo>
                      <a:pt x="108" y="45"/>
                    </a:lnTo>
                    <a:lnTo>
                      <a:pt x="108" y="45"/>
                    </a:lnTo>
                    <a:lnTo>
                      <a:pt x="108" y="47"/>
                    </a:lnTo>
                    <a:lnTo>
                      <a:pt x="108" y="57"/>
                    </a:lnTo>
                    <a:lnTo>
                      <a:pt x="108" y="59"/>
                    </a:lnTo>
                    <a:lnTo>
                      <a:pt x="108" y="59"/>
                    </a:lnTo>
                    <a:lnTo>
                      <a:pt x="106" y="60"/>
                    </a:lnTo>
                    <a:lnTo>
                      <a:pt x="105" y="61"/>
                    </a:lnTo>
                    <a:lnTo>
                      <a:pt x="102" y="62"/>
                    </a:lnTo>
                    <a:lnTo>
                      <a:pt x="98" y="64"/>
                    </a:lnTo>
                    <a:lnTo>
                      <a:pt x="93" y="66"/>
                    </a:lnTo>
                    <a:lnTo>
                      <a:pt x="91" y="70"/>
                    </a:lnTo>
                    <a:lnTo>
                      <a:pt x="93" y="76"/>
                    </a:lnTo>
                    <a:lnTo>
                      <a:pt x="96" y="79"/>
                    </a:lnTo>
                    <a:lnTo>
                      <a:pt x="96" y="82"/>
                    </a:lnTo>
                    <a:lnTo>
                      <a:pt x="97" y="83"/>
                    </a:lnTo>
                    <a:lnTo>
                      <a:pt x="97" y="85"/>
                    </a:lnTo>
                    <a:lnTo>
                      <a:pt x="97" y="85"/>
                    </a:lnTo>
                    <a:lnTo>
                      <a:pt x="96" y="86"/>
                    </a:lnTo>
                    <a:lnTo>
                      <a:pt x="88" y="94"/>
                    </a:lnTo>
                    <a:lnTo>
                      <a:pt x="87" y="94"/>
                    </a:lnTo>
                    <a:lnTo>
                      <a:pt x="85" y="94"/>
                    </a:lnTo>
                    <a:lnTo>
                      <a:pt x="81" y="93"/>
                    </a:lnTo>
                    <a:lnTo>
                      <a:pt x="77" y="91"/>
                    </a:lnTo>
                    <a:lnTo>
                      <a:pt x="72" y="89"/>
                    </a:lnTo>
                    <a:lnTo>
                      <a:pt x="67" y="91"/>
                    </a:lnTo>
                    <a:lnTo>
                      <a:pt x="66" y="97"/>
                    </a:lnTo>
                    <a:lnTo>
                      <a:pt x="64" y="100"/>
                    </a:lnTo>
                    <a:lnTo>
                      <a:pt x="63" y="103"/>
                    </a:lnTo>
                    <a:lnTo>
                      <a:pt x="62" y="104"/>
                    </a:lnTo>
                    <a:lnTo>
                      <a:pt x="62" y="104"/>
                    </a:lnTo>
                    <a:lnTo>
                      <a:pt x="60" y="106"/>
                    </a:lnTo>
                    <a:lnTo>
                      <a:pt x="59" y="106"/>
                    </a:lnTo>
                    <a:lnTo>
                      <a:pt x="49" y="106"/>
                    </a:lnTo>
                    <a:lnTo>
                      <a:pt x="47" y="106"/>
                    </a:lnTo>
                    <a:lnTo>
                      <a:pt x="47" y="104"/>
                    </a:lnTo>
                    <a:lnTo>
                      <a:pt x="46" y="104"/>
                    </a:lnTo>
                    <a:lnTo>
                      <a:pt x="46" y="103"/>
                    </a:lnTo>
                    <a:lnTo>
                      <a:pt x="45" y="100"/>
                    </a:lnTo>
                    <a:lnTo>
                      <a:pt x="42" y="97"/>
                    </a:lnTo>
                    <a:lnTo>
                      <a:pt x="41" y="91"/>
                    </a:lnTo>
                    <a:lnTo>
                      <a:pt x="36" y="89"/>
                    </a:lnTo>
                    <a:lnTo>
                      <a:pt x="32" y="91"/>
                    </a:lnTo>
                    <a:lnTo>
                      <a:pt x="28" y="93"/>
                    </a:lnTo>
                    <a:lnTo>
                      <a:pt x="25" y="94"/>
                    </a:lnTo>
                    <a:lnTo>
                      <a:pt x="24" y="94"/>
                    </a:lnTo>
                    <a:lnTo>
                      <a:pt x="23" y="94"/>
                    </a:lnTo>
                    <a:lnTo>
                      <a:pt x="23" y="95"/>
                    </a:lnTo>
                    <a:lnTo>
                      <a:pt x="21" y="95"/>
                    </a:lnTo>
                    <a:lnTo>
                      <a:pt x="21" y="95"/>
                    </a:lnTo>
                    <a:lnTo>
                      <a:pt x="20" y="94"/>
                    </a:lnTo>
                    <a:lnTo>
                      <a:pt x="12" y="86"/>
                    </a:lnTo>
                    <a:lnTo>
                      <a:pt x="12" y="86"/>
                    </a:lnTo>
                    <a:lnTo>
                      <a:pt x="11" y="85"/>
                    </a:lnTo>
                    <a:lnTo>
                      <a:pt x="11" y="83"/>
                    </a:lnTo>
                    <a:lnTo>
                      <a:pt x="12" y="82"/>
                    </a:lnTo>
                    <a:lnTo>
                      <a:pt x="13" y="79"/>
                    </a:lnTo>
                    <a:lnTo>
                      <a:pt x="15" y="76"/>
                    </a:lnTo>
                    <a:lnTo>
                      <a:pt x="17" y="70"/>
                    </a:lnTo>
                    <a:lnTo>
                      <a:pt x="15" y="66"/>
                    </a:lnTo>
                    <a:lnTo>
                      <a:pt x="9" y="64"/>
                    </a:lnTo>
                    <a:lnTo>
                      <a:pt x="5" y="62"/>
                    </a:lnTo>
                    <a:lnTo>
                      <a:pt x="3" y="61"/>
                    </a:lnTo>
                    <a:lnTo>
                      <a:pt x="2" y="60"/>
                    </a:lnTo>
                    <a:lnTo>
                      <a:pt x="0" y="60"/>
                    </a:lnTo>
                    <a:lnTo>
                      <a:pt x="0" y="59"/>
                    </a:lnTo>
                    <a:lnTo>
                      <a:pt x="0" y="59"/>
                    </a:lnTo>
                    <a:lnTo>
                      <a:pt x="0" y="47"/>
                    </a:lnTo>
                    <a:lnTo>
                      <a:pt x="0" y="47"/>
                    </a:lnTo>
                    <a:lnTo>
                      <a:pt x="0" y="45"/>
                    </a:lnTo>
                    <a:lnTo>
                      <a:pt x="2" y="45"/>
                    </a:lnTo>
                    <a:lnTo>
                      <a:pt x="3" y="44"/>
                    </a:lnTo>
                    <a:lnTo>
                      <a:pt x="5" y="43"/>
                    </a:lnTo>
                    <a:lnTo>
                      <a:pt x="9" y="42"/>
                    </a:lnTo>
                    <a:lnTo>
                      <a:pt x="15" y="39"/>
                    </a:lnTo>
                    <a:lnTo>
                      <a:pt x="16" y="35"/>
                    </a:lnTo>
                    <a:lnTo>
                      <a:pt x="15" y="30"/>
                    </a:lnTo>
                    <a:lnTo>
                      <a:pt x="12" y="26"/>
                    </a:lnTo>
                    <a:lnTo>
                      <a:pt x="12" y="23"/>
                    </a:lnTo>
                    <a:lnTo>
                      <a:pt x="11" y="22"/>
                    </a:lnTo>
                    <a:lnTo>
                      <a:pt x="11" y="21"/>
                    </a:lnTo>
                    <a:lnTo>
                      <a:pt x="11" y="19"/>
                    </a:lnTo>
                    <a:lnTo>
                      <a:pt x="12" y="19"/>
                    </a:lnTo>
                    <a:lnTo>
                      <a:pt x="20" y="11"/>
                    </a:lnTo>
                    <a:lnTo>
                      <a:pt x="21" y="10"/>
                    </a:lnTo>
                    <a:lnTo>
                      <a:pt x="23" y="11"/>
                    </a:lnTo>
                    <a:lnTo>
                      <a:pt x="26" y="13"/>
                    </a:lnTo>
                    <a:lnTo>
                      <a:pt x="30" y="14"/>
                    </a:lnTo>
                    <a:lnTo>
                      <a:pt x="36" y="17"/>
                    </a:lnTo>
                    <a:lnTo>
                      <a:pt x="41" y="14"/>
                    </a:lnTo>
                    <a:lnTo>
                      <a:pt x="42" y="9"/>
                    </a:lnTo>
                    <a:lnTo>
                      <a:pt x="43" y="5"/>
                    </a:lnTo>
                    <a:lnTo>
                      <a:pt x="45" y="2"/>
                    </a:lnTo>
                    <a:lnTo>
                      <a:pt x="46" y="1"/>
                    </a:lnTo>
                    <a:lnTo>
                      <a:pt x="46" y="0"/>
                    </a:lnTo>
                    <a:lnTo>
                      <a:pt x="47" y="0"/>
                    </a:lnTo>
                    <a:lnTo>
                      <a:pt x="4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53" name="Freeform 47"/>
              <p:cNvSpPr>
                <a:spLocks noEditPoints="1"/>
              </p:cNvSpPr>
              <p:nvPr/>
            </p:nvSpPr>
            <p:spPr bwMode="auto">
              <a:xfrm rot="19386584" flipH="1">
                <a:off x="5451284" y="410295"/>
                <a:ext cx="77152" cy="76431"/>
              </a:xfrm>
              <a:custGeom>
                <a:avLst/>
                <a:gdLst>
                  <a:gd name="T0" fmla="*/ 43 w 107"/>
                  <a:gd name="T1" fmla="*/ 38 h 106"/>
                  <a:gd name="T2" fmla="*/ 35 w 107"/>
                  <a:gd name="T3" fmla="*/ 53 h 106"/>
                  <a:gd name="T4" fmla="*/ 43 w 107"/>
                  <a:gd name="T5" fmla="*/ 68 h 106"/>
                  <a:gd name="T6" fmla="*/ 60 w 107"/>
                  <a:gd name="T7" fmla="*/ 71 h 106"/>
                  <a:gd name="T8" fmla="*/ 72 w 107"/>
                  <a:gd name="T9" fmla="*/ 59 h 106"/>
                  <a:gd name="T10" fmla="*/ 69 w 107"/>
                  <a:gd name="T11" fmla="*/ 42 h 106"/>
                  <a:gd name="T12" fmla="*/ 53 w 107"/>
                  <a:gd name="T13" fmla="*/ 34 h 106"/>
                  <a:gd name="T14" fmla="*/ 60 w 107"/>
                  <a:gd name="T15" fmla="*/ 0 h 106"/>
                  <a:gd name="T16" fmla="*/ 63 w 107"/>
                  <a:gd name="T17" fmla="*/ 3 h 106"/>
                  <a:gd name="T18" fmla="*/ 67 w 107"/>
                  <a:gd name="T19" fmla="*/ 15 h 106"/>
                  <a:gd name="T20" fmla="*/ 80 w 107"/>
                  <a:gd name="T21" fmla="*/ 13 h 106"/>
                  <a:gd name="T22" fmla="*/ 85 w 107"/>
                  <a:gd name="T23" fmla="*/ 11 h 106"/>
                  <a:gd name="T24" fmla="*/ 86 w 107"/>
                  <a:gd name="T25" fmla="*/ 11 h 106"/>
                  <a:gd name="T26" fmla="*/ 95 w 107"/>
                  <a:gd name="T27" fmla="*/ 20 h 106"/>
                  <a:gd name="T28" fmla="*/ 95 w 107"/>
                  <a:gd name="T29" fmla="*/ 24 h 106"/>
                  <a:gd name="T30" fmla="*/ 91 w 107"/>
                  <a:gd name="T31" fmla="*/ 36 h 106"/>
                  <a:gd name="T32" fmla="*/ 102 w 107"/>
                  <a:gd name="T33" fmla="*/ 43 h 106"/>
                  <a:gd name="T34" fmla="*/ 107 w 107"/>
                  <a:gd name="T35" fmla="*/ 46 h 106"/>
                  <a:gd name="T36" fmla="*/ 107 w 107"/>
                  <a:gd name="T37" fmla="*/ 58 h 106"/>
                  <a:gd name="T38" fmla="*/ 106 w 107"/>
                  <a:gd name="T39" fmla="*/ 60 h 106"/>
                  <a:gd name="T40" fmla="*/ 98 w 107"/>
                  <a:gd name="T41" fmla="*/ 64 h 106"/>
                  <a:gd name="T42" fmla="*/ 93 w 107"/>
                  <a:gd name="T43" fmla="*/ 76 h 106"/>
                  <a:gd name="T44" fmla="*/ 97 w 107"/>
                  <a:gd name="T45" fmla="*/ 84 h 106"/>
                  <a:gd name="T46" fmla="*/ 95 w 107"/>
                  <a:gd name="T47" fmla="*/ 87 h 106"/>
                  <a:gd name="T48" fmla="*/ 85 w 107"/>
                  <a:gd name="T49" fmla="*/ 94 h 106"/>
                  <a:gd name="T50" fmla="*/ 72 w 107"/>
                  <a:gd name="T51" fmla="*/ 89 h 106"/>
                  <a:gd name="T52" fmla="*/ 64 w 107"/>
                  <a:gd name="T53" fmla="*/ 100 h 106"/>
                  <a:gd name="T54" fmla="*/ 61 w 107"/>
                  <a:gd name="T55" fmla="*/ 105 h 106"/>
                  <a:gd name="T56" fmla="*/ 48 w 107"/>
                  <a:gd name="T57" fmla="*/ 106 h 106"/>
                  <a:gd name="T58" fmla="*/ 46 w 107"/>
                  <a:gd name="T59" fmla="*/ 105 h 106"/>
                  <a:gd name="T60" fmla="*/ 42 w 107"/>
                  <a:gd name="T61" fmla="*/ 97 h 106"/>
                  <a:gd name="T62" fmla="*/ 31 w 107"/>
                  <a:gd name="T63" fmla="*/ 92 h 106"/>
                  <a:gd name="T64" fmla="*/ 23 w 107"/>
                  <a:gd name="T65" fmla="*/ 94 h 106"/>
                  <a:gd name="T66" fmla="*/ 22 w 107"/>
                  <a:gd name="T67" fmla="*/ 94 h 106"/>
                  <a:gd name="T68" fmla="*/ 12 w 107"/>
                  <a:gd name="T69" fmla="*/ 87 h 106"/>
                  <a:gd name="T70" fmla="*/ 12 w 107"/>
                  <a:gd name="T71" fmla="*/ 84 h 106"/>
                  <a:gd name="T72" fmla="*/ 14 w 107"/>
                  <a:gd name="T73" fmla="*/ 76 h 106"/>
                  <a:gd name="T74" fmla="*/ 9 w 107"/>
                  <a:gd name="T75" fmla="*/ 64 h 106"/>
                  <a:gd name="T76" fmla="*/ 1 w 107"/>
                  <a:gd name="T77" fmla="*/ 60 h 106"/>
                  <a:gd name="T78" fmla="*/ 0 w 107"/>
                  <a:gd name="T79" fmla="*/ 59 h 106"/>
                  <a:gd name="T80" fmla="*/ 0 w 107"/>
                  <a:gd name="T81" fmla="*/ 46 h 106"/>
                  <a:gd name="T82" fmla="*/ 5 w 107"/>
                  <a:gd name="T83" fmla="*/ 43 h 106"/>
                  <a:gd name="T84" fmla="*/ 17 w 107"/>
                  <a:gd name="T85" fmla="*/ 36 h 106"/>
                  <a:gd name="T86" fmla="*/ 12 w 107"/>
                  <a:gd name="T87" fmla="*/ 24 h 106"/>
                  <a:gd name="T88" fmla="*/ 12 w 107"/>
                  <a:gd name="T89" fmla="*/ 20 h 106"/>
                  <a:gd name="T90" fmla="*/ 21 w 107"/>
                  <a:gd name="T91" fmla="*/ 11 h 106"/>
                  <a:gd name="T92" fmla="*/ 30 w 107"/>
                  <a:gd name="T93" fmla="*/ 15 h 106"/>
                  <a:gd name="T94" fmla="*/ 42 w 107"/>
                  <a:gd name="T95" fmla="*/ 9 h 106"/>
                  <a:gd name="T96" fmla="*/ 46 w 107"/>
                  <a:gd name="T97" fmla="*/ 2 h 106"/>
                  <a:gd name="T98" fmla="*/ 48 w 107"/>
                  <a:gd name="T99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07" h="106">
                    <a:moveTo>
                      <a:pt x="53" y="34"/>
                    </a:moveTo>
                    <a:lnTo>
                      <a:pt x="48" y="36"/>
                    </a:lnTo>
                    <a:lnTo>
                      <a:pt x="43" y="38"/>
                    </a:lnTo>
                    <a:lnTo>
                      <a:pt x="39" y="42"/>
                    </a:lnTo>
                    <a:lnTo>
                      <a:pt x="35" y="47"/>
                    </a:lnTo>
                    <a:lnTo>
                      <a:pt x="35" y="53"/>
                    </a:lnTo>
                    <a:lnTo>
                      <a:pt x="35" y="59"/>
                    </a:lnTo>
                    <a:lnTo>
                      <a:pt x="39" y="64"/>
                    </a:lnTo>
                    <a:lnTo>
                      <a:pt x="43" y="68"/>
                    </a:lnTo>
                    <a:lnTo>
                      <a:pt x="48" y="71"/>
                    </a:lnTo>
                    <a:lnTo>
                      <a:pt x="53" y="71"/>
                    </a:lnTo>
                    <a:lnTo>
                      <a:pt x="60" y="71"/>
                    </a:lnTo>
                    <a:lnTo>
                      <a:pt x="65" y="68"/>
                    </a:lnTo>
                    <a:lnTo>
                      <a:pt x="69" y="64"/>
                    </a:lnTo>
                    <a:lnTo>
                      <a:pt x="72" y="59"/>
                    </a:lnTo>
                    <a:lnTo>
                      <a:pt x="73" y="53"/>
                    </a:lnTo>
                    <a:lnTo>
                      <a:pt x="72" y="47"/>
                    </a:lnTo>
                    <a:lnTo>
                      <a:pt x="69" y="42"/>
                    </a:lnTo>
                    <a:lnTo>
                      <a:pt x="65" y="38"/>
                    </a:lnTo>
                    <a:lnTo>
                      <a:pt x="60" y="36"/>
                    </a:lnTo>
                    <a:lnTo>
                      <a:pt x="53" y="34"/>
                    </a:lnTo>
                    <a:close/>
                    <a:moveTo>
                      <a:pt x="48" y="0"/>
                    </a:moveTo>
                    <a:lnTo>
                      <a:pt x="59" y="0"/>
                    </a:lnTo>
                    <a:lnTo>
                      <a:pt x="60" y="0"/>
                    </a:lnTo>
                    <a:lnTo>
                      <a:pt x="60" y="0"/>
                    </a:lnTo>
                    <a:lnTo>
                      <a:pt x="61" y="2"/>
                    </a:lnTo>
                    <a:lnTo>
                      <a:pt x="63" y="3"/>
                    </a:lnTo>
                    <a:lnTo>
                      <a:pt x="64" y="5"/>
                    </a:lnTo>
                    <a:lnTo>
                      <a:pt x="65" y="9"/>
                    </a:lnTo>
                    <a:lnTo>
                      <a:pt x="67" y="15"/>
                    </a:lnTo>
                    <a:lnTo>
                      <a:pt x="72" y="16"/>
                    </a:lnTo>
                    <a:lnTo>
                      <a:pt x="76" y="15"/>
                    </a:lnTo>
                    <a:lnTo>
                      <a:pt x="80" y="13"/>
                    </a:lnTo>
                    <a:lnTo>
                      <a:pt x="82" y="12"/>
                    </a:lnTo>
                    <a:lnTo>
                      <a:pt x="84" y="11"/>
                    </a:lnTo>
                    <a:lnTo>
                      <a:pt x="85" y="11"/>
                    </a:lnTo>
                    <a:lnTo>
                      <a:pt x="85" y="11"/>
                    </a:lnTo>
                    <a:lnTo>
                      <a:pt x="86" y="11"/>
                    </a:lnTo>
                    <a:lnTo>
                      <a:pt x="86" y="11"/>
                    </a:lnTo>
                    <a:lnTo>
                      <a:pt x="87" y="12"/>
                    </a:lnTo>
                    <a:lnTo>
                      <a:pt x="95" y="20"/>
                    </a:lnTo>
                    <a:lnTo>
                      <a:pt x="95" y="20"/>
                    </a:lnTo>
                    <a:lnTo>
                      <a:pt x="97" y="20"/>
                    </a:lnTo>
                    <a:lnTo>
                      <a:pt x="97" y="21"/>
                    </a:lnTo>
                    <a:lnTo>
                      <a:pt x="95" y="24"/>
                    </a:lnTo>
                    <a:lnTo>
                      <a:pt x="95" y="26"/>
                    </a:lnTo>
                    <a:lnTo>
                      <a:pt x="93" y="30"/>
                    </a:lnTo>
                    <a:lnTo>
                      <a:pt x="91" y="36"/>
                    </a:lnTo>
                    <a:lnTo>
                      <a:pt x="93" y="40"/>
                    </a:lnTo>
                    <a:lnTo>
                      <a:pt x="98" y="41"/>
                    </a:lnTo>
                    <a:lnTo>
                      <a:pt x="102" y="43"/>
                    </a:lnTo>
                    <a:lnTo>
                      <a:pt x="104" y="45"/>
                    </a:lnTo>
                    <a:lnTo>
                      <a:pt x="106" y="45"/>
                    </a:lnTo>
                    <a:lnTo>
                      <a:pt x="107" y="46"/>
                    </a:lnTo>
                    <a:lnTo>
                      <a:pt x="107" y="46"/>
                    </a:lnTo>
                    <a:lnTo>
                      <a:pt x="107" y="47"/>
                    </a:lnTo>
                    <a:lnTo>
                      <a:pt x="107" y="58"/>
                    </a:lnTo>
                    <a:lnTo>
                      <a:pt x="107" y="59"/>
                    </a:lnTo>
                    <a:lnTo>
                      <a:pt x="107" y="59"/>
                    </a:lnTo>
                    <a:lnTo>
                      <a:pt x="106" y="60"/>
                    </a:lnTo>
                    <a:lnTo>
                      <a:pt x="104" y="62"/>
                    </a:lnTo>
                    <a:lnTo>
                      <a:pt x="102" y="62"/>
                    </a:lnTo>
                    <a:lnTo>
                      <a:pt x="98" y="64"/>
                    </a:lnTo>
                    <a:lnTo>
                      <a:pt x="93" y="66"/>
                    </a:lnTo>
                    <a:lnTo>
                      <a:pt x="91" y="71"/>
                    </a:lnTo>
                    <a:lnTo>
                      <a:pt x="93" y="76"/>
                    </a:lnTo>
                    <a:lnTo>
                      <a:pt x="95" y="80"/>
                    </a:lnTo>
                    <a:lnTo>
                      <a:pt x="97" y="83"/>
                    </a:lnTo>
                    <a:lnTo>
                      <a:pt x="97" y="84"/>
                    </a:lnTo>
                    <a:lnTo>
                      <a:pt x="97" y="85"/>
                    </a:lnTo>
                    <a:lnTo>
                      <a:pt x="97" y="85"/>
                    </a:lnTo>
                    <a:lnTo>
                      <a:pt x="95" y="87"/>
                    </a:lnTo>
                    <a:lnTo>
                      <a:pt x="87" y="94"/>
                    </a:lnTo>
                    <a:lnTo>
                      <a:pt x="86" y="94"/>
                    </a:lnTo>
                    <a:lnTo>
                      <a:pt x="85" y="94"/>
                    </a:lnTo>
                    <a:lnTo>
                      <a:pt x="81" y="93"/>
                    </a:lnTo>
                    <a:lnTo>
                      <a:pt x="77" y="92"/>
                    </a:lnTo>
                    <a:lnTo>
                      <a:pt x="72" y="89"/>
                    </a:lnTo>
                    <a:lnTo>
                      <a:pt x="68" y="91"/>
                    </a:lnTo>
                    <a:lnTo>
                      <a:pt x="65" y="97"/>
                    </a:lnTo>
                    <a:lnTo>
                      <a:pt x="64" y="100"/>
                    </a:lnTo>
                    <a:lnTo>
                      <a:pt x="63" y="102"/>
                    </a:lnTo>
                    <a:lnTo>
                      <a:pt x="61" y="105"/>
                    </a:lnTo>
                    <a:lnTo>
                      <a:pt x="61" y="105"/>
                    </a:lnTo>
                    <a:lnTo>
                      <a:pt x="60" y="105"/>
                    </a:lnTo>
                    <a:lnTo>
                      <a:pt x="60" y="106"/>
                    </a:lnTo>
                    <a:lnTo>
                      <a:pt x="48" y="106"/>
                    </a:lnTo>
                    <a:lnTo>
                      <a:pt x="47" y="105"/>
                    </a:lnTo>
                    <a:lnTo>
                      <a:pt x="47" y="105"/>
                    </a:lnTo>
                    <a:lnTo>
                      <a:pt x="46" y="105"/>
                    </a:lnTo>
                    <a:lnTo>
                      <a:pt x="46" y="102"/>
                    </a:lnTo>
                    <a:lnTo>
                      <a:pt x="44" y="101"/>
                    </a:lnTo>
                    <a:lnTo>
                      <a:pt x="42" y="97"/>
                    </a:lnTo>
                    <a:lnTo>
                      <a:pt x="40" y="92"/>
                    </a:lnTo>
                    <a:lnTo>
                      <a:pt x="35" y="89"/>
                    </a:lnTo>
                    <a:lnTo>
                      <a:pt x="31" y="92"/>
                    </a:lnTo>
                    <a:lnTo>
                      <a:pt x="27" y="93"/>
                    </a:lnTo>
                    <a:lnTo>
                      <a:pt x="25" y="94"/>
                    </a:lnTo>
                    <a:lnTo>
                      <a:pt x="23" y="94"/>
                    </a:lnTo>
                    <a:lnTo>
                      <a:pt x="22" y="94"/>
                    </a:lnTo>
                    <a:lnTo>
                      <a:pt x="22" y="94"/>
                    </a:lnTo>
                    <a:lnTo>
                      <a:pt x="22" y="94"/>
                    </a:lnTo>
                    <a:lnTo>
                      <a:pt x="21" y="94"/>
                    </a:lnTo>
                    <a:lnTo>
                      <a:pt x="19" y="94"/>
                    </a:lnTo>
                    <a:lnTo>
                      <a:pt x="12" y="87"/>
                    </a:lnTo>
                    <a:lnTo>
                      <a:pt x="12" y="85"/>
                    </a:lnTo>
                    <a:lnTo>
                      <a:pt x="12" y="85"/>
                    </a:lnTo>
                    <a:lnTo>
                      <a:pt x="12" y="84"/>
                    </a:lnTo>
                    <a:lnTo>
                      <a:pt x="12" y="83"/>
                    </a:lnTo>
                    <a:lnTo>
                      <a:pt x="13" y="80"/>
                    </a:lnTo>
                    <a:lnTo>
                      <a:pt x="14" y="76"/>
                    </a:lnTo>
                    <a:lnTo>
                      <a:pt x="17" y="71"/>
                    </a:lnTo>
                    <a:lnTo>
                      <a:pt x="14" y="66"/>
                    </a:lnTo>
                    <a:lnTo>
                      <a:pt x="9" y="64"/>
                    </a:lnTo>
                    <a:lnTo>
                      <a:pt x="5" y="63"/>
                    </a:lnTo>
                    <a:lnTo>
                      <a:pt x="2" y="62"/>
                    </a:lnTo>
                    <a:lnTo>
                      <a:pt x="1" y="60"/>
                    </a:lnTo>
                    <a:lnTo>
                      <a:pt x="0" y="60"/>
                    </a:lnTo>
                    <a:lnTo>
                      <a:pt x="0" y="59"/>
                    </a:lnTo>
                    <a:lnTo>
                      <a:pt x="0" y="59"/>
                    </a:lnTo>
                    <a:lnTo>
                      <a:pt x="0" y="47"/>
                    </a:lnTo>
                    <a:lnTo>
                      <a:pt x="0" y="47"/>
                    </a:lnTo>
                    <a:lnTo>
                      <a:pt x="0" y="46"/>
                    </a:lnTo>
                    <a:lnTo>
                      <a:pt x="1" y="46"/>
                    </a:lnTo>
                    <a:lnTo>
                      <a:pt x="2" y="45"/>
                    </a:lnTo>
                    <a:lnTo>
                      <a:pt x="5" y="43"/>
                    </a:lnTo>
                    <a:lnTo>
                      <a:pt x="9" y="42"/>
                    </a:lnTo>
                    <a:lnTo>
                      <a:pt x="14" y="40"/>
                    </a:lnTo>
                    <a:lnTo>
                      <a:pt x="17" y="36"/>
                    </a:lnTo>
                    <a:lnTo>
                      <a:pt x="14" y="30"/>
                    </a:lnTo>
                    <a:lnTo>
                      <a:pt x="13" y="26"/>
                    </a:lnTo>
                    <a:lnTo>
                      <a:pt x="12" y="24"/>
                    </a:lnTo>
                    <a:lnTo>
                      <a:pt x="10" y="22"/>
                    </a:lnTo>
                    <a:lnTo>
                      <a:pt x="10" y="21"/>
                    </a:lnTo>
                    <a:lnTo>
                      <a:pt x="12" y="20"/>
                    </a:lnTo>
                    <a:lnTo>
                      <a:pt x="12" y="20"/>
                    </a:lnTo>
                    <a:lnTo>
                      <a:pt x="21" y="11"/>
                    </a:lnTo>
                    <a:lnTo>
                      <a:pt x="21" y="11"/>
                    </a:lnTo>
                    <a:lnTo>
                      <a:pt x="23" y="12"/>
                    </a:lnTo>
                    <a:lnTo>
                      <a:pt x="26" y="12"/>
                    </a:lnTo>
                    <a:lnTo>
                      <a:pt x="30" y="15"/>
                    </a:lnTo>
                    <a:lnTo>
                      <a:pt x="35" y="16"/>
                    </a:lnTo>
                    <a:lnTo>
                      <a:pt x="40" y="15"/>
                    </a:lnTo>
                    <a:lnTo>
                      <a:pt x="42" y="9"/>
                    </a:lnTo>
                    <a:lnTo>
                      <a:pt x="43" y="5"/>
                    </a:lnTo>
                    <a:lnTo>
                      <a:pt x="44" y="3"/>
                    </a:lnTo>
                    <a:lnTo>
                      <a:pt x="46" y="2"/>
                    </a:lnTo>
                    <a:lnTo>
                      <a:pt x="47" y="0"/>
                    </a:lnTo>
                    <a:lnTo>
                      <a:pt x="47" y="0"/>
                    </a:lnTo>
                    <a:lnTo>
                      <a:pt x="4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54" name="Freeform 48"/>
              <p:cNvSpPr>
                <a:spLocks noEditPoints="1"/>
              </p:cNvSpPr>
              <p:nvPr/>
            </p:nvSpPr>
            <p:spPr bwMode="auto">
              <a:xfrm rot="19386584" flipH="1">
                <a:off x="6866840" y="2237557"/>
                <a:ext cx="107436" cy="104551"/>
              </a:xfrm>
              <a:custGeom>
                <a:avLst/>
                <a:gdLst>
                  <a:gd name="T0" fmla="*/ 53 w 149"/>
                  <a:gd name="T1" fmla="*/ 59 h 145"/>
                  <a:gd name="T2" fmla="*/ 62 w 149"/>
                  <a:gd name="T3" fmla="*/ 94 h 145"/>
                  <a:gd name="T4" fmla="*/ 97 w 149"/>
                  <a:gd name="T5" fmla="*/ 85 h 145"/>
                  <a:gd name="T6" fmla="*/ 88 w 149"/>
                  <a:gd name="T7" fmla="*/ 50 h 145"/>
                  <a:gd name="T8" fmla="*/ 83 w 149"/>
                  <a:gd name="T9" fmla="*/ 0 h 145"/>
                  <a:gd name="T10" fmla="*/ 85 w 149"/>
                  <a:gd name="T11" fmla="*/ 0 h 145"/>
                  <a:gd name="T12" fmla="*/ 89 w 149"/>
                  <a:gd name="T13" fmla="*/ 8 h 145"/>
                  <a:gd name="T14" fmla="*/ 100 w 149"/>
                  <a:gd name="T15" fmla="*/ 22 h 145"/>
                  <a:gd name="T16" fmla="*/ 113 w 149"/>
                  <a:gd name="T17" fmla="*/ 16 h 145"/>
                  <a:gd name="T18" fmla="*/ 118 w 149"/>
                  <a:gd name="T19" fmla="*/ 14 h 145"/>
                  <a:gd name="T20" fmla="*/ 121 w 149"/>
                  <a:gd name="T21" fmla="*/ 14 h 145"/>
                  <a:gd name="T22" fmla="*/ 134 w 149"/>
                  <a:gd name="T23" fmla="*/ 28 h 145"/>
                  <a:gd name="T24" fmla="*/ 130 w 149"/>
                  <a:gd name="T25" fmla="*/ 38 h 145"/>
                  <a:gd name="T26" fmla="*/ 135 w 149"/>
                  <a:gd name="T27" fmla="*/ 56 h 145"/>
                  <a:gd name="T28" fmla="*/ 147 w 149"/>
                  <a:gd name="T29" fmla="*/ 60 h 145"/>
                  <a:gd name="T30" fmla="*/ 149 w 149"/>
                  <a:gd name="T31" fmla="*/ 63 h 145"/>
                  <a:gd name="T32" fmla="*/ 149 w 149"/>
                  <a:gd name="T33" fmla="*/ 80 h 145"/>
                  <a:gd name="T34" fmla="*/ 147 w 149"/>
                  <a:gd name="T35" fmla="*/ 83 h 145"/>
                  <a:gd name="T36" fmla="*/ 135 w 149"/>
                  <a:gd name="T37" fmla="*/ 88 h 145"/>
                  <a:gd name="T38" fmla="*/ 131 w 149"/>
                  <a:gd name="T39" fmla="*/ 106 h 145"/>
                  <a:gd name="T40" fmla="*/ 134 w 149"/>
                  <a:gd name="T41" fmla="*/ 117 h 145"/>
                  <a:gd name="T42" fmla="*/ 119 w 149"/>
                  <a:gd name="T43" fmla="*/ 130 h 145"/>
                  <a:gd name="T44" fmla="*/ 111 w 149"/>
                  <a:gd name="T45" fmla="*/ 127 h 145"/>
                  <a:gd name="T46" fmla="*/ 93 w 149"/>
                  <a:gd name="T47" fmla="*/ 124 h 145"/>
                  <a:gd name="T48" fmla="*/ 88 w 149"/>
                  <a:gd name="T49" fmla="*/ 140 h 145"/>
                  <a:gd name="T50" fmla="*/ 84 w 149"/>
                  <a:gd name="T51" fmla="*/ 144 h 145"/>
                  <a:gd name="T52" fmla="*/ 67 w 149"/>
                  <a:gd name="T53" fmla="*/ 145 h 145"/>
                  <a:gd name="T54" fmla="*/ 64 w 149"/>
                  <a:gd name="T55" fmla="*/ 144 h 145"/>
                  <a:gd name="T56" fmla="*/ 60 w 149"/>
                  <a:gd name="T57" fmla="*/ 136 h 145"/>
                  <a:gd name="T58" fmla="*/ 50 w 149"/>
                  <a:gd name="T59" fmla="*/ 123 h 145"/>
                  <a:gd name="T60" fmla="*/ 37 w 149"/>
                  <a:gd name="T61" fmla="*/ 128 h 145"/>
                  <a:gd name="T62" fmla="*/ 32 w 149"/>
                  <a:gd name="T63" fmla="*/ 130 h 145"/>
                  <a:gd name="T64" fmla="*/ 29 w 149"/>
                  <a:gd name="T65" fmla="*/ 130 h 145"/>
                  <a:gd name="T66" fmla="*/ 16 w 149"/>
                  <a:gd name="T67" fmla="*/ 118 h 145"/>
                  <a:gd name="T68" fmla="*/ 20 w 149"/>
                  <a:gd name="T69" fmla="*/ 106 h 145"/>
                  <a:gd name="T70" fmla="*/ 15 w 149"/>
                  <a:gd name="T71" fmla="*/ 88 h 145"/>
                  <a:gd name="T72" fmla="*/ 3 w 149"/>
                  <a:gd name="T73" fmla="*/ 84 h 145"/>
                  <a:gd name="T74" fmla="*/ 0 w 149"/>
                  <a:gd name="T75" fmla="*/ 81 h 145"/>
                  <a:gd name="T76" fmla="*/ 0 w 149"/>
                  <a:gd name="T77" fmla="*/ 64 h 145"/>
                  <a:gd name="T78" fmla="*/ 3 w 149"/>
                  <a:gd name="T79" fmla="*/ 62 h 145"/>
                  <a:gd name="T80" fmla="*/ 15 w 149"/>
                  <a:gd name="T81" fmla="*/ 56 h 145"/>
                  <a:gd name="T82" fmla="*/ 19 w 149"/>
                  <a:gd name="T83" fmla="*/ 38 h 145"/>
                  <a:gd name="T84" fmla="*/ 16 w 149"/>
                  <a:gd name="T85" fmla="*/ 28 h 145"/>
                  <a:gd name="T86" fmla="*/ 30 w 149"/>
                  <a:gd name="T87" fmla="*/ 14 h 145"/>
                  <a:gd name="T88" fmla="*/ 38 w 149"/>
                  <a:gd name="T89" fmla="*/ 17 h 145"/>
                  <a:gd name="T90" fmla="*/ 57 w 149"/>
                  <a:gd name="T91" fmla="*/ 20 h 145"/>
                  <a:gd name="T92" fmla="*/ 62 w 149"/>
                  <a:gd name="T93" fmla="*/ 4 h 145"/>
                  <a:gd name="T94" fmla="*/ 66 w 149"/>
                  <a:gd name="T95" fmla="*/ 0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49" h="145">
                    <a:moveTo>
                      <a:pt x="75" y="47"/>
                    </a:moveTo>
                    <a:lnTo>
                      <a:pt x="62" y="50"/>
                    </a:lnTo>
                    <a:lnTo>
                      <a:pt x="53" y="59"/>
                    </a:lnTo>
                    <a:lnTo>
                      <a:pt x="49" y="72"/>
                    </a:lnTo>
                    <a:lnTo>
                      <a:pt x="53" y="85"/>
                    </a:lnTo>
                    <a:lnTo>
                      <a:pt x="62" y="94"/>
                    </a:lnTo>
                    <a:lnTo>
                      <a:pt x="75" y="98"/>
                    </a:lnTo>
                    <a:lnTo>
                      <a:pt x="88" y="94"/>
                    </a:lnTo>
                    <a:lnTo>
                      <a:pt x="97" y="85"/>
                    </a:lnTo>
                    <a:lnTo>
                      <a:pt x="101" y="72"/>
                    </a:lnTo>
                    <a:lnTo>
                      <a:pt x="97" y="59"/>
                    </a:lnTo>
                    <a:lnTo>
                      <a:pt x="88" y="50"/>
                    </a:lnTo>
                    <a:lnTo>
                      <a:pt x="75" y="47"/>
                    </a:lnTo>
                    <a:close/>
                    <a:moveTo>
                      <a:pt x="67" y="0"/>
                    </a:moveTo>
                    <a:lnTo>
                      <a:pt x="83" y="0"/>
                    </a:lnTo>
                    <a:lnTo>
                      <a:pt x="83" y="0"/>
                    </a:lnTo>
                    <a:lnTo>
                      <a:pt x="84" y="0"/>
                    </a:lnTo>
                    <a:lnTo>
                      <a:pt x="85" y="0"/>
                    </a:lnTo>
                    <a:lnTo>
                      <a:pt x="85" y="3"/>
                    </a:lnTo>
                    <a:lnTo>
                      <a:pt x="87" y="4"/>
                    </a:lnTo>
                    <a:lnTo>
                      <a:pt x="89" y="8"/>
                    </a:lnTo>
                    <a:lnTo>
                      <a:pt x="91" y="13"/>
                    </a:lnTo>
                    <a:lnTo>
                      <a:pt x="93" y="20"/>
                    </a:lnTo>
                    <a:lnTo>
                      <a:pt x="100" y="22"/>
                    </a:lnTo>
                    <a:lnTo>
                      <a:pt x="105" y="20"/>
                    </a:lnTo>
                    <a:lnTo>
                      <a:pt x="110" y="17"/>
                    </a:lnTo>
                    <a:lnTo>
                      <a:pt x="113" y="16"/>
                    </a:lnTo>
                    <a:lnTo>
                      <a:pt x="115" y="16"/>
                    </a:lnTo>
                    <a:lnTo>
                      <a:pt x="117" y="14"/>
                    </a:lnTo>
                    <a:lnTo>
                      <a:pt x="118" y="14"/>
                    </a:lnTo>
                    <a:lnTo>
                      <a:pt x="119" y="14"/>
                    </a:lnTo>
                    <a:lnTo>
                      <a:pt x="119" y="14"/>
                    </a:lnTo>
                    <a:lnTo>
                      <a:pt x="121" y="14"/>
                    </a:lnTo>
                    <a:lnTo>
                      <a:pt x="122" y="16"/>
                    </a:lnTo>
                    <a:lnTo>
                      <a:pt x="132" y="26"/>
                    </a:lnTo>
                    <a:lnTo>
                      <a:pt x="134" y="28"/>
                    </a:lnTo>
                    <a:lnTo>
                      <a:pt x="134" y="29"/>
                    </a:lnTo>
                    <a:lnTo>
                      <a:pt x="132" y="33"/>
                    </a:lnTo>
                    <a:lnTo>
                      <a:pt x="130" y="38"/>
                    </a:lnTo>
                    <a:lnTo>
                      <a:pt x="126" y="47"/>
                    </a:lnTo>
                    <a:lnTo>
                      <a:pt x="128" y="54"/>
                    </a:lnTo>
                    <a:lnTo>
                      <a:pt x="135" y="56"/>
                    </a:lnTo>
                    <a:lnTo>
                      <a:pt x="140" y="58"/>
                    </a:lnTo>
                    <a:lnTo>
                      <a:pt x="144" y="60"/>
                    </a:lnTo>
                    <a:lnTo>
                      <a:pt x="147" y="60"/>
                    </a:lnTo>
                    <a:lnTo>
                      <a:pt x="148" y="62"/>
                    </a:lnTo>
                    <a:lnTo>
                      <a:pt x="148" y="63"/>
                    </a:lnTo>
                    <a:lnTo>
                      <a:pt x="149" y="63"/>
                    </a:lnTo>
                    <a:lnTo>
                      <a:pt x="149" y="64"/>
                    </a:lnTo>
                    <a:lnTo>
                      <a:pt x="149" y="80"/>
                    </a:lnTo>
                    <a:lnTo>
                      <a:pt x="149" y="80"/>
                    </a:lnTo>
                    <a:lnTo>
                      <a:pt x="148" y="81"/>
                    </a:lnTo>
                    <a:lnTo>
                      <a:pt x="148" y="83"/>
                    </a:lnTo>
                    <a:lnTo>
                      <a:pt x="147" y="83"/>
                    </a:lnTo>
                    <a:lnTo>
                      <a:pt x="144" y="84"/>
                    </a:lnTo>
                    <a:lnTo>
                      <a:pt x="140" y="86"/>
                    </a:lnTo>
                    <a:lnTo>
                      <a:pt x="135" y="88"/>
                    </a:lnTo>
                    <a:lnTo>
                      <a:pt x="128" y="90"/>
                    </a:lnTo>
                    <a:lnTo>
                      <a:pt x="126" y="97"/>
                    </a:lnTo>
                    <a:lnTo>
                      <a:pt x="131" y="106"/>
                    </a:lnTo>
                    <a:lnTo>
                      <a:pt x="132" y="111"/>
                    </a:lnTo>
                    <a:lnTo>
                      <a:pt x="134" y="115"/>
                    </a:lnTo>
                    <a:lnTo>
                      <a:pt x="134" y="117"/>
                    </a:lnTo>
                    <a:lnTo>
                      <a:pt x="132" y="118"/>
                    </a:lnTo>
                    <a:lnTo>
                      <a:pt x="121" y="130"/>
                    </a:lnTo>
                    <a:lnTo>
                      <a:pt x="119" y="130"/>
                    </a:lnTo>
                    <a:lnTo>
                      <a:pt x="118" y="130"/>
                    </a:lnTo>
                    <a:lnTo>
                      <a:pt x="115" y="128"/>
                    </a:lnTo>
                    <a:lnTo>
                      <a:pt x="111" y="127"/>
                    </a:lnTo>
                    <a:lnTo>
                      <a:pt x="106" y="126"/>
                    </a:lnTo>
                    <a:lnTo>
                      <a:pt x="100" y="123"/>
                    </a:lnTo>
                    <a:lnTo>
                      <a:pt x="93" y="124"/>
                    </a:lnTo>
                    <a:lnTo>
                      <a:pt x="91" y="131"/>
                    </a:lnTo>
                    <a:lnTo>
                      <a:pt x="89" y="136"/>
                    </a:lnTo>
                    <a:lnTo>
                      <a:pt x="88" y="140"/>
                    </a:lnTo>
                    <a:lnTo>
                      <a:pt x="87" y="143"/>
                    </a:lnTo>
                    <a:lnTo>
                      <a:pt x="85" y="144"/>
                    </a:lnTo>
                    <a:lnTo>
                      <a:pt x="84" y="144"/>
                    </a:lnTo>
                    <a:lnTo>
                      <a:pt x="84" y="145"/>
                    </a:lnTo>
                    <a:lnTo>
                      <a:pt x="83" y="145"/>
                    </a:lnTo>
                    <a:lnTo>
                      <a:pt x="67" y="145"/>
                    </a:lnTo>
                    <a:lnTo>
                      <a:pt x="67" y="145"/>
                    </a:lnTo>
                    <a:lnTo>
                      <a:pt x="66" y="144"/>
                    </a:lnTo>
                    <a:lnTo>
                      <a:pt x="64" y="144"/>
                    </a:lnTo>
                    <a:lnTo>
                      <a:pt x="64" y="143"/>
                    </a:lnTo>
                    <a:lnTo>
                      <a:pt x="63" y="140"/>
                    </a:lnTo>
                    <a:lnTo>
                      <a:pt x="60" y="136"/>
                    </a:lnTo>
                    <a:lnTo>
                      <a:pt x="59" y="132"/>
                    </a:lnTo>
                    <a:lnTo>
                      <a:pt x="57" y="126"/>
                    </a:lnTo>
                    <a:lnTo>
                      <a:pt x="50" y="123"/>
                    </a:lnTo>
                    <a:lnTo>
                      <a:pt x="45" y="126"/>
                    </a:lnTo>
                    <a:lnTo>
                      <a:pt x="40" y="127"/>
                    </a:lnTo>
                    <a:lnTo>
                      <a:pt x="37" y="128"/>
                    </a:lnTo>
                    <a:lnTo>
                      <a:pt x="34" y="130"/>
                    </a:lnTo>
                    <a:lnTo>
                      <a:pt x="33" y="130"/>
                    </a:lnTo>
                    <a:lnTo>
                      <a:pt x="32" y="130"/>
                    </a:lnTo>
                    <a:lnTo>
                      <a:pt x="30" y="130"/>
                    </a:lnTo>
                    <a:lnTo>
                      <a:pt x="30" y="130"/>
                    </a:lnTo>
                    <a:lnTo>
                      <a:pt x="29" y="130"/>
                    </a:lnTo>
                    <a:lnTo>
                      <a:pt x="28" y="130"/>
                    </a:lnTo>
                    <a:lnTo>
                      <a:pt x="17" y="118"/>
                    </a:lnTo>
                    <a:lnTo>
                      <a:pt x="16" y="118"/>
                    </a:lnTo>
                    <a:lnTo>
                      <a:pt x="16" y="115"/>
                    </a:lnTo>
                    <a:lnTo>
                      <a:pt x="17" y="113"/>
                    </a:lnTo>
                    <a:lnTo>
                      <a:pt x="20" y="106"/>
                    </a:lnTo>
                    <a:lnTo>
                      <a:pt x="24" y="97"/>
                    </a:lnTo>
                    <a:lnTo>
                      <a:pt x="21" y="90"/>
                    </a:lnTo>
                    <a:lnTo>
                      <a:pt x="15" y="88"/>
                    </a:lnTo>
                    <a:lnTo>
                      <a:pt x="9" y="86"/>
                    </a:lnTo>
                    <a:lnTo>
                      <a:pt x="6" y="85"/>
                    </a:lnTo>
                    <a:lnTo>
                      <a:pt x="3" y="84"/>
                    </a:lnTo>
                    <a:lnTo>
                      <a:pt x="2" y="83"/>
                    </a:lnTo>
                    <a:lnTo>
                      <a:pt x="2" y="81"/>
                    </a:lnTo>
                    <a:lnTo>
                      <a:pt x="0" y="81"/>
                    </a:lnTo>
                    <a:lnTo>
                      <a:pt x="0" y="80"/>
                    </a:lnTo>
                    <a:lnTo>
                      <a:pt x="0" y="66"/>
                    </a:lnTo>
                    <a:lnTo>
                      <a:pt x="0" y="64"/>
                    </a:lnTo>
                    <a:lnTo>
                      <a:pt x="2" y="63"/>
                    </a:lnTo>
                    <a:lnTo>
                      <a:pt x="2" y="63"/>
                    </a:lnTo>
                    <a:lnTo>
                      <a:pt x="3" y="62"/>
                    </a:lnTo>
                    <a:lnTo>
                      <a:pt x="6" y="60"/>
                    </a:lnTo>
                    <a:lnTo>
                      <a:pt x="9" y="59"/>
                    </a:lnTo>
                    <a:lnTo>
                      <a:pt x="15" y="56"/>
                    </a:lnTo>
                    <a:lnTo>
                      <a:pt x="21" y="54"/>
                    </a:lnTo>
                    <a:lnTo>
                      <a:pt x="24" y="48"/>
                    </a:lnTo>
                    <a:lnTo>
                      <a:pt x="19" y="38"/>
                    </a:lnTo>
                    <a:lnTo>
                      <a:pt x="17" y="33"/>
                    </a:lnTo>
                    <a:lnTo>
                      <a:pt x="16" y="29"/>
                    </a:lnTo>
                    <a:lnTo>
                      <a:pt x="16" y="28"/>
                    </a:lnTo>
                    <a:lnTo>
                      <a:pt x="17" y="26"/>
                    </a:lnTo>
                    <a:lnTo>
                      <a:pt x="29" y="14"/>
                    </a:lnTo>
                    <a:lnTo>
                      <a:pt x="30" y="14"/>
                    </a:lnTo>
                    <a:lnTo>
                      <a:pt x="32" y="14"/>
                    </a:lnTo>
                    <a:lnTo>
                      <a:pt x="34" y="16"/>
                    </a:lnTo>
                    <a:lnTo>
                      <a:pt x="38" y="17"/>
                    </a:lnTo>
                    <a:lnTo>
                      <a:pt x="43" y="20"/>
                    </a:lnTo>
                    <a:lnTo>
                      <a:pt x="50" y="22"/>
                    </a:lnTo>
                    <a:lnTo>
                      <a:pt x="57" y="20"/>
                    </a:lnTo>
                    <a:lnTo>
                      <a:pt x="59" y="13"/>
                    </a:lnTo>
                    <a:lnTo>
                      <a:pt x="60" y="8"/>
                    </a:lnTo>
                    <a:lnTo>
                      <a:pt x="62" y="4"/>
                    </a:lnTo>
                    <a:lnTo>
                      <a:pt x="63" y="3"/>
                    </a:lnTo>
                    <a:lnTo>
                      <a:pt x="64" y="0"/>
                    </a:lnTo>
                    <a:lnTo>
                      <a:pt x="66" y="0"/>
                    </a:lnTo>
                    <a:lnTo>
                      <a:pt x="66" y="0"/>
                    </a:lnTo>
                    <a:lnTo>
                      <a:pt x="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55" name="Freeform 49"/>
              <p:cNvSpPr>
                <a:spLocks noEditPoints="1"/>
              </p:cNvSpPr>
              <p:nvPr/>
            </p:nvSpPr>
            <p:spPr bwMode="auto">
              <a:xfrm rot="19386584" flipH="1">
                <a:off x="5721797" y="303180"/>
                <a:ext cx="168724" cy="166561"/>
              </a:xfrm>
              <a:custGeom>
                <a:avLst/>
                <a:gdLst>
                  <a:gd name="T0" fmla="*/ 101 w 234"/>
                  <a:gd name="T1" fmla="*/ 79 h 231"/>
                  <a:gd name="T2" fmla="*/ 80 w 234"/>
                  <a:gd name="T3" fmla="*/ 100 h 231"/>
                  <a:gd name="T4" fmla="*/ 80 w 234"/>
                  <a:gd name="T5" fmla="*/ 131 h 231"/>
                  <a:gd name="T6" fmla="*/ 101 w 234"/>
                  <a:gd name="T7" fmla="*/ 152 h 231"/>
                  <a:gd name="T8" fmla="*/ 134 w 234"/>
                  <a:gd name="T9" fmla="*/ 152 h 231"/>
                  <a:gd name="T10" fmla="*/ 155 w 234"/>
                  <a:gd name="T11" fmla="*/ 131 h 231"/>
                  <a:gd name="T12" fmla="*/ 155 w 234"/>
                  <a:gd name="T13" fmla="*/ 100 h 231"/>
                  <a:gd name="T14" fmla="*/ 134 w 234"/>
                  <a:gd name="T15" fmla="*/ 79 h 231"/>
                  <a:gd name="T16" fmla="*/ 105 w 234"/>
                  <a:gd name="T17" fmla="*/ 0 h 231"/>
                  <a:gd name="T18" fmla="*/ 131 w 234"/>
                  <a:gd name="T19" fmla="*/ 0 h 231"/>
                  <a:gd name="T20" fmla="*/ 136 w 234"/>
                  <a:gd name="T21" fmla="*/ 7 h 231"/>
                  <a:gd name="T22" fmla="*/ 147 w 234"/>
                  <a:gd name="T23" fmla="*/ 32 h 231"/>
                  <a:gd name="T24" fmla="*/ 170 w 234"/>
                  <a:gd name="T25" fmla="*/ 29 h 231"/>
                  <a:gd name="T26" fmla="*/ 183 w 234"/>
                  <a:gd name="T27" fmla="*/ 24 h 231"/>
                  <a:gd name="T28" fmla="*/ 187 w 234"/>
                  <a:gd name="T29" fmla="*/ 24 h 231"/>
                  <a:gd name="T30" fmla="*/ 191 w 234"/>
                  <a:gd name="T31" fmla="*/ 25 h 231"/>
                  <a:gd name="T32" fmla="*/ 209 w 234"/>
                  <a:gd name="T33" fmla="*/ 44 h 231"/>
                  <a:gd name="T34" fmla="*/ 209 w 234"/>
                  <a:gd name="T35" fmla="*/ 49 h 231"/>
                  <a:gd name="T36" fmla="*/ 204 w 234"/>
                  <a:gd name="T37" fmla="*/ 63 h 231"/>
                  <a:gd name="T38" fmla="*/ 203 w 234"/>
                  <a:gd name="T39" fmla="*/ 87 h 231"/>
                  <a:gd name="T40" fmla="*/ 228 w 234"/>
                  <a:gd name="T41" fmla="*/ 96 h 231"/>
                  <a:gd name="T42" fmla="*/ 234 w 234"/>
                  <a:gd name="T43" fmla="*/ 101 h 231"/>
                  <a:gd name="T44" fmla="*/ 234 w 234"/>
                  <a:gd name="T45" fmla="*/ 127 h 231"/>
                  <a:gd name="T46" fmla="*/ 233 w 234"/>
                  <a:gd name="T47" fmla="*/ 131 h 231"/>
                  <a:gd name="T48" fmla="*/ 219 w 234"/>
                  <a:gd name="T49" fmla="*/ 138 h 231"/>
                  <a:gd name="T50" fmla="*/ 199 w 234"/>
                  <a:gd name="T51" fmla="*/ 154 h 231"/>
                  <a:gd name="T52" fmla="*/ 208 w 234"/>
                  <a:gd name="T53" fmla="*/ 176 h 231"/>
                  <a:gd name="T54" fmla="*/ 211 w 234"/>
                  <a:gd name="T55" fmla="*/ 185 h 231"/>
                  <a:gd name="T56" fmla="*/ 209 w 234"/>
                  <a:gd name="T57" fmla="*/ 188 h 231"/>
                  <a:gd name="T58" fmla="*/ 189 w 234"/>
                  <a:gd name="T59" fmla="*/ 206 h 231"/>
                  <a:gd name="T60" fmla="*/ 173 w 234"/>
                  <a:gd name="T61" fmla="*/ 202 h 231"/>
                  <a:gd name="T62" fmla="*/ 147 w 234"/>
                  <a:gd name="T63" fmla="*/ 199 h 231"/>
                  <a:gd name="T64" fmla="*/ 138 w 234"/>
                  <a:gd name="T65" fmla="*/ 224 h 231"/>
                  <a:gd name="T66" fmla="*/ 132 w 234"/>
                  <a:gd name="T67" fmla="*/ 231 h 231"/>
                  <a:gd name="T68" fmla="*/ 106 w 234"/>
                  <a:gd name="T69" fmla="*/ 231 h 231"/>
                  <a:gd name="T70" fmla="*/ 101 w 234"/>
                  <a:gd name="T71" fmla="*/ 228 h 231"/>
                  <a:gd name="T72" fmla="*/ 94 w 234"/>
                  <a:gd name="T73" fmla="*/ 214 h 231"/>
                  <a:gd name="T74" fmla="*/ 79 w 234"/>
                  <a:gd name="T75" fmla="*/ 196 h 231"/>
                  <a:gd name="T76" fmla="*/ 56 w 234"/>
                  <a:gd name="T77" fmla="*/ 205 h 231"/>
                  <a:gd name="T78" fmla="*/ 49 w 234"/>
                  <a:gd name="T79" fmla="*/ 207 h 231"/>
                  <a:gd name="T80" fmla="*/ 45 w 234"/>
                  <a:gd name="T81" fmla="*/ 207 h 231"/>
                  <a:gd name="T82" fmla="*/ 26 w 234"/>
                  <a:gd name="T83" fmla="*/ 189 h 231"/>
                  <a:gd name="T84" fmla="*/ 25 w 234"/>
                  <a:gd name="T85" fmla="*/ 185 h 231"/>
                  <a:gd name="T86" fmla="*/ 26 w 234"/>
                  <a:gd name="T87" fmla="*/ 176 h 231"/>
                  <a:gd name="T88" fmla="*/ 37 w 234"/>
                  <a:gd name="T89" fmla="*/ 154 h 231"/>
                  <a:gd name="T90" fmla="*/ 17 w 234"/>
                  <a:gd name="T91" fmla="*/ 139 h 231"/>
                  <a:gd name="T92" fmla="*/ 3 w 234"/>
                  <a:gd name="T93" fmla="*/ 133 h 231"/>
                  <a:gd name="T94" fmla="*/ 0 w 234"/>
                  <a:gd name="T95" fmla="*/ 127 h 231"/>
                  <a:gd name="T96" fmla="*/ 0 w 234"/>
                  <a:gd name="T97" fmla="*/ 101 h 231"/>
                  <a:gd name="T98" fmla="*/ 7 w 234"/>
                  <a:gd name="T99" fmla="*/ 97 h 231"/>
                  <a:gd name="T100" fmla="*/ 32 w 234"/>
                  <a:gd name="T101" fmla="*/ 87 h 231"/>
                  <a:gd name="T102" fmla="*/ 30 w 234"/>
                  <a:gd name="T103" fmla="*/ 65 h 231"/>
                  <a:gd name="T104" fmla="*/ 24 w 234"/>
                  <a:gd name="T105" fmla="*/ 50 h 231"/>
                  <a:gd name="T106" fmla="*/ 24 w 234"/>
                  <a:gd name="T107" fmla="*/ 44 h 231"/>
                  <a:gd name="T108" fmla="*/ 45 w 234"/>
                  <a:gd name="T109" fmla="*/ 24 h 231"/>
                  <a:gd name="T110" fmla="*/ 53 w 234"/>
                  <a:gd name="T111" fmla="*/ 25 h 231"/>
                  <a:gd name="T112" fmla="*/ 77 w 234"/>
                  <a:gd name="T113" fmla="*/ 36 h 231"/>
                  <a:gd name="T114" fmla="*/ 93 w 234"/>
                  <a:gd name="T115" fmla="*/ 16 h 231"/>
                  <a:gd name="T116" fmla="*/ 101 w 234"/>
                  <a:gd name="T117" fmla="*/ 3 h 231"/>
                  <a:gd name="T118" fmla="*/ 105 w 234"/>
                  <a:gd name="T119" fmla="*/ 0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34" h="231">
                    <a:moveTo>
                      <a:pt x="118" y="75"/>
                    </a:moveTo>
                    <a:lnTo>
                      <a:pt x="101" y="79"/>
                    </a:lnTo>
                    <a:lnTo>
                      <a:pt x="88" y="87"/>
                    </a:lnTo>
                    <a:lnTo>
                      <a:pt x="80" y="100"/>
                    </a:lnTo>
                    <a:lnTo>
                      <a:pt x="76" y="116"/>
                    </a:lnTo>
                    <a:lnTo>
                      <a:pt x="80" y="131"/>
                    </a:lnTo>
                    <a:lnTo>
                      <a:pt x="88" y="144"/>
                    </a:lnTo>
                    <a:lnTo>
                      <a:pt x="101" y="152"/>
                    </a:lnTo>
                    <a:lnTo>
                      <a:pt x="118" y="156"/>
                    </a:lnTo>
                    <a:lnTo>
                      <a:pt x="134" y="152"/>
                    </a:lnTo>
                    <a:lnTo>
                      <a:pt x="147" y="144"/>
                    </a:lnTo>
                    <a:lnTo>
                      <a:pt x="155" y="131"/>
                    </a:lnTo>
                    <a:lnTo>
                      <a:pt x="158" y="116"/>
                    </a:lnTo>
                    <a:lnTo>
                      <a:pt x="155" y="100"/>
                    </a:lnTo>
                    <a:lnTo>
                      <a:pt x="147" y="87"/>
                    </a:lnTo>
                    <a:lnTo>
                      <a:pt x="134" y="79"/>
                    </a:lnTo>
                    <a:lnTo>
                      <a:pt x="118" y="75"/>
                    </a:lnTo>
                    <a:close/>
                    <a:moveTo>
                      <a:pt x="105" y="0"/>
                    </a:moveTo>
                    <a:lnTo>
                      <a:pt x="130" y="0"/>
                    </a:lnTo>
                    <a:lnTo>
                      <a:pt x="131" y="0"/>
                    </a:lnTo>
                    <a:lnTo>
                      <a:pt x="134" y="3"/>
                    </a:lnTo>
                    <a:lnTo>
                      <a:pt x="136" y="7"/>
                    </a:lnTo>
                    <a:lnTo>
                      <a:pt x="140" y="16"/>
                    </a:lnTo>
                    <a:lnTo>
                      <a:pt x="147" y="32"/>
                    </a:lnTo>
                    <a:lnTo>
                      <a:pt x="157" y="36"/>
                    </a:lnTo>
                    <a:lnTo>
                      <a:pt x="170" y="29"/>
                    </a:lnTo>
                    <a:lnTo>
                      <a:pt x="178" y="27"/>
                    </a:lnTo>
                    <a:lnTo>
                      <a:pt x="183" y="24"/>
                    </a:lnTo>
                    <a:lnTo>
                      <a:pt x="186" y="24"/>
                    </a:lnTo>
                    <a:lnTo>
                      <a:pt x="187" y="24"/>
                    </a:lnTo>
                    <a:lnTo>
                      <a:pt x="190" y="24"/>
                    </a:lnTo>
                    <a:lnTo>
                      <a:pt x="191" y="25"/>
                    </a:lnTo>
                    <a:lnTo>
                      <a:pt x="208" y="42"/>
                    </a:lnTo>
                    <a:lnTo>
                      <a:pt x="209" y="44"/>
                    </a:lnTo>
                    <a:lnTo>
                      <a:pt x="211" y="45"/>
                    </a:lnTo>
                    <a:lnTo>
                      <a:pt x="209" y="49"/>
                    </a:lnTo>
                    <a:lnTo>
                      <a:pt x="208" y="54"/>
                    </a:lnTo>
                    <a:lnTo>
                      <a:pt x="204" y="63"/>
                    </a:lnTo>
                    <a:lnTo>
                      <a:pt x="199" y="76"/>
                    </a:lnTo>
                    <a:lnTo>
                      <a:pt x="203" y="87"/>
                    </a:lnTo>
                    <a:lnTo>
                      <a:pt x="219" y="92"/>
                    </a:lnTo>
                    <a:lnTo>
                      <a:pt x="228" y="96"/>
                    </a:lnTo>
                    <a:lnTo>
                      <a:pt x="233" y="99"/>
                    </a:lnTo>
                    <a:lnTo>
                      <a:pt x="234" y="101"/>
                    </a:lnTo>
                    <a:lnTo>
                      <a:pt x="234" y="103"/>
                    </a:lnTo>
                    <a:lnTo>
                      <a:pt x="234" y="127"/>
                    </a:lnTo>
                    <a:lnTo>
                      <a:pt x="234" y="129"/>
                    </a:lnTo>
                    <a:lnTo>
                      <a:pt x="233" y="131"/>
                    </a:lnTo>
                    <a:lnTo>
                      <a:pt x="228" y="134"/>
                    </a:lnTo>
                    <a:lnTo>
                      <a:pt x="219" y="138"/>
                    </a:lnTo>
                    <a:lnTo>
                      <a:pt x="203" y="144"/>
                    </a:lnTo>
                    <a:lnTo>
                      <a:pt x="199" y="154"/>
                    </a:lnTo>
                    <a:lnTo>
                      <a:pt x="204" y="167"/>
                    </a:lnTo>
                    <a:lnTo>
                      <a:pt x="208" y="176"/>
                    </a:lnTo>
                    <a:lnTo>
                      <a:pt x="211" y="181"/>
                    </a:lnTo>
                    <a:lnTo>
                      <a:pt x="211" y="185"/>
                    </a:lnTo>
                    <a:lnTo>
                      <a:pt x="211" y="186"/>
                    </a:lnTo>
                    <a:lnTo>
                      <a:pt x="209" y="188"/>
                    </a:lnTo>
                    <a:lnTo>
                      <a:pt x="191" y="206"/>
                    </a:lnTo>
                    <a:lnTo>
                      <a:pt x="189" y="206"/>
                    </a:lnTo>
                    <a:lnTo>
                      <a:pt x="183" y="205"/>
                    </a:lnTo>
                    <a:lnTo>
                      <a:pt x="173" y="202"/>
                    </a:lnTo>
                    <a:lnTo>
                      <a:pt x="157" y="196"/>
                    </a:lnTo>
                    <a:lnTo>
                      <a:pt x="147" y="199"/>
                    </a:lnTo>
                    <a:lnTo>
                      <a:pt x="141" y="214"/>
                    </a:lnTo>
                    <a:lnTo>
                      <a:pt x="138" y="224"/>
                    </a:lnTo>
                    <a:lnTo>
                      <a:pt x="135" y="228"/>
                    </a:lnTo>
                    <a:lnTo>
                      <a:pt x="132" y="231"/>
                    </a:lnTo>
                    <a:lnTo>
                      <a:pt x="130" y="231"/>
                    </a:lnTo>
                    <a:lnTo>
                      <a:pt x="106" y="231"/>
                    </a:lnTo>
                    <a:lnTo>
                      <a:pt x="104" y="231"/>
                    </a:lnTo>
                    <a:lnTo>
                      <a:pt x="101" y="228"/>
                    </a:lnTo>
                    <a:lnTo>
                      <a:pt x="98" y="224"/>
                    </a:lnTo>
                    <a:lnTo>
                      <a:pt x="94" y="214"/>
                    </a:lnTo>
                    <a:lnTo>
                      <a:pt x="88" y="199"/>
                    </a:lnTo>
                    <a:lnTo>
                      <a:pt x="79" y="196"/>
                    </a:lnTo>
                    <a:lnTo>
                      <a:pt x="64" y="201"/>
                    </a:lnTo>
                    <a:lnTo>
                      <a:pt x="56" y="205"/>
                    </a:lnTo>
                    <a:lnTo>
                      <a:pt x="51" y="206"/>
                    </a:lnTo>
                    <a:lnTo>
                      <a:pt x="49" y="207"/>
                    </a:lnTo>
                    <a:lnTo>
                      <a:pt x="47" y="207"/>
                    </a:lnTo>
                    <a:lnTo>
                      <a:pt x="45" y="207"/>
                    </a:lnTo>
                    <a:lnTo>
                      <a:pt x="43" y="206"/>
                    </a:lnTo>
                    <a:lnTo>
                      <a:pt x="26" y="189"/>
                    </a:lnTo>
                    <a:lnTo>
                      <a:pt x="25" y="188"/>
                    </a:lnTo>
                    <a:lnTo>
                      <a:pt x="25" y="185"/>
                    </a:lnTo>
                    <a:lnTo>
                      <a:pt x="25" y="182"/>
                    </a:lnTo>
                    <a:lnTo>
                      <a:pt x="26" y="176"/>
                    </a:lnTo>
                    <a:lnTo>
                      <a:pt x="30" y="167"/>
                    </a:lnTo>
                    <a:lnTo>
                      <a:pt x="37" y="154"/>
                    </a:lnTo>
                    <a:lnTo>
                      <a:pt x="32" y="144"/>
                    </a:lnTo>
                    <a:lnTo>
                      <a:pt x="17" y="139"/>
                    </a:lnTo>
                    <a:lnTo>
                      <a:pt x="7" y="135"/>
                    </a:lnTo>
                    <a:lnTo>
                      <a:pt x="3" y="133"/>
                    </a:lnTo>
                    <a:lnTo>
                      <a:pt x="0" y="130"/>
                    </a:lnTo>
                    <a:lnTo>
                      <a:pt x="0" y="127"/>
                    </a:lnTo>
                    <a:lnTo>
                      <a:pt x="0" y="104"/>
                    </a:lnTo>
                    <a:lnTo>
                      <a:pt x="0" y="101"/>
                    </a:lnTo>
                    <a:lnTo>
                      <a:pt x="3" y="100"/>
                    </a:lnTo>
                    <a:lnTo>
                      <a:pt x="7" y="97"/>
                    </a:lnTo>
                    <a:lnTo>
                      <a:pt x="16" y="92"/>
                    </a:lnTo>
                    <a:lnTo>
                      <a:pt x="32" y="87"/>
                    </a:lnTo>
                    <a:lnTo>
                      <a:pt x="36" y="78"/>
                    </a:lnTo>
                    <a:lnTo>
                      <a:pt x="30" y="65"/>
                    </a:lnTo>
                    <a:lnTo>
                      <a:pt x="26" y="55"/>
                    </a:lnTo>
                    <a:lnTo>
                      <a:pt x="24" y="50"/>
                    </a:lnTo>
                    <a:lnTo>
                      <a:pt x="24" y="46"/>
                    </a:lnTo>
                    <a:lnTo>
                      <a:pt x="24" y="44"/>
                    </a:lnTo>
                    <a:lnTo>
                      <a:pt x="25" y="42"/>
                    </a:lnTo>
                    <a:lnTo>
                      <a:pt x="45" y="24"/>
                    </a:lnTo>
                    <a:lnTo>
                      <a:pt x="46" y="24"/>
                    </a:lnTo>
                    <a:lnTo>
                      <a:pt x="53" y="25"/>
                    </a:lnTo>
                    <a:lnTo>
                      <a:pt x="63" y="29"/>
                    </a:lnTo>
                    <a:lnTo>
                      <a:pt x="77" y="36"/>
                    </a:lnTo>
                    <a:lnTo>
                      <a:pt x="88" y="32"/>
                    </a:lnTo>
                    <a:lnTo>
                      <a:pt x="93" y="16"/>
                    </a:lnTo>
                    <a:lnTo>
                      <a:pt x="97" y="7"/>
                    </a:lnTo>
                    <a:lnTo>
                      <a:pt x="101" y="3"/>
                    </a:lnTo>
                    <a:lnTo>
                      <a:pt x="102" y="0"/>
                    </a:lnTo>
                    <a:lnTo>
                      <a:pt x="10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56" name="Freeform 50"/>
              <p:cNvSpPr>
                <a:spLocks noEditPoints="1"/>
              </p:cNvSpPr>
              <p:nvPr/>
            </p:nvSpPr>
            <p:spPr bwMode="auto">
              <a:xfrm rot="19386584" flipH="1">
                <a:off x="6762188" y="1315298"/>
                <a:ext cx="168724" cy="165119"/>
              </a:xfrm>
              <a:custGeom>
                <a:avLst/>
                <a:gdLst>
                  <a:gd name="T0" fmla="*/ 100 w 234"/>
                  <a:gd name="T1" fmla="*/ 77 h 229"/>
                  <a:gd name="T2" fmla="*/ 79 w 234"/>
                  <a:gd name="T3" fmla="*/ 99 h 229"/>
                  <a:gd name="T4" fmla="*/ 79 w 234"/>
                  <a:gd name="T5" fmla="*/ 131 h 229"/>
                  <a:gd name="T6" fmla="*/ 100 w 234"/>
                  <a:gd name="T7" fmla="*/ 152 h 229"/>
                  <a:gd name="T8" fmla="*/ 133 w 234"/>
                  <a:gd name="T9" fmla="*/ 152 h 229"/>
                  <a:gd name="T10" fmla="*/ 154 w 234"/>
                  <a:gd name="T11" fmla="*/ 131 h 229"/>
                  <a:gd name="T12" fmla="*/ 154 w 234"/>
                  <a:gd name="T13" fmla="*/ 99 h 229"/>
                  <a:gd name="T14" fmla="*/ 133 w 234"/>
                  <a:gd name="T15" fmla="*/ 77 h 229"/>
                  <a:gd name="T16" fmla="*/ 104 w 234"/>
                  <a:gd name="T17" fmla="*/ 0 h 229"/>
                  <a:gd name="T18" fmla="*/ 130 w 234"/>
                  <a:gd name="T19" fmla="*/ 0 h 229"/>
                  <a:gd name="T20" fmla="*/ 136 w 234"/>
                  <a:gd name="T21" fmla="*/ 7 h 229"/>
                  <a:gd name="T22" fmla="*/ 146 w 234"/>
                  <a:gd name="T23" fmla="*/ 31 h 229"/>
                  <a:gd name="T24" fmla="*/ 170 w 234"/>
                  <a:gd name="T25" fmla="*/ 29 h 229"/>
                  <a:gd name="T26" fmla="*/ 183 w 234"/>
                  <a:gd name="T27" fmla="*/ 24 h 229"/>
                  <a:gd name="T28" fmla="*/ 187 w 234"/>
                  <a:gd name="T29" fmla="*/ 22 h 229"/>
                  <a:gd name="T30" fmla="*/ 191 w 234"/>
                  <a:gd name="T31" fmla="*/ 25 h 229"/>
                  <a:gd name="T32" fmla="*/ 209 w 234"/>
                  <a:gd name="T33" fmla="*/ 43 h 229"/>
                  <a:gd name="T34" fmla="*/ 209 w 234"/>
                  <a:gd name="T35" fmla="*/ 48 h 229"/>
                  <a:gd name="T36" fmla="*/ 204 w 234"/>
                  <a:gd name="T37" fmla="*/ 63 h 229"/>
                  <a:gd name="T38" fmla="*/ 202 w 234"/>
                  <a:gd name="T39" fmla="*/ 85 h 229"/>
                  <a:gd name="T40" fmla="*/ 227 w 234"/>
                  <a:gd name="T41" fmla="*/ 96 h 229"/>
                  <a:gd name="T42" fmla="*/ 234 w 234"/>
                  <a:gd name="T43" fmla="*/ 99 h 229"/>
                  <a:gd name="T44" fmla="*/ 234 w 234"/>
                  <a:gd name="T45" fmla="*/ 126 h 229"/>
                  <a:gd name="T46" fmla="*/ 232 w 234"/>
                  <a:gd name="T47" fmla="*/ 131 h 229"/>
                  <a:gd name="T48" fmla="*/ 218 w 234"/>
                  <a:gd name="T49" fmla="*/ 137 h 229"/>
                  <a:gd name="T50" fmla="*/ 198 w 234"/>
                  <a:gd name="T51" fmla="*/ 153 h 229"/>
                  <a:gd name="T52" fmla="*/ 208 w 234"/>
                  <a:gd name="T53" fmla="*/ 175 h 229"/>
                  <a:gd name="T54" fmla="*/ 210 w 234"/>
                  <a:gd name="T55" fmla="*/ 183 h 229"/>
                  <a:gd name="T56" fmla="*/ 209 w 234"/>
                  <a:gd name="T57" fmla="*/ 187 h 229"/>
                  <a:gd name="T58" fmla="*/ 188 w 234"/>
                  <a:gd name="T59" fmla="*/ 205 h 229"/>
                  <a:gd name="T60" fmla="*/ 172 w 234"/>
                  <a:gd name="T61" fmla="*/ 200 h 229"/>
                  <a:gd name="T62" fmla="*/ 146 w 234"/>
                  <a:gd name="T63" fmla="*/ 198 h 229"/>
                  <a:gd name="T64" fmla="*/ 137 w 234"/>
                  <a:gd name="T65" fmla="*/ 223 h 229"/>
                  <a:gd name="T66" fmla="*/ 132 w 234"/>
                  <a:gd name="T67" fmla="*/ 229 h 229"/>
                  <a:gd name="T68" fmla="*/ 106 w 234"/>
                  <a:gd name="T69" fmla="*/ 229 h 229"/>
                  <a:gd name="T70" fmla="*/ 100 w 234"/>
                  <a:gd name="T71" fmla="*/ 228 h 229"/>
                  <a:gd name="T72" fmla="*/ 94 w 234"/>
                  <a:gd name="T73" fmla="*/ 213 h 229"/>
                  <a:gd name="T74" fmla="*/ 78 w 234"/>
                  <a:gd name="T75" fmla="*/ 194 h 229"/>
                  <a:gd name="T76" fmla="*/ 56 w 234"/>
                  <a:gd name="T77" fmla="*/ 204 h 229"/>
                  <a:gd name="T78" fmla="*/ 48 w 234"/>
                  <a:gd name="T79" fmla="*/ 207 h 229"/>
                  <a:gd name="T80" fmla="*/ 45 w 234"/>
                  <a:gd name="T81" fmla="*/ 207 h 229"/>
                  <a:gd name="T82" fmla="*/ 26 w 234"/>
                  <a:gd name="T83" fmla="*/ 187 h 229"/>
                  <a:gd name="T84" fmla="*/ 24 w 234"/>
                  <a:gd name="T85" fmla="*/ 185 h 229"/>
                  <a:gd name="T86" fmla="*/ 26 w 234"/>
                  <a:gd name="T87" fmla="*/ 175 h 229"/>
                  <a:gd name="T88" fmla="*/ 36 w 234"/>
                  <a:gd name="T89" fmla="*/ 153 h 229"/>
                  <a:gd name="T90" fmla="*/ 17 w 234"/>
                  <a:gd name="T91" fmla="*/ 137 h 229"/>
                  <a:gd name="T92" fmla="*/ 2 w 234"/>
                  <a:gd name="T93" fmla="*/ 131 h 229"/>
                  <a:gd name="T94" fmla="*/ 0 w 234"/>
                  <a:gd name="T95" fmla="*/ 127 h 229"/>
                  <a:gd name="T96" fmla="*/ 0 w 234"/>
                  <a:gd name="T97" fmla="*/ 101 h 229"/>
                  <a:gd name="T98" fmla="*/ 6 w 234"/>
                  <a:gd name="T99" fmla="*/ 96 h 229"/>
                  <a:gd name="T100" fmla="*/ 31 w 234"/>
                  <a:gd name="T101" fmla="*/ 85 h 229"/>
                  <a:gd name="T102" fmla="*/ 30 w 234"/>
                  <a:gd name="T103" fmla="*/ 63 h 229"/>
                  <a:gd name="T104" fmla="*/ 23 w 234"/>
                  <a:gd name="T105" fmla="*/ 48 h 229"/>
                  <a:gd name="T106" fmla="*/ 23 w 234"/>
                  <a:gd name="T107" fmla="*/ 43 h 229"/>
                  <a:gd name="T108" fmla="*/ 44 w 234"/>
                  <a:gd name="T109" fmla="*/ 24 h 229"/>
                  <a:gd name="T110" fmla="*/ 52 w 234"/>
                  <a:gd name="T111" fmla="*/ 25 h 229"/>
                  <a:gd name="T112" fmla="*/ 77 w 234"/>
                  <a:gd name="T113" fmla="*/ 35 h 229"/>
                  <a:gd name="T114" fmla="*/ 92 w 234"/>
                  <a:gd name="T115" fmla="*/ 16 h 229"/>
                  <a:gd name="T116" fmla="*/ 100 w 234"/>
                  <a:gd name="T117" fmla="*/ 1 h 229"/>
                  <a:gd name="T118" fmla="*/ 104 w 234"/>
                  <a:gd name="T119" fmla="*/ 0 h 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34" h="229">
                    <a:moveTo>
                      <a:pt x="117" y="75"/>
                    </a:moveTo>
                    <a:lnTo>
                      <a:pt x="100" y="77"/>
                    </a:lnTo>
                    <a:lnTo>
                      <a:pt x="87" y="86"/>
                    </a:lnTo>
                    <a:lnTo>
                      <a:pt x="79" y="99"/>
                    </a:lnTo>
                    <a:lnTo>
                      <a:pt x="75" y="115"/>
                    </a:lnTo>
                    <a:lnTo>
                      <a:pt x="79" y="131"/>
                    </a:lnTo>
                    <a:lnTo>
                      <a:pt x="87" y="143"/>
                    </a:lnTo>
                    <a:lnTo>
                      <a:pt x="100" y="152"/>
                    </a:lnTo>
                    <a:lnTo>
                      <a:pt x="117" y="154"/>
                    </a:lnTo>
                    <a:lnTo>
                      <a:pt x="133" y="152"/>
                    </a:lnTo>
                    <a:lnTo>
                      <a:pt x="146" y="143"/>
                    </a:lnTo>
                    <a:lnTo>
                      <a:pt x="154" y="131"/>
                    </a:lnTo>
                    <a:lnTo>
                      <a:pt x="158" y="115"/>
                    </a:lnTo>
                    <a:lnTo>
                      <a:pt x="154" y="99"/>
                    </a:lnTo>
                    <a:lnTo>
                      <a:pt x="146" y="86"/>
                    </a:lnTo>
                    <a:lnTo>
                      <a:pt x="133" y="77"/>
                    </a:lnTo>
                    <a:lnTo>
                      <a:pt x="117" y="75"/>
                    </a:lnTo>
                    <a:close/>
                    <a:moveTo>
                      <a:pt x="104" y="0"/>
                    </a:moveTo>
                    <a:lnTo>
                      <a:pt x="129" y="0"/>
                    </a:lnTo>
                    <a:lnTo>
                      <a:pt x="130" y="0"/>
                    </a:lnTo>
                    <a:lnTo>
                      <a:pt x="133" y="1"/>
                    </a:lnTo>
                    <a:lnTo>
                      <a:pt x="136" y="7"/>
                    </a:lnTo>
                    <a:lnTo>
                      <a:pt x="140" y="16"/>
                    </a:lnTo>
                    <a:lnTo>
                      <a:pt x="146" y="31"/>
                    </a:lnTo>
                    <a:lnTo>
                      <a:pt x="157" y="35"/>
                    </a:lnTo>
                    <a:lnTo>
                      <a:pt x="170" y="29"/>
                    </a:lnTo>
                    <a:lnTo>
                      <a:pt x="178" y="25"/>
                    </a:lnTo>
                    <a:lnTo>
                      <a:pt x="183" y="24"/>
                    </a:lnTo>
                    <a:lnTo>
                      <a:pt x="185" y="24"/>
                    </a:lnTo>
                    <a:lnTo>
                      <a:pt x="187" y="22"/>
                    </a:lnTo>
                    <a:lnTo>
                      <a:pt x="189" y="22"/>
                    </a:lnTo>
                    <a:lnTo>
                      <a:pt x="191" y="25"/>
                    </a:lnTo>
                    <a:lnTo>
                      <a:pt x="208" y="42"/>
                    </a:lnTo>
                    <a:lnTo>
                      <a:pt x="209" y="43"/>
                    </a:lnTo>
                    <a:lnTo>
                      <a:pt x="210" y="44"/>
                    </a:lnTo>
                    <a:lnTo>
                      <a:pt x="209" y="48"/>
                    </a:lnTo>
                    <a:lnTo>
                      <a:pt x="208" y="54"/>
                    </a:lnTo>
                    <a:lnTo>
                      <a:pt x="204" y="63"/>
                    </a:lnTo>
                    <a:lnTo>
                      <a:pt x="198" y="76"/>
                    </a:lnTo>
                    <a:lnTo>
                      <a:pt x="202" y="85"/>
                    </a:lnTo>
                    <a:lnTo>
                      <a:pt x="218" y="92"/>
                    </a:lnTo>
                    <a:lnTo>
                      <a:pt x="227" y="96"/>
                    </a:lnTo>
                    <a:lnTo>
                      <a:pt x="232" y="98"/>
                    </a:lnTo>
                    <a:lnTo>
                      <a:pt x="234" y="99"/>
                    </a:lnTo>
                    <a:lnTo>
                      <a:pt x="234" y="102"/>
                    </a:lnTo>
                    <a:lnTo>
                      <a:pt x="234" y="126"/>
                    </a:lnTo>
                    <a:lnTo>
                      <a:pt x="234" y="128"/>
                    </a:lnTo>
                    <a:lnTo>
                      <a:pt x="232" y="131"/>
                    </a:lnTo>
                    <a:lnTo>
                      <a:pt x="227" y="133"/>
                    </a:lnTo>
                    <a:lnTo>
                      <a:pt x="218" y="137"/>
                    </a:lnTo>
                    <a:lnTo>
                      <a:pt x="202" y="144"/>
                    </a:lnTo>
                    <a:lnTo>
                      <a:pt x="198" y="153"/>
                    </a:lnTo>
                    <a:lnTo>
                      <a:pt x="204" y="166"/>
                    </a:lnTo>
                    <a:lnTo>
                      <a:pt x="208" y="175"/>
                    </a:lnTo>
                    <a:lnTo>
                      <a:pt x="210" y="181"/>
                    </a:lnTo>
                    <a:lnTo>
                      <a:pt x="210" y="183"/>
                    </a:lnTo>
                    <a:lnTo>
                      <a:pt x="210" y="186"/>
                    </a:lnTo>
                    <a:lnTo>
                      <a:pt x="209" y="187"/>
                    </a:lnTo>
                    <a:lnTo>
                      <a:pt x="191" y="205"/>
                    </a:lnTo>
                    <a:lnTo>
                      <a:pt x="188" y="205"/>
                    </a:lnTo>
                    <a:lnTo>
                      <a:pt x="183" y="204"/>
                    </a:lnTo>
                    <a:lnTo>
                      <a:pt x="172" y="200"/>
                    </a:lnTo>
                    <a:lnTo>
                      <a:pt x="157" y="194"/>
                    </a:lnTo>
                    <a:lnTo>
                      <a:pt x="146" y="198"/>
                    </a:lnTo>
                    <a:lnTo>
                      <a:pt x="141" y="213"/>
                    </a:lnTo>
                    <a:lnTo>
                      <a:pt x="137" y="223"/>
                    </a:lnTo>
                    <a:lnTo>
                      <a:pt x="134" y="228"/>
                    </a:lnTo>
                    <a:lnTo>
                      <a:pt x="132" y="229"/>
                    </a:lnTo>
                    <a:lnTo>
                      <a:pt x="129" y="229"/>
                    </a:lnTo>
                    <a:lnTo>
                      <a:pt x="106" y="229"/>
                    </a:lnTo>
                    <a:lnTo>
                      <a:pt x="103" y="229"/>
                    </a:lnTo>
                    <a:lnTo>
                      <a:pt x="100" y="228"/>
                    </a:lnTo>
                    <a:lnTo>
                      <a:pt x="98" y="223"/>
                    </a:lnTo>
                    <a:lnTo>
                      <a:pt x="94" y="213"/>
                    </a:lnTo>
                    <a:lnTo>
                      <a:pt x="87" y="199"/>
                    </a:lnTo>
                    <a:lnTo>
                      <a:pt x="78" y="194"/>
                    </a:lnTo>
                    <a:lnTo>
                      <a:pt x="64" y="200"/>
                    </a:lnTo>
                    <a:lnTo>
                      <a:pt x="56" y="204"/>
                    </a:lnTo>
                    <a:lnTo>
                      <a:pt x="51" y="205"/>
                    </a:lnTo>
                    <a:lnTo>
                      <a:pt x="48" y="207"/>
                    </a:lnTo>
                    <a:lnTo>
                      <a:pt x="47" y="207"/>
                    </a:lnTo>
                    <a:lnTo>
                      <a:pt x="45" y="207"/>
                    </a:lnTo>
                    <a:lnTo>
                      <a:pt x="43" y="205"/>
                    </a:lnTo>
                    <a:lnTo>
                      <a:pt x="26" y="187"/>
                    </a:lnTo>
                    <a:lnTo>
                      <a:pt x="24" y="186"/>
                    </a:lnTo>
                    <a:lnTo>
                      <a:pt x="24" y="185"/>
                    </a:lnTo>
                    <a:lnTo>
                      <a:pt x="24" y="181"/>
                    </a:lnTo>
                    <a:lnTo>
                      <a:pt x="26" y="175"/>
                    </a:lnTo>
                    <a:lnTo>
                      <a:pt x="30" y="166"/>
                    </a:lnTo>
                    <a:lnTo>
                      <a:pt x="36" y="153"/>
                    </a:lnTo>
                    <a:lnTo>
                      <a:pt x="32" y="144"/>
                    </a:lnTo>
                    <a:lnTo>
                      <a:pt x="17" y="137"/>
                    </a:lnTo>
                    <a:lnTo>
                      <a:pt x="6" y="133"/>
                    </a:lnTo>
                    <a:lnTo>
                      <a:pt x="2" y="131"/>
                    </a:lnTo>
                    <a:lnTo>
                      <a:pt x="0" y="130"/>
                    </a:lnTo>
                    <a:lnTo>
                      <a:pt x="0" y="127"/>
                    </a:lnTo>
                    <a:lnTo>
                      <a:pt x="0" y="103"/>
                    </a:lnTo>
                    <a:lnTo>
                      <a:pt x="0" y="101"/>
                    </a:lnTo>
                    <a:lnTo>
                      <a:pt x="2" y="99"/>
                    </a:lnTo>
                    <a:lnTo>
                      <a:pt x="6" y="96"/>
                    </a:lnTo>
                    <a:lnTo>
                      <a:pt x="15" y="92"/>
                    </a:lnTo>
                    <a:lnTo>
                      <a:pt x="31" y="85"/>
                    </a:lnTo>
                    <a:lnTo>
                      <a:pt x="35" y="76"/>
                    </a:lnTo>
                    <a:lnTo>
                      <a:pt x="30" y="63"/>
                    </a:lnTo>
                    <a:lnTo>
                      <a:pt x="26" y="55"/>
                    </a:lnTo>
                    <a:lnTo>
                      <a:pt x="23" y="48"/>
                    </a:lnTo>
                    <a:lnTo>
                      <a:pt x="23" y="46"/>
                    </a:lnTo>
                    <a:lnTo>
                      <a:pt x="23" y="43"/>
                    </a:lnTo>
                    <a:lnTo>
                      <a:pt x="24" y="42"/>
                    </a:lnTo>
                    <a:lnTo>
                      <a:pt x="44" y="24"/>
                    </a:lnTo>
                    <a:lnTo>
                      <a:pt x="47" y="24"/>
                    </a:lnTo>
                    <a:lnTo>
                      <a:pt x="52" y="25"/>
                    </a:lnTo>
                    <a:lnTo>
                      <a:pt x="62" y="29"/>
                    </a:lnTo>
                    <a:lnTo>
                      <a:pt x="77" y="35"/>
                    </a:lnTo>
                    <a:lnTo>
                      <a:pt x="87" y="31"/>
                    </a:lnTo>
                    <a:lnTo>
                      <a:pt x="92" y="16"/>
                    </a:lnTo>
                    <a:lnTo>
                      <a:pt x="96" y="7"/>
                    </a:lnTo>
                    <a:lnTo>
                      <a:pt x="100" y="1"/>
                    </a:lnTo>
                    <a:lnTo>
                      <a:pt x="102" y="0"/>
                    </a:lnTo>
                    <a:lnTo>
                      <a:pt x="10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57" name="Freeform 51"/>
              <p:cNvSpPr>
                <a:spLocks noEditPoints="1"/>
              </p:cNvSpPr>
              <p:nvPr/>
            </p:nvSpPr>
            <p:spPr bwMode="auto">
              <a:xfrm rot="19386584" flipH="1">
                <a:off x="6352822" y="419981"/>
                <a:ext cx="168724" cy="165840"/>
              </a:xfrm>
              <a:custGeom>
                <a:avLst/>
                <a:gdLst>
                  <a:gd name="T0" fmla="*/ 101 w 234"/>
                  <a:gd name="T1" fmla="*/ 77 h 230"/>
                  <a:gd name="T2" fmla="*/ 79 w 234"/>
                  <a:gd name="T3" fmla="*/ 99 h 230"/>
                  <a:gd name="T4" fmla="*/ 79 w 234"/>
                  <a:gd name="T5" fmla="*/ 131 h 230"/>
                  <a:gd name="T6" fmla="*/ 101 w 234"/>
                  <a:gd name="T7" fmla="*/ 152 h 230"/>
                  <a:gd name="T8" fmla="*/ 132 w 234"/>
                  <a:gd name="T9" fmla="*/ 152 h 230"/>
                  <a:gd name="T10" fmla="*/ 155 w 234"/>
                  <a:gd name="T11" fmla="*/ 131 h 230"/>
                  <a:gd name="T12" fmla="*/ 155 w 234"/>
                  <a:gd name="T13" fmla="*/ 99 h 230"/>
                  <a:gd name="T14" fmla="*/ 132 w 234"/>
                  <a:gd name="T15" fmla="*/ 77 h 230"/>
                  <a:gd name="T16" fmla="*/ 104 w 234"/>
                  <a:gd name="T17" fmla="*/ 0 h 230"/>
                  <a:gd name="T18" fmla="*/ 131 w 234"/>
                  <a:gd name="T19" fmla="*/ 0 h 230"/>
                  <a:gd name="T20" fmla="*/ 136 w 234"/>
                  <a:gd name="T21" fmla="*/ 7 h 230"/>
                  <a:gd name="T22" fmla="*/ 147 w 234"/>
                  <a:gd name="T23" fmla="*/ 31 h 230"/>
                  <a:gd name="T24" fmla="*/ 169 w 234"/>
                  <a:gd name="T25" fmla="*/ 29 h 230"/>
                  <a:gd name="T26" fmla="*/ 183 w 234"/>
                  <a:gd name="T27" fmla="*/ 24 h 230"/>
                  <a:gd name="T28" fmla="*/ 187 w 234"/>
                  <a:gd name="T29" fmla="*/ 22 h 230"/>
                  <a:gd name="T30" fmla="*/ 191 w 234"/>
                  <a:gd name="T31" fmla="*/ 25 h 230"/>
                  <a:gd name="T32" fmla="*/ 210 w 234"/>
                  <a:gd name="T33" fmla="*/ 43 h 230"/>
                  <a:gd name="T34" fmla="*/ 210 w 234"/>
                  <a:gd name="T35" fmla="*/ 48 h 230"/>
                  <a:gd name="T36" fmla="*/ 204 w 234"/>
                  <a:gd name="T37" fmla="*/ 63 h 230"/>
                  <a:gd name="T38" fmla="*/ 202 w 234"/>
                  <a:gd name="T39" fmla="*/ 85 h 230"/>
                  <a:gd name="T40" fmla="*/ 228 w 234"/>
                  <a:gd name="T41" fmla="*/ 96 h 230"/>
                  <a:gd name="T42" fmla="*/ 234 w 234"/>
                  <a:gd name="T43" fmla="*/ 99 h 230"/>
                  <a:gd name="T44" fmla="*/ 234 w 234"/>
                  <a:gd name="T45" fmla="*/ 126 h 230"/>
                  <a:gd name="T46" fmla="*/ 232 w 234"/>
                  <a:gd name="T47" fmla="*/ 131 h 230"/>
                  <a:gd name="T48" fmla="*/ 217 w 234"/>
                  <a:gd name="T49" fmla="*/ 137 h 230"/>
                  <a:gd name="T50" fmla="*/ 198 w 234"/>
                  <a:gd name="T51" fmla="*/ 153 h 230"/>
                  <a:gd name="T52" fmla="*/ 208 w 234"/>
                  <a:gd name="T53" fmla="*/ 175 h 230"/>
                  <a:gd name="T54" fmla="*/ 211 w 234"/>
                  <a:gd name="T55" fmla="*/ 183 h 230"/>
                  <a:gd name="T56" fmla="*/ 210 w 234"/>
                  <a:gd name="T57" fmla="*/ 187 h 230"/>
                  <a:gd name="T58" fmla="*/ 187 w 234"/>
                  <a:gd name="T59" fmla="*/ 206 h 230"/>
                  <a:gd name="T60" fmla="*/ 172 w 234"/>
                  <a:gd name="T61" fmla="*/ 200 h 230"/>
                  <a:gd name="T62" fmla="*/ 147 w 234"/>
                  <a:gd name="T63" fmla="*/ 198 h 230"/>
                  <a:gd name="T64" fmla="*/ 136 w 234"/>
                  <a:gd name="T65" fmla="*/ 223 h 230"/>
                  <a:gd name="T66" fmla="*/ 132 w 234"/>
                  <a:gd name="T67" fmla="*/ 229 h 230"/>
                  <a:gd name="T68" fmla="*/ 105 w 234"/>
                  <a:gd name="T69" fmla="*/ 230 h 230"/>
                  <a:gd name="T70" fmla="*/ 101 w 234"/>
                  <a:gd name="T71" fmla="*/ 228 h 230"/>
                  <a:gd name="T72" fmla="*/ 94 w 234"/>
                  <a:gd name="T73" fmla="*/ 213 h 230"/>
                  <a:gd name="T74" fmla="*/ 77 w 234"/>
                  <a:gd name="T75" fmla="*/ 195 h 230"/>
                  <a:gd name="T76" fmla="*/ 55 w 234"/>
                  <a:gd name="T77" fmla="*/ 204 h 230"/>
                  <a:gd name="T78" fmla="*/ 47 w 234"/>
                  <a:gd name="T79" fmla="*/ 207 h 230"/>
                  <a:gd name="T80" fmla="*/ 45 w 234"/>
                  <a:gd name="T81" fmla="*/ 207 h 230"/>
                  <a:gd name="T82" fmla="*/ 25 w 234"/>
                  <a:gd name="T83" fmla="*/ 189 h 230"/>
                  <a:gd name="T84" fmla="*/ 24 w 234"/>
                  <a:gd name="T85" fmla="*/ 185 h 230"/>
                  <a:gd name="T86" fmla="*/ 26 w 234"/>
                  <a:gd name="T87" fmla="*/ 175 h 230"/>
                  <a:gd name="T88" fmla="*/ 36 w 234"/>
                  <a:gd name="T89" fmla="*/ 153 h 230"/>
                  <a:gd name="T90" fmla="*/ 16 w 234"/>
                  <a:gd name="T91" fmla="*/ 139 h 230"/>
                  <a:gd name="T92" fmla="*/ 2 w 234"/>
                  <a:gd name="T93" fmla="*/ 131 h 230"/>
                  <a:gd name="T94" fmla="*/ 0 w 234"/>
                  <a:gd name="T95" fmla="*/ 127 h 230"/>
                  <a:gd name="T96" fmla="*/ 0 w 234"/>
                  <a:gd name="T97" fmla="*/ 101 h 230"/>
                  <a:gd name="T98" fmla="*/ 7 w 234"/>
                  <a:gd name="T99" fmla="*/ 96 h 230"/>
                  <a:gd name="T100" fmla="*/ 32 w 234"/>
                  <a:gd name="T101" fmla="*/ 85 h 230"/>
                  <a:gd name="T102" fmla="*/ 29 w 234"/>
                  <a:gd name="T103" fmla="*/ 63 h 230"/>
                  <a:gd name="T104" fmla="*/ 24 w 234"/>
                  <a:gd name="T105" fmla="*/ 48 h 230"/>
                  <a:gd name="T106" fmla="*/ 24 w 234"/>
                  <a:gd name="T107" fmla="*/ 43 h 230"/>
                  <a:gd name="T108" fmla="*/ 43 w 234"/>
                  <a:gd name="T109" fmla="*/ 24 h 230"/>
                  <a:gd name="T110" fmla="*/ 51 w 234"/>
                  <a:gd name="T111" fmla="*/ 25 h 230"/>
                  <a:gd name="T112" fmla="*/ 77 w 234"/>
                  <a:gd name="T113" fmla="*/ 35 h 230"/>
                  <a:gd name="T114" fmla="*/ 93 w 234"/>
                  <a:gd name="T115" fmla="*/ 16 h 230"/>
                  <a:gd name="T116" fmla="*/ 100 w 234"/>
                  <a:gd name="T117" fmla="*/ 1 h 230"/>
                  <a:gd name="T118" fmla="*/ 104 w 234"/>
                  <a:gd name="T119" fmla="*/ 0 h 2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34" h="230">
                    <a:moveTo>
                      <a:pt x="117" y="75"/>
                    </a:moveTo>
                    <a:lnTo>
                      <a:pt x="101" y="77"/>
                    </a:lnTo>
                    <a:lnTo>
                      <a:pt x="88" y="86"/>
                    </a:lnTo>
                    <a:lnTo>
                      <a:pt x="79" y="99"/>
                    </a:lnTo>
                    <a:lnTo>
                      <a:pt x="76" y="115"/>
                    </a:lnTo>
                    <a:lnTo>
                      <a:pt x="79" y="131"/>
                    </a:lnTo>
                    <a:lnTo>
                      <a:pt x="88" y="143"/>
                    </a:lnTo>
                    <a:lnTo>
                      <a:pt x="101" y="152"/>
                    </a:lnTo>
                    <a:lnTo>
                      <a:pt x="117" y="154"/>
                    </a:lnTo>
                    <a:lnTo>
                      <a:pt x="132" y="152"/>
                    </a:lnTo>
                    <a:lnTo>
                      <a:pt x="145" y="143"/>
                    </a:lnTo>
                    <a:lnTo>
                      <a:pt x="155" y="131"/>
                    </a:lnTo>
                    <a:lnTo>
                      <a:pt x="159" y="115"/>
                    </a:lnTo>
                    <a:lnTo>
                      <a:pt x="155" y="99"/>
                    </a:lnTo>
                    <a:lnTo>
                      <a:pt x="145" y="86"/>
                    </a:lnTo>
                    <a:lnTo>
                      <a:pt x="132" y="77"/>
                    </a:lnTo>
                    <a:lnTo>
                      <a:pt x="117" y="75"/>
                    </a:lnTo>
                    <a:close/>
                    <a:moveTo>
                      <a:pt x="104" y="0"/>
                    </a:moveTo>
                    <a:lnTo>
                      <a:pt x="128" y="0"/>
                    </a:lnTo>
                    <a:lnTo>
                      <a:pt x="131" y="0"/>
                    </a:lnTo>
                    <a:lnTo>
                      <a:pt x="132" y="1"/>
                    </a:lnTo>
                    <a:lnTo>
                      <a:pt x="136" y="7"/>
                    </a:lnTo>
                    <a:lnTo>
                      <a:pt x="140" y="16"/>
                    </a:lnTo>
                    <a:lnTo>
                      <a:pt x="147" y="31"/>
                    </a:lnTo>
                    <a:lnTo>
                      <a:pt x="156" y="35"/>
                    </a:lnTo>
                    <a:lnTo>
                      <a:pt x="169" y="29"/>
                    </a:lnTo>
                    <a:lnTo>
                      <a:pt x="178" y="25"/>
                    </a:lnTo>
                    <a:lnTo>
                      <a:pt x="183" y="24"/>
                    </a:lnTo>
                    <a:lnTo>
                      <a:pt x="186" y="24"/>
                    </a:lnTo>
                    <a:lnTo>
                      <a:pt x="187" y="22"/>
                    </a:lnTo>
                    <a:lnTo>
                      <a:pt x="189" y="22"/>
                    </a:lnTo>
                    <a:lnTo>
                      <a:pt x="191" y="25"/>
                    </a:lnTo>
                    <a:lnTo>
                      <a:pt x="208" y="42"/>
                    </a:lnTo>
                    <a:lnTo>
                      <a:pt x="210" y="43"/>
                    </a:lnTo>
                    <a:lnTo>
                      <a:pt x="210" y="45"/>
                    </a:lnTo>
                    <a:lnTo>
                      <a:pt x="210" y="48"/>
                    </a:lnTo>
                    <a:lnTo>
                      <a:pt x="207" y="54"/>
                    </a:lnTo>
                    <a:lnTo>
                      <a:pt x="204" y="63"/>
                    </a:lnTo>
                    <a:lnTo>
                      <a:pt x="198" y="76"/>
                    </a:lnTo>
                    <a:lnTo>
                      <a:pt x="202" y="85"/>
                    </a:lnTo>
                    <a:lnTo>
                      <a:pt x="217" y="92"/>
                    </a:lnTo>
                    <a:lnTo>
                      <a:pt x="228" y="96"/>
                    </a:lnTo>
                    <a:lnTo>
                      <a:pt x="232" y="98"/>
                    </a:lnTo>
                    <a:lnTo>
                      <a:pt x="234" y="99"/>
                    </a:lnTo>
                    <a:lnTo>
                      <a:pt x="234" y="102"/>
                    </a:lnTo>
                    <a:lnTo>
                      <a:pt x="234" y="126"/>
                    </a:lnTo>
                    <a:lnTo>
                      <a:pt x="234" y="128"/>
                    </a:lnTo>
                    <a:lnTo>
                      <a:pt x="232" y="131"/>
                    </a:lnTo>
                    <a:lnTo>
                      <a:pt x="228" y="134"/>
                    </a:lnTo>
                    <a:lnTo>
                      <a:pt x="217" y="137"/>
                    </a:lnTo>
                    <a:lnTo>
                      <a:pt x="202" y="144"/>
                    </a:lnTo>
                    <a:lnTo>
                      <a:pt x="198" y="153"/>
                    </a:lnTo>
                    <a:lnTo>
                      <a:pt x="204" y="166"/>
                    </a:lnTo>
                    <a:lnTo>
                      <a:pt x="208" y="175"/>
                    </a:lnTo>
                    <a:lnTo>
                      <a:pt x="210" y="181"/>
                    </a:lnTo>
                    <a:lnTo>
                      <a:pt x="211" y="183"/>
                    </a:lnTo>
                    <a:lnTo>
                      <a:pt x="210" y="186"/>
                    </a:lnTo>
                    <a:lnTo>
                      <a:pt x="210" y="187"/>
                    </a:lnTo>
                    <a:lnTo>
                      <a:pt x="190" y="206"/>
                    </a:lnTo>
                    <a:lnTo>
                      <a:pt x="187" y="206"/>
                    </a:lnTo>
                    <a:lnTo>
                      <a:pt x="182" y="204"/>
                    </a:lnTo>
                    <a:lnTo>
                      <a:pt x="172" y="200"/>
                    </a:lnTo>
                    <a:lnTo>
                      <a:pt x="156" y="194"/>
                    </a:lnTo>
                    <a:lnTo>
                      <a:pt x="147" y="198"/>
                    </a:lnTo>
                    <a:lnTo>
                      <a:pt x="140" y="213"/>
                    </a:lnTo>
                    <a:lnTo>
                      <a:pt x="136" y="223"/>
                    </a:lnTo>
                    <a:lnTo>
                      <a:pt x="134" y="228"/>
                    </a:lnTo>
                    <a:lnTo>
                      <a:pt x="132" y="229"/>
                    </a:lnTo>
                    <a:lnTo>
                      <a:pt x="130" y="230"/>
                    </a:lnTo>
                    <a:lnTo>
                      <a:pt x="105" y="230"/>
                    </a:lnTo>
                    <a:lnTo>
                      <a:pt x="104" y="229"/>
                    </a:lnTo>
                    <a:lnTo>
                      <a:pt x="101" y="228"/>
                    </a:lnTo>
                    <a:lnTo>
                      <a:pt x="98" y="223"/>
                    </a:lnTo>
                    <a:lnTo>
                      <a:pt x="94" y="213"/>
                    </a:lnTo>
                    <a:lnTo>
                      <a:pt x="88" y="199"/>
                    </a:lnTo>
                    <a:lnTo>
                      <a:pt x="77" y="195"/>
                    </a:lnTo>
                    <a:lnTo>
                      <a:pt x="64" y="200"/>
                    </a:lnTo>
                    <a:lnTo>
                      <a:pt x="55" y="204"/>
                    </a:lnTo>
                    <a:lnTo>
                      <a:pt x="50" y="206"/>
                    </a:lnTo>
                    <a:lnTo>
                      <a:pt x="47" y="207"/>
                    </a:lnTo>
                    <a:lnTo>
                      <a:pt x="47" y="207"/>
                    </a:lnTo>
                    <a:lnTo>
                      <a:pt x="45" y="207"/>
                    </a:lnTo>
                    <a:lnTo>
                      <a:pt x="43" y="206"/>
                    </a:lnTo>
                    <a:lnTo>
                      <a:pt x="25" y="189"/>
                    </a:lnTo>
                    <a:lnTo>
                      <a:pt x="25" y="187"/>
                    </a:lnTo>
                    <a:lnTo>
                      <a:pt x="24" y="185"/>
                    </a:lnTo>
                    <a:lnTo>
                      <a:pt x="25" y="181"/>
                    </a:lnTo>
                    <a:lnTo>
                      <a:pt x="26" y="175"/>
                    </a:lnTo>
                    <a:lnTo>
                      <a:pt x="30" y="166"/>
                    </a:lnTo>
                    <a:lnTo>
                      <a:pt x="36" y="153"/>
                    </a:lnTo>
                    <a:lnTo>
                      <a:pt x="32" y="144"/>
                    </a:lnTo>
                    <a:lnTo>
                      <a:pt x="16" y="139"/>
                    </a:lnTo>
                    <a:lnTo>
                      <a:pt x="7" y="135"/>
                    </a:lnTo>
                    <a:lnTo>
                      <a:pt x="2" y="131"/>
                    </a:lnTo>
                    <a:lnTo>
                      <a:pt x="0" y="130"/>
                    </a:lnTo>
                    <a:lnTo>
                      <a:pt x="0" y="127"/>
                    </a:lnTo>
                    <a:lnTo>
                      <a:pt x="0" y="103"/>
                    </a:lnTo>
                    <a:lnTo>
                      <a:pt x="0" y="101"/>
                    </a:lnTo>
                    <a:lnTo>
                      <a:pt x="2" y="99"/>
                    </a:lnTo>
                    <a:lnTo>
                      <a:pt x="7" y="96"/>
                    </a:lnTo>
                    <a:lnTo>
                      <a:pt x="16" y="92"/>
                    </a:lnTo>
                    <a:lnTo>
                      <a:pt x="32" y="85"/>
                    </a:lnTo>
                    <a:lnTo>
                      <a:pt x="36" y="76"/>
                    </a:lnTo>
                    <a:lnTo>
                      <a:pt x="29" y="63"/>
                    </a:lnTo>
                    <a:lnTo>
                      <a:pt x="26" y="55"/>
                    </a:lnTo>
                    <a:lnTo>
                      <a:pt x="24" y="48"/>
                    </a:lnTo>
                    <a:lnTo>
                      <a:pt x="24" y="46"/>
                    </a:lnTo>
                    <a:lnTo>
                      <a:pt x="24" y="43"/>
                    </a:lnTo>
                    <a:lnTo>
                      <a:pt x="25" y="42"/>
                    </a:lnTo>
                    <a:lnTo>
                      <a:pt x="43" y="24"/>
                    </a:lnTo>
                    <a:lnTo>
                      <a:pt x="46" y="24"/>
                    </a:lnTo>
                    <a:lnTo>
                      <a:pt x="51" y="25"/>
                    </a:lnTo>
                    <a:lnTo>
                      <a:pt x="62" y="29"/>
                    </a:lnTo>
                    <a:lnTo>
                      <a:pt x="77" y="35"/>
                    </a:lnTo>
                    <a:lnTo>
                      <a:pt x="88" y="31"/>
                    </a:lnTo>
                    <a:lnTo>
                      <a:pt x="93" y="16"/>
                    </a:lnTo>
                    <a:lnTo>
                      <a:pt x="97" y="7"/>
                    </a:lnTo>
                    <a:lnTo>
                      <a:pt x="100" y="1"/>
                    </a:lnTo>
                    <a:lnTo>
                      <a:pt x="102" y="0"/>
                    </a:lnTo>
                    <a:lnTo>
                      <a:pt x="10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58" name="Freeform 52"/>
              <p:cNvSpPr/>
              <p:nvPr/>
            </p:nvSpPr>
            <p:spPr bwMode="auto">
              <a:xfrm rot="19386584" flipH="1">
                <a:off x="6637406" y="2373638"/>
                <a:ext cx="861646" cy="651102"/>
              </a:xfrm>
              <a:custGeom>
                <a:avLst/>
                <a:gdLst>
                  <a:gd name="T0" fmla="*/ 1053 w 1195"/>
                  <a:gd name="T1" fmla="*/ 1 h 903"/>
                  <a:gd name="T2" fmla="*/ 1148 w 1195"/>
                  <a:gd name="T3" fmla="*/ 8 h 903"/>
                  <a:gd name="T4" fmla="*/ 1191 w 1195"/>
                  <a:gd name="T5" fmla="*/ 51 h 903"/>
                  <a:gd name="T6" fmla="*/ 1182 w 1195"/>
                  <a:gd name="T7" fmla="*/ 112 h 903"/>
                  <a:gd name="T8" fmla="*/ 1127 w 1195"/>
                  <a:gd name="T9" fmla="*/ 140 h 903"/>
                  <a:gd name="T10" fmla="*/ 1127 w 1195"/>
                  <a:gd name="T11" fmla="*/ 191 h 903"/>
                  <a:gd name="T12" fmla="*/ 1182 w 1195"/>
                  <a:gd name="T13" fmla="*/ 218 h 903"/>
                  <a:gd name="T14" fmla="*/ 1191 w 1195"/>
                  <a:gd name="T15" fmla="*/ 280 h 903"/>
                  <a:gd name="T16" fmla="*/ 1148 w 1195"/>
                  <a:gd name="T17" fmla="*/ 323 h 903"/>
                  <a:gd name="T18" fmla="*/ 1123 w 1195"/>
                  <a:gd name="T19" fmla="*/ 377 h 903"/>
                  <a:gd name="T20" fmla="*/ 1166 w 1195"/>
                  <a:gd name="T21" fmla="*/ 390 h 903"/>
                  <a:gd name="T22" fmla="*/ 1195 w 1195"/>
                  <a:gd name="T23" fmla="*/ 445 h 903"/>
                  <a:gd name="T24" fmla="*/ 1166 w 1195"/>
                  <a:gd name="T25" fmla="*/ 500 h 903"/>
                  <a:gd name="T26" fmla="*/ 1123 w 1195"/>
                  <a:gd name="T27" fmla="*/ 513 h 903"/>
                  <a:gd name="T28" fmla="*/ 1111 w 1195"/>
                  <a:gd name="T29" fmla="*/ 611 h 903"/>
                  <a:gd name="T30" fmla="*/ 1062 w 1195"/>
                  <a:gd name="T31" fmla="*/ 650 h 903"/>
                  <a:gd name="T32" fmla="*/ 1030 w 1195"/>
                  <a:gd name="T33" fmla="*/ 661 h 903"/>
                  <a:gd name="T34" fmla="*/ 986 w 1195"/>
                  <a:gd name="T35" fmla="*/ 700 h 903"/>
                  <a:gd name="T36" fmla="*/ 917 w 1195"/>
                  <a:gd name="T37" fmla="*/ 758 h 903"/>
                  <a:gd name="T38" fmla="*/ 835 w 1195"/>
                  <a:gd name="T39" fmla="*/ 819 h 903"/>
                  <a:gd name="T40" fmla="*/ 753 w 1195"/>
                  <a:gd name="T41" fmla="*/ 872 h 903"/>
                  <a:gd name="T42" fmla="*/ 684 w 1195"/>
                  <a:gd name="T43" fmla="*/ 900 h 903"/>
                  <a:gd name="T44" fmla="*/ 600 w 1195"/>
                  <a:gd name="T45" fmla="*/ 903 h 903"/>
                  <a:gd name="T46" fmla="*/ 510 w 1195"/>
                  <a:gd name="T47" fmla="*/ 900 h 903"/>
                  <a:gd name="T48" fmla="*/ 440 w 1195"/>
                  <a:gd name="T49" fmla="*/ 872 h 903"/>
                  <a:gd name="T50" fmla="*/ 359 w 1195"/>
                  <a:gd name="T51" fmla="*/ 819 h 903"/>
                  <a:gd name="T52" fmla="*/ 277 w 1195"/>
                  <a:gd name="T53" fmla="*/ 758 h 903"/>
                  <a:gd name="T54" fmla="*/ 209 w 1195"/>
                  <a:gd name="T55" fmla="*/ 700 h 903"/>
                  <a:gd name="T56" fmla="*/ 164 w 1195"/>
                  <a:gd name="T57" fmla="*/ 661 h 903"/>
                  <a:gd name="T58" fmla="*/ 132 w 1195"/>
                  <a:gd name="T59" fmla="*/ 650 h 903"/>
                  <a:gd name="T60" fmla="*/ 82 w 1195"/>
                  <a:gd name="T61" fmla="*/ 611 h 903"/>
                  <a:gd name="T62" fmla="*/ 70 w 1195"/>
                  <a:gd name="T63" fmla="*/ 513 h 903"/>
                  <a:gd name="T64" fmla="*/ 27 w 1195"/>
                  <a:gd name="T65" fmla="*/ 500 h 903"/>
                  <a:gd name="T66" fmla="*/ 0 w 1195"/>
                  <a:gd name="T67" fmla="*/ 445 h 903"/>
                  <a:gd name="T68" fmla="*/ 27 w 1195"/>
                  <a:gd name="T69" fmla="*/ 390 h 903"/>
                  <a:gd name="T70" fmla="*/ 70 w 1195"/>
                  <a:gd name="T71" fmla="*/ 377 h 903"/>
                  <a:gd name="T72" fmla="*/ 45 w 1195"/>
                  <a:gd name="T73" fmla="*/ 323 h 903"/>
                  <a:gd name="T74" fmla="*/ 2 w 1195"/>
                  <a:gd name="T75" fmla="*/ 280 h 903"/>
                  <a:gd name="T76" fmla="*/ 13 w 1195"/>
                  <a:gd name="T77" fmla="*/ 218 h 903"/>
                  <a:gd name="T78" fmla="*/ 68 w 1195"/>
                  <a:gd name="T79" fmla="*/ 191 h 903"/>
                  <a:gd name="T80" fmla="*/ 68 w 1195"/>
                  <a:gd name="T81" fmla="*/ 140 h 903"/>
                  <a:gd name="T82" fmla="*/ 13 w 1195"/>
                  <a:gd name="T83" fmla="*/ 112 h 903"/>
                  <a:gd name="T84" fmla="*/ 2 w 1195"/>
                  <a:gd name="T85" fmla="*/ 51 h 903"/>
                  <a:gd name="T86" fmla="*/ 45 w 1195"/>
                  <a:gd name="T87" fmla="*/ 8 h 903"/>
                  <a:gd name="T88" fmla="*/ 141 w 1195"/>
                  <a:gd name="T89" fmla="*/ 1 h 9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195" h="903">
                    <a:moveTo>
                      <a:pt x="155" y="0"/>
                    </a:moveTo>
                    <a:lnTo>
                      <a:pt x="1040" y="0"/>
                    </a:lnTo>
                    <a:lnTo>
                      <a:pt x="1053" y="1"/>
                    </a:lnTo>
                    <a:lnTo>
                      <a:pt x="1066" y="5"/>
                    </a:lnTo>
                    <a:lnTo>
                      <a:pt x="1127" y="5"/>
                    </a:lnTo>
                    <a:lnTo>
                      <a:pt x="1148" y="8"/>
                    </a:lnTo>
                    <a:lnTo>
                      <a:pt x="1166" y="18"/>
                    </a:lnTo>
                    <a:lnTo>
                      <a:pt x="1182" y="32"/>
                    </a:lnTo>
                    <a:lnTo>
                      <a:pt x="1191" y="51"/>
                    </a:lnTo>
                    <a:lnTo>
                      <a:pt x="1195" y="73"/>
                    </a:lnTo>
                    <a:lnTo>
                      <a:pt x="1191" y="94"/>
                    </a:lnTo>
                    <a:lnTo>
                      <a:pt x="1182" y="112"/>
                    </a:lnTo>
                    <a:lnTo>
                      <a:pt x="1166" y="127"/>
                    </a:lnTo>
                    <a:lnTo>
                      <a:pt x="1148" y="137"/>
                    </a:lnTo>
                    <a:lnTo>
                      <a:pt x="1127" y="140"/>
                    </a:lnTo>
                    <a:lnTo>
                      <a:pt x="1123" y="140"/>
                    </a:lnTo>
                    <a:lnTo>
                      <a:pt x="1123" y="191"/>
                    </a:lnTo>
                    <a:lnTo>
                      <a:pt x="1127" y="191"/>
                    </a:lnTo>
                    <a:lnTo>
                      <a:pt x="1148" y="195"/>
                    </a:lnTo>
                    <a:lnTo>
                      <a:pt x="1166" y="204"/>
                    </a:lnTo>
                    <a:lnTo>
                      <a:pt x="1182" y="218"/>
                    </a:lnTo>
                    <a:lnTo>
                      <a:pt x="1191" y="237"/>
                    </a:lnTo>
                    <a:lnTo>
                      <a:pt x="1195" y="259"/>
                    </a:lnTo>
                    <a:lnTo>
                      <a:pt x="1191" y="280"/>
                    </a:lnTo>
                    <a:lnTo>
                      <a:pt x="1182" y="298"/>
                    </a:lnTo>
                    <a:lnTo>
                      <a:pt x="1166" y="314"/>
                    </a:lnTo>
                    <a:lnTo>
                      <a:pt x="1148" y="323"/>
                    </a:lnTo>
                    <a:lnTo>
                      <a:pt x="1127" y="327"/>
                    </a:lnTo>
                    <a:lnTo>
                      <a:pt x="1123" y="327"/>
                    </a:lnTo>
                    <a:lnTo>
                      <a:pt x="1123" y="377"/>
                    </a:lnTo>
                    <a:lnTo>
                      <a:pt x="1127" y="377"/>
                    </a:lnTo>
                    <a:lnTo>
                      <a:pt x="1148" y="381"/>
                    </a:lnTo>
                    <a:lnTo>
                      <a:pt x="1166" y="390"/>
                    </a:lnTo>
                    <a:lnTo>
                      <a:pt x="1182" y="404"/>
                    </a:lnTo>
                    <a:lnTo>
                      <a:pt x="1191" y="424"/>
                    </a:lnTo>
                    <a:lnTo>
                      <a:pt x="1195" y="445"/>
                    </a:lnTo>
                    <a:lnTo>
                      <a:pt x="1191" y="466"/>
                    </a:lnTo>
                    <a:lnTo>
                      <a:pt x="1182" y="485"/>
                    </a:lnTo>
                    <a:lnTo>
                      <a:pt x="1166" y="500"/>
                    </a:lnTo>
                    <a:lnTo>
                      <a:pt x="1148" y="509"/>
                    </a:lnTo>
                    <a:lnTo>
                      <a:pt x="1127" y="513"/>
                    </a:lnTo>
                    <a:lnTo>
                      <a:pt x="1123" y="513"/>
                    </a:lnTo>
                    <a:lnTo>
                      <a:pt x="1123" y="569"/>
                    </a:lnTo>
                    <a:lnTo>
                      <a:pt x="1121" y="591"/>
                    </a:lnTo>
                    <a:lnTo>
                      <a:pt x="1111" y="611"/>
                    </a:lnTo>
                    <a:lnTo>
                      <a:pt x="1098" y="628"/>
                    </a:lnTo>
                    <a:lnTo>
                      <a:pt x="1081" y="641"/>
                    </a:lnTo>
                    <a:lnTo>
                      <a:pt x="1062" y="650"/>
                    </a:lnTo>
                    <a:lnTo>
                      <a:pt x="1040" y="653"/>
                    </a:lnTo>
                    <a:lnTo>
                      <a:pt x="1037" y="656"/>
                    </a:lnTo>
                    <a:lnTo>
                      <a:pt x="1030" y="661"/>
                    </a:lnTo>
                    <a:lnTo>
                      <a:pt x="1019" y="671"/>
                    </a:lnTo>
                    <a:lnTo>
                      <a:pt x="1004" y="684"/>
                    </a:lnTo>
                    <a:lnTo>
                      <a:pt x="986" y="700"/>
                    </a:lnTo>
                    <a:lnTo>
                      <a:pt x="965" y="717"/>
                    </a:lnTo>
                    <a:lnTo>
                      <a:pt x="941" y="737"/>
                    </a:lnTo>
                    <a:lnTo>
                      <a:pt x="917" y="758"/>
                    </a:lnTo>
                    <a:lnTo>
                      <a:pt x="890" y="777"/>
                    </a:lnTo>
                    <a:lnTo>
                      <a:pt x="863" y="798"/>
                    </a:lnTo>
                    <a:lnTo>
                      <a:pt x="835" y="819"/>
                    </a:lnTo>
                    <a:lnTo>
                      <a:pt x="807" y="838"/>
                    </a:lnTo>
                    <a:lnTo>
                      <a:pt x="779" y="856"/>
                    </a:lnTo>
                    <a:lnTo>
                      <a:pt x="753" y="872"/>
                    </a:lnTo>
                    <a:lnTo>
                      <a:pt x="728" y="885"/>
                    </a:lnTo>
                    <a:lnTo>
                      <a:pt x="705" y="894"/>
                    </a:lnTo>
                    <a:lnTo>
                      <a:pt x="684" y="900"/>
                    </a:lnTo>
                    <a:lnTo>
                      <a:pt x="665" y="903"/>
                    </a:lnTo>
                    <a:lnTo>
                      <a:pt x="601" y="903"/>
                    </a:lnTo>
                    <a:lnTo>
                      <a:pt x="600" y="903"/>
                    </a:lnTo>
                    <a:lnTo>
                      <a:pt x="597" y="903"/>
                    </a:lnTo>
                    <a:lnTo>
                      <a:pt x="528" y="903"/>
                    </a:lnTo>
                    <a:lnTo>
                      <a:pt x="510" y="900"/>
                    </a:lnTo>
                    <a:lnTo>
                      <a:pt x="489" y="894"/>
                    </a:lnTo>
                    <a:lnTo>
                      <a:pt x="465" y="885"/>
                    </a:lnTo>
                    <a:lnTo>
                      <a:pt x="440" y="872"/>
                    </a:lnTo>
                    <a:lnTo>
                      <a:pt x="414" y="856"/>
                    </a:lnTo>
                    <a:lnTo>
                      <a:pt x="387" y="838"/>
                    </a:lnTo>
                    <a:lnTo>
                      <a:pt x="359" y="819"/>
                    </a:lnTo>
                    <a:lnTo>
                      <a:pt x="331" y="798"/>
                    </a:lnTo>
                    <a:lnTo>
                      <a:pt x="304" y="777"/>
                    </a:lnTo>
                    <a:lnTo>
                      <a:pt x="277" y="758"/>
                    </a:lnTo>
                    <a:lnTo>
                      <a:pt x="252" y="737"/>
                    </a:lnTo>
                    <a:lnTo>
                      <a:pt x="230" y="717"/>
                    </a:lnTo>
                    <a:lnTo>
                      <a:pt x="209" y="700"/>
                    </a:lnTo>
                    <a:lnTo>
                      <a:pt x="191" y="684"/>
                    </a:lnTo>
                    <a:lnTo>
                      <a:pt x="175" y="671"/>
                    </a:lnTo>
                    <a:lnTo>
                      <a:pt x="164" y="661"/>
                    </a:lnTo>
                    <a:lnTo>
                      <a:pt x="157" y="656"/>
                    </a:lnTo>
                    <a:lnTo>
                      <a:pt x="155" y="653"/>
                    </a:lnTo>
                    <a:lnTo>
                      <a:pt x="132" y="650"/>
                    </a:lnTo>
                    <a:lnTo>
                      <a:pt x="112" y="641"/>
                    </a:lnTo>
                    <a:lnTo>
                      <a:pt x="95" y="628"/>
                    </a:lnTo>
                    <a:lnTo>
                      <a:pt x="82" y="611"/>
                    </a:lnTo>
                    <a:lnTo>
                      <a:pt x="73" y="591"/>
                    </a:lnTo>
                    <a:lnTo>
                      <a:pt x="70" y="569"/>
                    </a:lnTo>
                    <a:lnTo>
                      <a:pt x="70" y="513"/>
                    </a:lnTo>
                    <a:lnTo>
                      <a:pt x="68" y="513"/>
                    </a:lnTo>
                    <a:lnTo>
                      <a:pt x="45" y="509"/>
                    </a:lnTo>
                    <a:lnTo>
                      <a:pt x="27" y="500"/>
                    </a:lnTo>
                    <a:lnTo>
                      <a:pt x="13" y="485"/>
                    </a:lnTo>
                    <a:lnTo>
                      <a:pt x="2" y="466"/>
                    </a:lnTo>
                    <a:lnTo>
                      <a:pt x="0" y="445"/>
                    </a:lnTo>
                    <a:lnTo>
                      <a:pt x="2" y="424"/>
                    </a:lnTo>
                    <a:lnTo>
                      <a:pt x="13" y="404"/>
                    </a:lnTo>
                    <a:lnTo>
                      <a:pt x="27" y="390"/>
                    </a:lnTo>
                    <a:lnTo>
                      <a:pt x="45" y="381"/>
                    </a:lnTo>
                    <a:lnTo>
                      <a:pt x="68" y="377"/>
                    </a:lnTo>
                    <a:lnTo>
                      <a:pt x="70" y="377"/>
                    </a:lnTo>
                    <a:lnTo>
                      <a:pt x="70" y="327"/>
                    </a:lnTo>
                    <a:lnTo>
                      <a:pt x="68" y="327"/>
                    </a:lnTo>
                    <a:lnTo>
                      <a:pt x="45" y="323"/>
                    </a:lnTo>
                    <a:lnTo>
                      <a:pt x="27" y="314"/>
                    </a:lnTo>
                    <a:lnTo>
                      <a:pt x="13" y="298"/>
                    </a:lnTo>
                    <a:lnTo>
                      <a:pt x="2" y="280"/>
                    </a:lnTo>
                    <a:lnTo>
                      <a:pt x="0" y="259"/>
                    </a:lnTo>
                    <a:lnTo>
                      <a:pt x="2" y="237"/>
                    </a:lnTo>
                    <a:lnTo>
                      <a:pt x="13" y="218"/>
                    </a:lnTo>
                    <a:lnTo>
                      <a:pt x="27" y="204"/>
                    </a:lnTo>
                    <a:lnTo>
                      <a:pt x="45" y="195"/>
                    </a:lnTo>
                    <a:lnTo>
                      <a:pt x="68" y="191"/>
                    </a:lnTo>
                    <a:lnTo>
                      <a:pt x="70" y="191"/>
                    </a:lnTo>
                    <a:lnTo>
                      <a:pt x="70" y="140"/>
                    </a:lnTo>
                    <a:lnTo>
                      <a:pt x="68" y="140"/>
                    </a:lnTo>
                    <a:lnTo>
                      <a:pt x="45" y="137"/>
                    </a:lnTo>
                    <a:lnTo>
                      <a:pt x="27" y="127"/>
                    </a:lnTo>
                    <a:lnTo>
                      <a:pt x="13" y="112"/>
                    </a:lnTo>
                    <a:lnTo>
                      <a:pt x="2" y="94"/>
                    </a:lnTo>
                    <a:lnTo>
                      <a:pt x="0" y="73"/>
                    </a:lnTo>
                    <a:lnTo>
                      <a:pt x="2" y="51"/>
                    </a:lnTo>
                    <a:lnTo>
                      <a:pt x="13" y="32"/>
                    </a:lnTo>
                    <a:lnTo>
                      <a:pt x="27" y="18"/>
                    </a:lnTo>
                    <a:lnTo>
                      <a:pt x="45" y="8"/>
                    </a:lnTo>
                    <a:lnTo>
                      <a:pt x="68" y="5"/>
                    </a:lnTo>
                    <a:lnTo>
                      <a:pt x="129" y="5"/>
                    </a:lnTo>
                    <a:lnTo>
                      <a:pt x="141" y="1"/>
                    </a:lnTo>
                    <a:lnTo>
                      <a:pt x="15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</p:grpSp>
      </p:grpSp>
      <p:sp>
        <p:nvSpPr>
          <p:cNvPr id="65" name="Title 1"/>
          <p:cNvSpPr txBox="1"/>
          <p:nvPr/>
        </p:nvSpPr>
        <p:spPr>
          <a:xfrm>
            <a:off x="786924" y="1634396"/>
            <a:ext cx="5882341" cy="15385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algn="r" defTabSz="913765">
              <a:spcBef>
                <a:spcPct val="0"/>
              </a:spcBef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Playfair Display" panose="00000500000000000000" pitchFamily="50" charset="0"/>
                <a:ea typeface="Roboto Light" panose="02000000000000000000" pitchFamily="2" charset="0"/>
                <a:cs typeface="Lato Light" panose="020F0402020204030203" pitchFamily="34" charset="0"/>
              </a:defRPr>
            </a:lvl1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</a:rPr>
              <a:t>Join with us and we’ll make the world in our hand. It’s using to make your look good.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1532111" y="3531865"/>
            <a:ext cx="2130901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Open Sans" panose="020B0606030504020204" pitchFamily="34" charset="0"/>
                <a:cs typeface="Aa楷体" panose="02000500000000000000" pitchFamily="2" charset="-122"/>
              </a:rPr>
              <a:t>48%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Open Sans" panose="020B0606030504020204" pitchFamily="34" charset="0"/>
              <a:cs typeface="Aa楷体" panose="02000500000000000000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Open Sans" panose="020B0606030504020204" pitchFamily="34" charset="0"/>
                <a:cs typeface="Aa楷体" panose="02000500000000000000" pitchFamily="2" charset="-122"/>
              </a:rPr>
              <a:t>BUSINESS MODELS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Open Sans" panose="020B0606030504020204" pitchFamily="34" charset="0"/>
              <a:cs typeface="Aa楷体" panose="02000500000000000000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Roboto" panose="02000000000000000000" pitchFamily="2" charset="0"/>
              <a:cs typeface="Aa楷体" panose="02000500000000000000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778495"/>
                </a:solidFill>
                <a:effectLst/>
                <a:uLnTx/>
                <a:uFillTx/>
                <a:latin typeface="Aa楷体" panose="02000500000000000000" pitchFamily="2" charset="-122"/>
                <a:ea typeface="Roboto" panose="02000000000000000000" pitchFamily="2" charset="0"/>
                <a:cs typeface="Aa楷体" panose="02000500000000000000" pitchFamily="2" charset="-122"/>
              </a:rPr>
              <a:t>Conveniently i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Roboto" panose="02000000000000000000" pitchFamily="2" charset="0"/>
                <a:cs typeface="Aa楷体" panose="02000500000000000000" pitchFamily="2" charset="-122"/>
              </a:rPr>
              <a:t>terate top-line alignments for wireless metrics.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Roboto" panose="02000000000000000000" pitchFamily="2" charset="0"/>
              <a:cs typeface="Aa楷体" panose="02000500000000000000" pitchFamily="2" charset="-122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5377588" y="3531865"/>
            <a:ext cx="2130901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Open Sans" panose="020B0606030504020204" pitchFamily="34" charset="0"/>
                <a:cs typeface="Aa楷体" panose="02000500000000000000" pitchFamily="2" charset="-122"/>
              </a:rPr>
              <a:t>88%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Open Sans" panose="020B0606030504020204" pitchFamily="34" charset="0"/>
              <a:cs typeface="Aa楷体" panose="02000500000000000000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Open Sans" panose="020B0606030504020204" pitchFamily="34" charset="0"/>
                <a:cs typeface="Aa楷体" panose="02000500000000000000" pitchFamily="2" charset="-122"/>
              </a:rPr>
              <a:t>TARGET MARKET 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Open Sans" panose="020B0606030504020204" pitchFamily="34" charset="0"/>
              <a:cs typeface="Aa楷体" panose="02000500000000000000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Roboto" panose="02000000000000000000" pitchFamily="2" charset="0"/>
              <a:cs typeface="Aa楷体" panose="02000500000000000000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Roboto" panose="02000000000000000000" pitchFamily="2" charset="0"/>
                <a:cs typeface="Aa楷体" panose="02000500000000000000" pitchFamily="2" charset="-122"/>
              </a:rPr>
              <a:t>Conveniently iterate top-line alignments for wireless metrics.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Roboto" panose="02000000000000000000" pitchFamily="2" charset="0"/>
              <a:cs typeface="Aa楷体" panose="02000500000000000000" pitchFamily="2" charset="-122"/>
            </a:endParaRPr>
          </a:p>
        </p:txBody>
      </p:sp>
      <p:grpSp>
        <p:nvGrpSpPr>
          <p:cNvPr id="69" name="Group 68"/>
          <p:cNvGrpSpPr/>
          <p:nvPr/>
        </p:nvGrpSpPr>
        <p:grpSpPr>
          <a:xfrm>
            <a:off x="4685124" y="3916878"/>
            <a:ext cx="527050" cy="527050"/>
            <a:chOff x="1360488" y="595313"/>
            <a:chExt cx="527050" cy="527050"/>
          </a:xfrm>
          <a:solidFill>
            <a:schemeClr val="accent1"/>
          </a:solidFill>
        </p:grpSpPr>
        <p:sp>
          <p:nvSpPr>
            <p:cNvPr id="70" name="Freeform 197"/>
            <p:cNvSpPr/>
            <p:nvPr/>
          </p:nvSpPr>
          <p:spPr bwMode="auto">
            <a:xfrm>
              <a:off x="1360488" y="595313"/>
              <a:ext cx="527050" cy="527050"/>
            </a:xfrm>
            <a:custGeom>
              <a:avLst/>
              <a:gdLst>
                <a:gd name="T0" fmla="*/ 22 w 332"/>
                <a:gd name="T1" fmla="*/ 310 h 332"/>
                <a:gd name="T2" fmla="*/ 22 w 332"/>
                <a:gd name="T3" fmla="*/ 0 h 332"/>
                <a:gd name="T4" fmla="*/ 0 w 332"/>
                <a:gd name="T5" fmla="*/ 0 h 332"/>
                <a:gd name="T6" fmla="*/ 0 w 332"/>
                <a:gd name="T7" fmla="*/ 332 h 332"/>
                <a:gd name="T8" fmla="*/ 332 w 332"/>
                <a:gd name="T9" fmla="*/ 332 h 332"/>
                <a:gd name="T10" fmla="*/ 332 w 332"/>
                <a:gd name="T11" fmla="*/ 310 h 332"/>
                <a:gd name="T12" fmla="*/ 22 w 332"/>
                <a:gd name="T13" fmla="*/ 31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2" h="332">
                  <a:moveTo>
                    <a:pt x="22" y="310"/>
                  </a:moveTo>
                  <a:lnTo>
                    <a:pt x="22" y="0"/>
                  </a:lnTo>
                  <a:lnTo>
                    <a:pt x="0" y="0"/>
                  </a:lnTo>
                  <a:lnTo>
                    <a:pt x="0" y="332"/>
                  </a:lnTo>
                  <a:lnTo>
                    <a:pt x="332" y="332"/>
                  </a:lnTo>
                  <a:lnTo>
                    <a:pt x="332" y="310"/>
                  </a:lnTo>
                  <a:lnTo>
                    <a:pt x="22" y="3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71" name="Freeform 198"/>
            <p:cNvSpPr/>
            <p:nvPr/>
          </p:nvSpPr>
          <p:spPr bwMode="auto">
            <a:xfrm>
              <a:off x="1420813" y="674688"/>
              <a:ext cx="433388" cy="222250"/>
            </a:xfrm>
            <a:custGeom>
              <a:avLst/>
              <a:gdLst>
                <a:gd name="T0" fmla="*/ 273 w 273"/>
                <a:gd name="T1" fmla="*/ 0 h 140"/>
                <a:gd name="T2" fmla="*/ 169 w 273"/>
                <a:gd name="T3" fmla="*/ 0 h 140"/>
                <a:gd name="T4" fmla="*/ 208 w 273"/>
                <a:gd name="T5" fmla="*/ 40 h 140"/>
                <a:gd name="T6" fmla="*/ 162 w 273"/>
                <a:gd name="T7" fmla="*/ 84 h 140"/>
                <a:gd name="T8" fmla="*/ 100 w 273"/>
                <a:gd name="T9" fmla="*/ 21 h 140"/>
                <a:gd name="T10" fmla="*/ 100 w 273"/>
                <a:gd name="T11" fmla="*/ 21 h 140"/>
                <a:gd name="T12" fmla="*/ 100 w 273"/>
                <a:gd name="T13" fmla="*/ 21 h 140"/>
                <a:gd name="T14" fmla="*/ 99 w 273"/>
                <a:gd name="T15" fmla="*/ 21 h 140"/>
                <a:gd name="T16" fmla="*/ 99 w 273"/>
                <a:gd name="T17" fmla="*/ 21 h 140"/>
                <a:gd name="T18" fmla="*/ 96 w 273"/>
                <a:gd name="T19" fmla="*/ 19 h 140"/>
                <a:gd name="T20" fmla="*/ 94 w 273"/>
                <a:gd name="T21" fmla="*/ 19 h 140"/>
                <a:gd name="T22" fmla="*/ 94 w 273"/>
                <a:gd name="T23" fmla="*/ 19 h 140"/>
                <a:gd name="T24" fmla="*/ 92 w 273"/>
                <a:gd name="T25" fmla="*/ 19 h 140"/>
                <a:gd name="T26" fmla="*/ 90 w 273"/>
                <a:gd name="T27" fmla="*/ 21 h 140"/>
                <a:gd name="T28" fmla="*/ 1 w 273"/>
                <a:gd name="T29" fmla="*/ 109 h 140"/>
                <a:gd name="T30" fmla="*/ 1 w 273"/>
                <a:gd name="T31" fmla="*/ 109 h 140"/>
                <a:gd name="T32" fmla="*/ 0 w 273"/>
                <a:gd name="T33" fmla="*/ 111 h 140"/>
                <a:gd name="T34" fmla="*/ 0 w 273"/>
                <a:gd name="T35" fmla="*/ 114 h 140"/>
                <a:gd name="T36" fmla="*/ 0 w 273"/>
                <a:gd name="T37" fmla="*/ 116 h 140"/>
                <a:gd name="T38" fmla="*/ 1 w 273"/>
                <a:gd name="T39" fmla="*/ 118 h 140"/>
                <a:gd name="T40" fmla="*/ 21 w 273"/>
                <a:gd name="T41" fmla="*/ 139 h 140"/>
                <a:gd name="T42" fmla="*/ 21 w 273"/>
                <a:gd name="T43" fmla="*/ 139 h 140"/>
                <a:gd name="T44" fmla="*/ 24 w 273"/>
                <a:gd name="T45" fmla="*/ 140 h 140"/>
                <a:gd name="T46" fmla="*/ 26 w 273"/>
                <a:gd name="T47" fmla="*/ 140 h 140"/>
                <a:gd name="T48" fmla="*/ 28 w 273"/>
                <a:gd name="T49" fmla="*/ 140 h 140"/>
                <a:gd name="T50" fmla="*/ 30 w 273"/>
                <a:gd name="T51" fmla="*/ 139 h 140"/>
                <a:gd name="T52" fmla="*/ 94 w 273"/>
                <a:gd name="T53" fmla="*/ 75 h 140"/>
                <a:gd name="T54" fmla="*/ 158 w 273"/>
                <a:gd name="T55" fmla="*/ 139 h 140"/>
                <a:gd name="T56" fmla="*/ 158 w 273"/>
                <a:gd name="T57" fmla="*/ 139 h 140"/>
                <a:gd name="T58" fmla="*/ 160 w 273"/>
                <a:gd name="T59" fmla="*/ 140 h 140"/>
                <a:gd name="T60" fmla="*/ 160 w 273"/>
                <a:gd name="T61" fmla="*/ 140 h 140"/>
                <a:gd name="T62" fmla="*/ 165 w 273"/>
                <a:gd name="T63" fmla="*/ 140 h 140"/>
                <a:gd name="T64" fmla="*/ 168 w 273"/>
                <a:gd name="T65" fmla="*/ 139 h 140"/>
                <a:gd name="T66" fmla="*/ 187 w 273"/>
                <a:gd name="T67" fmla="*/ 118 h 140"/>
                <a:gd name="T68" fmla="*/ 237 w 273"/>
                <a:gd name="T69" fmla="*/ 69 h 140"/>
                <a:gd name="T70" fmla="*/ 273 w 273"/>
                <a:gd name="T71" fmla="*/ 105 h 140"/>
                <a:gd name="T72" fmla="*/ 273 w 273"/>
                <a:gd name="T73" fmla="*/ 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73" h="140">
                  <a:moveTo>
                    <a:pt x="273" y="0"/>
                  </a:moveTo>
                  <a:lnTo>
                    <a:pt x="169" y="0"/>
                  </a:lnTo>
                  <a:lnTo>
                    <a:pt x="208" y="40"/>
                  </a:lnTo>
                  <a:lnTo>
                    <a:pt x="162" y="84"/>
                  </a:lnTo>
                  <a:lnTo>
                    <a:pt x="100" y="21"/>
                  </a:lnTo>
                  <a:lnTo>
                    <a:pt x="100" y="21"/>
                  </a:lnTo>
                  <a:lnTo>
                    <a:pt x="100" y="21"/>
                  </a:lnTo>
                  <a:lnTo>
                    <a:pt x="99" y="21"/>
                  </a:lnTo>
                  <a:lnTo>
                    <a:pt x="99" y="21"/>
                  </a:lnTo>
                  <a:lnTo>
                    <a:pt x="96" y="19"/>
                  </a:lnTo>
                  <a:lnTo>
                    <a:pt x="94" y="19"/>
                  </a:lnTo>
                  <a:lnTo>
                    <a:pt x="94" y="19"/>
                  </a:lnTo>
                  <a:lnTo>
                    <a:pt x="92" y="19"/>
                  </a:lnTo>
                  <a:lnTo>
                    <a:pt x="90" y="21"/>
                  </a:lnTo>
                  <a:lnTo>
                    <a:pt x="1" y="109"/>
                  </a:lnTo>
                  <a:lnTo>
                    <a:pt x="1" y="109"/>
                  </a:lnTo>
                  <a:lnTo>
                    <a:pt x="0" y="111"/>
                  </a:lnTo>
                  <a:lnTo>
                    <a:pt x="0" y="114"/>
                  </a:lnTo>
                  <a:lnTo>
                    <a:pt x="0" y="116"/>
                  </a:lnTo>
                  <a:lnTo>
                    <a:pt x="1" y="118"/>
                  </a:lnTo>
                  <a:lnTo>
                    <a:pt x="21" y="139"/>
                  </a:lnTo>
                  <a:lnTo>
                    <a:pt x="21" y="139"/>
                  </a:lnTo>
                  <a:lnTo>
                    <a:pt x="24" y="140"/>
                  </a:lnTo>
                  <a:lnTo>
                    <a:pt x="26" y="140"/>
                  </a:lnTo>
                  <a:lnTo>
                    <a:pt x="28" y="140"/>
                  </a:lnTo>
                  <a:lnTo>
                    <a:pt x="30" y="139"/>
                  </a:lnTo>
                  <a:lnTo>
                    <a:pt x="94" y="75"/>
                  </a:lnTo>
                  <a:lnTo>
                    <a:pt x="158" y="139"/>
                  </a:lnTo>
                  <a:lnTo>
                    <a:pt x="158" y="139"/>
                  </a:lnTo>
                  <a:lnTo>
                    <a:pt x="160" y="140"/>
                  </a:lnTo>
                  <a:lnTo>
                    <a:pt x="160" y="140"/>
                  </a:lnTo>
                  <a:lnTo>
                    <a:pt x="165" y="140"/>
                  </a:lnTo>
                  <a:lnTo>
                    <a:pt x="168" y="139"/>
                  </a:lnTo>
                  <a:lnTo>
                    <a:pt x="187" y="118"/>
                  </a:lnTo>
                  <a:lnTo>
                    <a:pt x="237" y="69"/>
                  </a:lnTo>
                  <a:lnTo>
                    <a:pt x="273" y="105"/>
                  </a:lnTo>
                  <a:lnTo>
                    <a:pt x="27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72" name="Freeform 199"/>
            <p:cNvSpPr/>
            <p:nvPr/>
          </p:nvSpPr>
          <p:spPr bwMode="auto">
            <a:xfrm>
              <a:off x="1436688" y="906463"/>
              <a:ext cx="53975" cy="161925"/>
            </a:xfrm>
            <a:custGeom>
              <a:avLst/>
              <a:gdLst>
                <a:gd name="T0" fmla="*/ 34 w 34"/>
                <a:gd name="T1" fmla="*/ 102 h 102"/>
                <a:gd name="T2" fmla="*/ 34 w 34"/>
                <a:gd name="T3" fmla="*/ 0 h 102"/>
                <a:gd name="T4" fmla="*/ 20 w 34"/>
                <a:gd name="T5" fmla="*/ 13 h 102"/>
                <a:gd name="T6" fmla="*/ 20 w 34"/>
                <a:gd name="T7" fmla="*/ 13 h 102"/>
                <a:gd name="T8" fmla="*/ 18 w 34"/>
                <a:gd name="T9" fmla="*/ 14 h 102"/>
                <a:gd name="T10" fmla="*/ 16 w 34"/>
                <a:gd name="T11" fmla="*/ 16 h 102"/>
                <a:gd name="T12" fmla="*/ 14 w 34"/>
                <a:gd name="T13" fmla="*/ 14 h 102"/>
                <a:gd name="T14" fmla="*/ 11 w 34"/>
                <a:gd name="T15" fmla="*/ 13 h 102"/>
                <a:gd name="T16" fmla="*/ 0 w 34"/>
                <a:gd name="T17" fmla="*/ 2 h 102"/>
                <a:gd name="T18" fmla="*/ 0 w 34"/>
                <a:gd name="T19" fmla="*/ 102 h 102"/>
                <a:gd name="T20" fmla="*/ 34 w 34"/>
                <a:gd name="T21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" h="102">
                  <a:moveTo>
                    <a:pt x="34" y="102"/>
                  </a:moveTo>
                  <a:lnTo>
                    <a:pt x="34" y="0"/>
                  </a:lnTo>
                  <a:lnTo>
                    <a:pt x="20" y="13"/>
                  </a:lnTo>
                  <a:lnTo>
                    <a:pt x="20" y="13"/>
                  </a:lnTo>
                  <a:lnTo>
                    <a:pt x="18" y="14"/>
                  </a:lnTo>
                  <a:lnTo>
                    <a:pt x="16" y="16"/>
                  </a:lnTo>
                  <a:lnTo>
                    <a:pt x="14" y="14"/>
                  </a:lnTo>
                  <a:lnTo>
                    <a:pt x="11" y="13"/>
                  </a:lnTo>
                  <a:lnTo>
                    <a:pt x="0" y="2"/>
                  </a:lnTo>
                  <a:lnTo>
                    <a:pt x="0" y="102"/>
                  </a:lnTo>
                  <a:lnTo>
                    <a:pt x="34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73" name="Freeform 200"/>
            <p:cNvSpPr/>
            <p:nvPr/>
          </p:nvSpPr>
          <p:spPr bwMode="auto">
            <a:xfrm>
              <a:off x="1527176" y="827088"/>
              <a:ext cx="53975" cy="241300"/>
            </a:xfrm>
            <a:custGeom>
              <a:avLst/>
              <a:gdLst>
                <a:gd name="T0" fmla="*/ 34 w 34"/>
                <a:gd name="T1" fmla="*/ 152 h 152"/>
                <a:gd name="T2" fmla="*/ 34 w 34"/>
                <a:gd name="T3" fmla="*/ 6 h 152"/>
                <a:gd name="T4" fmla="*/ 27 w 34"/>
                <a:gd name="T5" fmla="*/ 0 h 152"/>
                <a:gd name="T6" fmla="*/ 0 w 34"/>
                <a:gd name="T7" fmla="*/ 27 h 152"/>
                <a:gd name="T8" fmla="*/ 0 w 34"/>
                <a:gd name="T9" fmla="*/ 152 h 152"/>
                <a:gd name="T10" fmla="*/ 34 w 34"/>
                <a:gd name="T11" fmla="*/ 152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" h="152">
                  <a:moveTo>
                    <a:pt x="34" y="152"/>
                  </a:moveTo>
                  <a:lnTo>
                    <a:pt x="34" y="6"/>
                  </a:lnTo>
                  <a:lnTo>
                    <a:pt x="27" y="0"/>
                  </a:lnTo>
                  <a:lnTo>
                    <a:pt x="0" y="27"/>
                  </a:lnTo>
                  <a:lnTo>
                    <a:pt x="0" y="152"/>
                  </a:lnTo>
                  <a:lnTo>
                    <a:pt x="34" y="1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74" name="Freeform 201"/>
            <p:cNvSpPr/>
            <p:nvPr/>
          </p:nvSpPr>
          <p:spPr bwMode="auto">
            <a:xfrm>
              <a:off x="1617663" y="873126"/>
              <a:ext cx="55563" cy="195263"/>
            </a:xfrm>
            <a:custGeom>
              <a:avLst/>
              <a:gdLst>
                <a:gd name="T0" fmla="*/ 35 w 35"/>
                <a:gd name="T1" fmla="*/ 123 h 123"/>
                <a:gd name="T2" fmla="*/ 35 w 35"/>
                <a:gd name="T3" fmla="*/ 34 h 123"/>
                <a:gd name="T4" fmla="*/ 35 w 35"/>
                <a:gd name="T5" fmla="*/ 34 h 123"/>
                <a:gd name="T6" fmla="*/ 34 w 35"/>
                <a:gd name="T7" fmla="*/ 34 h 123"/>
                <a:gd name="T8" fmla="*/ 0 w 35"/>
                <a:gd name="T9" fmla="*/ 0 h 123"/>
                <a:gd name="T10" fmla="*/ 0 w 35"/>
                <a:gd name="T11" fmla="*/ 123 h 123"/>
                <a:gd name="T12" fmla="*/ 35 w 35"/>
                <a:gd name="T13" fmla="*/ 123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123">
                  <a:moveTo>
                    <a:pt x="35" y="123"/>
                  </a:moveTo>
                  <a:lnTo>
                    <a:pt x="35" y="34"/>
                  </a:lnTo>
                  <a:lnTo>
                    <a:pt x="35" y="34"/>
                  </a:lnTo>
                  <a:lnTo>
                    <a:pt x="34" y="34"/>
                  </a:lnTo>
                  <a:lnTo>
                    <a:pt x="0" y="0"/>
                  </a:lnTo>
                  <a:lnTo>
                    <a:pt x="0" y="123"/>
                  </a:lnTo>
                  <a:lnTo>
                    <a:pt x="35" y="1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75" name="Freeform 202"/>
            <p:cNvSpPr/>
            <p:nvPr/>
          </p:nvSpPr>
          <p:spPr bwMode="auto">
            <a:xfrm>
              <a:off x="1709738" y="850901"/>
              <a:ext cx="53975" cy="217488"/>
            </a:xfrm>
            <a:custGeom>
              <a:avLst/>
              <a:gdLst>
                <a:gd name="T0" fmla="*/ 34 w 34"/>
                <a:gd name="T1" fmla="*/ 137 h 137"/>
                <a:gd name="T2" fmla="*/ 34 w 34"/>
                <a:gd name="T3" fmla="*/ 0 h 137"/>
                <a:gd name="T4" fmla="*/ 5 w 34"/>
                <a:gd name="T5" fmla="*/ 29 h 137"/>
                <a:gd name="T6" fmla="*/ 0 w 34"/>
                <a:gd name="T7" fmla="*/ 35 h 137"/>
                <a:gd name="T8" fmla="*/ 0 w 34"/>
                <a:gd name="T9" fmla="*/ 137 h 137"/>
                <a:gd name="T10" fmla="*/ 34 w 34"/>
                <a:gd name="T11" fmla="*/ 13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" h="137">
                  <a:moveTo>
                    <a:pt x="34" y="137"/>
                  </a:moveTo>
                  <a:lnTo>
                    <a:pt x="34" y="0"/>
                  </a:lnTo>
                  <a:lnTo>
                    <a:pt x="5" y="29"/>
                  </a:lnTo>
                  <a:lnTo>
                    <a:pt x="0" y="35"/>
                  </a:lnTo>
                  <a:lnTo>
                    <a:pt x="0" y="137"/>
                  </a:lnTo>
                  <a:lnTo>
                    <a:pt x="34" y="1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76" name="Freeform 203"/>
            <p:cNvSpPr/>
            <p:nvPr/>
          </p:nvSpPr>
          <p:spPr bwMode="auto">
            <a:xfrm>
              <a:off x="1800226" y="819151"/>
              <a:ext cx="53975" cy="249238"/>
            </a:xfrm>
            <a:custGeom>
              <a:avLst/>
              <a:gdLst>
                <a:gd name="T0" fmla="*/ 34 w 34"/>
                <a:gd name="T1" fmla="*/ 157 h 157"/>
                <a:gd name="T2" fmla="*/ 34 w 34"/>
                <a:gd name="T3" fmla="*/ 34 h 157"/>
                <a:gd name="T4" fmla="*/ 0 w 34"/>
                <a:gd name="T5" fmla="*/ 0 h 157"/>
                <a:gd name="T6" fmla="*/ 0 w 34"/>
                <a:gd name="T7" fmla="*/ 157 h 157"/>
                <a:gd name="T8" fmla="*/ 34 w 34"/>
                <a:gd name="T9" fmla="*/ 157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57">
                  <a:moveTo>
                    <a:pt x="34" y="157"/>
                  </a:moveTo>
                  <a:lnTo>
                    <a:pt x="34" y="34"/>
                  </a:lnTo>
                  <a:lnTo>
                    <a:pt x="0" y="0"/>
                  </a:lnTo>
                  <a:lnTo>
                    <a:pt x="0" y="157"/>
                  </a:lnTo>
                  <a:lnTo>
                    <a:pt x="34" y="1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77" name="Freeform 177"/>
          <p:cNvSpPr>
            <a:spLocks noEditPoints="1"/>
          </p:cNvSpPr>
          <p:nvPr/>
        </p:nvSpPr>
        <p:spPr bwMode="auto">
          <a:xfrm>
            <a:off x="870820" y="3941153"/>
            <a:ext cx="475250" cy="478501"/>
          </a:xfrm>
          <a:custGeom>
            <a:avLst/>
            <a:gdLst>
              <a:gd name="T0" fmla="*/ 146 w 146"/>
              <a:gd name="T1" fmla="*/ 1 h 147"/>
              <a:gd name="T2" fmla="*/ 129 w 146"/>
              <a:gd name="T3" fmla="*/ 7 h 147"/>
              <a:gd name="T4" fmla="*/ 110 w 146"/>
              <a:gd name="T5" fmla="*/ 9 h 147"/>
              <a:gd name="T6" fmla="*/ 100 w 146"/>
              <a:gd name="T7" fmla="*/ 8 h 147"/>
              <a:gd name="T8" fmla="*/ 82 w 146"/>
              <a:gd name="T9" fmla="*/ 3 h 147"/>
              <a:gd name="T10" fmla="*/ 73 w 146"/>
              <a:gd name="T11" fmla="*/ 0 h 147"/>
              <a:gd name="T12" fmla="*/ 55 w 146"/>
              <a:gd name="T13" fmla="*/ 7 h 147"/>
              <a:gd name="T14" fmla="*/ 35 w 146"/>
              <a:gd name="T15" fmla="*/ 9 h 147"/>
              <a:gd name="T16" fmla="*/ 26 w 146"/>
              <a:gd name="T17" fmla="*/ 8 h 147"/>
              <a:gd name="T18" fmla="*/ 8 w 146"/>
              <a:gd name="T19" fmla="*/ 4 h 147"/>
              <a:gd name="T20" fmla="*/ 0 w 146"/>
              <a:gd name="T21" fmla="*/ 1 h 147"/>
              <a:gd name="T22" fmla="*/ 1 w 146"/>
              <a:gd name="T23" fmla="*/ 21 h 147"/>
              <a:gd name="T24" fmla="*/ 3 w 146"/>
              <a:gd name="T25" fmla="*/ 44 h 147"/>
              <a:gd name="T26" fmla="*/ 4 w 146"/>
              <a:gd name="T27" fmla="*/ 56 h 147"/>
              <a:gd name="T28" fmla="*/ 9 w 146"/>
              <a:gd name="T29" fmla="*/ 78 h 147"/>
              <a:gd name="T30" fmla="*/ 16 w 146"/>
              <a:gd name="T31" fmla="*/ 98 h 147"/>
              <a:gd name="T32" fmla="*/ 26 w 146"/>
              <a:gd name="T33" fmla="*/ 114 h 147"/>
              <a:gd name="T34" fmla="*/ 43 w 146"/>
              <a:gd name="T35" fmla="*/ 132 h 147"/>
              <a:gd name="T36" fmla="*/ 65 w 146"/>
              <a:gd name="T37" fmla="*/ 144 h 147"/>
              <a:gd name="T38" fmla="*/ 73 w 146"/>
              <a:gd name="T39" fmla="*/ 147 h 147"/>
              <a:gd name="T40" fmla="*/ 81 w 146"/>
              <a:gd name="T41" fmla="*/ 144 h 147"/>
              <a:gd name="T42" fmla="*/ 102 w 146"/>
              <a:gd name="T43" fmla="*/ 132 h 147"/>
              <a:gd name="T44" fmla="*/ 118 w 146"/>
              <a:gd name="T45" fmla="*/ 115 h 147"/>
              <a:gd name="T46" fmla="*/ 128 w 146"/>
              <a:gd name="T47" fmla="*/ 99 h 147"/>
              <a:gd name="T48" fmla="*/ 136 w 146"/>
              <a:gd name="T49" fmla="*/ 79 h 147"/>
              <a:gd name="T50" fmla="*/ 141 w 146"/>
              <a:gd name="T51" fmla="*/ 57 h 147"/>
              <a:gd name="T52" fmla="*/ 142 w 146"/>
              <a:gd name="T53" fmla="*/ 44 h 147"/>
              <a:gd name="T54" fmla="*/ 144 w 146"/>
              <a:gd name="T55" fmla="*/ 21 h 147"/>
              <a:gd name="T56" fmla="*/ 146 w 146"/>
              <a:gd name="T57" fmla="*/ 1 h 147"/>
              <a:gd name="T58" fmla="*/ 29 w 146"/>
              <a:gd name="T59" fmla="*/ 74 h 147"/>
              <a:gd name="T60" fmla="*/ 63 w 146"/>
              <a:gd name="T61" fmla="*/ 79 h 147"/>
              <a:gd name="T62" fmla="*/ 116 w 146"/>
              <a:gd name="T63" fmla="*/ 53 h 1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46" h="147">
                <a:moveTo>
                  <a:pt x="146" y="1"/>
                </a:moveTo>
                <a:lnTo>
                  <a:pt x="146" y="1"/>
                </a:lnTo>
                <a:lnTo>
                  <a:pt x="137" y="4"/>
                </a:lnTo>
                <a:lnTo>
                  <a:pt x="129" y="7"/>
                </a:lnTo>
                <a:lnTo>
                  <a:pt x="120" y="8"/>
                </a:lnTo>
                <a:lnTo>
                  <a:pt x="110" y="9"/>
                </a:lnTo>
                <a:lnTo>
                  <a:pt x="110" y="9"/>
                </a:lnTo>
                <a:lnTo>
                  <a:pt x="100" y="8"/>
                </a:lnTo>
                <a:lnTo>
                  <a:pt x="91" y="7"/>
                </a:lnTo>
                <a:lnTo>
                  <a:pt x="82" y="3"/>
                </a:lnTo>
                <a:lnTo>
                  <a:pt x="73" y="0"/>
                </a:lnTo>
                <a:lnTo>
                  <a:pt x="73" y="0"/>
                </a:lnTo>
                <a:lnTo>
                  <a:pt x="65" y="3"/>
                </a:lnTo>
                <a:lnTo>
                  <a:pt x="55" y="7"/>
                </a:lnTo>
                <a:lnTo>
                  <a:pt x="45" y="8"/>
                </a:lnTo>
                <a:lnTo>
                  <a:pt x="35" y="9"/>
                </a:lnTo>
                <a:lnTo>
                  <a:pt x="35" y="9"/>
                </a:lnTo>
                <a:lnTo>
                  <a:pt x="26" y="8"/>
                </a:lnTo>
                <a:lnTo>
                  <a:pt x="17" y="7"/>
                </a:lnTo>
                <a:lnTo>
                  <a:pt x="8" y="4"/>
                </a:lnTo>
                <a:lnTo>
                  <a:pt x="0" y="1"/>
                </a:lnTo>
                <a:lnTo>
                  <a:pt x="0" y="1"/>
                </a:lnTo>
                <a:lnTo>
                  <a:pt x="0" y="11"/>
                </a:lnTo>
                <a:lnTo>
                  <a:pt x="1" y="21"/>
                </a:lnTo>
                <a:lnTo>
                  <a:pt x="3" y="33"/>
                </a:lnTo>
                <a:lnTo>
                  <a:pt x="3" y="44"/>
                </a:lnTo>
                <a:lnTo>
                  <a:pt x="3" y="44"/>
                </a:lnTo>
                <a:lnTo>
                  <a:pt x="4" y="56"/>
                </a:lnTo>
                <a:lnTo>
                  <a:pt x="5" y="68"/>
                </a:lnTo>
                <a:lnTo>
                  <a:pt x="9" y="78"/>
                </a:lnTo>
                <a:lnTo>
                  <a:pt x="12" y="89"/>
                </a:lnTo>
                <a:lnTo>
                  <a:pt x="16" y="98"/>
                </a:lnTo>
                <a:lnTo>
                  <a:pt x="20" y="106"/>
                </a:lnTo>
                <a:lnTo>
                  <a:pt x="26" y="114"/>
                </a:lnTo>
                <a:lnTo>
                  <a:pt x="32" y="120"/>
                </a:lnTo>
                <a:lnTo>
                  <a:pt x="43" y="132"/>
                </a:lnTo>
                <a:lnTo>
                  <a:pt x="54" y="140"/>
                </a:lnTo>
                <a:lnTo>
                  <a:pt x="65" y="144"/>
                </a:lnTo>
                <a:lnTo>
                  <a:pt x="69" y="145"/>
                </a:lnTo>
                <a:lnTo>
                  <a:pt x="73" y="147"/>
                </a:lnTo>
                <a:lnTo>
                  <a:pt x="73" y="147"/>
                </a:lnTo>
                <a:lnTo>
                  <a:pt x="81" y="144"/>
                </a:lnTo>
                <a:lnTo>
                  <a:pt x="91" y="140"/>
                </a:lnTo>
                <a:lnTo>
                  <a:pt x="102" y="132"/>
                </a:lnTo>
                <a:lnTo>
                  <a:pt x="113" y="122"/>
                </a:lnTo>
                <a:lnTo>
                  <a:pt x="118" y="115"/>
                </a:lnTo>
                <a:lnTo>
                  <a:pt x="124" y="107"/>
                </a:lnTo>
                <a:lnTo>
                  <a:pt x="128" y="99"/>
                </a:lnTo>
                <a:lnTo>
                  <a:pt x="133" y="90"/>
                </a:lnTo>
                <a:lnTo>
                  <a:pt x="136" y="79"/>
                </a:lnTo>
                <a:lnTo>
                  <a:pt x="139" y="68"/>
                </a:lnTo>
                <a:lnTo>
                  <a:pt x="141" y="57"/>
                </a:lnTo>
                <a:lnTo>
                  <a:pt x="142" y="44"/>
                </a:lnTo>
                <a:lnTo>
                  <a:pt x="142" y="44"/>
                </a:lnTo>
                <a:lnTo>
                  <a:pt x="143" y="33"/>
                </a:lnTo>
                <a:lnTo>
                  <a:pt x="144" y="21"/>
                </a:lnTo>
                <a:lnTo>
                  <a:pt x="146" y="11"/>
                </a:lnTo>
                <a:lnTo>
                  <a:pt x="146" y="1"/>
                </a:lnTo>
                <a:close/>
                <a:moveTo>
                  <a:pt x="63" y="107"/>
                </a:moveTo>
                <a:lnTo>
                  <a:pt x="29" y="74"/>
                </a:lnTo>
                <a:lnTo>
                  <a:pt x="43" y="59"/>
                </a:lnTo>
                <a:lnTo>
                  <a:pt x="63" y="79"/>
                </a:lnTo>
                <a:lnTo>
                  <a:pt x="102" y="40"/>
                </a:lnTo>
                <a:lnTo>
                  <a:pt x="116" y="53"/>
                </a:lnTo>
                <a:lnTo>
                  <a:pt x="63" y="10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cxnSp>
        <p:nvCxnSpPr>
          <p:cNvPr id="82" name="Straight Connector 81"/>
          <p:cNvCxnSpPr/>
          <p:nvPr/>
        </p:nvCxnSpPr>
        <p:spPr>
          <a:xfrm>
            <a:off x="870820" y="3294522"/>
            <a:ext cx="6121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val 26"/>
          <p:cNvSpPr/>
          <p:nvPr/>
        </p:nvSpPr>
        <p:spPr>
          <a:xfrm>
            <a:off x="705667" y="2945077"/>
            <a:ext cx="1304280" cy="13042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45761" y="623789"/>
            <a:ext cx="10515600" cy="911682"/>
          </a:xfrm>
        </p:spPr>
        <p:txBody>
          <a:bodyPr/>
          <a:lstStyle/>
          <a:p>
            <a:r>
              <a:rPr lang="id-ID" dirty="0"/>
              <a:t>Workflow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845761" y="1341975"/>
            <a:ext cx="10515600" cy="366712"/>
          </a:xfrm>
        </p:spPr>
        <p:txBody>
          <a:bodyPr>
            <a:normAutofit fontScale="77500" lnSpcReduction="20000"/>
          </a:bodyPr>
          <a:lstStyle/>
          <a:p>
            <a:r>
              <a:rPr lang="id-ID" dirty="0"/>
              <a:t>Our Solutions</a:t>
            </a:r>
            <a:endParaRPr lang="id-ID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7637521" y="4734667"/>
            <a:ext cx="703873" cy="61824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7564724" y="4381823"/>
            <a:ext cx="1735945" cy="256474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7353300" y="2668705"/>
            <a:ext cx="955593" cy="583353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7622300" y="3488432"/>
            <a:ext cx="1843034" cy="323058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9389134" y="2584403"/>
            <a:ext cx="1446289" cy="144628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1604582" y="1905583"/>
            <a:ext cx="1652902" cy="165290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2829784" y="2495772"/>
            <a:ext cx="1985320" cy="198532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8209837" y="5131134"/>
            <a:ext cx="1033064" cy="1033064"/>
          </a:xfrm>
          <a:prstGeom prst="ellipse">
            <a:avLst/>
          </a:prstGeom>
          <a:solidFill>
            <a:schemeClr val="accent6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8213094" y="1905583"/>
            <a:ext cx="1033064" cy="1033064"/>
          </a:xfrm>
          <a:prstGeom prst="ellipse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9280120" y="4249357"/>
            <a:ext cx="1137875" cy="1137875"/>
          </a:xfrm>
          <a:prstGeom prst="ellipse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10221" y="3633475"/>
            <a:ext cx="10951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Aa楷体" panose="02000500000000000000" pitchFamily="2" charset="-122"/>
              </a:rPr>
              <a:t>Programming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Aa楷体" panose="02000500000000000000" pitchFamily="2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027122" y="2779599"/>
            <a:ext cx="8370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Aa楷体" panose="02000500000000000000" pitchFamily="2" charset="-122"/>
              </a:rPr>
              <a:t>Testing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Aa楷体" panose="02000500000000000000" pitchFamily="2" charset="-122"/>
            </a:endParaRPr>
          </a:p>
        </p:txBody>
      </p:sp>
      <p:sp>
        <p:nvSpPr>
          <p:cNvPr id="50" name="TextBox 49"/>
          <p:cNvSpPr txBox="1">
            <a:spLocks noChangeAspect="1"/>
          </p:cNvSpPr>
          <p:nvPr/>
        </p:nvSpPr>
        <p:spPr>
          <a:xfrm>
            <a:off x="2207307" y="2263730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</a:t>
            </a: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179348" y="3623210"/>
            <a:ext cx="12250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Aa楷体" panose="02000500000000000000" pitchFamily="2" charset="-122"/>
              </a:rPr>
              <a:t>Development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Aa楷体" panose="02000500000000000000" pitchFamily="2" charset="-122"/>
            </a:endParaRPr>
          </a:p>
        </p:txBody>
      </p:sp>
      <p:sp>
        <p:nvSpPr>
          <p:cNvPr id="52" name="TextBox 51"/>
          <p:cNvSpPr txBox="1">
            <a:spLocks noChangeAspect="1"/>
          </p:cNvSpPr>
          <p:nvPr/>
        </p:nvSpPr>
        <p:spPr>
          <a:xfrm>
            <a:off x="3563604" y="3059730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</a:t>
            </a: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3" name="TextBox 52"/>
          <p:cNvSpPr txBox="1">
            <a:spLocks noChangeAspect="1"/>
          </p:cNvSpPr>
          <p:nvPr/>
        </p:nvSpPr>
        <p:spPr>
          <a:xfrm>
            <a:off x="1123807" y="3254432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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8336962" y="5697772"/>
            <a:ext cx="7873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Aa楷体" panose="02000500000000000000" pitchFamily="2" charset="-122"/>
              </a:rPr>
              <a:t>Approval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Aa楷体" panose="02000500000000000000" pitchFamily="2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9583928" y="3427940"/>
            <a:ext cx="10567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Aa楷体" panose="02000500000000000000" pitchFamily="2" charset="-122"/>
              </a:rPr>
              <a:t>Feedback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Aa楷体" panose="02000500000000000000" pitchFamily="2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9512266" y="4779372"/>
            <a:ext cx="6735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Aa楷体" panose="02000500000000000000" pitchFamily="2" charset="-122"/>
              </a:rPr>
              <a:t>Final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Aa楷体" panose="02000500000000000000" pitchFamily="2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Aa楷体" panose="02000500000000000000" pitchFamily="2" charset="-122"/>
              </a:rPr>
              <a:t>Testing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Aa楷体" panose="02000500000000000000" pitchFamily="2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8359125" y="2461281"/>
            <a:ext cx="7264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Aa楷体" panose="02000500000000000000" pitchFamily="2" charset="-122"/>
              </a:rPr>
              <a:t>Delivery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Aa楷体" panose="02000500000000000000" pitchFamily="2" charset="-122"/>
            </a:endParaRPr>
          </a:p>
        </p:txBody>
      </p:sp>
      <p:sp>
        <p:nvSpPr>
          <p:cNvPr id="62" name="TextBox 61"/>
          <p:cNvSpPr txBox="1">
            <a:spLocks noChangeAspect="1"/>
          </p:cNvSpPr>
          <p:nvPr/>
        </p:nvSpPr>
        <p:spPr>
          <a:xfrm>
            <a:off x="8470004" y="2023414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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4" name="TextBox 63"/>
          <p:cNvSpPr txBox="1">
            <a:spLocks noChangeAspect="1"/>
          </p:cNvSpPr>
          <p:nvPr/>
        </p:nvSpPr>
        <p:spPr>
          <a:xfrm>
            <a:off x="9615056" y="4345505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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5" name="TextBox 64"/>
          <p:cNvSpPr txBox="1">
            <a:spLocks noChangeAspect="1"/>
          </p:cNvSpPr>
          <p:nvPr/>
        </p:nvSpPr>
        <p:spPr>
          <a:xfrm>
            <a:off x="8495626" y="5296008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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6" name="TextBox 65"/>
          <p:cNvSpPr txBox="1">
            <a:spLocks noChangeAspect="1"/>
          </p:cNvSpPr>
          <p:nvPr/>
        </p:nvSpPr>
        <p:spPr>
          <a:xfrm>
            <a:off x="9878277" y="2997513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</a:t>
            </a: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74" name="Freeform 9"/>
          <p:cNvSpPr/>
          <p:nvPr/>
        </p:nvSpPr>
        <p:spPr bwMode="auto">
          <a:xfrm>
            <a:off x="3756046" y="2540719"/>
            <a:ext cx="4679908" cy="2541541"/>
          </a:xfrm>
          <a:custGeom>
            <a:avLst/>
            <a:gdLst>
              <a:gd name="T0" fmla="*/ 249 w 2295"/>
              <a:gd name="T1" fmla="*/ 1185 h 1245"/>
              <a:gd name="T2" fmla="*/ 405 w 2295"/>
              <a:gd name="T3" fmla="*/ 1130 h 1245"/>
              <a:gd name="T4" fmla="*/ 634 w 2295"/>
              <a:gd name="T5" fmla="*/ 1245 h 1245"/>
              <a:gd name="T6" fmla="*/ 842 w 2295"/>
              <a:gd name="T7" fmla="*/ 1156 h 1245"/>
              <a:gd name="T8" fmla="*/ 1064 w 2295"/>
              <a:gd name="T9" fmla="*/ 1245 h 1245"/>
              <a:gd name="T10" fmla="*/ 1335 w 2295"/>
              <a:gd name="T11" fmla="*/ 1100 h 1245"/>
              <a:gd name="T12" fmla="*/ 1640 w 2295"/>
              <a:gd name="T13" fmla="*/ 1215 h 1245"/>
              <a:gd name="T14" fmla="*/ 1898 w 2295"/>
              <a:gd name="T15" fmla="*/ 1136 h 1245"/>
              <a:gd name="T16" fmla="*/ 2046 w 2295"/>
              <a:gd name="T17" fmla="*/ 1185 h 1245"/>
              <a:gd name="T18" fmla="*/ 2295 w 2295"/>
              <a:gd name="T19" fmla="*/ 936 h 1245"/>
              <a:gd name="T20" fmla="*/ 2277 w 2295"/>
              <a:gd name="T21" fmla="*/ 842 h 1245"/>
              <a:gd name="T22" fmla="*/ 2098 w 2295"/>
              <a:gd name="T23" fmla="*/ 692 h 1245"/>
              <a:gd name="T24" fmla="*/ 1640 w 2295"/>
              <a:gd name="T25" fmla="*/ 291 h 1245"/>
              <a:gd name="T26" fmla="*/ 1525 w 2295"/>
              <a:gd name="T27" fmla="*/ 305 h 1245"/>
              <a:gd name="T28" fmla="*/ 1106 w 2295"/>
              <a:gd name="T29" fmla="*/ 0 h 1245"/>
              <a:gd name="T30" fmla="*/ 664 w 2295"/>
              <a:gd name="T31" fmla="*/ 442 h 1245"/>
              <a:gd name="T32" fmla="*/ 666 w 2295"/>
              <a:gd name="T33" fmla="*/ 482 h 1245"/>
              <a:gd name="T34" fmla="*/ 645 w 2295"/>
              <a:gd name="T35" fmla="*/ 481 h 1245"/>
              <a:gd name="T36" fmla="*/ 419 w 2295"/>
              <a:gd name="T37" fmla="*/ 661 h 1245"/>
              <a:gd name="T38" fmla="*/ 414 w 2295"/>
              <a:gd name="T39" fmla="*/ 712 h 1245"/>
              <a:gd name="T40" fmla="*/ 417 w 2295"/>
              <a:gd name="T41" fmla="*/ 752 h 1245"/>
              <a:gd name="T42" fmla="*/ 403 w 2295"/>
              <a:gd name="T43" fmla="*/ 740 h 1245"/>
              <a:gd name="T44" fmla="*/ 249 w 2295"/>
              <a:gd name="T45" fmla="*/ 687 h 1245"/>
              <a:gd name="T46" fmla="*/ 0 w 2295"/>
              <a:gd name="T47" fmla="*/ 936 h 1245"/>
              <a:gd name="T48" fmla="*/ 58 w 2295"/>
              <a:gd name="T49" fmla="*/ 1095 h 1245"/>
              <a:gd name="T50" fmla="*/ 249 w 2295"/>
              <a:gd name="T51" fmla="*/ 1185 h 12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295" h="1245">
                <a:moveTo>
                  <a:pt x="249" y="1185"/>
                </a:moveTo>
                <a:cubicBezTo>
                  <a:pt x="308" y="1185"/>
                  <a:pt x="362" y="1164"/>
                  <a:pt x="405" y="1130"/>
                </a:cubicBezTo>
                <a:cubicBezTo>
                  <a:pt x="457" y="1200"/>
                  <a:pt x="540" y="1245"/>
                  <a:pt x="634" y="1245"/>
                </a:cubicBezTo>
                <a:cubicBezTo>
                  <a:pt x="716" y="1245"/>
                  <a:pt x="789" y="1211"/>
                  <a:pt x="842" y="1156"/>
                </a:cubicBezTo>
                <a:cubicBezTo>
                  <a:pt x="900" y="1211"/>
                  <a:pt x="978" y="1245"/>
                  <a:pt x="1064" y="1245"/>
                </a:cubicBezTo>
                <a:cubicBezTo>
                  <a:pt x="1177" y="1245"/>
                  <a:pt x="1277" y="1187"/>
                  <a:pt x="1335" y="1100"/>
                </a:cubicBezTo>
                <a:cubicBezTo>
                  <a:pt x="1416" y="1171"/>
                  <a:pt x="1523" y="1215"/>
                  <a:pt x="1640" y="1215"/>
                </a:cubicBezTo>
                <a:cubicBezTo>
                  <a:pt x="1735" y="1215"/>
                  <a:pt x="1824" y="1186"/>
                  <a:pt x="1898" y="1136"/>
                </a:cubicBezTo>
                <a:cubicBezTo>
                  <a:pt x="1939" y="1166"/>
                  <a:pt x="1990" y="1185"/>
                  <a:pt x="2046" y="1185"/>
                </a:cubicBezTo>
                <a:cubicBezTo>
                  <a:pt x="2183" y="1185"/>
                  <a:pt x="2295" y="1073"/>
                  <a:pt x="2295" y="936"/>
                </a:cubicBezTo>
                <a:cubicBezTo>
                  <a:pt x="2295" y="903"/>
                  <a:pt x="2288" y="871"/>
                  <a:pt x="2277" y="842"/>
                </a:cubicBezTo>
                <a:cubicBezTo>
                  <a:pt x="2246" y="767"/>
                  <a:pt x="2179" y="709"/>
                  <a:pt x="2098" y="692"/>
                </a:cubicBezTo>
                <a:cubicBezTo>
                  <a:pt x="2068" y="466"/>
                  <a:pt x="1874" y="291"/>
                  <a:pt x="1640" y="291"/>
                </a:cubicBezTo>
                <a:cubicBezTo>
                  <a:pt x="1600" y="291"/>
                  <a:pt x="1562" y="296"/>
                  <a:pt x="1525" y="305"/>
                </a:cubicBezTo>
                <a:cubicBezTo>
                  <a:pt x="1467" y="128"/>
                  <a:pt x="1301" y="0"/>
                  <a:pt x="1106" y="0"/>
                </a:cubicBezTo>
                <a:cubicBezTo>
                  <a:pt x="862" y="0"/>
                  <a:pt x="664" y="198"/>
                  <a:pt x="664" y="442"/>
                </a:cubicBezTo>
                <a:cubicBezTo>
                  <a:pt x="664" y="455"/>
                  <a:pt x="665" y="469"/>
                  <a:pt x="666" y="482"/>
                </a:cubicBezTo>
                <a:cubicBezTo>
                  <a:pt x="659" y="482"/>
                  <a:pt x="652" y="481"/>
                  <a:pt x="645" y="481"/>
                </a:cubicBezTo>
                <a:cubicBezTo>
                  <a:pt x="535" y="481"/>
                  <a:pt x="443" y="558"/>
                  <a:pt x="419" y="661"/>
                </a:cubicBezTo>
                <a:cubicBezTo>
                  <a:pt x="416" y="677"/>
                  <a:pt x="414" y="695"/>
                  <a:pt x="414" y="712"/>
                </a:cubicBezTo>
                <a:cubicBezTo>
                  <a:pt x="414" y="726"/>
                  <a:pt x="415" y="739"/>
                  <a:pt x="417" y="752"/>
                </a:cubicBezTo>
                <a:cubicBezTo>
                  <a:pt x="413" y="748"/>
                  <a:pt x="408" y="744"/>
                  <a:pt x="403" y="740"/>
                </a:cubicBezTo>
                <a:cubicBezTo>
                  <a:pt x="361" y="707"/>
                  <a:pt x="307" y="687"/>
                  <a:pt x="249" y="687"/>
                </a:cubicBezTo>
                <a:cubicBezTo>
                  <a:pt x="112" y="687"/>
                  <a:pt x="0" y="798"/>
                  <a:pt x="0" y="936"/>
                </a:cubicBezTo>
                <a:cubicBezTo>
                  <a:pt x="0" y="996"/>
                  <a:pt x="22" y="1052"/>
                  <a:pt x="58" y="1095"/>
                </a:cubicBezTo>
                <a:cubicBezTo>
                  <a:pt x="104" y="1150"/>
                  <a:pt x="172" y="1185"/>
                  <a:pt x="249" y="11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735964" y="3586210"/>
            <a:ext cx="8451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Aa楷体" panose="02000500000000000000" pitchFamily="2" charset="-122"/>
              </a:rPr>
              <a:t>Startup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Aa楷体" panose="02000500000000000000" pitchFamily="2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925602" y="3892042"/>
            <a:ext cx="24658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category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, Lorem Ipsum is not simply random text.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7" name="TextBox 56"/>
          <p:cNvSpPr txBox="1">
            <a:spLocks noChangeAspect="1"/>
          </p:cNvSpPr>
          <p:nvPr/>
        </p:nvSpPr>
        <p:spPr>
          <a:xfrm>
            <a:off x="5930345" y="3118153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v</a:t>
            </a: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5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0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bldLvl="0" animBg="1"/>
      <p:bldP spid="12" grpId="0" bldLvl="0" animBg="1"/>
      <p:bldP spid="15" grpId="0" bldLvl="0" animBg="1"/>
      <p:bldP spid="18" grpId="0" bldLvl="0" animBg="1"/>
      <p:bldP spid="21" grpId="0" bldLvl="0" animBg="1"/>
      <p:bldP spid="24" grpId="0" bldLvl="0" animBg="1"/>
      <p:bldP spid="30" grpId="0" bldLvl="0" animBg="1"/>
      <p:bldP spid="48" grpId="0"/>
      <p:bldP spid="49" grpId="0"/>
      <p:bldP spid="50" grpId="0"/>
      <p:bldP spid="51" grpId="0"/>
      <p:bldP spid="52" grpId="0"/>
      <p:bldP spid="53" grpId="0"/>
      <p:bldP spid="58" grpId="0"/>
      <p:bldP spid="59" grpId="0"/>
      <p:bldP spid="60" grpId="0"/>
      <p:bldP spid="61" grpId="0"/>
      <p:bldP spid="62" grpId="0"/>
      <p:bldP spid="64" grpId="0"/>
      <p:bldP spid="65" grpId="0"/>
      <p:bldP spid="66" grpId="0"/>
      <p:bldP spid="74" grpId="0" bldLvl="0" animBg="1"/>
      <p:bldP spid="55" grpId="0"/>
      <p:bldP spid="56" grpId="0"/>
      <p:bldP spid="5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45761" y="623789"/>
            <a:ext cx="10515600" cy="911682"/>
          </a:xfrm>
        </p:spPr>
        <p:txBody>
          <a:bodyPr/>
          <a:lstStyle/>
          <a:p>
            <a:r>
              <a:rPr lang="id-ID" dirty="0"/>
              <a:t>Value Proposition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845761" y="1341975"/>
            <a:ext cx="10515600" cy="366712"/>
          </a:xfrm>
        </p:spPr>
        <p:txBody>
          <a:bodyPr>
            <a:normAutofit fontScale="77500" lnSpcReduction="20000"/>
          </a:bodyPr>
          <a:lstStyle/>
          <a:p>
            <a:r>
              <a:rPr lang="id-ID" dirty="0"/>
              <a:t>Our business model</a:t>
            </a:r>
            <a:endParaRPr lang="id-ID" dirty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878020" y="4820022"/>
            <a:ext cx="4195753" cy="127297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123622" y="4820022"/>
            <a:ext cx="4197137" cy="127297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878020" y="1903706"/>
            <a:ext cx="1650606" cy="287221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3570168" y="1903706"/>
            <a:ext cx="1653375" cy="141271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3570168" y="3363201"/>
            <a:ext cx="1653375" cy="141004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5276164" y="1903706"/>
            <a:ext cx="1650606" cy="28722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8674308" y="1903706"/>
            <a:ext cx="1650606" cy="287221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6971082" y="1903706"/>
            <a:ext cx="1650606" cy="1412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6971082" y="3363201"/>
            <a:ext cx="1650606" cy="14100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276163" y="1909651"/>
            <a:ext cx="1642299" cy="307777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Value Propositions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4" name="Content Placeholder 19"/>
          <p:cNvSpPr txBox="1"/>
          <p:nvPr/>
        </p:nvSpPr>
        <p:spPr>
          <a:xfrm>
            <a:off x="5223544" y="3339812"/>
            <a:ext cx="1747537" cy="910509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Contrary to It has roots in a piece of classical Latin literature from 45 BC. </a:t>
            </a:r>
            <a:endParaRPr kumimoji="0" lang="id-ID" sz="11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5" name="Freeform 350"/>
          <p:cNvSpPr>
            <a:spLocks noEditPoints="1"/>
          </p:cNvSpPr>
          <p:nvPr/>
        </p:nvSpPr>
        <p:spPr bwMode="auto">
          <a:xfrm>
            <a:off x="5894827" y="2942287"/>
            <a:ext cx="404970" cy="303394"/>
          </a:xfrm>
          <a:custGeom>
            <a:avLst/>
            <a:gdLst>
              <a:gd name="T0" fmla="*/ 105 w 128"/>
              <a:gd name="T1" fmla="*/ 2 h 96"/>
              <a:gd name="T2" fmla="*/ 28 w 128"/>
              <a:gd name="T3" fmla="*/ 0 h 96"/>
              <a:gd name="T4" fmla="*/ 2 w 128"/>
              <a:gd name="T5" fmla="*/ 23 h 96"/>
              <a:gd name="T6" fmla="*/ 2 w 128"/>
              <a:gd name="T7" fmla="*/ 34 h 96"/>
              <a:gd name="T8" fmla="*/ 64 w 128"/>
              <a:gd name="T9" fmla="*/ 96 h 96"/>
              <a:gd name="T10" fmla="*/ 126 w 128"/>
              <a:gd name="T11" fmla="*/ 34 h 96"/>
              <a:gd name="T12" fmla="*/ 126 w 128"/>
              <a:gd name="T13" fmla="*/ 23 h 96"/>
              <a:gd name="T14" fmla="*/ 55 w 128"/>
              <a:gd name="T15" fmla="*/ 28 h 96"/>
              <a:gd name="T16" fmla="*/ 73 w 128"/>
              <a:gd name="T17" fmla="*/ 28 h 96"/>
              <a:gd name="T18" fmla="*/ 78 w 128"/>
              <a:gd name="T19" fmla="*/ 9 h 96"/>
              <a:gd name="T20" fmla="*/ 76 w 128"/>
              <a:gd name="T21" fmla="*/ 25 h 96"/>
              <a:gd name="T22" fmla="*/ 52 w 128"/>
              <a:gd name="T23" fmla="*/ 25 h 96"/>
              <a:gd name="T24" fmla="*/ 50 w 128"/>
              <a:gd name="T25" fmla="*/ 9 h 96"/>
              <a:gd name="T26" fmla="*/ 52 w 128"/>
              <a:gd name="T27" fmla="*/ 25 h 96"/>
              <a:gd name="T28" fmla="*/ 64 w 128"/>
              <a:gd name="T29" fmla="*/ 82 h 96"/>
              <a:gd name="T30" fmla="*/ 74 w 128"/>
              <a:gd name="T31" fmla="*/ 32 h 96"/>
              <a:gd name="T32" fmla="*/ 98 w 128"/>
              <a:gd name="T33" fmla="*/ 32 h 96"/>
              <a:gd name="T34" fmla="*/ 78 w 128"/>
              <a:gd name="T35" fmla="*/ 32 h 96"/>
              <a:gd name="T36" fmla="*/ 89 w 128"/>
              <a:gd name="T37" fmla="*/ 20 h 96"/>
              <a:gd name="T38" fmla="*/ 79 w 128"/>
              <a:gd name="T39" fmla="*/ 28 h 96"/>
              <a:gd name="T40" fmla="*/ 97 w 128"/>
              <a:gd name="T41" fmla="*/ 8 h 96"/>
              <a:gd name="T42" fmla="*/ 83 w 128"/>
              <a:gd name="T43" fmla="*/ 8 h 96"/>
              <a:gd name="T44" fmla="*/ 55 w 128"/>
              <a:gd name="T45" fmla="*/ 8 h 96"/>
              <a:gd name="T46" fmla="*/ 64 w 128"/>
              <a:gd name="T47" fmla="*/ 15 h 96"/>
              <a:gd name="T48" fmla="*/ 31 w 128"/>
              <a:gd name="T49" fmla="*/ 8 h 96"/>
              <a:gd name="T50" fmla="*/ 39 w 128"/>
              <a:gd name="T51" fmla="*/ 14 h 96"/>
              <a:gd name="T52" fmla="*/ 49 w 128"/>
              <a:gd name="T53" fmla="*/ 28 h 96"/>
              <a:gd name="T54" fmla="*/ 39 w 128"/>
              <a:gd name="T55" fmla="*/ 20 h 96"/>
              <a:gd name="T56" fmla="*/ 60 w 128"/>
              <a:gd name="T57" fmla="*/ 81 h 96"/>
              <a:gd name="T58" fmla="*/ 50 w 128"/>
              <a:gd name="T59" fmla="*/ 32 h 96"/>
              <a:gd name="T60" fmla="*/ 11 w 128"/>
              <a:gd name="T61" fmla="*/ 32 h 96"/>
              <a:gd name="T62" fmla="*/ 51 w 128"/>
              <a:gd name="T63" fmla="*/ 74 h 96"/>
              <a:gd name="T64" fmla="*/ 117 w 128"/>
              <a:gd name="T65" fmla="*/ 32 h 96"/>
              <a:gd name="T66" fmla="*/ 102 w 128"/>
              <a:gd name="T67" fmla="*/ 32 h 96"/>
              <a:gd name="T68" fmla="*/ 92 w 128"/>
              <a:gd name="T69" fmla="*/ 17 h 96"/>
              <a:gd name="T70" fmla="*/ 120 w 128"/>
              <a:gd name="T71" fmla="*/ 28 h 96"/>
              <a:gd name="T72" fmla="*/ 27 w 128"/>
              <a:gd name="T73" fmla="*/ 10 h 96"/>
              <a:gd name="T74" fmla="*/ 25 w 128"/>
              <a:gd name="T75" fmla="*/ 28 h 96"/>
              <a:gd name="T76" fmla="*/ 27 w 128"/>
              <a:gd name="T77" fmla="*/ 10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28" h="96">
                <a:moveTo>
                  <a:pt x="126" y="23"/>
                </a:moveTo>
                <a:cubicBezTo>
                  <a:pt x="105" y="2"/>
                  <a:pt x="105" y="2"/>
                  <a:pt x="105" y="2"/>
                </a:cubicBezTo>
                <a:cubicBezTo>
                  <a:pt x="104" y="1"/>
                  <a:pt x="102" y="0"/>
                  <a:pt x="100" y="0"/>
                </a:cubicBezTo>
                <a:cubicBezTo>
                  <a:pt x="28" y="0"/>
                  <a:pt x="28" y="0"/>
                  <a:pt x="28" y="0"/>
                </a:cubicBezTo>
                <a:cubicBezTo>
                  <a:pt x="26" y="0"/>
                  <a:pt x="24" y="1"/>
                  <a:pt x="23" y="2"/>
                </a:cubicBezTo>
                <a:cubicBezTo>
                  <a:pt x="2" y="23"/>
                  <a:pt x="2" y="23"/>
                  <a:pt x="2" y="23"/>
                </a:cubicBezTo>
                <a:cubicBezTo>
                  <a:pt x="1" y="24"/>
                  <a:pt x="0" y="26"/>
                  <a:pt x="0" y="28"/>
                </a:cubicBezTo>
                <a:cubicBezTo>
                  <a:pt x="0" y="30"/>
                  <a:pt x="1" y="32"/>
                  <a:pt x="2" y="34"/>
                </a:cubicBezTo>
                <a:cubicBezTo>
                  <a:pt x="58" y="93"/>
                  <a:pt x="58" y="93"/>
                  <a:pt x="58" y="93"/>
                </a:cubicBezTo>
                <a:cubicBezTo>
                  <a:pt x="60" y="95"/>
                  <a:pt x="62" y="96"/>
                  <a:pt x="64" y="96"/>
                </a:cubicBezTo>
                <a:cubicBezTo>
                  <a:pt x="66" y="96"/>
                  <a:pt x="68" y="95"/>
                  <a:pt x="70" y="93"/>
                </a:cubicBezTo>
                <a:cubicBezTo>
                  <a:pt x="126" y="34"/>
                  <a:pt x="126" y="34"/>
                  <a:pt x="126" y="34"/>
                </a:cubicBezTo>
                <a:cubicBezTo>
                  <a:pt x="127" y="32"/>
                  <a:pt x="128" y="30"/>
                  <a:pt x="128" y="28"/>
                </a:cubicBezTo>
                <a:cubicBezTo>
                  <a:pt x="128" y="26"/>
                  <a:pt x="127" y="24"/>
                  <a:pt x="126" y="23"/>
                </a:cubicBezTo>
                <a:close/>
                <a:moveTo>
                  <a:pt x="73" y="28"/>
                </a:moveTo>
                <a:cubicBezTo>
                  <a:pt x="55" y="28"/>
                  <a:pt x="55" y="28"/>
                  <a:pt x="55" y="28"/>
                </a:cubicBezTo>
                <a:cubicBezTo>
                  <a:pt x="64" y="21"/>
                  <a:pt x="64" y="21"/>
                  <a:pt x="64" y="21"/>
                </a:cubicBezTo>
                <a:lnTo>
                  <a:pt x="73" y="28"/>
                </a:lnTo>
                <a:close/>
                <a:moveTo>
                  <a:pt x="67" y="18"/>
                </a:moveTo>
                <a:cubicBezTo>
                  <a:pt x="78" y="9"/>
                  <a:pt x="78" y="9"/>
                  <a:pt x="78" y="9"/>
                </a:cubicBezTo>
                <a:cubicBezTo>
                  <a:pt x="86" y="17"/>
                  <a:pt x="86" y="17"/>
                  <a:pt x="86" y="17"/>
                </a:cubicBezTo>
                <a:cubicBezTo>
                  <a:pt x="76" y="25"/>
                  <a:pt x="76" y="25"/>
                  <a:pt x="76" y="25"/>
                </a:cubicBezTo>
                <a:lnTo>
                  <a:pt x="67" y="18"/>
                </a:lnTo>
                <a:close/>
                <a:moveTo>
                  <a:pt x="52" y="25"/>
                </a:moveTo>
                <a:cubicBezTo>
                  <a:pt x="42" y="17"/>
                  <a:pt x="42" y="17"/>
                  <a:pt x="42" y="17"/>
                </a:cubicBezTo>
                <a:cubicBezTo>
                  <a:pt x="50" y="9"/>
                  <a:pt x="50" y="9"/>
                  <a:pt x="50" y="9"/>
                </a:cubicBezTo>
                <a:cubicBezTo>
                  <a:pt x="61" y="18"/>
                  <a:pt x="61" y="18"/>
                  <a:pt x="61" y="18"/>
                </a:cubicBezTo>
                <a:lnTo>
                  <a:pt x="52" y="25"/>
                </a:lnTo>
                <a:close/>
                <a:moveTo>
                  <a:pt x="74" y="32"/>
                </a:moveTo>
                <a:cubicBezTo>
                  <a:pt x="64" y="82"/>
                  <a:pt x="64" y="82"/>
                  <a:pt x="64" y="82"/>
                </a:cubicBezTo>
                <a:cubicBezTo>
                  <a:pt x="54" y="32"/>
                  <a:pt x="54" y="32"/>
                  <a:pt x="54" y="32"/>
                </a:cubicBezTo>
                <a:lnTo>
                  <a:pt x="74" y="32"/>
                </a:lnTo>
                <a:close/>
                <a:moveTo>
                  <a:pt x="78" y="32"/>
                </a:moveTo>
                <a:cubicBezTo>
                  <a:pt x="98" y="32"/>
                  <a:pt x="98" y="32"/>
                  <a:pt x="98" y="32"/>
                </a:cubicBezTo>
                <a:cubicBezTo>
                  <a:pt x="68" y="81"/>
                  <a:pt x="68" y="81"/>
                  <a:pt x="68" y="81"/>
                </a:cubicBezTo>
                <a:lnTo>
                  <a:pt x="78" y="32"/>
                </a:lnTo>
                <a:close/>
                <a:moveTo>
                  <a:pt x="79" y="28"/>
                </a:moveTo>
                <a:cubicBezTo>
                  <a:pt x="89" y="20"/>
                  <a:pt x="89" y="20"/>
                  <a:pt x="89" y="20"/>
                </a:cubicBezTo>
                <a:cubicBezTo>
                  <a:pt x="97" y="28"/>
                  <a:pt x="97" y="28"/>
                  <a:pt x="97" y="28"/>
                </a:cubicBezTo>
                <a:lnTo>
                  <a:pt x="79" y="28"/>
                </a:lnTo>
                <a:close/>
                <a:moveTo>
                  <a:pt x="83" y="8"/>
                </a:moveTo>
                <a:cubicBezTo>
                  <a:pt x="97" y="8"/>
                  <a:pt x="97" y="8"/>
                  <a:pt x="97" y="8"/>
                </a:cubicBezTo>
                <a:cubicBezTo>
                  <a:pt x="89" y="14"/>
                  <a:pt x="89" y="14"/>
                  <a:pt x="89" y="14"/>
                </a:cubicBezTo>
                <a:lnTo>
                  <a:pt x="83" y="8"/>
                </a:lnTo>
                <a:close/>
                <a:moveTo>
                  <a:pt x="64" y="15"/>
                </a:moveTo>
                <a:cubicBezTo>
                  <a:pt x="55" y="8"/>
                  <a:pt x="55" y="8"/>
                  <a:pt x="55" y="8"/>
                </a:cubicBezTo>
                <a:cubicBezTo>
                  <a:pt x="73" y="8"/>
                  <a:pt x="73" y="8"/>
                  <a:pt x="73" y="8"/>
                </a:cubicBezTo>
                <a:lnTo>
                  <a:pt x="64" y="15"/>
                </a:lnTo>
                <a:close/>
                <a:moveTo>
                  <a:pt x="39" y="14"/>
                </a:moveTo>
                <a:cubicBezTo>
                  <a:pt x="31" y="8"/>
                  <a:pt x="31" y="8"/>
                  <a:pt x="31" y="8"/>
                </a:cubicBezTo>
                <a:cubicBezTo>
                  <a:pt x="45" y="8"/>
                  <a:pt x="45" y="8"/>
                  <a:pt x="45" y="8"/>
                </a:cubicBezTo>
                <a:lnTo>
                  <a:pt x="39" y="14"/>
                </a:lnTo>
                <a:close/>
                <a:moveTo>
                  <a:pt x="39" y="20"/>
                </a:moveTo>
                <a:cubicBezTo>
                  <a:pt x="49" y="28"/>
                  <a:pt x="49" y="28"/>
                  <a:pt x="49" y="28"/>
                </a:cubicBezTo>
                <a:cubicBezTo>
                  <a:pt x="31" y="28"/>
                  <a:pt x="31" y="28"/>
                  <a:pt x="31" y="28"/>
                </a:cubicBezTo>
                <a:lnTo>
                  <a:pt x="39" y="20"/>
                </a:lnTo>
                <a:close/>
                <a:moveTo>
                  <a:pt x="50" y="32"/>
                </a:moveTo>
                <a:cubicBezTo>
                  <a:pt x="60" y="81"/>
                  <a:pt x="60" y="81"/>
                  <a:pt x="60" y="81"/>
                </a:cubicBezTo>
                <a:cubicBezTo>
                  <a:pt x="30" y="32"/>
                  <a:pt x="30" y="32"/>
                  <a:pt x="30" y="32"/>
                </a:cubicBezTo>
                <a:lnTo>
                  <a:pt x="50" y="32"/>
                </a:lnTo>
                <a:close/>
                <a:moveTo>
                  <a:pt x="51" y="74"/>
                </a:moveTo>
                <a:cubicBezTo>
                  <a:pt x="11" y="32"/>
                  <a:pt x="11" y="32"/>
                  <a:pt x="11" y="32"/>
                </a:cubicBezTo>
                <a:cubicBezTo>
                  <a:pt x="26" y="32"/>
                  <a:pt x="26" y="32"/>
                  <a:pt x="26" y="32"/>
                </a:cubicBezTo>
                <a:lnTo>
                  <a:pt x="51" y="74"/>
                </a:lnTo>
                <a:close/>
                <a:moveTo>
                  <a:pt x="102" y="32"/>
                </a:moveTo>
                <a:cubicBezTo>
                  <a:pt x="117" y="32"/>
                  <a:pt x="117" y="32"/>
                  <a:pt x="117" y="32"/>
                </a:cubicBezTo>
                <a:cubicBezTo>
                  <a:pt x="77" y="74"/>
                  <a:pt x="77" y="74"/>
                  <a:pt x="77" y="74"/>
                </a:cubicBezTo>
                <a:lnTo>
                  <a:pt x="102" y="32"/>
                </a:lnTo>
                <a:close/>
                <a:moveTo>
                  <a:pt x="103" y="28"/>
                </a:moveTo>
                <a:cubicBezTo>
                  <a:pt x="92" y="17"/>
                  <a:pt x="92" y="17"/>
                  <a:pt x="92" y="17"/>
                </a:cubicBezTo>
                <a:cubicBezTo>
                  <a:pt x="101" y="10"/>
                  <a:pt x="101" y="10"/>
                  <a:pt x="101" y="10"/>
                </a:cubicBezTo>
                <a:cubicBezTo>
                  <a:pt x="120" y="28"/>
                  <a:pt x="120" y="28"/>
                  <a:pt x="120" y="28"/>
                </a:cubicBezTo>
                <a:lnTo>
                  <a:pt x="103" y="28"/>
                </a:lnTo>
                <a:close/>
                <a:moveTo>
                  <a:pt x="27" y="10"/>
                </a:moveTo>
                <a:cubicBezTo>
                  <a:pt x="36" y="17"/>
                  <a:pt x="36" y="17"/>
                  <a:pt x="36" y="17"/>
                </a:cubicBezTo>
                <a:cubicBezTo>
                  <a:pt x="25" y="28"/>
                  <a:pt x="25" y="28"/>
                  <a:pt x="25" y="28"/>
                </a:cubicBezTo>
                <a:cubicBezTo>
                  <a:pt x="8" y="28"/>
                  <a:pt x="8" y="28"/>
                  <a:pt x="8" y="28"/>
                </a:cubicBezTo>
                <a:lnTo>
                  <a:pt x="27" y="1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971081" y="1909723"/>
            <a:ext cx="1642299" cy="43088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1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Customer</a:t>
            </a:r>
            <a:endParaRPr kumimoji="0" lang="id-ID" sz="11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1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Relationship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7" name="Content Placeholder 19"/>
          <p:cNvSpPr txBox="1"/>
          <p:nvPr/>
        </p:nvSpPr>
        <p:spPr>
          <a:xfrm>
            <a:off x="6956945" y="2401903"/>
            <a:ext cx="1673052" cy="910509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Contrary to It has roots in a piece of classical Latin literature from 45 BC. </a:t>
            </a:r>
            <a:endParaRPr kumimoji="0" lang="id-ID" sz="11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979679" y="3368598"/>
            <a:ext cx="1642299" cy="276999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Channels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9" name="Content Placeholder 19"/>
          <p:cNvSpPr txBox="1"/>
          <p:nvPr/>
        </p:nvSpPr>
        <p:spPr>
          <a:xfrm>
            <a:off x="6965543" y="3775239"/>
            <a:ext cx="1673052" cy="910509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Contrary to It has roots in a piece of classical Latin literature from 45 BC. </a:t>
            </a:r>
            <a:endParaRPr kumimoji="0" lang="id-ID" sz="11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682037" y="1909651"/>
            <a:ext cx="1642299" cy="52322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Customer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Segments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1" name="Content Placeholder 19"/>
          <p:cNvSpPr txBox="1"/>
          <p:nvPr/>
        </p:nvSpPr>
        <p:spPr>
          <a:xfrm>
            <a:off x="8629418" y="3339812"/>
            <a:ext cx="1747537" cy="910509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Contrary to It has roots in a piece of classical Latin literature from 45 BC. </a:t>
            </a:r>
            <a:endParaRPr kumimoji="0" lang="id-ID" sz="11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9177257" y="2920423"/>
            <a:ext cx="520863" cy="341296"/>
            <a:chOff x="5757863" y="2919413"/>
            <a:chExt cx="695324" cy="455612"/>
          </a:xfrm>
          <a:solidFill>
            <a:schemeClr val="bg1"/>
          </a:solidFill>
        </p:grpSpPr>
        <p:sp>
          <p:nvSpPr>
            <p:cNvPr id="23" name="Freeform 477"/>
            <p:cNvSpPr>
              <a:spLocks noEditPoints="1"/>
            </p:cNvSpPr>
            <p:nvPr/>
          </p:nvSpPr>
          <p:spPr bwMode="auto">
            <a:xfrm>
              <a:off x="5875338" y="2919413"/>
              <a:ext cx="468312" cy="455612"/>
            </a:xfrm>
            <a:custGeom>
              <a:avLst/>
              <a:gdLst>
                <a:gd name="T0" fmla="*/ 223 w 223"/>
                <a:gd name="T1" fmla="*/ 216 h 216"/>
                <a:gd name="T2" fmla="*/ 0 w 223"/>
                <a:gd name="T3" fmla="*/ 216 h 216"/>
                <a:gd name="T4" fmla="*/ 0 w 223"/>
                <a:gd name="T5" fmla="*/ 211 h 216"/>
                <a:gd name="T6" fmla="*/ 83 w 223"/>
                <a:gd name="T7" fmla="*/ 144 h 216"/>
                <a:gd name="T8" fmla="*/ 85 w 223"/>
                <a:gd name="T9" fmla="*/ 137 h 216"/>
                <a:gd name="T10" fmla="*/ 67 w 223"/>
                <a:gd name="T11" fmla="*/ 103 h 216"/>
                <a:gd name="T12" fmla="*/ 58 w 223"/>
                <a:gd name="T13" fmla="*/ 92 h 216"/>
                <a:gd name="T14" fmla="*/ 60 w 223"/>
                <a:gd name="T15" fmla="*/ 67 h 216"/>
                <a:gd name="T16" fmla="*/ 60 w 223"/>
                <a:gd name="T17" fmla="*/ 67 h 216"/>
                <a:gd name="T18" fmla="*/ 71 w 223"/>
                <a:gd name="T19" fmla="*/ 15 h 216"/>
                <a:gd name="T20" fmla="*/ 111 w 223"/>
                <a:gd name="T21" fmla="*/ 0 h 216"/>
                <a:gd name="T22" fmla="*/ 151 w 223"/>
                <a:gd name="T23" fmla="*/ 15 h 216"/>
                <a:gd name="T24" fmla="*/ 163 w 223"/>
                <a:gd name="T25" fmla="*/ 67 h 216"/>
                <a:gd name="T26" fmla="*/ 163 w 223"/>
                <a:gd name="T27" fmla="*/ 67 h 216"/>
                <a:gd name="T28" fmla="*/ 165 w 223"/>
                <a:gd name="T29" fmla="*/ 92 h 216"/>
                <a:gd name="T30" fmla="*/ 156 w 223"/>
                <a:gd name="T31" fmla="*/ 103 h 216"/>
                <a:gd name="T32" fmla="*/ 138 w 223"/>
                <a:gd name="T33" fmla="*/ 137 h 216"/>
                <a:gd name="T34" fmla="*/ 140 w 223"/>
                <a:gd name="T35" fmla="*/ 144 h 216"/>
                <a:gd name="T36" fmla="*/ 223 w 223"/>
                <a:gd name="T37" fmla="*/ 211 h 216"/>
                <a:gd name="T38" fmla="*/ 223 w 223"/>
                <a:gd name="T39" fmla="*/ 216 h 216"/>
                <a:gd name="T40" fmla="*/ 12 w 223"/>
                <a:gd name="T41" fmla="*/ 205 h 216"/>
                <a:gd name="T42" fmla="*/ 211 w 223"/>
                <a:gd name="T43" fmla="*/ 205 h 216"/>
                <a:gd name="T44" fmla="*/ 181 w 223"/>
                <a:gd name="T45" fmla="*/ 175 h 216"/>
                <a:gd name="T46" fmla="*/ 137 w 223"/>
                <a:gd name="T47" fmla="*/ 155 h 216"/>
                <a:gd name="T48" fmla="*/ 127 w 223"/>
                <a:gd name="T49" fmla="*/ 134 h 216"/>
                <a:gd name="T50" fmla="*/ 127 w 223"/>
                <a:gd name="T51" fmla="*/ 132 h 216"/>
                <a:gd name="T52" fmla="*/ 128 w 223"/>
                <a:gd name="T53" fmla="*/ 130 h 216"/>
                <a:gd name="T54" fmla="*/ 145 w 223"/>
                <a:gd name="T55" fmla="*/ 98 h 216"/>
                <a:gd name="T56" fmla="*/ 146 w 223"/>
                <a:gd name="T57" fmla="*/ 93 h 216"/>
                <a:gd name="T58" fmla="*/ 151 w 223"/>
                <a:gd name="T59" fmla="*/ 93 h 216"/>
                <a:gd name="T60" fmla="*/ 155 w 223"/>
                <a:gd name="T61" fmla="*/ 86 h 216"/>
                <a:gd name="T62" fmla="*/ 153 w 223"/>
                <a:gd name="T63" fmla="*/ 74 h 216"/>
                <a:gd name="T64" fmla="*/ 151 w 223"/>
                <a:gd name="T65" fmla="*/ 72 h 216"/>
                <a:gd name="T66" fmla="*/ 151 w 223"/>
                <a:gd name="T67" fmla="*/ 69 h 216"/>
                <a:gd name="T68" fmla="*/ 151 w 223"/>
                <a:gd name="T69" fmla="*/ 66 h 216"/>
                <a:gd name="T70" fmla="*/ 143 w 223"/>
                <a:gd name="T71" fmla="*/ 23 h 216"/>
                <a:gd name="T72" fmla="*/ 111 w 223"/>
                <a:gd name="T73" fmla="*/ 12 h 216"/>
                <a:gd name="T74" fmla="*/ 80 w 223"/>
                <a:gd name="T75" fmla="*/ 23 h 216"/>
                <a:gd name="T76" fmla="*/ 72 w 223"/>
                <a:gd name="T77" fmla="*/ 66 h 216"/>
                <a:gd name="T78" fmla="*/ 72 w 223"/>
                <a:gd name="T79" fmla="*/ 69 h 216"/>
                <a:gd name="T80" fmla="*/ 72 w 223"/>
                <a:gd name="T81" fmla="*/ 72 h 216"/>
                <a:gd name="T82" fmla="*/ 70 w 223"/>
                <a:gd name="T83" fmla="*/ 74 h 216"/>
                <a:gd name="T84" fmla="*/ 68 w 223"/>
                <a:gd name="T85" fmla="*/ 86 h 216"/>
                <a:gd name="T86" fmla="*/ 72 w 223"/>
                <a:gd name="T87" fmla="*/ 93 h 216"/>
                <a:gd name="T88" fmla="*/ 77 w 223"/>
                <a:gd name="T89" fmla="*/ 93 h 216"/>
                <a:gd name="T90" fmla="*/ 77 w 223"/>
                <a:gd name="T91" fmla="*/ 98 h 216"/>
                <a:gd name="T92" fmla="*/ 95 w 223"/>
                <a:gd name="T93" fmla="*/ 130 h 216"/>
                <a:gd name="T94" fmla="*/ 96 w 223"/>
                <a:gd name="T95" fmla="*/ 132 h 216"/>
                <a:gd name="T96" fmla="*/ 96 w 223"/>
                <a:gd name="T97" fmla="*/ 134 h 216"/>
                <a:gd name="T98" fmla="*/ 86 w 223"/>
                <a:gd name="T99" fmla="*/ 155 h 216"/>
                <a:gd name="T100" fmla="*/ 42 w 223"/>
                <a:gd name="T101" fmla="*/ 175 h 216"/>
                <a:gd name="T102" fmla="*/ 12 w 223"/>
                <a:gd name="T103" fmla="*/ 205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23" h="216">
                  <a:moveTo>
                    <a:pt x="223" y="216"/>
                  </a:moveTo>
                  <a:cubicBezTo>
                    <a:pt x="0" y="216"/>
                    <a:pt x="0" y="216"/>
                    <a:pt x="0" y="216"/>
                  </a:cubicBezTo>
                  <a:cubicBezTo>
                    <a:pt x="0" y="211"/>
                    <a:pt x="0" y="211"/>
                    <a:pt x="0" y="211"/>
                  </a:cubicBezTo>
                  <a:cubicBezTo>
                    <a:pt x="0" y="176"/>
                    <a:pt x="65" y="148"/>
                    <a:pt x="83" y="144"/>
                  </a:cubicBezTo>
                  <a:cubicBezTo>
                    <a:pt x="84" y="143"/>
                    <a:pt x="84" y="140"/>
                    <a:pt x="85" y="137"/>
                  </a:cubicBezTo>
                  <a:cubicBezTo>
                    <a:pt x="81" y="132"/>
                    <a:pt x="71" y="120"/>
                    <a:pt x="67" y="103"/>
                  </a:cubicBezTo>
                  <a:cubicBezTo>
                    <a:pt x="63" y="102"/>
                    <a:pt x="60" y="98"/>
                    <a:pt x="58" y="92"/>
                  </a:cubicBezTo>
                  <a:cubicBezTo>
                    <a:pt x="55" y="85"/>
                    <a:pt x="55" y="74"/>
                    <a:pt x="60" y="67"/>
                  </a:cubicBezTo>
                  <a:cubicBezTo>
                    <a:pt x="60" y="67"/>
                    <a:pt x="60" y="67"/>
                    <a:pt x="60" y="67"/>
                  </a:cubicBezTo>
                  <a:cubicBezTo>
                    <a:pt x="59" y="57"/>
                    <a:pt x="56" y="32"/>
                    <a:pt x="71" y="15"/>
                  </a:cubicBezTo>
                  <a:cubicBezTo>
                    <a:pt x="80" y="5"/>
                    <a:pt x="94" y="0"/>
                    <a:pt x="111" y="0"/>
                  </a:cubicBezTo>
                  <a:cubicBezTo>
                    <a:pt x="129" y="0"/>
                    <a:pt x="142" y="5"/>
                    <a:pt x="151" y="15"/>
                  </a:cubicBezTo>
                  <a:cubicBezTo>
                    <a:pt x="166" y="32"/>
                    <a:pt x="164" y="57"/>
                    <a:pt x="163" y="67"/>
                  </a:cubicBezTo>
                  <a:cubicBezTo>
                    <a:pt x="163" y="67"/>
                    <a:pt x="163" y="67"/>
                    <a:pt x="163" y="67"/>
                  </a:cubicBezTo>
                  <a:cubicBezTo>
                    <a:pt x="168" y="74"/>
                    <a:pt x="168" y="85"/>
                    <a:pt x="165" y="92"/>
                  </a:cubicBezTo>
                  <a:cubicBezTo>
                    <a:pt x="163" y="98"/>
                    <a:pt x="160" y="102"/>
                    <a:pt x="156" y="103"/>
                  </a:cubicBezTo>
                  <a:cubicBezTo>
                    <a:pt x="152" y="120"/>
                    <a:pt x="142" y="132"/>
                    <a:pt x="138" y="137"/>
                  </a:cubicBezTo>
                  <a:cubicBezTo>
                    <a:pt x="138" y="140"/>
                    <a:pt x="139" y="143"/>
                    <a:pt x="140" y="144"/>
                  </a:cubicBezTo>
                  <a:cubicBezTo>
                    <a:pt x="158" y="148"/>
                    <a:pt x="223" y="176"/>
                    <a:pt x="223" y="211"/>
                  </a:cubicBezTo>
                  <a:lnTo>
                    <a:pt x="223" y="216"/>
                  </a:lnTo>
                  <a:close/>
                  <a:moveTo>
                    <a:pt x="12" y="205"/>
                  </a:moveTo>
                  <a:cubicBezTo>
                    <a:pt x="211" y="205"/>
                    <a:pt x="211" y="205"/>
                    <a:pt x="211" y="205"/>
                  </a:cubicBezTo>
                  <a:cubicBezTo>
                    <a:pt x="208" y="195"/>
                    <a:pt x="197" y="185"/>
                    <a:pt x="181" y="175"/>
                  </a:cubicBezTo>
                  <a:cubicBezTo>
                    <a:pt x="164" y="164"/>
                    <a:pt x="144" y="157"/>
                    <a:pt x="137" y="155"/>
                  </a:cubicBezTo>
                  <a:cubicBezTo>
                    <a:pt x="128" y="154"/>
                    <a:pt x="127" y="140"/>
                    <a:pt x="127" y="134"/>
                  </a:cubicBezTo>
                  <a:cubicBezTo>
                    <a:pt x="127" y="132"/>
                    <a:pt x="127" y="132"/>
                    <a:pt x="127" y="132"/>
                  </a:cubicBezTo>
                  <a:cubicBezTo>
                    <a:pt x="128" y="130"/>
                    <a:pt x="128" y="130"/>
                    <a:pt x="128" y="130"/>
                  </a:cubicBezTo>
                  <a:cubicBezTo>
                    <a:pt x="128" y="130"/>
                    <a:pt x="142" y="116"/>
                    <a:pt x="145" y="98"/>
                  </a:cubicBezTo>
                  <a:cubicBezTo>
                    <a:pt x="146" y="93"/>
                    <a:pt x="146" y="93"/>
                    <a:pt x="146" y="93"/>
                  </a:cubicBezTo>
                  <a:cubicBezTo>
                    <a:pt x="151" y="93"/>
                    <a:pt x="151" y="93"/>
                    <a:pt x="151" y="93"/>
                  </a:cubicBezTo>
                  <a:cubicBezTo>
                    <a:pt x="152" y="93"/>
                    <a:pt x="154" y="91"/>
                    <a:pt x="155" y="86"/>
                  </a:cubicBezTo>
                  <a:cubicBezTo>
                    <a:pt x="156" y="81"/>
                    <a:pt x="155" y="76"/>
                    <a:pt x="153" y="74"/>
                  </a:cubicBezTo>
                  <a:cubicBezTo>
                    <a:pt x="151" y="72"/>
                    <a:pt x="151" y="72"/>
                    <a:pt x="151" y="72"/>
                  </a:cubicBezTo>
                  <a:cubicBezTo>
                    <a:pt x="151" y="69"/>
                    <a:pt x="151" y="69"/>
                    <a:pt x="151" y="69"/>
                  </a:cubicBezTo>
                  <a:cubicBezTo>
                    <a:pt x="151" y="68"/>
                    <a:pt x="151" y="67"/>
                    <a:pt x="151" y="66"/>
                  </a:cubicBezTo>
                  <a:cubicBezTo>
                    <a:pt x="152" y="57"/>
                    <a:pt x="154" y="36"/>
                    <a:pt x="143" y="23"/>
                  </a:cubicBezTo>
                  <a:cubicBezTo>
                    <a:pt x="136" y="15"/>
                    <a:pt x="126" y="12"/>
                    <a:pt x="111" y="12"/>
                  </a:cubicBezTo>
                  <a:cubicBezTo>
                    <a:pt x="97" y="12"/>
                    <a:pt x="87" y="15"/>
                    <a:pt x="80" y="23"/>
                  </a:cubicBezTo>
                  <a:cubicBezTo>
                    <a:pt x="68" y="36"/>
                    <a:pt x="71" y="57"/>
                    <a:pt x="72" y="66"/>
                  </a:cubicBezTo>
                  <a:cubicBezTo>
                    <a:pt x="72" y="67"/>
                    <a:pt x="72" y="68"/>
                    <a:pt x="72" y="69"/>
                  </a:cubicBezTo>
                  <a:cubicBezTo>
                    <a:pt x="72" y="72"/>
                    <a:pt x="72" y="72"/>
                    <a:pt x="72" y="72"/>
                  </a:cubicBezTo>
                  <a:cubicBezTo>
                    <a:pt x="70" y="74"/>
                    <a:pt x="70" y="74"/>
                    <a:pt x="70" y="74"/>
                  </a:cubicBezTo>
                  <a:cubicBezTo>
                    <a:pt x="67" y="76"/>
                    <a:pt x="67" y="81"/>
                    <a:pt x="68" y="86"/>
                  </a:cubicBezTo>
                  <a:cubicBezTo>
                    <a:pt x="69" y="91"/>
                    <a:pt x="71" y="93"/>
                    <a:pt x="72" y="93"/>
                  </a:cubicBezTo>
                  <a:cubicBezTo>
                    <a:pt x="77" y="93"/>
                    <a:pt x="77" y="93"/>
                    <a:pt x="77" y="93"/>
                  </a:cubicBezTo>
                  <a:cubicBezTo>
                    <a:pt x="77" y="98"/>
                    <a:pt x="77" y="98"/>
                    <a:pt x="77" y="98"/>
                  </a:cubicBezTo>
                  <a:cubicBezTo>
                    <a:pt x="80" y="116"/>
                    <a:pt x="94" y="130"/>
                    <a:pt x="95" y="130"/>
                  </a:cubicBezTo>
                  <a:cubicBezTo>
                    <a:pt x="96" y="132"/>
                    <a:pt x="96" y="132"/>
                    <a:pt x="96" y="132"/>
                  </a:cubicBezTo>
                  <a:cubicBezTo>
                    <a:pt x="96" y="134"/>
                    <a:pt x="96" y="134"/>
                    <a:pt x="96" y="134"/>
                  </a:cubicBezTo>
                  <a:cubicBezTo>
                    <a:pt x="96" y="140"/>
                    <a:pt x="95" y="154"/>
                    <a:pt x="86" y="155"/>
                  </a:cubicBezTo>
                  <a:cubicBezTo>
                    <a:pt x="79" y="157"/>
                    <a:pt x="59" y="164"/>
                    <a:pt x="42" y="175"/>
                  </a:cubicBezTo>
                  <a:cubicBezTo>
                    <a:pt x="25" y="185"/>
                    <a:pt x="15" y="195"/>
                    <a:pt x="12" y="20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4" name="Freeform 478"/>
            <p:cNvSpPr/>
            <p:nvPr/>
          </p:nvSpPr>
          <p:spPr bwMode="auto">
            <a:xfrm>
              <a:off x="6216650" y="2936875"/>
              <a:ext cx="236537" cy="381000"/>
            </a:xfrm>
            <a:custGeom>
              <a:avLst/>
              <a:gdLst>
                <a:gd name="T0" fmla="*/ 43 w 113"/>
                <a:gd name="T1" fmla="*/ 120 h 181"/>
                <a:gd name="T2" fmla="*/ 42 w 113"/>
                <a:gd name="T3" fmla="*/ 114 h 181"/>
                <a:gd name="T4" fmla="*/ 57 w 113"/>
                <a:gd name="T5" fmla="*/ 86 h 181"/>
                <a:gd name="T6" fmla="*/ 64 w 113"/>
                <a:gd name="T7" fmla="*/ 77 h 181"/>
                <a:gd name="T8" fmla="*/ 62 w 113"/>
                <a:gd name="T9" fmla="*/ 56 h 181"/>
                <a:gd name="T10" fmla="*/ 62 w 113"/>
                <a:gd name="T11" fmla="*/ 56 h 181"/>
                <a:gd name="T12" fmla="*/ 53 w 113"/>
                <a:gd name="T13" fmla="*/ 13 h 181"/>
                <a:gd name="T14" fmla="*/ 19 w 113"/>
                <a:gd name="T15" fmla="*/ 0 h 181"/>
                <a:gd name="T16" fmla="*/ 0 w 113"/>
                <a:gd name="T17" fmla="*/ 4 h 181"/>
                <a:gd name="T18" fmla="*/ 5 w 113"/>
                <a:gd name="T19" fmla="*/ 12 h 181"/>
                <a:gd name="T20" fmla="*/ 19 w 113"/>
                <a:gd name="T21" fmla="*/ 10 h 181"/>
                <a:gd name="T22" fmla="*/ 46 w 113"/>
                <a:gd name="T23" fmla="*/ 19 h 181"/>
                <a:gd name="T24" fmla="*/ 53 w 113"/>
                <a:gd name="T25" fmla="*/ 55 h 181"/>
                <a:gd name="T26" fmla="*/ 52 w 113"/>
                <a:gd name="T27" fmla="*/ 58 h 181"/>
                <a:gd name="T28" fmla="*/ 52 w 113"/>
                <a:gd name="T29" fmla="*/ 60 h 181"/>
                <a:gd name="T30" fmla="*/ 54 w 113"/>
                <a:gd name="T31" fmla="*/ 62 h 181"/>
                <a:gd name="T32" fmla="*/ 56 w 113"/>
                <a:gd name="T33" fmla="*/ 72 h 181"/>
                <a:gd name="T34" fmla="*/ 52 w 113"/>
                <a:gd name="T35" fmla="*/ 78 h 181"/>
                <a:gd name="T36" fmla="*/ 48 w 113"/>
                <a:gd name="T37" fmla="*/ 78 h 181"/>
                <a:gd name="T38" fmla="*/ 48 w 113"/>
                <a:gd name="T39" fmla="*/ 82 h 181"/>
                <a:gd name="T40" fmla="*/ 33 w 113"/>
                <a:gd name="T41" fmla="*/ 109 h 181"/>
                <a:gd name="T42" fmla="*/ 32 w 113"/>
                <a:gd name="T43" fmla="*/ 110 h 181"/>
                <a:gd name="T44" fmla="*/ 32 w 113"/>
                <a:gd name="T45" fmla="*/ 112 h 181"/>
                <a:gd name="T46" fmla="*/ 41 w 113"/>
                <a:gd name="T47" fmla="*/ 130 h 181"/>
                <a:gd name="T48" fmla="*/ 77 w 113"/>
                <a:gd name="T49" fmla="*/ 146 h 181"/>
                <a:gd name="T50" fmla="*/ 102 w 113"/>
                <a:gd name="T51" fmla="*/ 171 h 181"/>
                <a:gd name="T52" fmla="*/ 58 w 113"/>
                <a:gd name="T53" fmla="*/ 171 h 181"/>
                <a:gd name="T54" fmla="*/ 65 w 113"/>
                <a:gd name="T55" fmla="*/ 181 h 181"/>
                <a:gd name="T56" fmla="*/ 113 w 113"/>
                <a:gd name="T57" fmla="*/ 181 h 181"/>
                <a:gd name="T58" fmla="*/ 113 w 113"/>
                <a:gd name="T59" fmla="*/ 176 h 181"/>
                <a:gd name="T60" fmla="*/ 43 w 113"/>
                <a:gd name="T61" fmla="*/ 12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13" h="181">
                  <a:moveTo>
                    <a:pt x="43" y="120"/>
                  </a:moveTo>
                  <a:cubicBezTo>
                    <a:pt x="42" y="119"/>
                    <a:pt x="42" y="117"/>
                    <a:pt x="42" y="114"/>
                  </a:cubicBezTo>
                  <a:cubicBezTo>
                    <a:pt x="45" y="110"/>
                    <a:pt x="53" y="100"/>
                    <a:pt x="57" y="86"/>
                  </a:cubicBezTo>
                  <a:cubicBezTo>
                    <a:pt x="60" y="85"/>
                    <a:pt x="62" y="82"/>
                    <a:pt x="64" y="77"/>
                  </a:cubicBezTo>
                  <a:cubicBezTo>
                    <a:pt x="66" y="71"/>
                    <a:pt x="67" y="62"/>
                    <a:pt x="62" y="56"/>
                  </a:cubicBezTo>
                  <a:cubicBezTo>
                    <a:pt x="62" y="56"/>
                    <a:pt x="62" y="56"/>
                    <a:pt x="62" y="56"/>
                  </a:cubicBezTo>
                  <a:cubicBezTo>
                    <a:pt x="63" y="48"/>
                    <a:pt x="65" y="27"/>
                    <a:pt x="53" y="13"/>
                  </a:cubicBezTo>
                  <a:cubicBezTo>
                    <a:pt x="45" y="5"/>
                    <a:pt x="34" y="0"/>
                    <a:pt x="19" y="0"/>
                  </a:cubicBezTo>
                  <a:cubicBezTo>
                    <a:pt x="12" y="0"/>
                    <a:pt x="5" y="2"/>
                    <a:pt x="0" y="4"/>
                  </a:cubicBezTo>
                  <a:cubicBezTo>
                    <a:pt x="2" y="6"/>
                    <a:pt x="3" y="9"/>
                    <a:pt x="5" y="12"/>
                  </a:cubicBezTo>
                  <a:cubicBezTo>
                    <a:pt x="9" y="11"/>
                    <a:pt x="14" y="10"/>
                    <a:pt x="19" y="10"/>
                  </a:cubicBezTo>
                  <a:cubicBezTo>
                    <a:pt x="31" y="10"/>
                    <a:pt x="40" y="13"/>
                    <a:pt x="46" y="19"/>
                  </a:cubicBezTo>
                  <a:cubicBezTo>
                    <a:pt x="55" y="30"/>
                    <a:pt x="53" y="48"/>
                    <a:pt x="53" y="55"/>
                  </a:cubicBezTo>
                  <a:cubicBezTo>
                    <a:pt x="52" y="56"/>
                    <a:pt x="52" y="57"/>
                    <a:pt x="52" y="58"/>
                  </a:cubicBezTo>
                  <a:cubicBezTo>
                    <a:pt x="52" y="60"/>
                    <a:pt x="52" y="60"/>
                    <a:pt x="52" y="60"/>
                  </a:cubicBezTo>
                  <a:cubicBezTo>
                    <a:pt x="54" y="62"/>
                    <a:pt x="54" y="62"/>
                    <a:pt x="54" y="62"/>
                  </a:cubicBezTo>
                  <a:cubicBezTo>
                    <a:pt x="56" y="63"/>
                    <a:pt x="57" y="68"/>
                    <a:pt x="56" y="72"/>
                  </a:cubicBezTo>
                  <a:cubicBezTo>
                    <a:pt x="55" y="76"/>
                    <a:pt x="53" y="78"/>
                    <a:pt x="52" y="78"/>
                  </a:cubicBezTo>
                  <a:cubicBezTo>
                    <a:pt x="48" y="78"/>
                    <a:pt x="48" y="78"/>
                    <a:pt x="48" y="78"/>
                  </a:cubicBezTo>
                  <a:cubicBezTo>
                    <a:pt x="48" y="82"/>
                    <a:pt x="48" y="82"/>
                    <a:pt x="48" y="82"/>
                  </a:cubicBezTo>
                  <a:cubicBezTo>
                    <a:pt x="45" y="97"/>
                    <a:pt x="34" y="109"/>
                    <a:pt x="33" y="109"/>
                  </a:cubicBezTo>
                  <a:cubicBezTo>
                    <a:pt x="32" y="110"/>
                    <a:pt x="32" y="110"/>
                    <a:pt x="32" y="110"/>
                  </a:cubicBezTo>
                  <a:cubicBezTo>
                    <a:pt x="32" y="112"/>
                    <a:pt x="32" y="112"/>
                    <a:pt x="32" y="112"/>
                  </a:cubicBezTo>
                  <a:cubicBezTo>
                    <a:pt x="32" y="117"/>
                    <a:pt x="33" y="129"/>
                    <a:pt x="41" y="130"/>
                  </a:cubicBezTo>
                  <a:cubicBezTo>
                    <a:pt x="47" y="131"/>
                    <a:pt x="63" y="137"/>
                    <a:pt x="77" y="146"/>
                  </a:cubicBezTo>
                  <a:cubicBezTo>
                    <a:pt x="91" y="154"/>
                    <a:pt x="100" y="163"/>
                    <a:pt x="102" y="171"/>
                  </a:cubicBezTo>
                  <a:cubicBezTo>
                    <a:pt x="58" y="171"/>
                    <a:pt x="58" y="171"/>
                    <a:pt x="58" y="171"/>
                  </a:cubicBezTo>
                  <a:cubicBezTo>
                    <a:pt x="60" y="174"/>
                    <a:pt x="63" y="177"/>
                    <a:pt x="65" y="181"/>
                  </a:cubicBezTo>
                  <a:cubicBezTo>
                    <a:pt x="113" y="181"/>
                    <a:pt x="113" y="181"/>
                    <a:pt x="113" y="181"/>
                  </a:cubicBezTo>
                  <a:cubicBezTo>
                    <a:pt x="113" y="176"/>
                    <a:pt x="113" y="176"/>
                    <a:pt x="113" y="176"/>
                  </a:cubicBezTo>
                  <a:cubicBezTo>
                    <a:pt x="113" y="147"/>
                    <a:pt x="58" y="123"/>
                    <a:pt x="43" y="1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5" name="Freeform 479"/>
            <p:cNvSpPr/>
            <p:nvPr/>
          </p:nvSpPr>
          <p:spPr bwMode="auto">
            <a:xfrm>
              <a:off x="5757863" y="2936875"/>
              <a:ext cx="244475" cy="381000"/>
            </a:xfrm>
            <a:custGeom>
              <a:avLst/>
              <a:gdLst>
                <a:gd name="T0" fmla="*/ 59 w 116"/>
                <a:gd name="T1" fmla="*/ 171 h 181"/>
                <a:gd name="T2" fmla="*/ 11 w 116"/>
                <a:gd name="T3" fmla="*/ 171 h 181"/>
                <a:gd name="T4" fmla="*/ 35 w 116"/>
                <a:gd name="T5" fmla="*/ 146 h 181"/>
                <a:gd name="T6" fmla="*/ 72 w 116"/>
                <a:gd name="T7" fmla="*/ 130 h 181"/>
                <a:gd name="T8" fmla="*/ 81 w 116"/>
                <a:gd name="T9" fmla="*/ 112 h 181"/>
                <a:gd name="T10" fmla="*/ 81 w 116"/>
                <a:gd name="T11" fmla="*/ 110 h 181"/>
                <a:gd name="T12" fmla="*/ 79 w 116"/>
                <a:gd name="T13" fmla="*/ 109 h 181"/>
                <a:gd name="T14" fmla="*/ 65 w 116"/>
                <a:gd name="T15" fmla="*/ 82 h 181"/>
                <a:gd name="T16" fmla="*/ 64 w 116"/>
                <a:gd name="T17" fmla="*/ 78 h 181"/>
                <a:gd name="T18" fmla="*/ 60 w 116"/>
                <a:gd name="T19" fmla="*/ 78 h 181"/>
                <a:gd name="T20" fmla="*/ 57 w 116"/>
                <a:gd name="T21" fmla="*/ 72 h 181"/>
                <a:gd name="T22" fmla="*/ 59 w 116"/>
                <a:gd name="T23" fmla="*/ 62 h 181"/>
                <a:gd name="T24" fmla="*/ 61 w 116"/>
                <a:gd name="T25" fmla="*/ 60 h 181"/>
                <a:gd name="T26" fmla="*/ 60 w 116"/>
                <a:gd name="T27" fmla="*/ 58 h 181"/>
                <a:gd name="T28" fmla="*/ 60 w 116"/>
                <a:gd name="T29" fmla="*/ 55 h 181"/>
                <a:gd name="T30" fmla="*/ 67 w 116"/>
                <a:gd name="T31" fmla="*/ 19 h 181"/>
                <a:gd name="T32" fmla="*/ 93 w 116"/>
                <a:gd name="T33" fmla="*/ 10 h 181"/>
                <a:gd name="T34" fmla="*/ 112 w 116"/>
                <a:gd name="T35" fmla="*/ 13 h 181"/>
                <a:gd name="T36" fmla="*/ 116 w 116"/>
                <a:gd name="T37" fmla="*/ 5 h 181"/>
                <a:gd name="T38" fmla="*/ 93 w 116"/>
                <a:gd name="T39" fmla="*/ 0 h 181"/>
                <a:gd name="T40" fmla="*/ 60 w 116"/>
                <a:gd name="T41" fmla="*/ 13 h 181"/>
                <a:gd name="T42" fmla="*/ 51 w 116"/>
                <a:gd name="T43" fmla="*/ 56 h 181"/>
                <a:gd name="T44" fmla="*/ 51 w 116"/>
                <a:gd name="T45" fmla="*/ 56 h 181"/>
                <a:gd name="T46" fmla="*/ 49 w 116"/>
                <a:gd name="T47" fmla="*/ 77 h 181"/>
                <a:gd name="T48" fmla="*/ 56 w 116"/>
                <a:gd name="T49" fmla="*/ 86 h 181"/>
                <a:gd name="T50" fmla="*/ 71 w 116"/>
                <a:gd name="T51" fmla="*/ 114 h 181"/>
                <a:gd name="T52" fmla="*/ 70 w 116"/>
                <a:gd name="T53" fmla="*/ 120 h 181"/>
                <a:gd name="T54" fmla="*/ 0 w 116"/>
                <a:gd name="T55" fmla="*/ 176 h 181"/>
                <a:gd name="T56" fmla="*/ 0 w 116"/>
                <a:gd name="T57" fmla="*/ 181 h 181"/>
                <a:gd name="T58" fmla="*/ 52 w 116"/>
                <a:gd name="T59" fmla="*/ 181 h 181"/>
                <a:gd name="T60" fmla="*/ 59 w 116"/>
                <a:gd name="T61" fmla="*/ 17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16" h="181">
                  <a:moveTo>
                    <a:pt x="59" y="171"/>
                  </a:moveTo>
                  <a:cubicBezTo>
                    <a:pt x="11" y="171"/>
                    <a:pt x="11" y="171"/>
                    <a:pt x="11" y="171"/>
                  </a:cubicBezTo>
                  <a:cubicBezTo>
                    <a:pt x="13" y="163"/>
                    <a:pt x="22" y="154"/>
                    <a:pt x="35" y="146"/>
                  </a:cubicBezTo>
                  <a:cubicBezTo>
                    <a:pt x="50" y="137"/>
                    <a:pt x="66" y="131"/>
                    <a:pt x="72" y="130"/>
                  </a:cubicBezTo>
                  <a:cubicBezTo>
                    <a:pt x="80" y="129"/>
                    <a:pt x="81" y="117"/>
                    <a:pt x="81" y="112"/>
                  </a:cubicBezTo>
                  <a:cubicBezTo>
                    <a:pt x="81" y="110"/>
                    <a:pt x="81" y="110"/>
                    <a:pt x="81" y="110"/>
                  </a:cubicBezTo>
                  <a:cubicBezTo>
                    <a:pt x="79" y="109"/>
                    <a:pt x="79" y="109"/>
                    <a:pt x="79" y="109"/>
                  </a:cubicBezTo>
                  <a:cubicBezTo>
                    <a:pt x="79" y="109"/>
                    <a:pt x="68" y="97"/>
                    <a:pt x="65" y="82"/>
                  </a:cubicBezTo>
                  <a:cubicBezTo>
                    <a:pt x="64" y="78"/>
                    <a:pt x="64" y="78"/>
                    <a:pt x="64" y="78"/>
                  </a:cubicBezTo>
                  <a:cubicBezTo>
                    <a:pt x="60" y="78"/>
                    <a:pt x="60" y="78"/>
                    <a:pt x="60" y="78"/>
                  </a:cubicBezTo>
                  <a:cubicBezTo>
                    <a:pt x="60" y="78"/>
                    <a:pt x="58" y="76"/>
                    <a:pt x="57" y="72"/>
                  </a:cubicBezTo>
                  <a:cubicBezTo>
                    <a:pt x="56" y="68"/>
                    <a:pt x="57" y="63"/>
                    <a:pt x="59" y="62"/>
                  </a:cubicBezTo>
                  <a:cubicBezTo>
                    <a:pt x="61" y="60"/>
                    <a:pt x="61" y="60"/>
                    <a:pt x="61" y="60"/>
                  </a:cubicBezTo>
                  <a:cubicBezTo>
                    <a:pt x="60" y="58"/>
                    <a:pt x="60" y="58"/>
                    <a:pt x="60" y="58"/>
                  </a:cubicBezTo>
                  <a:cubicBezTo>
                    <a:pt x="60" y="57"/>
                    <a:pt x="60" y="56"/>
                    <a:pt x="60" y="55"/>
                  </a:cubicBezTo>
                  <a:cubicBezTo>
                    <a:pt x="59" y="48"/>
                    <a:pt x="58" y="30"/>
                    <a:pt x="67" y="19"/>
                  </a:cubicBezTo>
                  <a:cubicBezTo>
                    <a:pt x="73" y="13"/>
                    <a:pt x="82" y="10"/>
                    <a:pt x="93" y="10"/>
                  </a:cubicBezTo>
                  <a:cubicBezTo>
                    <a:pt x="101" y="10"/>
                    <a:pt x="107" y="11"/>
                    <a:pt x="112" y="13"/>
                  </a:cubicBezTo>
                  <a:cubicBezTo>
                    <a:pt x="113" y="11"/>
                    <a:pt x="114" y="8"/>
                    <a:pt x="116" y="5"/>
                  </a:cubicBezTo>
                  <a:cubicBezTo>
                    <a:pt x="110" y="2"/>
                    <a:pt x="102" y="0"/>
                    <a:pt x="93" y="0"/>
                  </a:cubicBezTo>
                  <a:cubicBezTo>
                    <a:pt x="79" y="0"/>
                    <a:pt x="67" y="5"/>
                    <a:pt x="60" y="13"/>
                  </a:cubicBezTo>
                  <a:cubicBezTo>
                    <a:pt x="48" y="27"/>
                    <a:pt x="50" y="48"/>
                    <a:pt x="51" y="56"/>
                  </a:cubicBezTo>
                  <a:cubicBezTo>
                    <a:pt x="51" y="56"/>
                    <a:pt x="51" y="56"/>
                    <a:pt x="51" y="56"/>
                  </a:cubicBezTo>
                  <a:cubicBezTo>
                    <a:pt x="46" y="62"/>
                    <a:pt x="46" y="71"/>
                    <a:pt x="49" y="77"/>
                  </a:cubicBezTo>
                  <a:cubicBezTo>
                    <a:pt x="50" y="82"/>
                    <a:pt x="53" y="85"/>
                    <a:pt x="56" y="86"/>
                  </a:cubicBezTo>
                  <a:cubicBezTo>
                    <a:pt x="59" y="100"/>
                    <a:pt x="68" y="110"/>
                    <a:pt x="71" y="114"/>
                  </a:cubicBezTo>
                  <a:cubicBezTo>
                    <a:pt x="71" y="117"/>
                    <a:pt x="70" y="119"/>
                    <a:pt x="70" y="120"/>
                  </a:cubicBezTo>
                  <a:cubicBezTo>
                    <a:pt x="55" y="123"/>
                    <a:pt x="0" y="147"/>
                    <a:pt x="0" y="176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52" y="181"/>
                    <a:pt x="52" y="181"/>
                    <a:pt x="52" y="181"/>
                  </a:cubicBezTo>
                  <a:cubicBezTo>
                    <a:pt x="54" y="177"/>
                    <a:pt x="56" y="174"/>
                    <a:pt x="59" y="17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1882786" y="1909650"/>
            <a:ext cx="1642299" cy="307777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Key Partners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7" name="Content Placeholder 19"/>
          <p:cNvSpPr txBox="1"/>
          <p:nvPr/>
        </p:nvSpPr>
        <p:spPr>
          <a:xfrm>
            <a:off x="1830167" y="3339811"/>
            <a:ext cx="1747537" cy="910509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Contrary to It has roots in a piece of classical Latin literature from 45 BC. </a:t>
            </a:r>
            <a:endParaRPr kumimoji="0" lang="id-ID" sz="11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577704" y="1909722"/>
            <a:ext cx="1642299" cy="43088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1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Key</a:t>
            </a:r>
            <a:endParaRPr kumimoji="0" lang="id-ID" sz="11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1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Activities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9" name="Content Placeholder 19"/>
          <p:cNvSpPr txBox="1"/>
          <p:nvPr/>
        </p:nvSpPr>
        <p:spPr>
          <a:xfrm>
            <a:off x="3563569" y="2401902"/>
            <a:ext cx="1673052" cy="910509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Contrary to It has roots in a piece of classical Latin literature from 45 BC. </a:t>
            </a:r>
            <a:endParaRPr kumimoji="0" lang="id-ID" sz="11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559572" y="3368597"/>
            <a:ext cx="1669029" cy="276999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Key Resources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1" name="Content Placeholder 19"/>
          <p:cNvSpPr txBox="1"/>
          <p:nvPr/>
        </p:nvSpPr>
        <p:spPr>
          <a:xfrm>
            <a:off x="3572166" y="3775237"/>
            <a:ext cx="1673052" cy="910509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Contrary to It has roots in a piece of classical Latin literature from 45 BC. </a:t>
            </a:r>
            <a:endParaRPr kumimoji="0" lang="id-ID" sz="11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32" name="Group 31"/>
          <p:cNvGrpSpPr/>
          <p:nvPr/>
        </p:nvGrpSpPr>
        <p:grpSpPr>
          <a:xfrm>
            <a:off x="2406604" y="2959049"/>
            <a:ext cx="529991" cy="234312"/>
            <a:chOff x="2865438" y="5287963"/>
            <a:chExt cx="754062" cy="333375"/>
          </a:xfrm>
          <a:solidFill>
            <a:schemeClr val="bg1"/>
          </a:solidFill>
        </p:grpSpPr>
        <p:sp>
          <p:nvSpPr>
            <p:cNvPr id="33" name="Freeform 31"/>
            <p:cNvSpPr/>
            <p:nvPr/>
          </p:nvSpPr>
          <p:spPr bwMode="auto">
            <a:xfrm>
              <a:off x="3173413" y="5508626"/>
              <a:ext cx="92075" cy="93663"/>
            </a:xfrm>
            <a:custGeom>
              <a:avLst/>
              <a:gdLst>
                <a:gd name="T0" fmla="*/ 23 w 24"/>
                <a:gd name="T1" fmla="*/ 7 h 24"/>
                <a:gd name="T2" fmla="*/ 24 w 24"/>
                <a:gd name="T3" fmla="*/ 3 h 24"/>
                <a:gd name="T4" fmla="*/ 22 w 24"/>
                <a:gd name="T5" fmla="*/ 1 h 24"/>
                <a:gd name="T6" fmla="*/ 20 w 24"/>
                <a:gd name="T7" fmla="*/ 0 h 24"/>
                <a:gd name="T8" fmla="*/ 16 w 24"/>
                <a:gd name="T9" fmla="*/ 2 h 24"/>
                <a:gd name="T10" fmla="*/ 0 w 24"/>
                <a:gd name="T11" fmla="*/ 22 h 24"/>
                <a:gd name="T12" fmla="*/ 8 w 24"/>
                <a:gd name="T13" fmla="*/ 24 h 24"/>
                <a:gd name="T14" fmla="*/ 8 w 24"/>
                <a:gd name="T15" fmla="*/ 24 h 24"/>
                <a:gd name="T16" fmla="*/ 21 w 24"/>
                <a:gd name="T17" fmla="*/ 9 h 24"/>
                <a:gd name="T18" fmla="*/ 23 w 24"/>
                <a:gd name="T19" fmla="*/ 7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4">
                  <a:moveTo>
                    <a:pt x="23" y="7"/>
                  </a:moveTo>
                  <a:cubicBezTo>
                    <a:pt x="23" y="6"/>
                    <a:pt x="24" y="5"/>
                    <a:pt x="24" y="3"/>
                  </a:cubicBezTo>
                  <a:cubicBezTo>
                    <a:pt x="23" y="2"/>
                    <a:pt x="23" y="2"/>
                    <a:pt x="22" y="1"/>
                  </a:cubicBezTo>
                  <a:cubicBezTo>
                    <a:pt x="22" y="0"/>
                    <a:pt x="21" y="0"/>
                    <a:pt x="20" y="0"/>
                  </a:cubicBezTo>
                  <a:cubicBezTo>
                    <a:pt x="18" y="0"/>
                    <a:pt x="17" y="1"/>
                    <a:pt x="16" y="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3" y="23"/>
                    <a:pt x="5" y="23"/>
                    <a:pt x="8" y="24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21" y="9"/>
                    <a:pt x="21" y="9"/>
                    <a:pt x="21" y="9"/>
                  </a:cubicBezTo>
                  <a:cubicBezTo>
                    <a:pt x="21" y="8"/>
                    <a:pt x="22" y="7"/>
                    <a:pt x="23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4" name="Freeform 32"/>
            <p:cNvSpPr/>
            <p:nvPr/>
          </p:nvSpPr>
          <p:spPr bwMode="auto">
            <a:xfrm>
              <a:off x="3127375" y="5505451"/>
              <a:ext cx="80962" cy="80963"/>
            </a:xfrm>
            <a:custGeom>
              <a:avLst/>
              <a:gdLst>
                <a:gd name="T0" fmla="*/ 21 w 21"/>
                <a:gd name="T1" fmla="*/ 4 h 21"/>
                <a:gd name="T2" fmla="*/ 19 w 21"/>
                <a:gd name="T3" fmla="*/ 1 h 21"/>
                <a:gd name="T4" fmla="*/ 17 w 21"/>
                <a:gd name="T5" fmla="*/ 0 h 21"/>
                <a:gd name="T6" fmla="*/ 13 w 21"/>
                <a:gd name="T7" fmla="*/ 2 h 21"/>
                <a:gd name="T8" fmla="*/ 0 w 21"/>
                <a:gd name="T9" fmla="*/ 18 h 21"/>
                <a:gd name="T10" fmla="*/ 8 w 21"/>
                <a:gd name="T11" fmla="*/ 21 h 21"/>
                <a:gd name="T12" fmla="*/ 20 w 21"/>
                <a:gd name="T13" fmla="*/ 7 h 21"/>
                <a:gd name="T14" fmla="*/ 21 w 21"/>
                <a:gd name="T15" fmla="*/ 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" h="21">
                  <a:moveTo>
                    <a:pt x="21" y="4"/>
                  </a:moveTo>
                  <a:cubicBezTo>
                    <a:pt x="21" y="2"/>
                    <a:pt x="20" y="1"/>
                    <a:pt x="19" y="1"/>
                  </a:cubicBezTo>
                  <a:cubicBezTo>
                    <a:pt x="19" y="0"/>
                    <a:pt x="18" y="0"/>
                    <a:pt x="17" y="0"/>
                  </a:cubicBezTo>
                  <a:cubicBezTo>
                    <a:pt x="16" y="0"/>
                    <a:pt x="14" y="1"/>
                    <a:pt x="13" y="2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3" y="19"/>
                    <a:pt x="5" y="20"/>
                    <a:pt x="8" y="21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1" y="6"/>
                    <a:pt x="21" y="5"/>
                    <a:pt x="2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5" name="Freeform 33"/>
            <p:cNvSpPr/>
            <p:nvPr/>
          </p:nvSpPr>
          <p:spPr bwMode="auto">
            <a:xfrm>
              <a:off x="3219450" y="5548313"/>
              <a:ext cx="73025" cy="69850"/>
            </a:xfrm>
            <a:custGeom>
              <a:avLst/>
              <a:gdLst>
                <a:gd name="T0" fmla="*/ 14 w 19"/>
                <a:gd name="T1" fmla="*/ 0 h 18"/>
                <a:gd name="T2" fmla="*/ 13 w 19"/>
                <a:gd name="T3" fmla="*/ 0 h 18"/>
                <a:gd name="T4" fmla="*/ 0 w 19"/>
                <a:gd name="T5" fmla="*/ 16 h 18"/>
                <a:gd name="T6" fmla="*/ 9 w 19"/>
                <a:gd name="T7" fmla="*/ 18 h 18"/>
                <a:gd name="T8" fmla="*/ 17 w 19"/>
                <a:gd name="T9" fmla="*/ 8 h 18"/>
                <a:gd name="T10" fmla="*/ 17 w 19"/>
                <a:gd name="T11" fmla="*/ 7 h 18"/>
                <a:gd name="T12" fmla="*/ 18 w 19"/>
                <a:gd name="T13" fmla="*/ 6 h 18"/>
                <a:gd name="T14" fmla="*/ 17 w 19"/>
                <a:gd name="T15" fmla="*/ 1 h 18"/>
                <a:gd name="T16" fmla="*/ 14 w 19"/>
                <a:gd name="T1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" h="18">
                  <a:moveTo>
                    <a:pt x="14" y="0"/>
                  </a:moveTo>
                  <a:cubicBezTo>
                    <a:pt x="14" y="0"/>
                    <a:pt x="13" y="0"/>
                    <a:pt x="13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3" y="16"/>
                    <a:pt x="6" y="17"/>
                    <a:pt x="9" y="1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19" y="5"/>
                    <a:pt x="19" y="2"/>
                    <a:pt x="17" y="1"/>
                  </a:cubicBezTo>
                  <a:cubicBezTo>
                    <a:pt x="16" y="0"/>
                    <a:pt x="15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6" name="Freeform 34"/>
            <p:cNvSpPr/>
            <p:nvPr/>
          </p:nvSpPr>
          <p:spPr bwMode="auto">
            <a:xfrm>
              <a:off x="3094038" y="5529263"/>
              <a:ext cx="41275" cy="38100"/>
            </a:xfrm>
            <a:custGeom>
              <a:avLst/>
              <a:gdLst>
                <a:gd name="T0" fmla="*/ 9 w 11"/>
                <a:gd name="T1" fmla="*/ 1 h 10"/>
                <a:gd name="T2" fmla="*/ 6 w 11"/>
                <a:gd name="T3" fmla="*/ 0 h 10"/>
                <a:gd name="T4" fmla="*/ 6 w 11"/>
                <a:gd name="T5" fmla="*/ 0 h 10"/>
                <a:gd name="T6" fmla="*/ 0 w 11"/>
                <a:gd name="T7" fmla="*/ 7 h 10"/>
                <a:gd name="T8" fmla="*/ 5 w 11"/>
                <a:gd name="T9" fmla="*/ 10 h 10"/>
                <a:gd name="T10" fmla="*/ 10 w 11"/>
                <a:gd name="T11" fmla="*/ 4 h 10"/>
                <a:gd name="T12" fmla="*/ 9 w 11"/>
                <a:gd name="T13" fmla="*/ 1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0">
                  <a:moveTo>
                    <a:pt x="9" y="1"/>
                  </a:moveTo>
                  <a:cubicBezTo>
                    <a:pt x="8" y="0"/>
                    <a:pt x="7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2" y="8"/>
                    <a:pt x="3" y="9"/>
                    <a:pt x="5" y="10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1" y="4"/>
                    <a:pt x="10" y="2"/>
                    <a:pt x="9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7" name="Freeform 35"/>
            <p:cNvSpPr/>
            <p:nvPr/>
          </p:nvSpPr>
          <p:spPr bwMode="auto">
            <a:xfrm>
              <a:off x="3268663" y="5602288"/>
              <a:ext cx="15875" cy="19050"/>
            </a:xfrm>
            <a:custGeom>
              <a:avLst/>
              <a:gdLst>
                <a:gd name="T0" fmla="*/ 0 w 4"/>
                <a:gd name="T1" fmla="*/ 5 h 5"/>
                <a:gd name="T2" fmla="*/ 0 w 4"/>
                <a:gd name="T3" fmla="*/ 5 h 5"/>
                <a:gd name="T4" fmla="*/ 4 w 4"/>
                <a:gd name="T5" fmla="*/ 4 h 5"/>
                <a:gd name="T6" fmla="*/ 4 w 4"/>
                <a:gd name="T7" fmla="*/ 0 h 5"/>
                <a:gd name="T8" fmla="*/ 0 w 4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5">
                  <a:moveTo>
                    <a:pt x="0" y="5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4"/>
                    <a:pt x="4" y="4"/>
                  </a:cubicBezTo>
                  <a:cubicBezTo>
                    <a:pt x="4" y="0"/>
                    <a:pt x="4" y="0"/>
                    <a:pt x="4" y="0"/>
                  </a:cubicBezTo>
                  <a:lnTo>
                    <a:pt x="0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8" name="Freeform 36"/>
            <p:cNvSpPr/>
            <p:nvPr/>
          </p:nvSpPr>
          <p:spPr bwMode="auto">
            <a:xfrm>
              <a:off x="3170238" y="5294313"/>
              <a:ext cx="449262" cy="254000"/>
            </a:xfrm>
            <a:custGeom>
              <a:avLst/>
              <a:gdLst>
                <a:gd name="T0" fmla="*/ 117 w 118"/>
                <a:gd name="T1" fmla="*/ 9 h 65"/>
                <a:gd name="T2" fmla="*/ 101 w 118"/>
                <a:gd name="T3" fmla="*/ 0 h 65"/>
                <a:gd name="T4" fmla="*/ 85 w 118"/>
                <a:gd name="T5" fmla="*/ 10 h 65"/>
                <a:gd name="T6" fmla="*/ 85 w 118"/>
                <a:gd name="T7" fmla="*/ 13 h 65"/>
                <a:gd name="T8" fmla="*/ 63 w 118"/>
                <a:gd name="T9" fmla="*/ 21 h 65"/>
                <a:gd name="T10" fmla="*/ 62 w 118"/>
                <a:gd name="T11" fmla="*/ 20 h 65"/>
                <a:gd name="T12" fmla="*/ 36 w 118"/>
                <a:gd name="T13" fmla="*/ 7 h 65"/>
                <a:gd name="T14" fmla="*/ 36 w 118"/>
                <a:gd name="T15" fmla="*/ 7 h 65"/>
                <a:gd name="T16" fmla="*/ 30 w 118"/>
                <a:gd name="T17" fmla="*/ 5 h 65"/>
                <a:gd name="T18" fmla="*/ 25 w 118"/>
                <a:gd name="T19" fmla="*/ 7 h 65"/>
                <a:gd name="T20" fmla="*/ 25 w 118"/>
                <a:gd name="T21" fmla="*/ 7 h 65"/>
                <a:gd name="T22" fmla="*/ 7 w 118"/>
                <a:gd name="T23" fmla="*/ 17 h 65"/>
                <a:gd name="T24" fmla="*/ 3 w 118"/>
                <a:gd name="T25" fmla="*/ 29 h 65"/>
                <a:gd name="T26" fmla="*/ 2 w 118"/>
                <a:gd name="T27" fmla="*/ 39 h 65"/>
                <a:gd name="T28" fmla="*/ 3 w 118"/>
                <a:gd name="T29" fmla="*/ 40 h 65"/>
                <a:gd name="T30" fmla="*/ 8 w 118"/>
                <a:gd name="T31" fmla="*/ 38 h 65"/>
                <a:gd name="T32" fmla="*/ 21 w 118"/>
                <a:gd name="T33" fmla="*/ 20 h 65"/>
                <a:gd name="T34" fmla="*/ 22 w 118"/>
                <a:gd name="T35" fmla="*/ 18 h 65"/>
                <a:gd name="T36" fmla="*/ 24 w 118"/>
                <a:gd name="T37" fmla="*/ 19 h 65"/>
                <a:gd name="T38" fmla="*/ 28 w 118"/>
                <a:gd name="T39" fmla="*/ 21 h 65"/>
                <a:gd name="T40" fmla="*/ 34 w 118"/>
                <a:gd name="T41" fmla="*/ 24 h 65"/>
                <a:gd name="T42" fmla="*/ 34 w 118"/>
                <a:gd name="T43" fmla="*/ 24 h 65"/>
                <a:gd name="T44" fmla="*/ 46 w 118"/>
                <a:gd name="T45" fmla="*/ 34 h 65"/>
                <a:gd name="T46" fmla="*/ 58 w 118"/>
                <a:gd name="T47" fmla="*/ 46 h 65"/>
                <a:gd name="T48" fmla="*/ 58 w 118"/>
                <a:gd name="T49" fmla="*/ 46 h 65"/>
                <a:gd name="T50" fmla="*/ 58 w 118"/>
                <a:gd name="T51" fmla="*/ 46 h 65"/>
                <a:gd name="T52" fmla="*/ 59 w 118"/>
                <a:gd name="T53" fmla="*/ 65 h 65"/>
                <a:gd name="T54" fmla="*/ 86 w 118"/>
                <a:gd name="T55" fmla="*/ 52 h 65"/>
                <a:gd name="T56" fmla="*/ 102 w 118"/>
                <a:gd name="T57" fmla="*/ 58 h 65"/>
                <a:gd name="T58" fmla="*/ 118 w 118"/>
                <a:gd name="T59" fmla="*/ 49 h 65"/>
                <a:gd name="T60" fmla="*/ 117 w 118"/>
                <a:gd name="T61" fmla="*/ 9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18" h="65">
                  <a:moveTo>
                    <a:pt x="117" y="9"/>
                  </a:moveTo>
                  <a:cubicBezTo>
                    <a:pt x="117" y="4"/>
                    <a:pt x="110" y="0"/>
                    <a:pt x="101" y="0"/>
                  </a:cubicBezTo>
                  <a:cubicBezTo>
                    <a:pt x="92" y="0"/>
                    <a:pt x="85" y="5"/>
                    <a:pt x="85" y="10"/>
                  </a:cubicBezTo>
                  <a:cubicBezTo>
                    <a:pt x="85" y="13"/>
                    <a:pt x="85" y="13"/>
                    <a:pt x="85" y="13"/>
                  </a:cubicBezTo>
                  <a:cubicBezTo>
                    <a:pt x="63" y="21"/>
                    <a:pt x="63" y="21"/>
                    <a:pt x="63" y="21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0" y="18"/>
                    <a:pt x="45" y="11"/>
                    <a:pt x="36" y="7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4" y="6"/>
                    <a:pt x="32" y="5"/>
                    <a:pt x="30" y="5"/>
                  </a:cubicBezTo>
                  <a:cubicBezTo>
                    <a:pt x="27" y="5"/>
                    <a:pt x="25" y="7"/>
                    <a:pt x="25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0" y="37"/>
                    <a:pt x="1" y="39"/>
                    <a:pt x="2" y="39"/>
                  </a:cubicBezTo>
                  <a:cubicBezTo>
                    <a:pt x="2" y="39"/>
                    <a:pt x="2" y="40"/>
                    <a:pt x="3" y="40"/>
                  </a:cubicBezTo>
                  <a:cubicBezTo>
                    <a:pt x="5" y="40"/>
                    <a:pt x="7" y="39"/>
                    <a:pt x="8" y="38"/>
                  </a:cubicBezTo>
                  <a:cubicBezTo>
                    <a:pt x="16" y="33"/>
                    <a:pt x="21" y="20"/>
                    <a:pt x="21" y="20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5" y="20"/>
                    <a:pt x="26" y="20"/>
                    <a:pt x="28" y="21"/>
                  </a:cubicBezTo>
                  <a:cubicBezTo>
                    <a:pt x="30" y="22"/>
                    <a:pt x="33" y="23"/>
                    <a:pt x="34" y="24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38" y="28"/>
                    <a:pt x="42" y="31"/>
                    <a:pt x="46" y="34"/>
                  </a:cubicBezTo>
                  <a:cubicBezTo>
                    <a:pt x="51" y="38"/>
                    <a:pt x="56" y="41"/>
                    <a:pt x="58" y="46"/>
                  </a:cubicBezTo>
                  <a:cubicBezTo>
                    <a:pt x="58" y="46"/>
                    <a:pt x="58" y="46"/>
                    <a:pt x="58" y="46"/>
                  </a:cubicBezTo>
                  <a:cubicBezTo>
                    <a:pt x="58" y="46"/>
                    <a:pt x="58" y="46"/>
                    <a:pt x="58" y="46"/>
                  </a:cubicBezTo>
                  <a:cubicBezTo>
                    <a:pt x="59" y="54"/>
                    <a:pt x="59" y="61"/>
                    <a:pt x="59" y="65"/>
                  </a:cubicBezTo>
                  <a:cubicBezTo>
                    <a:pt x="86" y="52"/>
                    <a:pt x="86" y="52"/>
                    <a:pt x="86" y="52"/>
                  </a:cubicBezTo>
                  <a:cubicBezTo>
                    <a:pt x="88" y="56"/>
                    <a:pt x="94" y="58"/>
                    <a:pt x="102" y="58"/>
                  </a:cubicBezTo>
                  <a:cubicBezTo>
                    <a:pt x="111" y="58"/>
                    <a:pt x="118" y="54"/>
                    <a:pt x="118" y="49"/>
                  </a:cubicBezTo>
                  <a:lnTo>
                    <a:pt x="117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9" name="Freeform 37"/>
            <p:cNvSpPr/>
            <p:nvPr/>
          </p:nvSpPr>
          <p:spPr bwMode="auto">
            <a:xfrm>
              <a:off x="2865438" y="5287963"/>
              <a:ext cx="517525" cy="327025"/>
            </a:xfrm>
            <a:custGeom>
              <a:avLst/>
              <a:gdLst>
                <a:gd name="T0" fmla="*/ 123 w 136"/>
                <a:gd name="T1" fmla="*/ 38 h 84"/>
                <a:gd name="T2" fmla="*/ 112 w 136"/>
                <a:gd name="T3" fmla="*/ 29 h 84"/>
                <a:gd name="T4" fmla="*/ 107 w 136"/>
                <a:gd name="T5" fmla="*/ 26 h 84"/>
                <a:gd name="T6" fmla="*/ 104 w 136"/>
                <a:gd name="T7" fmla="*/ 25 h 84"/>
                <a:gd name="T8" fmla="*/ 90 w 136"/>
                <a:gd name="T9" fmla="*/ 43 h 84"/>
                <a:gd name="T10" fmla="*/ 90 w 136"/>
                <a:gd name="T11" fmla="*/ 43 h 84"/>
                <a:gd name="T12" fmla="*/ 83 w 136"/>
                <a:gd name="T13" fmla="*/ 45 h 84"/>
                <a:gd name="T14" fmla="*/ 79 w 136"/>
                <a:gd name="T15" fmla="*/ 43 h 84"/>
                <a:gd name="T16" fmla="*/ 80 w 136"/>
                <a:gd name="T17" fmla="*/ 30 h 84"/>
                <a:gd name="T18" fmla="*/ 84 w 136"/>
                <a:gd name="T19" fmla="*/ 17 h 84"/>
                <a:gd name="T20" fmla="*/ 95 w 136"/>
                <a:gd name="T21" fmla="*/ 10 h 84"/>
                <a:gd name="T22" fmla="*/ 87 w 136"/>
                <a:gd name="T23" fmla="*/ 8 h 84"/>
                <a:gd name="T24" fmla="*/ 57 w 136"/>
                <a:gd name="T25" fmla="*/ 19 h 84"/>
                <a:gd name="T26" fmla="*/ 57 w 136"/>
                <a:gd name="T27" fmla="*/ 20 h 84"/>
                <a:gd name="T28" fmla="*/ 32 w 136"/>
                <a:gd name="T29" fmla="*/ 9 h 84"/>
                <a:gd name="T30" fmla="*/ 16 w 136"/>
                <a:gd name="T31" fmla="*/ 0 h 84"/>
                <a:gd name="T32" fmla="*/ 0 w 136"/>
                <a:gd name="T33" fmla="*/ 10 h 84"/>
                <a:gd name="T34" fmla="*/ 0 w 136"/>
                <a:gd name="T35" fmla="*/ 49 h 84"/>
                <a:gd name="T36" fmla="*/ 17 w 136"/>
                <a:gd name="T37" fmla="*/ 58 h 84"/>
                <a:gd name="T38" fmla="*/ 33 w 136"/>
                <a:gd name="T39" fmla="*/ 51 h 84"/>
                <a:gd name="T40" fmla="*/ 57 w 136"/>
                <a:gd name="T41" fmla="*/ 62 h 84"/>
                <a:gd name="T42" fmla="*/ 57 w 136"/>
                <a:gd name="T43" fmla="*/ 63 h 84"/>
                <a:gd name="T44" fmla="*/ 58 w 136"/>
                <a:gd name="T45" fmla="*/ 66 h 84"/>
                <a:gd name="T46" fmla="*/ 63 w 136"/>
                <a:gd name="T47" fmla="*/ 60 h 84"/>
                <a:gd name="T48" fmla="*/ 66 w 136"/>
                <a:gd name="T49" fmla="*/ 58 h 84"/>
                <a:gd name="T50" fmla="*/ 71 w 136"/>
                <a:gd name="T51" fmla="*/ 60 h 84"/>
                <a:gd name="T52" fmla="*/ 73 w 136"/>
                <a:gd name="T53" fmla="*/ 62 h 84"/>
                <a:gd name="T54" fmla="*/ 79 w 136"/>
                <a:gd name="T55" fmla="*/ 55 h 84"/>
                <a:gd name="T56" fmla="*/ 86 w 136"/>
                <a:gd name="T57" fmla="*/ 52 h 84"/>
                <a:gd name="T58" fmla="*/ 91 w 136"/>
                <a:gd name="T59" fmla="*/ 54 h 84"/>
                <a:gd name="T60" fmla="*/ 93 w 136"/>
                <a:gd name="T61" fmla="*/ 57 h 84"/>
                <a:gd name="T62" fmla="*/ 94 w 136"/>
                <a:gd name="T63" fmla="*/ 57 h 84"/>
                <a:gd name="T64" fmla="*/ 101 w 136"/>
                <a:gd name="T65" fmla="*/ 53 h 84"/>
                <a:gd name="T66" fmla="*/ 106 w 136"/>
                <a:gd name="T67" fmla="*/ 55 h 84"/>
                <a:gd name="T68" fmla="*/ 108 w 136"/>
                <a:gd name="T69" fmla="*/ 60 h 84"/>
                <a:gd name="T70" fmla="*/ 108 w 136"/>
                <a:gd name="T71" fmla="*/ 63 h 84"/>
                <a:gd name="T72" fmla="*/ 113 w 136"/>
                <a:gd name="T73" fmla="*/ 65 h 84"/>
                <a:gd name="T74" fmla="*/ 114 w 136"/>
                <a:gd name="T75" fmla="*/ 76 h 84"/>
                <a:gd name="T76" fmla="*/ 113 w 136"/>
                <a:gd name="T77" fmla="*/ 78 h 84"/>
                <a:gd name="T78" fmla="*/ 113 w 136"/>
                <a:gd name="T79" fmla="*/ 84 h 84"/>
                <a:gd name="T80" fmla="*/ 114 w 136"/>
                <a:gd name="T81" fmla="*/ 84 h 84"/>
                <a:gd name="T82" fmla="*/ 119 w 136"/>
                <a:gd name="T83" fmla="*/ 80 h 84"/>
                <a:gd name="T84" fmla="*/ 119 w 136"/>
                <a:gd name="T85" fmla="*/ 64 h 84"/>
                <a:gd name="T86" fmla="*/ 118 w 136"/>
                <a:gd name="T87" fmla="*/ 62 h 84"/>
                <a:gd name="T88" fmla="*/ 106 w 136"/>
                <a:gd name="T89" fmla="*/ 50 h 84"/>
                <a:gd name="T90" fmla="*/ 108 w 136"/>
                <a:gd name="T91" fmla="*/ 48 h 84"/>
                <a:gd name="T92" fmla="*/ 121 w 136"/>
                <a:gd name="T93" fmla="*/ 61 h 84"/>
                <a:gd name="T94" fmla="*/ 122 w 136"/>
                <a:gd name="T95" fmla="*/ 63 h 84"/>
                <a:gd name="T96" fmla="*/ 122 w 136"/>
                <a:gd name="T97" fmla="*/ 79 h 84"/>
                <a:gd name="T98" fmla="*/ 123 w 136"/>
                <a:gd name="T99" fmla="*/ 79 h 84"/>
                <a:gd name="T100" fmla="*/ 128 w 136"/>
                <a:gd name="T101" fmla="*/ 76 h 84"/>
                <a:gd name="T102" fmla="*/ 128 w 136"/>
                <a:gd name="T103" fmla="*/ 66 h 84"/>
                <a:gd name="T104" fmla="*/ 127 w 136"/>
                <a:gd name="T105" fmla="*/ 53 h 84"/>
                <a:gd name="T106" fmla="*/ 111 w 136"/>
                <a:gd name="T107" fmla="*/ 38 h 84"/>
                <a:gd name="T108" fmla="*/ 113 w 136"/>
                <a:gd name="T109" fmla="*/ 36 h 84"/>
                <a:gd name="T110" fmla="*/ 129 w 136"/>
                <a:gd name="T111" fmla="*/ 52 h 84"/>
                <a:gd name="T112" fmla="*/ 131 w 136"/>
                <a:gd name="T113" fmla="*/ 66 h 84"/>
                <a:gd name="T114" fmla="*/ 131 w 136"/>
                <a:gd name="T115" fmla="*/ 75 h 84"/>
                <a:gd name="T116" fmla="*/ 131 w 136"/>
                <a:gd name="T117" fmla="*/ 75 h 84"/>
                <a:gd name="T118" fmla="*/ 135 w 136"/>
                <a:gd name="T119" fmla="*/ 74 h 84"/>
                <a:gd name="T120" fmla="*/ 135 w 136"/>
                <a:gd name="T121" fmla="*/ 73 h 84"/>
                <a:gd name="T122" fmla="*/ 134 w 136"/>
                <a:gd name="T123" fmla="*/ 49 h 84"/>
                <a:gd name="T124" fmla="*/ 123 w 136"/>
                <a:gd name="T125" fmla="*/ 38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36" h="84">
                  <a:moveTo>
                    <a:pt x="123" y="38"/>
                  </a:moveTo>
                  <a:cubicBezTo>
                    <a:pt x="120" y="35"/>
                    <a:pt x="115" y="32"/>
                    <a:pt x="112" y="29"/>
                  </a:cubicBezTo>
                  <a:cubicBezTo>
                    <a:pt x="111" y="28"/>
                    <a:pt x="109" y="27"/>
                    <a:pt x="107" y="26"/>
                  </a:cubicBezTo>
                  <a:cubicBezTo>
                    <a:pt x="106" y="26"/>
                    <a:pt x="105" y="26"/>
                    <a:pt x="104" y="25"/>
                  </a:cubicBezTo>
                  <a:cubicBezTo>
                    <a:pt x="102" y="29"/>
                    <a:pt x="97" y="39"/>
                    <a:pt x="90" y="43"/>
                  </a:cubicBezTo>
                  <a:cubicBezTo>
                    <a:pt x="90" y="43"/>
                    <a:pt x="90" y="43"/>
                    <a:pt x="90" y="43"/>
                  </a:cubicBezTo>
                  <a:cubicBezTo>
                    <a:pt x="89" y="43"/>
                    <a:pt x="86" y="45"/>
                    <a:pt x="83" y="45"/>
                  </a:cubicBezTo>
                  <a:cubicBezTo>
                    <a:pt x="81" y="45"/>
                    <a:pt x="79" y="44"/>
                    <a:pt x="79" y="43"/>
                  </a:cubicBezTo>
                  <a:cubicBezTo>
                    <a:pt x="77" y="41"/>
                    <a:pt x="77" y="37"/>
                    <a:pt x="80" y="30"/>
                  </a:cubicBezTo>
                  <a:cubicBezTo>
                    <a:pt x="84" y="17"/>
                    <a:pt x="84" y="17"/>
                    <a:pt x="84" y="17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93" y="9"/>
                    <a:pt x="90" y="8"/>
                    <a:pt x="87" y="8"/>
                  </a:cubicBezTo>
                  <a:cubicBezTo>
                    <a:pt x="74" y="9"/>
                    <a:pt x="57" y="19"/>
                    <a:pt x="57" y="19"/>
                  </a:cubicBezTo>
                  <a:cubicBezTo>
                    <a:pt x="57" y="20"/>
                    <a:pt x="57" y="20"/>
                    <a:pt x="57" y="2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2" y="4"/>
                    <a:pt x="25" y="0"/>
                    <a:pt x="16" y="0"/>
                  </a:cubicBezTo>
                  <a:cubicBezTo>
                    <a:pt x="7" y="1"/>
                    <a:pt x="0" y="5"/>
                    <a:pt x="0" y="10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5"/>
                    <a:pt x="8" y="59"/>
                    <a:pt x="17" y="58"/>
                  </a:cubicBezTo>
                  <a:cubicBezTo>
                    <a:pt x="25" y="58"/>
                    <a:pt x="31" y="55"/>
                    <a:pt x="33" y="51"/>
                  </a:cubicBezTo>
                  <a:cubicBezTo>
                    <a:pt x="57" y="62"/>
                    <a:pt x="57" y="62"/>
                    <a:pt x="57" y="62"/>
                  </a:cubicBezTo>
                  <a:cubicBezTo>
                    <a:pt x="57" y="63"/>
                    <a:pt x="57" y="63"/>
                    <a:pt x="57" y="63"/>
                  </a:cubicBezTo>
                  <a:cubicBezTo>
                    <a:pt x="57" y="64"/>
                    <a:pt x="57" y="65"/>
                    <a:pt x="58" y="66"/>
                  </a:cubicBezTo>
                  <a:cubicBezTo>
                    <a:pt x="63" y="60"/>
                    <a:pt x="63" y="60"/>
                    <a:pt x="63" y="60"/>
                  </a:cubicBezTo>
                  <a:cubicBezTo>
                    <a:pt x="63" y="59"/>
                    <a:pt x="65" y="58"/>
                    <a:pt x="66" y="58"/>
                  </a:cubicBezTo>
                  <a:cubicBezTo>
                    <a:pt x="68" y="58"/>
                    <a:pt x="70" y="59"/>
                    <a:pt x="71" y="60"/>
                  </a:cubicBezTo>
                  <a:cubicBezTo>
                    <a:pt x="72" y="61"/>
                    <a:pt x="73" y="62"/>
                    <a:pt x="73" y="62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81" y="53"/>
                    <a:pt x="83" y="52"/>
                    <a:pt x="86" y="52"/>
                  </a:cubicBezTo>
                  <a:cubicBezTo>
                    <a:pt x="88" y="52"/>
                    <a:pt x="90" y="53"/>
                    <a:pt x="91" y="54"/>
                  </a:cubicBezTo>
                  <a:cubicBezTo>
                    <a:pt x="92" y="55"/>
                    <a:pt x="93" y="56"/>
                    <a:pt x="93" y="57"/>
                  </a:cubicBezTo>
                  <a:cubicBezTo>
                    <a:pt x="94" y="57"/>
                    <a:pt x="94" y="57"/>
                    <a:pt x="94" y="57"/>
                  </a:cubicBezTo>
                  <a:cubicBezTo>
                    <a:pt x="96" y="54"/>
                    <a:pt x="98" y="53"/>
                    <a:pt x="101" y="53"/>
                  </a:cubicBezTo>
                  <a:cubicBezTo>
                    <a:pt x="103" y="53"/>
                    <a:pt x="104" y="54"/>
                    <a:pt x="106" y="55"/>
                  </a:cubicBezTo>
                  <a:cubicBezTo>
                    <a:pt x="107" y="56"/>
                    <a:pt x="108" y="58"/>
                    <a:pt x="108" y="60"/>
                  </a:cubicBezTo>
                  <a:cubicBezTo>
                    <a:pt x="109" y="61"/>
                    <a:pt x="108" y="62"/>
                    <a:pt x="108" y="63"/>
                  </a:cubicBezTo>
                  <a:cubicBezTo>
                    <a:pt x="110" y="63"/>
                    <a:pt x="111" y="64"/>
                    <a:pt x="113" y="65"/>
                  </a:cubicBezTo>
                  <a:cubicBezTo>
                    <a:pt x="116" y="68"/>
                    <a:pt x="117" y="73"/>
                    <a:pt x="114" y="76"/>
                  </a:cubicBezTo>
                  <a:cubicBezTo>
                    <a:pt x="113" y="78"/>
                    <a:pt x="113" y="78"/>
                    <a:pt x="113" y="78"/>
                  </a:cubicBezTo>
                  <a:cubicBezTo>
                    <a:pt x="113" y="84"/>
                    <a:pt x="113" y="84"/>
                    <a:pt x="113" y="84"/>
                  </a:cubicBezTo>
                  <a:cubicBezTo>
                    <a:pt x="113" y="84"/>
                    <a:pt x="113" y="84"/>
                    <a:pt x="114" y="84"/>
                  </a:cubicBezTo>
                  <a:cubicBezTo>
                    <a:pt x="117" y="84"/>
                    <a:pt x="119" y="81"/>
                    <a:pt x="119" y="80"/>
                  </a:cubicBezTo>
                  <a:cubicBezTo>
                    <a:pt x="119" y="78"/>
                    <a:pt x="120" y="69"/>
                    <a:pt x="119" y="64"/>
                  </a:cubicBezTo>
                  <a:cubicBezTo>
                    <a:pt x="119" y="63"/>
                    <a:pt x="118" y="63"/>
                    <a:pt x="118" y="62"/>
                  </a:cubicBezTo>
                  <a:cubicBezTo>
                    <a:pt x="117" y="59"/>
                    <a:pt x="109" y="53"/>
                    <a:pt x="106" y="50"/>
                  </a:cubicBezTo>
                  <a:cubicBezTo>
                    <a:pt x="108" y="48"/>
                    <a:pt x="108" y="48"/>
                    <a:pt x="108" y="48"/>
                  </a:cubicBezTo>
                  <a:cubicBezTo>
                    <a:pt x="109" y="49"/>
                    <a:pt x="119" y="56"/>
                    <a:pt x="121" y="61"/>
                  </a:cubicBezTo>
                  <a:cubicBezTo>
                    <a:pt x="121" y="62"/>
                    <a:pt x="121" y="62"/>
                    <a:pt x="122" y="63"/>
                  </a:cubicBezTo>
                  <a:cubicBezTo>
                    <a:pt x="123" y="68"/>
                    <a:pt x="122" y="76"/>
                    <a:pt x="122" y="79"/>
                  </a:cubicBezTo>
                  <a:cubicBezTo>
                    <a:pt x="123" y="79"/>
                    <a:pt x="123" y="79"/>
                    <a:pt x="123" y="79"/>
                  </a:cubicBezTo>
                  <a:cubicBezTo>
                    <a:pt x="127" y="79"/>
                    <a:pt x="128" y="77"/>
                    <a:pt x="128" y="76"/>
                  </a:cubicBezTo>
                  <a:cubicBezTo>
                    <a:pt x="128" y="76"/>
                    <a:pt x="128" y="71"/>
                    <a:pt x="128" y="66"/>
                  </a:cubicBezTo>
                  <a:cubicBezTo>
                    <a:pt x="128" y="58"/>
                    <a:pt x="127" y="54"/>
                    <a:pt x="127" y="53"/>
                  </a:cubicBezTo>
                  <a:cubicBezTo>
                    <a:pt x="125" y="49"/>
                    <a:pt x="115" y="41"/>
                    <a:pt x="111" y="38"/>
                  </a:cubicBezTo>
                  <a:cubicBezTo>
                    <a:pt x="113" y="36"/>
                    <a:pt x="113" y="36"/>
                    <a:pt x="113" y="36"/>
                  </a:cubicBezTo>
                  <a:cubicBezTo>
                    <a:pt x="113" y="36"/>
                    <a:pt x="127" y="46"/>
                    <a:pt x="129" y="52"/>
                  </a:cubicBezTo>
                  <a:cubicBezTo>
                    <a:pt x="130" y="54"/>
                    <a:pt x="131" y="59"/>
                    <a:pt x="131" y="66"/>
                  </a:cubicBezTo>
                  <a:cubicBezTo>
                    <a:pt x="131" y="70"/>
                    <a:pt x="131" y="74"/>
                    <a:pt x="131" y="75"/>
                  </a:cubicBezTo>
                  <a:cubicBezTo>
                    <a:pt x="131" y="75"/>
                    <a:pt x="131" y="75"/>
                    <a:pt x="131" y="75"/>
                  </a:cubicBezTo>
                  <a:cubicBezTo>
                    <a:pt x="133" y="75"/>
                    <a:pt x="134" y="75"/>
                    <a:pt x="135" y="74"/>
                  </a:cubicBezTo>
                  <a:cubicBezTo>
                    <a:pt x="135" y="73"/>
                    <a:pt x="135" y="73"/>
                    <a:pt x="135" y="73"/>
                  </a:cubicBezTo>
                  <a:cubicBezTo>
                    <a:pt x="135" y="73"/>
                    <a:pt x="136" y="63"/>
                    <a:pt x="134" y="49"/>
                  </a:cubicBezTo>
                  <a:cubicBezTo>
                    <a:pt x="133" y="45"/>
                    <a:pt x="128" y="42"/>
                    <a:pt x="123" y="3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1889482" y="4826709"/>
            <a:ext cx="4184290" cy="26161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1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Cost Structure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41" name="Content Placeholder 19"/>
          <p:cNvSpPr txBox="1"/>
          <p:nvPr/>
        </p:nvSpPr>
        <p:spPr>
          <a:xfrm>
            <a:off x="3242518" y="5132144"/>
            <a:ext cx="2800101" cy="910509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Contrary to It has roots in a piece of classical Latin literature from 45 BC. Contrary to popular belief It has roots in a piece of literature from 45 BC. 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id-ID" sz="10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118856" y="4826709"/>
            <a:ext cx="4197600" cy="26161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1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Revenue Streams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43" name="Content Placeholder 19"/>
          <p:cNvSpPr txBox="1"/>
          <p:nvPr/>
        </p:nvSpPr>
        <p:spPr>
          <a:xfrm>
            <a:off x="7489822" y="5121100"/>
            <a:ext cx="2800101" cy="910509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Contrary to It has roots in a piece of classical Latin literature from 45 BC. Contrary to popular belief It has roots in a piece of literature from 45 BC. 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id-ID" sz="10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44" name="Group 43"/>
          <p:cNvGrpSpPr/>
          <p:nvPr/>
        </p:nvGrpSpPr>
        <p:grpSpPr>
          <a:xfrm>
            <a:off x="6596465" y="5209223"/>
            <a:ext cx="510163" cy="575216"/>
            <a:chOff x="6775450" y="3722688"/>
            <a:chExt cx="473075" cy="533400"/>
          </a:xfrm>
          <a:solidFill>
            <a:schemeClr val="bg1"/>
          </a:solidFill>
        </p:grpSpPr>
        <p:sp>
          <p:nvSpPr>
            <p:cNvPr id="45" name="Freeform 174"/>
            <p:cNvSpPr>
              <a:spLocks noEditPoints="1"/>
            </p:cNvSpPr>
            <p:nvPr/>
          </p:nvSpPr>
          <p:spPr bwMode="auto">
            <a:xfrm>
              <a:off x="6775450" y="3827463"/>
              <a:ext cx="473075" cy="428625"/>
            </a:xfrm>
            <a:custGeom>
              <a:avLst/>
              <a:gdLst>
                <a:gd name="T0" fmla="*/ 119 w 126"/>
                <a:gd name="T1" fmla="*/ 51 h 114"/>
                <a:gd name="T2" fmla="*/ 118 w 126"/>
                <a:gd name="T3" fmla="*/ 51 h 114"/>
                <a:gd name="T4" fmla="*/ 114 w 126"/>
                <a:gd name="T5" fmla="*/ 40 h 114"/>
                <a:gd name="T6" fmla="*/ 88 w 126"/>
                <a:gd name="T7" fmla="*/ 49 h 114"/>
                <a:gd name="T8" fmla="*/ 48 w 126"/>
                <a:gd name="T9" fmla="*/ 13 h 114"/>
                <a:gd name="T10" fmla="*/ 29 w 126"/>
                <a:gd name="T11" fmla="*/ 2 h 114"/>
                <a:gd name="T12" fmla="*/ 23 w 126"/>
                <a:gd name="T13" fmla="*/ 5 h 114"/>
                <a:gd name="T14" fmla="*/ 23 w 126"/>
                <a:gd name="T15" fmla="*/ 27 h 114"/>
                <a:gd name="T16" fmla="*/ 11 w 126"/>
                <a:gd name="T17" fmla="*/ 46 h 114"/>
                <a:gd name="T18" fmla="*/ 6 w 126"/>
                <a:gd name="T19" fmla="*/ 46 h 114"/>
                <a:gd name="T20" fmla="*/ 0 w 126"/>
                <a:gd name="T21" fmla="*/ 52 h 114"/>
                <a:gd name="T22" fmla="*/ 0 w 126"/>
                <a:gd name="T23" fmla="*/ 64 h 114"/>
                <a:gd name="T24" fmla="*/ 6 w 126"/>
                <a:gd name="T25" fmla="*/ 70 h 114"/>
                <a:gd name="T26" fmla="*/ 11 w 126"/>
                <a:gd name="T27" fmla="*/ 70 h 114"/>
                <a:gd name="T28" fmla="*/ 37 w 126"/>
                <a:gd name="T29" fmla="*/ 98 h 114"/>
                <a:gd name="T30" fmla="*/ 37 w 126"/>
                <a:gd name="T31" fmla="*/ 99 h 114"/>
                <a:gd name="T32" fmla="*/ 37 w 126"/>
                <a:gd name="T33" fmla="*/ 107 h 114"/>
                <a:gd name="T34" fmla="*/ 43 w 126"/>
                <a:gd name="T35" fmla="*/ 114 h 114"/>
                <a:gd name="T36" fmla="*/ 50 w 126"/>
                <a:gd name="T37" fmla="*/ 114 h 114"/>
                <a:gd name="T38" fmla="*/ 56 w 126"/>
                <a:gd name="T39" fmla="*/ 107 h 114"/>
                <a:gd name="T40" fmla="*/ 56 w 126"/>
                <a:gd name="T41" fmla="*/ 104 h 114"/>
                <a:gd name="T42" fmla="*/ 64 w 126"/>
                <a:gd name="T43" fmla="*/ 104 h 114"/>
                <a:gd name="T44" fmla="*/ 70 w 126"/>
                <a:gd name="T45" fmla="*/ 104 h 114"/>
                <a:gd name="T46" fmla="*/ 70 w 126"/>
                <a:gd name="T47" fmla="*/ 107 h 114"/>
                <a:gd name="T48" fmla="*/ 76 w 126"/>
                <a:gd name="T49" fmla="*/ 114 h 114"/>
                <a:gd name="T50" fmla="*/ 83 w 126"/>
                <a:gd name="T51" fmla="*/ 114 h 114"/>
                <a:gd name="T52" fmla="*/ 90 w 126"/>
                <a:gd name="T53" fmla="*/ 107 h 114"/>
                <a:gd name="T54" fmla="*/ 90 w 126"/>
                <a:gd name="T55" fmla="*/ 99 h 114"/>
                <a:gd name="T56" fmla="*/ 90 w 126"/>
                <a:gd name="T57" fmla="*/ 99 h 114"/>
                <a:gd name="T58" fmla="*/ 118 w 126"/>
                <a:gd name="T59" fmla="*/ 64 h 114"/>
                <a:gd name="T60" fmla="*/ 119 w 126"/>
                <a:gd name="T61" fmla="*/ 65 h 114"/>
                <a:gd name="T62" fmla="*/ 126 w 126"/>
                <a:gd name="T63" fmla="*/ 58 h 114"/>
                <a:gd name="T64" fmla="*/ 119 w 126"/>
                <a:gd name="T65" fmla="*/ 51 h 114"/>
                <a:gd name="T66" fmla="*/ 29 w 126"/>
                <a:gd name="T67" fmla="*/ 48 h 114"/>
                <a:gd name="T68" fmla="*/ 23 w 126"/>
                <a:gd name="T69" fmla="*/ 42 h 114"/>
                <a:gd name="T70" fmla="*/ 29 w 126"/>
                <a:gd name="T71" fmla="*/ 36 h 114"/>
                <a:gd name="T72" fmla="*/ 35 w 126"/>
                <a:gd name="T73" fmla="*/ 42 h 114"/>
                <a:gd name="T74" fmla="*/ 29 w 126"/>
                <a:gd name="T75" fmla="*/ 48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6" h="114">
                  <a:moveTo>
                    <a:pt x="119" y="51"/>
                  </a:moveTo>
                  <a:cubicBezTo>
                    <a:pt x="119" y="51"/>
                    <a:pt x="118" y="51"/>
                    <a:pt x="118" y="51"/>
                  </a:cubicBezTo>
                  <a:cubicBezTo>
                    <a:pt x="117" y="47"/>
                    <a:pt x="116" y="43"/>
                    <a:pt x="114" y="40"/>
                  </a:cubicBezTo>
                  <a:cubicBezTo>
                    <a:pt x="107" y="45"/>
                    <a:pt x="98" y="49"/>
                    <a:pt x="88" y="49"/>
                  </a:cubicBezTo>
                  <a:cubicBezTo>
                    <a:pt x="67" y="49"/>
                    <a:pt x="50" y="33"/>
                    <a:pt x="48" y="13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6" y="0"/>
                    <a:pt x="23" y="1"/>
                    <a:pt x="23" y="5"/>
                  </a:cubicBezTo>
                  <a:cubicBezTo>
                    <a:pt x="23" y="27"/>
                    <a:pt x="23" y="27"/>
                    <a:pt x="23" y="27"/>
                  </a:cubicBezTo>
                  <a:cubicBezTo>
                    <a:pt x="17" y="32"/>
                    <a:pt x="13" y="39"/>
                    <a:pt x="11" y="46"/>
                  </a:cubicBezTo>
                  <a:cubicBezTo>
                    <a:pt x="6" y="46"/>
                    <a:pt x="6" y="46"/>
                    <a:pt x="6" y="46"/>
                  </a:cubicBezTo>
                  <a:cubicBezTo>
                    <a:pt x="3" y="46"/>
                    <a:pt x="0" y="49"/>
                    <a:pt x="0" y="52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67"/>
                    <a:pt x="3" y="70"/>
                    <a:pt x="6" y="70"/>
                  </a:cubicBezTo>
                  <a:cubicBezTo>
                    <a:pt x="11" y="70"/>
                    <a:pt x="11" y="70"/>
                    <a:pt x="11" y="70"/>
                  </a:cubicBezTo>
                  <a:cubicBezTo>
                    <a:pt x="15" y="82"/>
                    <a:pt x="24" y="92"/>
                    <a:pt x="37" y="98"/>
                  </a:cubicBezTo>
                  <a:cubicBezTo>
                    <a:pt x="37" y="99"/>
                    <a:pt x="37" y="99"/>
                    <a:pt x="37" y="99"/>
                  </a:cubicBezTo>
                  <a:cubicBezTo>
                    <a:pt x="37" y="107"/>
                    <a:pt x="37" y="107"/>
                    <a:pt x="37" y="107"/>
                  </a:cubicBezTo>
                  <a:cubicBezTo>
                    <a:pt x="37" y="111"/>
                    <a:pt x="40" y="114"/>
                    <a:pt x="43" y="114"/>
                  </a:cubicBezTo>
                  <a:cubicBezTo>
                    <a:pt x="50" y="114"/>
                    <a:pt x="50" y="114"/>
                    <a:pt x="50" y="114"/>
                  </a:cubicBezTo>
                  <a:cubicBezTo>
                    <a:pt x="54" y="114"/>
                    <a:pt x="56" y="111"/>
                    <a:pt x="56" y="107"/>
                  </a:cubicBezTo>
                  <a:cubicBezTo>
                    <a:pt x="56" y="104"/>
                    <a:pt x="56" y="104"/>
                    <a:pt x="56" y="104"/>
                  </a:cubicBezTo>
                  <a:cubicBezTo>
                    <a:pt x="59" y="104"/>
                    <a:pt x="61" y="104"/>
                    <a:pt x="64" y="104"/>
                  </a:cubicBezTo>
                  <a:cubicBezTo>
                    <a:pt x="66" y="104"/>
                    <a:pt x="68" y="104"/>
                    <a:pt x="70" y="104"/>
                  </a:cubicBezTo>
                  <a:cubicBezTo>
                    <a:pt x="70" y="107"/>
                    <a:pt x="70" y="107"/>
                    <a:pt x="70" y="107"/>
                  </a:cubicBezTo>
                  <a:cubicBezTo>
                    <a:pt x="70" y="111"/>
                    <a:pt x="73" y="114"/>
                    <a:pt x="76" y="114"/>
                  </a:cubicBezTo>
                  <a:cubicBezTo>
                    <a:pt x="83" y="114"/>
                    <a:pt x="83" y="114"/>
                    <a:pt x="83" y="114"/>
                  </a:cubicBezTo>
                  <a:cubicBezTo>
                    <a:pt x="87" y="114"/>
                    <a:pt x="90" y="111"/>
                    <a:pt x="90" y="107"/>
                  </a:cubicBezTo>
                  <a:cubicBezTo>
                    <a:pt x="90" y="99"/>
                    <a:pt x="90" y="99"/>
                    <a:pt x="90" y="99"/>
                  </a:cubicBezTo>
                  <a:cubicBezTo>
                    <a:pt x="90" y="99"/>
                    <a:pt x="90" y="99"/>
                    <a:pt x="90" y="99"/>
                  </a:cubicBezTo>
                  <a:cubicBezTo>
                    <a:pt x="105" y="92"/>
                    <a:pt x="115" y="79"/>
                    <a:pt x="118" y="64"/>
                  </a:cubicBezTo>
                  <a:cubicBezTo>
                    <a:pt x="118" y="65"/>
                    <a:pt x="119" y="65"/>
                    <a:pt x="119" y="65"/>
                  </a:cubicBezTo>
                  <a:cubicBezTo>
                    <a:pt x="123" y="65"/>
                    <a:pt x="126" y="62"/>
                    <a:pt x="126" y="58"/>
                  </a:cubicBezTo>
                  <a:cubicBezTo>
                    <a:pt x="126" y="54"/>
                    <a:pt x="123" y="51"/>
                    <a:pt x="119" y="51"/>
                  </a:cubicBezTo>
                  <a:close/>
                  <a:moveTo>
                    <a:pt x="29" y="48"/>
                  </a:moveTo>
                  <a:cubicBezTo>
                    <a:pt x="25" y="48"/>
                    <a:pt x="23" y="45"/>
                    <a:pt x="23" y="42"/>
                  </a:cubicBezTo>
                  <a:cubicBezTo>
                    <a:pt x="23" y="38"/>
                    <a:pt x="25" y="36"/>
                    <a:pt x="29" y="36"/>
                  </a:cubicBezTo>
                  <a:cubicBezTo>
                    <a:pt x="32" y="36"/>
                    <a:pt x="35" y="38"/>
                    <a:pt x="35" y="42"/>
                  </a:cubicBezTo>
                  <a:cubicBezTo>
                    <a:pt x="35" y="45"/>
                    <a:pt x="32" y="48"/>
                    <a:pt x="29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6" name="Freeform 175"/>
            <p:cNvSpPr>
              <a:spLocks noEditPoints="1"/>
            </p:cNvSpPr>
            <p:nvPr/>
          </p:nvSpPr>
          <p:spPr bwMode="auto">
            <a:xfrm>
              <a:off x="6970713" y="3722688"/>
              <a:ext cx="269875" cy="274638"/>
            </a:xfrm>
            <a:custGeom>
              <a:avLst/>
              <a:gdLst>
                <a:gd name="T0" fmla="*/ 36 w 72"/>
                <a:gd name="T1" fmla="*/ 73 h 73"/>
                <a:gd name="T2" fmla="*/ 72 w 72"/>
                <a:gd name="T3" fmla="*/ 37 h 73"/>
                <a:gd name="T4" fmla="*/ 36 w 72"/>
                <a:gd name="T5" fmla="*/ 0 h 73"/>
                <a:gd name="T6" fmla="*/ 0 w 72"/>
                <a:gd name="T7" fmla="*/ 37 h 73"/>
                <a:gd name="T8" fmla="*/ 36 w 72"/>
                <a:gd name="T9" fmla="*/ 73 h 73"/>
                <a:gd name="T10" fmla="*/ 34 w 72"/>
                <a:gd name="T11" fmla="*/ 38 h 73"/>
                <a:gd name="T12" fmla="*/ 25 w 72"/>
                <a:gd name="T13" fmla="*/ 28 h 73"/>
                <a:gd name="T14" fmla="*/ 34 w 72"/>
                <a:gd name="T15" fmla="*/ 19 h 73"/>
                <a:gd name="T16" fmla="*/ 34 w 72"/>
                <a:gd name="T17" fmla="*/ 14 h 73"/>
                <a:gd name="T18" fmla="*/ 39 w 72"/>
                <a:gd name="T19" fmla="*/ 14 h 73"/>
                <a:gd name="T20" fmla="*/ 39 w 72"/>
                <a:gd name="T21" fmla="*/ 19 h 73"/>
                <a:gd name="T22" fmla="*/ 47 w 72"/>
                <a:gd name="T23" fmla="*/ 20 h 73"/>
                <a:gd name="T24" fmla="*/ 45 w 72"/>
                <a:gd name="T25" fmla="*/ 26 h 73"/>
                <a:gd name="T26" fmla="*/ 37 w 72"/>
                <a:gd name="T27" fmla="*/ 24 h 73"/>
                <a:gd name="T28" fmla="*/ 33 w 72"/>
                <a:gd name="T29" fmla="*/ 27 h 73"/>
                <a:gd name="T30" fmla="*/ 39 w 72"/>
                <a:gd name="T31" fmla="*/ 32 h 73"/>
                <a:gd name="T32" fmla="*/ 48 w 72"/>
                <a:gd name="T33" fmla="*/ 42 h 73"/>
                <a:gd name="T34" fmla="*/ 39 w 72"/>
                <a:gd name="T35" fmla="*/ 52 h 73"/>
                <a:gd name="T36" fmla="*/ 39 w 72"/>
                <a:gd name="T37" fmla="*/ 57 h 73"/>
                <a:gd name="T38" fmla="*/ 33 w 72"/>
                <a:gd name="T39" fmla="*/ 57 h 73"/>
                <a:gd name="T40" fmla="*/ 33 w 72"/>
                <a:gd name="T41" fmla="*/ 52 h 73"/>
                <a:gd name="T42" fmla="*/ 24 w 72"/>
                <a:gd name="T43" fmla="*/ 50 h 73"/>
                <a:gd name="T44" fmla="*/ 26 w 72"/>
                <a:gd name="T45" fmla="*/ 44 h 73"/>
                <a:gd name="T46" fmla="*/ 35 w 72"/>
                <a:gd name="T47" fmla="*/ 46 h 73"/>
                <a:gd name="T48" fmla="*/ 40 w 72"/>
                <a:gd name="T49" fmla="*/ 43 h 73"/>
                <a:gd name="T50" fmla="*/ 34 w 72"/>
                <a:gd name="T51" fmla="*/ 38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72" h="73">
                  <a:moveTo>
                    <a:pt x="36" y="73"/>
                  </a:moveTo>
                  <a:cubicBezTo>
                    <a:pt x="56" y="73"/>
                    <a:pt x="72" y="57"/>
                    <a:pt x="72" y="37"/>
                  </a:cubicBezTo>
                  <a:cubicBezTo>
                    <a:pt x="72" y="17"/>
                    <a:pt x="56" y="0"/>
                    <a:pt x="36" y="0"/>
                  </a:cubicBezTo>
                  <a:cubicBezTo>
                    <a:pt x="16" y="0"/>
                    <a:pt x="0" y="17"/>
                    <a:pt x="0" y="37"/>
                  </a:cubicBezTo>
                  <a:cubicBezTo>
                    <a:pt x="0" y="57"/>
                    <a:pt x="16" y="73"/>
                    <a:pt x="36" y="73"/>
                  </a:cubicBezTo>
                  <a:close/>
                  <a:moveTo>
                    <a:pt x="34" y="38"/>
                  </a:moveTo>
                  <a:cubicBezTo>
                    <a:pt x="28" y="36"/>
                    <a:pt x="25" y="34"/>
                    <a:pt x="25" y="28"/>
                  </a:cubicBezTo>
                  <a:cubicBezTo>
                    <a:pt x="25" y="24"/>
                    <a:pt x="28" y="20"/>
                    <a:pt x="34" y="19"/>
                  </a:cubicBezTo>
                  <a:cubicBezTo>
                    <a:pt x="34" y="14"/>
                    <a:pt x="34" y="14"/>
                    <a:pt x="34" y="14"/>
                  </a:cubicBezTo>
                  <a:cubicBezTo>
                    <a:pt x="39" y="14"/>
                    <a:pt x="39" y="14"/>
                    <a:pt x="39" y="14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2" y="19"/>
                    <a:pt x="45" y="19"/>
                    <a:pt x="47" y="20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6"/>
                    <a:pt x="41" y="24"/>
                    <a:pt x="37" y="24"/>
                  </a:cubicBezTo>
                  <a:cubicBezTo>
                    <a:pt x="34" y="24"/>
                    <a:pt x="33" y="26"/>
                    <a:pt x="33" y="27"/>
                  </a:cubicBezTo>
                  <a:cubicBezTo>
                    <a:pt x="33" y="29"/>
                    <a:pt x="35" y="30"/>
                    <a:pt x="39" y="32"/>
                  </a:cubicBezTo>
                  <a:cubicBezTo>
                    <a:pt x="46" y="34"/>
                    <a:pt x="48" y="37"/>
                    <a:pt x="48" y="42"/>
                  </a:cubicBezTo>
                  <a:cubicBezTo>
                    <a:pt x="48" y="47"/>
                    <a:pt x="45" y="51"/>
                    <a:pt x="39" y="52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3" y="57"/>
                    <a:pt x="33" y="57"/>
                    <a:pt x="33" y="57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0" y="52"/>
                    <a:pt x="26" y="51"/>
                    <a:pt x="24" y="50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8" y="45"/>
                    <a:pt x="31" y="46"/>
                    <a:pt x="35" y="46"/>
                  </a:cubicBezTo>
                  <a:cubicBezTo>
                    <a:pt x="38" y="46"/>
                    <a:pt x="40" y="45"/>
                    <a:pt x="40" y="43"/>
                  </a:cubicBezTo>
                  <a:cubicBezTo>
                    <a:pt x="40" y="41"/>
                    <a:pt x="38" y="39"/>
                    <a:pt x="34" y="3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47" name="Group 46"/>
          <p:cNvGrpSpPr/>
          <p:nvPr/>
        </p:nvGrpSpPr>
        <p:grpSpPr>
          <a:xfrm rot="20700000">
            <a:off x="2295849" y="5342649"/>
            <a:ext cx="646619" cy="370990"/>
            <a:chOff x="7779638" y="1072086"/>
            <a:chExt cx="436722" cy="250564"/>
          </a:xfrm>
          <a:solidFill>
            <a:schemeClr val="bg1"/>
          </a:solidFill>
        </p:grpSpPr>
        <p:sp>
          <p:nvSpPr>
            <p:cNvPr id="48" name="Freeform 16"/>
            <p:cNvSpPr/>
            <p:nvPr/>
          </p:nvSpPr>
          <p:spPr bwMode="auto">
            <a:xfrm>
              <a:off x="7829045" y="1124140"/>
              <a:ext cx="117342" cy="146456"/>
            </a:xfrm>
            <a:custGeom>
              <a:avLst/>
              <a:gdLst>
                <a:gd name="T0" fmla="*/ 40 w 56"/>
                <a:gd name="T1" fmla="*/ 35 h 70"/>
                <a:gd name="T2" fmla="*/ 56 w 56"/>
                <a:gd name="T3" fmla="*/ 0 h 70"/>
                <a:gd name="T4" fmla="*/ 20 w 56"/>
                <a:gd name="T5" fmla="*/ 0 h 70"/>
                <a:gd name="T6" fmla="*/ 0 w 56"/>
                <a:gd name="T7" fmla="*/ 19 h 70"/>
                <a:gd name="T8" fmla="*/ 0 w 56"/>
                <a:gd name="T9" fmla="*/ 51 h 70"/>
                <a:gd name="T10" fmla="*/ 20 w 56"/>
                <a:gd name="T11" fmla="*/ 70 h 70"/>
                <a:gd name="T12" fmla="*/ 56 w 56"/>
                <a:gd name="T13" fmla="*/ 70 h 70"/>
                <a:gd name="T14" fmla="*/ 40 w 56"/>
                <a:gd name="T15" fmla="*/ 3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6" h="70">
                  <a:moveTo>
                    <a:pt x="40" y="35"/>
                  </a:moveTo>
                  <a:cubicBezTo>
                    <a:pt x="40" y="21"/>
                    <a:pt x="46" y="8"/>
                    <a:pt x="56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8" y="10"/>
                    <a:pt x="10" y="17"/>
                    <a:pt x="0" y="19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10" y="52"/>
                    <a:pt x="18" y="60"/>
                    <a:pt x="20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46" y="62"/>
                    <a:pt x="40" y="49"/>
                    <a:pt x="40" y="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9" name="Freeform 17"/>
            <p:cNvSpPr/>
            <p:nvPr/>
          </p:nvSpPr>
          <p:spPr bwMode="auto">
            <a:xfrm>
              <a:off x="8049611" y="1124140"/>
              <a:ext cx="114695" cy="146456"/>
            </a:xfrm>
            <a:custGeom>
              <a:avLst/>
              <a:gdLst>
                <a:gd name="T0" fmla="*/ 35 w 55"/>
                <a:gd name="T1" fmla="*/ 0 h 70"/>
                <a:gd name="T2" fmla="*/ 0 w 55"/>
                <a:gd name="T3" fmla="*/ 0 h 70"/>
                <a:gd name="T4" fmla="*/ 15 w 55"/>
                <a:gd name="T5" fmla="*/ 35 h 70"/>
                <a:gd name="T6" fmla="*/ 0 w 55"/>
                <a:gd name="T7" fmla="*/ 70 h 70"/>
                <a:gd name="T8" fmla="*/ 35 w 55"/>
                <a:gd name="T9" fmla="*/ 70 h 70"/>
                <a:gd name="T10" fmla="*/ 55 w 55"/>
                <a:gd name="T11" fmla="*/ 51 h 70"/>
                <a:gd name="T12" fmla="*/ 55 w 55"/>
                <a:gd name="T13" fmla="*/ 19 h 70"/>
                <a:gd name="T14" fmla="*/ 35 w 55"/>
                <a:gd name="T15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" h="70">
                  <a:moveTo>
                    <a:pt x="3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9" y="8"/>
                    <a:pt x="15" y="21"/>
                    <a:pt x="15" y="35"/>
                  </a:cubicBezTo>
                  <a:cubicBezTo>
                    <a:pt x="15" y="49"/>
                    <a:pt x="9" y="62"/>
                    <a:pt x="0" y="70"/>
                  </a:cubicBezTo>
                  <a:cubicBezTo>
                    <a:pt x="35" y="70"/>
                    <a:pt x="35" y="70"/>
                    <a:pt x="35" y="70"/>
                  </a:cubicBezTo>
                  <a:cubicBezTo>
                    <a:pt x="37" y="60"/>
                    <a:pt x="45" y="52"/>
                    <a:pt x="55" y="51"/>
                  </a:cubicBezTo>
                  <a:cubicBezTo>
                    <a:pt x="55" y="19"/>
                    <a:pt x="55" y="19"/>
                    <a:pt x="55" y="19"/>
                  </a:cubicBezTo>
                  <a:cubicBezTo>
                    <a:pt x="45" y="17"/>
                    <a:pt x="37" y="10"/>
                    <a:pt x="3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50" name="Freeform 18"/>
            <p:cNvSpPr>
              <a:spLocks noEditPoints="1"/>
            </p:cNvSpPr>
            <p:nvPr/>
          </p:nvSpPr>
          <p:spPr bwMode="auto">
            <a:xfrm>
              <a:off x="7932270" y="1124140"/>
              <a:ext cx="129693" cy="146456"/>
            </a:xfrm>
            <a:custGeom>
              <a:avLst/>
              <a:gdLst>
                <a:gd name="T0" fmla="*/ 31 w 62"/>
                <a:gd name="T1" fmla="*/ 0 h 70"/>
                <a:gd name="T2" fmla="*/ 0 w 62"/>
                <a:gd name="T3" fmla="*/ 35 h 70"/>
                <a:gd name="T4" fmla="*/ 31 w 62"/>
                <a:gd name="T5" fmla="*/ 70 h 70"/>
                <a:gd name="T6" fmla="*/ 62 w 62"/>
                <a:gd name="T7" fmla="*/ 35 h 70"/>
                <a:gd name="T8" fmla="*/ 31 w 62"/>
                <a:gd name="T9" fmla="*/ 0 h 70"/>
                <a:gd name="T10" fmla="*/ 34 w 62"/>
                <a:gd name="T11" fmla="*/ 54 h 70"/>
                <a:gd name="T12" fmla="*/ 34 w 62"/>
                <a:gd name="T13" fmla="*/ 61 h 70"/>
                <a:gd name="T14" fmla="*/ 28 w 62"/>
                <a:gd name="T15" fmla="*/ 61 h 70"/>
                <a:gd name="T16" fmla="*/ 28 w 62"/>
                <a:gd name="T17" fmla="*/ 55 h 70"/>
                <a:gd name="T18" fmla="*/ 17 w 62"/>
                <a:gd name="T19" fmla="*/ 52 h 70"/>
                <a:gd name="T20" fmla="*/ 19 w 62"/>
                <a:gd name="T21" fmla="*/ 45 h 70"/>
                <a:gd name="T22" fmla="*/ 29 w 62"/>
                <a:gd name="T23" fmla="*/ 47 h 70"/>
                <a:gd name="T24" fmla="*/ 36 w 62"/>
                <a:gd name="T25" fmla="*/ 43 h 70"/>
                <a:gd name="T26" fmla="*/ 29 w 62"/>
                <a:gd name="T27" fmla="*/ 38 h 70"/>
                <a:gd name="T28" fmla="*/ 18 w 62"/>
                <a:gd name="T29" fmla="*/ 26 h 70"/>
                <a:gd name="T30" fmla="*/ 28 w 62"/>
                <a:gd name="T31" fmla="*/ 15 h 70"/>
                <a:gd name="T32" fmla="*/ 28 w 62"/>
                <a:gd name="T33" fmla="*/ 9 h 70"/>
                <a:gd name="T34" fmla="*/ 34 w 62"/>
                <a:gd name="T35" fmla="*/ 9 h 70"/>
                <a:gd name="T36" fmla="*/ 34 w 62"/>
                <a:gd name="T37" fmla="*/ 15 h 70"/>
                <a:gd name="T38" fmla="*/ 44 w 62"/>
                <a:gd name="T39" fmla="*/ 17 h 70"/>
                <a:gd name="T40" fmla="*/ 42 w 62"/>
                <a:gd name="T41" fmla="*/ 24 h 70"/>
                <a:gd name="T42" fmla="*/ 33 w 62"/>
                <a:gd name="T43" fmla="*/ 22 h 70"/>
                <a:gd name="T44" fmla="*/ 27 w 62"/>
                <a:gd name="T45" fmla="*/ 25 h 70"/>
                <a:gd name="T46" fmla="*/ 35 w 62"/>
                <a:gd name="T47" fmla="*/ 31 h 70"/>
                <a:gd name="T48" fmla="*/ 45 w 62"/>
                <a:gd name="T49" fmla="*/ 43 h 70"/>
                <a:gd name="T50" fmla="*/ 34 w 62"/>
                <a:gd name="T51" fmla="*/ 54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2" h="70">
                  <a:moveTo>
                    <a:pt x="31" y="0"/>
                  </a:moveTo>
                  <a:cubicBezTo>
                    <a:pt x="14" y="0"/>
                    <a:pt x="0" y="15"/>
                    <a:pt x="0" y="35"/>
                  </a:cubicBezTo>
                  <a:cubicBezTo>
                    <a:pt x="0" y="54"/>
                    <a:pt x="14" y="70"/>
                    <a:pt x="31" y="70"/>
                  </a:cubicBezTo>
                  <a:cubicBezTo>
                    <a:pt x="48" y="70"/>
                    <a:pt x="62" y="54"/>
                    <a:pt x="62" y="35"/>
                  </a:cubicBezTo>
                  <a:cubicBezTo>
                    <a:pt x="62" y="15"/>
                    <a:pt x="48" y="0"/>
                    <a:pt x="31" y="0"/>
                  </a:cubicBezTo>
                  <a:close/>
                  <a:moveTo>
                    <a:pt x="34" y="54"/>
                  </a:moveTo>
                  <a:cubicBezTo>
                    <a:pt x="34" y="61"/>
                    <a:pt x="34" y="61"/>
                    <a:pt x="34" y="61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28" y="55"/>
                    <a:pt x="28" y="55"/>
                    <a:pt x="28" y="55"/>
                  </a:cubicBezTo>
                  <a:cubicBezTo>
                    <a:pt x="24" y="54"/>
                    <a:pt x="20" y="53"/>
                    <a:pt x="17" y="5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6"/>
                    <a:pt x="25" y="47"/>
                    <a:pt x="29" y="47"/>
                  </a:cubicBezTo>
                  <a:cubicBezTo>
                    <a:pt x="33" y="47"/>
                    <a:pt x="36" y="46"/>
                    <a:pt x="36" y="43"/>
                  </a:cubicBezTo>
                  <a:cubicBezTo>
                    <a:pt x="36" y="41"/>
                    <a:pt x="34" y="40"/>
                    <a:pt x="29" y="38"/>
                  </a:cubicBezTo>
                  <a:cubicBezTo>
                    <a:pt x="22" y="36"/>
                    <a:pt x="18" y="33"/>
                    <a:pt x="18" y="26"/>
                  </a:cubicBezTo>
                  <a:cubicBezTo>
                    <a:pt x="18" y="21"/>
                    <a:pt x="21" y="16"/>
                    <a:pt x="28" y="15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4" y="15"/>
                    <a:pt x="34" y="15"/>
                    <a:pt x="34" y="15"/>
                  </a:cubicBezTo>
                  <a:cubicBezTo>
                    <a:pt x="38" y="15"/>
                    <a:pt x="41" y="16"/>
                    <a:pt x="44" y="17"/>
                  </a:cubicBezTo>
                  <a:cubicBezTo>
                    <a:pt x="42" y="24"/>
                    <a:pt x="42" y="24"/>
                    <a:pt x="42" y="24"/>
                  </a:cubicBezTo>
                  <a:cubicBezTo>
                    <a:pt x="40" y="23"/>
                    <a:pt x="37" y="22"/>
                    <a:pt x="33" y="22"/>
                  </a:cubicBezTo>
                  <a:cubicBezTo>
                    <a:pt x="28" y="22"/>
                    <a:pt x="27" y="24"/>
                    <a:pt x="27" y="25"/>
                  </a:cubicBezTo>
                  <a:cubicBezTo>
                    <a:pt x="27" y="27"/>
                    <a:pt x="29" y="29"/>
                    <a:pt x="35" y="31"/>
                  </a:cubicBezTo>
                  <a:cubicBezTo>
                    <a:pt x="42" y="33"/>
                    <a:pt x="45" y="37"/>
                    <a:pt x="45" y="43"/>
                  </a:cubicBezTo>
                  <a:cubicBezTo>
                    <a:pt x="45" y="48"/>
                    <a:pt x="41" y="53"/>
                    <a:pt x="34" y="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51" name="Freeform 19"/>
            <p:cNvSpPr>
              <a:spLocks noEditPoints="1"/>
            </p:cNvSpPr>
            <p:nvPr/>
          </p:nvSpPr>
          <p:spPr bwMode="auto">
            <a:xfrm>
              <a:off x="7779638" y="1072086"/>
              <a:ext cx="436722" cy="250564"/>
            </a:xfrm>
            <a:custGeom>
              <a:avLst/>
              <a:gdLst>
                <a:gd name="T0" fmla="*/ 192 w 209"/>
                <a:gd name="T1" fmla="*/ 0 h 120"/>
                <a:gd name="T2" fmla="*/ 16 w 209"/>
                <a:gd name="T3" fmla="*/ 0 h 120"/>
                <a:gd name="T4" fmla="*/ 0 w 209"/>
                <a:gd name="T5" fmla="*/ 17 h 120"/>
                <a:gd name="T6" fmla="*/ 0 w 209"/>
                <a:gd name="T7" fmla="*/ 103 h 120"/>
                <a:gd name="T8" fmla="*/ 16 w 209"/>
                <a:gd name="T9" fmla="*/ 120 h 120"/>
                <a:gd name="T10" fmla="*/ 192 w 209"/>
                <a:gd name="T11" fmla="*/ 120 h 120"/>
                <a:gd name="T12" fmla="*/ 209 w 209"/>
                <a:gd name="T13" fmla="*/ 103 h 120"/>
                <a:gd name="T14" fmla="*/ 209 w 209"/>
                <a:gd name="T15" fmla="*/ 17 h 120"/>
                <a:gd name="T16" fmla="*/ 192 w 209"/>
                <a:gd name="T17" fmla="*/ 0 h 120"/>
                <a:gd name="T18" fmla="*/ 194 w 209"/>
                <a:gd name="T19" fmla="*/ 84 h 120"/>
                <a:gd name="T20" fmla="*/ 189 w 209"/>
                <a:gd name="T21" fmla="*/ 84 h 120"/>
                <a:gd name="T22" fmla="*/ 173 w 209"/>
                <a:gd name="T23" fmla="*/ 100 h 120"/>
                <a:gd name="T24" fmla="*/ 173 w 209"/>
                <a:gd name="T25" fmla="*/ 105 h 120"/>
                <a:gd name="T26" fmla="*/ 35 w 209"/>
                <a:gd name="T27" fmla="*/ 105 h 120"/>
                <a:gd name="T28" fmla="*/ 35 w 209"/>
                <a:gd name="T29" fmla="*/ 100 h 120"/>
                <a:gd name="T30" fmla="*/ 19 w 209"/>
                <a:gd name="T31" fmla="*/ 84 h 120"/>
                <a:gd name="T32" fmla="*/ 15 w 209"/>
                <a:gd name="T33" fmla="*/ 84 h 120"/>
                <a:gd name="T34" fmla="*/ 15 w 209"/>
                <a:gd name="T35" fmla="*/ 35 h 120"/>
                <a:gd name="T36" fmla="*/ 19 w 209"/>
                <a:gd name="T37" fmla="*/ 35 h 120"/>
                <a:gd name="T38" fmla="*/ 35 w 209"/>
                <a:gd name="T39" fmla="*/ 20 h 120"/>
                <a:gd name="T40" fmla="*/ 35 w 209"/>
                <a:gd name="T41" fmla="*/ 15 h 120"/>
                <a:gd name="T42" fmla="*/ 173 w 209"/>
                <a:gd name="T43" fmla="*/ 15 h 120"/>
                <a:gd name="T44" fmla="*/ 173 w 209"/>
                <a:gd name="T45" fmla="*/ 20 h 120"/>
                <a:gd name="T46" fmla="*/ 189 w 209"/>
                <a:gd name="T47" fmla="*/ 35 h 120"/>
                <a:gd name="T48" fmla="*/ 194 w 209"/>
                <a:gd name="T49" fmla="*/ 35 h 120"/>
                <a:gd name="T50" fmla="*/ 194 w 209"/>
                <a:gd name="T51" fmla="*/ 84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09" h="120">
                  <a:moveTo>
                    <a:pt x="192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8"/>
                    <a:pt x="0" y="17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0" y="112"/>
                    <a:pt x="7" y="120"/>
                    <a:pt x="16" y="120"/>
                  </a:cubicBezTo>
                  <a:cubicBezTo>
                    <a:pt x="192" y="120"/>
                    <a:pt x="192" y="120"/>
                    <a:pt x="192" y="120"/>
                  </a:cubicBezTo>
                  <a:cubicBezTo>
                    <a:pt x="201" y="120"/>
                    <a:pt x="209" y="112"/>
                    <a:pt x="209" y="103"/>
                  </a:cubicBezTo>
                  <a:cubicBezTo>
                    <a:pt x="209" y="17"/>
                    <a:pt x="209" y="17"/>
                    <a:pt x="209" y="17"/>
                  </a:cubicBezTo>
                  <a:cubicBezTo>
                    <a:pt x="209" y="8"/>
                    <a:pt x="201" y="0"/>
                    <a:pt x="192" y="0"/>
                  </a:cubicBezTo>
                  <a:close/>
                  <a:moveTo>
                    <a:pt x="194" y="84"/>
                  </a:moveTo>
                  <a:cubicBezTo>
                    <a:pt x="189" y="84"/>
                    <a:pt x="189" y="84"/>
                    <a:pt x="189" y="84"/>
                  </a:cubicBezTo>
                  <a:cubicBezTo>
                    <a:pt x="180" y="84"/>
                    <a:pt x="173" y="91"/>
                    <a:pt x="173" y="100"/>
                  </a:cubicBezTo>
                  <a:cubicBezTo>
                    <a:pt x="173" y="105"/>
                    <a:pt x="173" y="105"/>
                    <a:pt x="173" y="105"/>
                  </a:cubicBezTo>
                  <a:cubicBezTo>
                    <a:pt x="35" y="105"/>
                    <a:pt x="35" y="105"/>
                    <a:pt x="35" y="105"/>
                  </a:cubicBezTo>
                  <a:cubicBezTo>
                    <a:pt x="35" y="100"/>
                    <a:pt x="35" y="100"/>
                    <a:pt x="35" y="100"/>
                  </a:cubicBezTo>
                  <a:cubicBezTo>
                    <a:pt x="35" y="91"/>
                    <a:pt x="28" y="84"/>
                    <a:pt x="19" y="84"/>
                  </a:cubicBezTo>
                  <a:cubicBezTo>
                    <a:pt x="15" y="84"/>
                    <a:pt x="15" y="84"/>
                    <a:pt x="15" y="84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8" y="35"/>
                    <a:pt x="35" y="29"/>
                    <a:pt x="35" y="20"/>
                  </a:cubicBezTo>
                  <a:cubicBezTo>
                    <a:pt x="35" y="15"/>
                    <a:pt x="35" y="15"/>
                    <a:pt x="35" y="15"/>
                  </a:cubicBezTo>
                  <a:cubicBezTo>
                    <a:pt x="173" y="15"/>
                    <a:pt x="173" y="15"/>
                    <a:pt x="173" y="15"/>
                  </a:cubicBezTo>
                  <a:cubicBezTo>
                    <a:pt x="173" y="20"/>
                    <a:pt x="173" y="20"/>
                    <a:pt x="173" y="20"/>
                  </a:cubicBezTo>
                  <a:cubicBezTo>
                    <a:pt x="173" y="29"/>
                    <a:pt x="180" y="35"/>
                    <a:pt x="189" y="35"/>
                  </a:cubicBezTo>
                  <a:cubicBezTo>
                    <a:pt x="194" y="35"/>
                    <a:pt x="194" y="35"/>
                    <a:pt x="194" y="35"/>
                  </a:cubicBezTo>
                  <a:lnTo>
                    <a:pt x="194" y="8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500"/>
                            </p:stCondLst>
                            <p:childTnLst>
                              <p:par>
                                <p:cTn id="7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  <p:bldP spid="6" grpId="0" bldLvl="0" animBg="1"/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0"/>
      <p:bldP spid="15" grpId="0" bldLvl="0" animBg="1"/>
      <p:bldP spid="16" grpId="0" bldLvl="0" animBg="1"/>
      <p:bldP spid="17" grpId="0"/>
      <p:bldP spid="18" grpId="0" bldLvl="0" animBg="1"/>
      <p:bldP spid="19" grpId="0"/>
      <p:bldP spid="20" grpId="0" bldLvl="0" animBg="1"/>
      <p:bldP spid="21" grpId="0"/>
      <p:bldP spid="26" grpId="0" bldLvl="0" animBg="1"/>
      <p:bldP spid="27" grpId="0"/>
      <p:bldP spid="28" grpId="0" bldLvl="0" animBg="1"/>
      <p:bldP spid="29" grpId="0"/>
      <p:bldP spid="30" grpId="0" bldLvl="0" animBg="1"/>
      <p:bldP spid="31" grpId="0"/>
      <p:bldP spid="40" grpId="0" bldLvl="0" animBg="1"/>
      <p:bldP spid="41" grpId="0"/>
      <p:bldP spid="42" grpId="0" bldLvl="0" animBg="1"/>
      <p:bldP spid="4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/>
          <p:cNvSpPr/>
          <p:nvPr/>
        </p:nvSpPr>
        <p:spPr>
          <a:xfrm>
            <a:off x="4471779" y="2286284"/>
            <a:ext cx="3250029" cy="3250029"/>
          </a:xfrm>
          <a:prstGeom prst="ellipse">
            <a:avLst/>
          </a:prstGeom>
          <a:noFill/>
          <a:ln w="19050">
            <a:solidFill>
              <a:schemeClr val="tx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4172142" y="1986647"/>
            <a:ext cx="3849304" cy="3849304"/>
          </a:xfrm>
          <a:prstGeom prst="ellipse">
            <a:avLst/>
          </a:prstGeom>
          <a:noFill/>
          <a:ln w="19050">
            <a:solidFill>
              <a:schemeClr val="tx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45761" y="623789"/>
            <a:ext cx="10515600" cy="911682"/>
          </a:xfrm>
        </p:spPr>
        <p:txBody>
          <a:bodyPr/>
          <a:lstStyle/>
          <a:p>
            <a:r>
              <a:rPr lang="id-ID" dirty="0"/>
              <a:t>Cloud Diagram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845761" y="1341975"/>
            <a:ext cx="10515600" cy="366712"/>
          </a:xfrm>
        </p:spPr>
        <p:txBody>
          <a:bodyPr>
            <a:normAutofit fontScale="77500" lnSpcReduction="20000"/>
          </a:bodyPr>
          <a:lstStyle/>
          <a:p>
            <a:r>
              <a:rPr lang="id-ID" dirty="0"/>
              <a:t>5 Step process</a:t>
            </a:r>
            <a:endParaRPr lang="id-ID" dirty="0"/>
          </a:p>
        </p:txBody>
      </p:sp>
      <p:sp>
        <p:nvSpPr>
          <p:cNvPr id="7" name="Freeform 5"/>
          <p:cNvSpPr/>
          <p:nvPr/>
        </p:nvSpPr>
        <p:spPr bwMode="auto">
          <a:xfrm>
            <a:off x="4969268" y="4687283"/>
            <a:ext cx="2295881" cy="1399852"/>
          </a:xfrm>
          <a:custGeom>
            <a:avLst/>
            <a:gdLst>
              <a:gd name="T0" fmla="*/ 855 w 1403"/>
              <a:gd name="T1" fmla="*/ 855 h 855"/>
              <a:gd name="T2" fmla="*/ 811 w 1403"/>
              <a:gd name="T3" fmla="*/ 851 h 855"/>
              <a:gd name="T4" fmla="*/ 622 w 1403"/>
              <a:gd name="T5" fmla="*/ 743 h 855"/>
              <a:gd name="T6" fmla="*/ 472 w 1403"/>
              <a:gd name="T7" fmla="*/ 815 h 855"/>
              <a:gd name="T8" fmla="*/ 437 w 1403"/>
              <a:gd name="T9" fmla="*/ 812 h 855"/>
              <a:gd name="T10" fmla="*/ 306 w 1403"/>
              <a:gd name="T11" fmla="*/ 687 h 855"/>
              <a:gd name="T12" fmla="*/ 232 w 1403"/>
              <a:gd name="T13" fmla="*/ 696 h 855"/>
              <a:gd name="T14" fmla="*/ 36 w 1403"/>
              <a:gd name="T15" fmla="*/ 589 h 855"/>
              <a:gd name="T16" fmla="*/ 41 w 1403"/>
              <a:gd name="T17" fmla="*/ 380 h 855"/>
              <a:gd name="T18" fmla="*/ 182 w 1403"/>
              <a:gd name="T19" fmla="*/ 289 h 855"/>
              <a:gd name="T20" fmla="*/ 198 w 1403"/>
              <a:gd name="T21" fmla="*/ 290 h 855"/>
              <a:gd name="T22" fmla="*/ 331 w 1403"/>
              <a:gd name="T23" fmla="*/ 191 h 855"/>
              <a:gd name="T24" fmla="*/ 373 w 1403"/>
              <a:gd name="T25" fmla="*/ 196 h 855"/>
              <a:gd name="T26" fmla="*/ 606 w 1403"/>
              <a:gd name="T27" fmla="*/ 1 h 855"/>
              <a:gd name="T28" fmla="*/ 619 w 1403"/>
              <a:gd name="T29" fmla="*/ 0 h 855"/>
              <a:gd name="T30" fmla="*/ 844 w 1403"/>
              <a:gd name="T31" fmla="*/ 119 h 855"/>
              <a:gd name="T32" fmla="*/ 950 w 1403"/>
              <a:gd name="T33" fmla="*/ 98 h 855"/>
              <a:gd name="T34" fmla="*/ 1080 w 1403"/>
              <a:gd name="T35" fmla="*/ 146 h 855"/>
              <a:gd name="T36" fmla="*/ 1155 w 1403"/>
              <a:gd name="T37" fmla="*/ 317 h 855"/>
              <a:gd name="T38" fmla="*/ 1181 w 1403"/>
              <a:gd name="T39" fmla="*/ 316 h 855"/>
              <a:gd name="T40" fmla="*/ 1363 w 1403"/>
              <a:gd name="T41" fmla="*/ 396 h 855"/>
              <a:gd name="T42" fmla="*/ 1370 w 1403"/>
              <a:gd name="T43" fmla="*/ 580 h 855"/>
              <a:gd name="T44" fmla="*/ 1240 w 1403"/>
              <a:gd name="T45" fmla="*/ 676 h 855"/>
              <a:gd name="T46" fmla="*/ 1121 w 1403"/>
              <a:gd name="T47" fmla="*/ 739 h 855"/>
              <a:gd name="T48" fmla="*/ 1060 w 1403"/>
              <a:gd name="T49" fmla="*/ 730 h 855"/>
              <a:gd name="T50" fmla="*/ 855 w 1403"/>
              <a:gd name="T51" fmla="*/ 855 h 8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403" h="855">
                <a:moveTo>
                  <a:pt x="855" y="855"/>
                </a:moveTo>
                <a:cubicBezTo>
                  <a:pt x="841" y="855"/>
                  <a:pt x="826" y="854"/>
                  <a:pt x="811" y="851"/>
                </a:cubicBezTo>
                <a:cubicBezTo>
                  <a:pt x="674" y="831"/>
                  <a:pt x="634" y="775"/>
                  <a:pt x="622" y="743"/>
                </a:cubicBezTo>
                <a:cubicBezTo>
                  <a:pt x="599" y="769"/>
                  <a:pt x="548" y="815"/>
                  <a:pt x="472" y="815"/>
                </a:cubicBezTo>
                <a:cubicBezTo>
                  <a:pt x="461" y="815"/>
                  <a:pt x="449" y="814"/>
                  <a:pt x="437" y="812"/>
                </a:cubicBezTo>
                <a:cubicBezTo>
                  <a:pt x="335" y="794"/>
                  <a:pt x="312" y="718"/>
                  <a:pt x="306" y="687"/>
                </a:cubicBezTo>
                <a:cubicBezTo>
                  <a:pt x="292" y="691"/>
                  <a:pt x="264" y="696"/>
                  <a:pt x="232" y="696"/>
                </a:cubicBezTo>
                <a:cubicBezTo>
                  <a:pt x="170" y="696"/>
                  <a:pt x="85" y="677"/>
                  <a:pt x="36" y="589"/>
                </a:cubicBezTo>
                <a:cubicBezTo>
                  <a:pt x="0" y="524"/>
                  <a:pt x="2" y="446"/>
                  <a:pt x="41" y="380"/>
                </a:cubicBezTo>
                <a:cubicBezTo>
                  <a:pt x="74" y="324"/>
                  <a:pt x="128" y="289"/>
                  <a:pt x="182" y="289"/>
                </a:cubicBezTo>
                <a:cubicBezTo>
                  <a:pt x="188" y="289"/>
                  <a:pt x="193" y="290"/>
                  <a:pt x="198" y="290"/>
                </a:cubicBezTo>
                <a:cubicBezTo>
                  <a:pt x="207" y="264"/>
                  <a:pt x="238" y="191"/>
                  <a:pt x="331" y="191"/>
                </a:cubicBezTo>
                <a:cubicBezTo>
                  <a:pt x="345" y="191"/>
                  <a:pt x="359" y="193"/>
                  <a:pt x="373" y="196"/>
                </a:cubicBezTo>
                <a:cubicBezTo>
                  <a:pt x="381" y="153"/>
                  <a:pt x="422" y="6"/>
                  <a:pt x="606" y="1"/>
                </a:cubicBezTo>
                <a:cubicBezTo>
                  <a:pt x="610" y="0"/>
                  <a:pt x="615" y="0"/>
                  <a:pt x="619" y="0"/>
                </a:cubicBezTo>
                <a:cubicBezTo>
                  <a:pt x="771" y="0"/>
                  <a:pt x="829" y="89"/>
                  <a:pt x="844" y="119"/>
                </a:cubicBezTo>
                <a:cubicBezTo>
                  <a:pt x="862" y="111"/>
                  <a:pt x="902" y="98"/>
                  <a:pt x="950" y="98"/>
                </a:cubicBezTo>
                <a:cubicBezTo>
                  <a:pt x="1001" y="98"/>
                  <a:pt x="1044" y="114"/>
                  <a:pt x="1080" y="146"/>
                </a:cubicBezTo>
                <a:cubicBezTo>
                  <a:pt x="1158" y="216"/>
                  <a:pt x="1159" y="287"/>
                  <a:pt x="1155" y="317"/>
                </a:cubicBezTo>
                <a:cubicBezTo>
                  <a:pt x="1162" y="317"/>
                  <a:pt x="1171" y="316"/>
                  <a:pt x="1181" y="316"/>
                </a:cubicBezTo>
                <a:cubicBezTo>
                  <a:pt x="1227" y="316"/>
                  <a:pt x="1311" y="327"/>
                  <a:pt x="1363" y="396"/>
                </a:cubicBezTo>
                <a:cubicBezTo>
                  <a:pt x="1400" y="445"/>
                  <a:pt x="1403" y="516"/>
                  <a:pt x="1370" y="580"/>
                </a:cubicBezTo>
                <a:cubicBezTo>
                  <a:pt x="1342" y="638"/>
                  <a:pt x="1292" y="674"/>
                  <a:pt x="1240" y="676"/>
                </a:cubicBezTo>
                <a:cubicBezTo>
                  <a:pt x="1230" y="693"/>
                  <a:pt x="1195" y="739"/>
                  <a:pt x="1121" y="739"/>
                </a:cubicBezTo>
                <a:cubicBezTo>
                  <a:pt x="1102" y="739"/>
                  <a:pt x="1082" y="736"/>
                  <a:pt x="1060" y="730"/>
                </a:cubicBezTo>
                <a:cubicBezTo>
                  <a:pt x="1045" y="759"/>
                  <a:pt x="988" y="855"/>
                  <a:pt x="855" y="85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8" name="Freeform 6"/>
          <p:cNvSpPr/>
          <p:nvPr/>
        </p:nvSpPr>
        <p:spPr bwMode="auto">
          <a:xfrm>
            <a:off x="6791718" y="3555627"/>
            <a:ext cx="2047875" cy="1247775"/>
          </a:xfrm>
          <a:custGeom>
            <a:avLst/>
            <a:gdLst>
              <a:gd name="T0" fmla="*/ 745 w 1222"/>
              <a:gd name="T1" fmla="*/ 744 h 744"/>
              <a:gd name="T2" fmla="*/ 706 w 1222"/>
              <a:gd name="T3" fmla="*/ 742 h 744"/>
              <a:gd name="T4" fmla="*/ 542 w 1222"/>
              <a:gd name="T5" fmla="*/ 647 h 744"/>
              <a:gd name="T6" fmla="*/ 411 w 1222"/>
              <a:gd name="T7" fmla="*/ 710 h 744"/>
              <a:gd name="T8" fmla="*/ 381 w 1222"/>
              <a:gd name="T9" fmla="*/ 707 h 744"/>
              <a:gd name="T10" fmla="*/ 267 w 1222"/>
              <a:gd name="T11" fmla="*/ 599 h 744"/>
              <a:gd name="T12" fmla="*/ 202 w 1222"/>
              <a:gd name="T13" fmla="*/ 606 h 744"/>
              <a:gd name="T14" fmla="*/ 31 w 1222"/>
              <a:gd name="T15" fmla="*/ 512 h 744"/>
              <a:gd name="T16" fmla="*/ 36 w 1222"/>
              <a:gd name="T17" fmla="*/ 330 h 744"/>
              <a:gd name="T18" fmla="*/ 159 w 1222"/>
              <a:gd name="T19" fmla="*/ 252 h 744"/>
              <a:gd name="T20" fmla="*/ 173 w 1222"/>
              <a:gd name="T21" fmla="*/ 252 h 744"/>
              <a:gd name="T22" fmla="*/ 289 w 1222"/>
              <a:gd name="T23" fmla="*/ 166 h 744"/>
              <a:gd name="T24" fmla="*/ 325 w 1222"/>
              <a:gd name="T25" fmla="*/ 170 h 744"/>
              <a:gd name="T26" fmla="*/ 528 w 1222"/>
              <a:gd name="T27" fmla="*/ 0 h 744"/>
              <a:gd name="T28" fmla="*/ 539 w 1222"/>
              <a:gd name="T29" fmla="*/ 0 h 744"/>
              <a:gd name="T30" fmla="*/ 736 w 1222"/>
              <a:gd name="T31" fmla="*/ 103 h 744"/>
              <a:gd name="T32" fmla="*/ 828 w 1222"/>
              <a:gd name="T33" fmla="*/ 84 h 744"/>
              <a:gd name="T34" fmla="*/ 941 w 1222"/>
              <a:gd name="T35" fmla="*/ 126 h 744"/>
              <a:gd name="T36" fmla="*/ 1007 w 1222"/>
              <a:gd name="T37" fmla="*/ 276 h 744"/>
              <a:gd name="T38" fmla="*/ 1030 w 1222"/>
              <a:gd name="T39" fmla="*/ 275 h 744"/>
              <a:gd name="T40" fmla="*/ 1188 w 1222"/>
              <a:gd name="T41" fmla="*/ 344 h 744"/>
              <a:gd name="T42" fmla="*/ 1194 w 1222"/>
              <a:gd name="T43" fmla="*/ 505 h 744"/>
              <a:gd name="T44" fmla="*/ 1080 w 1222"/>
              <a:gd name="T45" fmla="*/ 588 h 744"/>
              <a:gd name="T46" fmla="*/ 977 w 1222"/>
              <a:gd name="T47" fmla="*/ 644 h 744"/>
              <a:gd name="T48" fmla="*/ 924 w 1222"/>
              <a:gd name="T49" fmla="*/ 635 h 744"/>
              <a:gd name="T50" fmla="*/ 745 w 1222"/>
              <a:gd name="T51" fmla="*/ 744 h 7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222" h="744">
                <a:moveTo>
                  <a:pt x="745" y="744"/>
                </a:moveTo>
                <a:cubicBezTo>
                  <a:pt x="733" y="744"/>
                  <a:pt x="720" y="743"/>
                  <a:pt x="706" y="742"/>
                </a:cubicBezTo>
                <a:cubicBezTo>
                  <a:pt x="588" y="724"/>
                  <a:pt x="552" y="675"/>
                  <a:pt x="542" y="647"/>
                </a:cubicBezTo>
                <a:cubicBezTo>
                  <a:pt x="522" y="670"/>
                  <a:pt x="478" y="710"/>
                  <a:pt x="411" y="710"/>
                </a:cubicBezTo>
                <a:cubicBezTo>
                  <a:pt x="401" y="710"/>
                  <a:pt x="391" y="709"/>
                  <a:pt x="381" y="707"/>
                </a:cubicBezTo>
                <a:cubicBezTo>
                  <a:pt x="292" y="692"/>
                  <a:pt x="271" y="625"/>
                  <a:pt x="267" y="599"/>
                </a:cubicBezTo>
                <a:cubicBezTo>
                  <a:pt x="254" y="601"/>
                  <a:pt x="230" y="606"/>
                  <a:pt x="202" y="606"/>
                </a:cubicBezTo>
                <a:cubicBezTo>
                  <a:pt x="148" y="606"/>
                  <a:pt x="74" y="590"/>
                  <a:pt x="31" y="512"/>
                </a:cubicBezTo>
                <a:cubicBezTo>
                  <a:pt x="0" y="456"/>
                  <a:pt x="2" y="388"/>
                  <a:pt x="36" y="330"/>
                </a:cubicBezTo>
                <a:cubicBezTo>
                  <a:pt x="65" y="282"/>
                  <a:pt x="112" y="252"/>
                  <a:pt x="159" y="252"/>
                </a:cubicBezTo>
                <a:cubicBezTo>
                  <a:pt x="163" y="252"/>
                  <a:pt x="168" y="252"/>
                  <a:pt x="173" y="252"/>
                </a:cubicBezTo>
                <a:cubicBezTo>
                  <a:pt x="180" y="229"/>
                  <a:pt x="207" y="166"/>
                  <a:pt x="289" y="166"/>
                </a:cubicBezTo>
                <a:cubicBezTo>
                  <a:pt x="300" y="166"/>
                  <a:pt x="312" y="167"/>
                  <a:pt x="325" y="170"/>
                </a:cubicBezTo>
                <a:cubicBezTo>
                  <a:pt x="332" y="133"/>
                  <a:pt x="368" y="5"/>
                  <a:pt x="528" y="0"/>
                </a:cubicBezTo>
                <a:cubicBezTo>
                  <a:pt x="532" y="0"/>
                  <a:pt x="536" y="0"/>
                  <a:pt x="539" y="0"/>
                </a:cubicBezTo>
                <a:cubicBezTo>
                  <a:pt x="672" y="0"/>
                  <a:pt x="723" y="77"/>
                  <a:pt x="736" y="103"/>
                </a:cubicBezTo>
                <a:cubicBezTo>
                  <a:pt x="751" y="97"/>
                  <a:pt x="786" y="84"/>
                  <a:pt x="828" y="84"/>
                </a:cubicBezTo>
                <a:cubicBezTo>
                  <a:pt x="872" y="84"/>
                  <a:pt x="910" y="99"/>
                  <a:pt x="941" y="126"/>
                </a:cubicBezTo>
                <a:cubicBezTo>
                  <a:pt x="1009" y="188"/>
                  <a:pt x="1010" y="250"/>
                  <a:pt x="1007" y="276"/>
                </a:cubicBezTo>
                <a:cubicBezTo>
                  <a:pt x="1013" y="275"/>
                  <a:pt x="1021" y="275"/>
                  <a:pt x="1030" y="275"/>
                </a:cubicBezTo>
                <a:cubicBezTo>
                  <a:pt x="1069" y="275"/>
                  <a:pt x="1143" y="284"/>
                  <a:pt x="1188" y="344"/>
                </a:cubicBezTo>
                <a:cubicBezTo>
                  <a:pt x="1220" y="387"/>
                  <a:pt x="1222" y="449"/>
                  <a:pt x="1194" y="505"/>
                </a:cubicBezTo>
                <a:cubicBezTo>
                  <a:pt x="1169" y="556"/>
                  <a:pt x="1126" y="587"/>
                  <a:pt x="1080" y="588"/>
                </a:cubicBezTo>
                <a:cubicBezTo>
                  <a:pt x="1072" y="603"/>
                  <a:pt x="1041" y="644"/>
                  <a:pt x="977" y="644"/>
                </a:cubicBezTo>
                <a:cubicBezTo>
                  <a:pt x="961" y="644"/>
                  <a:pt x="943" y="641"/>
                  <a:pt x="924" y="635"/>
                </a:cubicBezTo>
                <a:cubicBezTo>
                  <a:pt x="911" y="661"/>
                  <a:pt x="861" y="744"/>
                  <a:pt x="745" y="74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9" name="Freeform 7"/>
          <p:cNvSpPr/>
          <p:nvPr/>
        </p:nvSpPr>
        <p:spPr bwMode="auto">
          <a:xfrm>
            <a:off x="6371476" y="1992313"/>
            <a:ext cx="1674813" cy="1020763"/>
          </a:xfrm>
          <a:custGeom>
            <a:avLst/>
            <a:gdLst>
              <a:gd name="T0" fmla="*/ 609 w 999"/>
              <a:gd name="T1" fmla="*/ 609 h 609"/>
              <a:gd name="T2" fmla="*/ 577 w 999"/>
              <a:gd name="T3" fmla="*/ 606 h 609"/>
              <a:gd name="T4" fmla="*/ 443 w 999"/>
              <a:gd name="T5" fmla="*/ 529 h 609"/>
              <a:gd name="T6" fmla="*/ 336 w 999"/>
              <a:gd name="T7" fmla="*/ 580 h 609"/>
              <a:gd name="T8" fmla="*/ 312 w 999"/>
              <a:gd name="T9" fmla="*/ 578 h 609"/>
              <a:gd name="T10" fmla="*/ 218 w 999"/>
              <a:gd name="T11" fmla="*/ 489 h 609"/>
              <a:gd name="T12" fmla="*/ 165 w 999"/>
              <a:gd name="T13" fmla="*/ 495 h 609"/>
              <a:gd name="T14" fmla="*/ 26 w 999"/>
              <a:gd name="T15" fmla="*/ 419 h 609"/>
              <a:gd name="T16" fmla="*/ 30 w 999"/>
              <a:gd name="T17" fmla="*/ 270 h 609"/>
              <a:gd name="T18" fmla="*/ 130 w 999"/>
              <a:gd name="T19" fmla="*/ 206 h 609"/>
              <a:gd name="T20" fmla="*/ 141 w 999"/>
              <a:gd name="T21" fmla="*/ 206 h 609"/>
              <a:gd name="T22" fmla="*/ 236 w 999"/>
              <a:gd name="T23" fmla="*/ 136 h 609"/>
              <a:gd name="T24" fmla="*/ 266 w 999"/>
              <a:gd name="T25" fmla="*/ 139 h 609"/>
              <a:gd name="T26" fmla="*/ 431 w 999"/>
              <a:gd name="T27" fmla="*/ 0 h 609"/>
              <a:gd name="T28" fmla="*/ 441 w 999"/>
              <a:gd name="T29" fmla="*/ 0 h 609"/>
              <a:gd name="T30" fmla="*/ 602 w 999"/>
              <a:gd name="T31" fmla="*/ 84 h 609"/>
              <a:gd name="T32" fmla="*/ 676 w 999"/>
              <a:gd name="T33" fmla="*/ 69 h 609"/>
              <a:gd name="T34" fmla="*/ 769 w 999"/>
              <a:gd name="T35" fmla="*/ 103 h 609"/>
              <a:gd name="T36" fmla="*/ 823 w 999"/>
              <a:gd name="T37" fmla="*/ 226 h 609"/>
              <a:gd name="T38" fmla="*/ 842 w 999"/>
              <a:gd name="T39" fmla="*/ 225 h 609"/>
              <a:gd name="T40" fmla="*/ 971 w 999"/>
              <a:gd name="T41" fmla="*/ 282 h 609"/>
              <a:gd name="T42" fmla="*/ 976 w 999"/>
              <a:gd name="T43" fmla="*/ 413 h 609"/>
              <a:gd name="T44" fmla="*/ 883 w 999"/>
              <a:gd name="T45" fmla="*/ 481 h 609"/>
              <a:gd name="T46" fmla="*/ 799 w 999"/>
              <a:gd name="T47" fmla="*/ 526 h 609"/>
              <a:gd name="T48" fmla="*/ 755 w 999"/>
              <a:gd name="T49" fmla="*/ 519 h 609"/>
              <a:gd name="T50" fmla="*/ 609 w 999"/>
              <a:gd name="T51" fmla="*/ 609 h 6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999" h="609">
                <a:moveTo>
                  <a:pt x="609" y="609"/>
                </a:moveTo>
                <a:cubicBezTo>
                  <a:pt x="599" y="609"/>
                  <a:pt x="588" y="608"/>
                  <a:pt x="577" y="606"/>
                </a:cubicBezTo>
                <a:cubicBezTo>
                  <a:pt x="480" y="592"/>
                  <a:pt x="452" y="552"/>
                  <a:pt x="443" y="529"/>
                </a:cubicBezTo>
                <a:cubicBezTo>
                  <a:pt x="427" y="548"/>
                  <a:pt x="391" y="580"/>
                  <a:pt x="336" y="580"/>
                </a:cubicBezTo>
                <a:cubicBezTo>
                  <a:pt x="328" y="580"/>
                  <a:pt x="320" y="579"/>
                  <a:pt x="312" y="578"/>
                </a:cubicBezTo>
                <a:cubicBezTo>
                  <a:pt x="239" y="565"/>
                  <a:pt x="222" y="511"/>
                  <a:pt x="218" y="489"/>
                </a:cubicBezTo>
                <a:cubicBezTo>
                  <a:pt x="208" y="492"/>
                  <a:pt x="188" y="495"/>
                  <a:pt x="165" y="495"/>
                </a:cubicBezTo>
                <a:cubicBezTo>
                  <a:pt x="121" y="495"/>
                  <a:pt x="61" y="482"/>
                  <a:pt x="26" y="419"/>
                </a:cubicBezTo>
                <a:cubicBezTo>
                  <a:pt x="0" y="373"/>
                  <a:pt x="2" y="317"/>
                  <a:pt x="30" y="270"/>
                </a:cubicBezTo>
                <a:cubicBezTo>
                  <a:pt x="53" y="230"/>
                  <a:pt x="91" y="206"/>
                  <a:pt x="130" y="206"/>
                </a:cubicBezTo>
                <a:cubicBezTo>
                  <a:pt x="134" y="206"/>
                  <a:pt x="138" y="206"/>
                  <a:pt x="141" y="206"/>
                </a:cubicBezTo>
                <a:cubicBezTo>
                  <a:pt x="147" y="187"/>
                  <a:pt x="170" y="136"/>
                  <a:pt x="236" y="136"/>
                </a:cubicBezTo>
                <a:cubicBezTo>
                  <a:pt x="246" y="136"/>
                  <a:pt x="256" y="137"/>
                  <a:pt x="266" y="139"/>
                </a:cubicBezTo>
                <a:cubicBezTo>
                  <a:pt x="272" y="109"/>
                  <a:pt x="301" y="4"/>
                  <a:pt x="431" y="0"/>
                </a:cubicBezTo>
                <a:cubicBezTo>
                  <a:pt x="435" y="0"/>
                  <a:pt x="438" y="0"/>
                  <a:pt x="441" y="0"/>
                </a:cubicBezTo>
                <a:cubicBezTo>
                  <a:pt x="549" y="0"/>
                  <a:pt x="591" y="63"/>
                  <a:pt x="602" y="84"/>
                </a:cubicBezTo>
                <a:cubicBezTo>
                  <a:pt x="614" y="79"/>
                  <a:pt x="643" y="69"/>
                  <a:pt x="676" y="69"/>
                </a:cubicBezTo>
                <a:cubicBezTo>
                  <a:pt x="713" y="69"/>
                  <a:pt x="744" y="81"/>
                  <a:pt x="769" y="103"/>
                </a:cubicBezTo>
                <a:cubicBezTo>
                  <a:pt x="825" y="154"/>
                  <a:pt x="826" y="204"/>
                  <a:pt x="823" y="226"/>
                </a:cubicBezTo>
                <a:cubicBezTo>
                  <a:pt x="828" y="225"/>
                  <a:pt x="834" y="225"/>
                  <a:pt x="842" y="225"/>
                </a:cubicBezTo>
                <a:cubicBezTo>
                  <a:pt x="874" y="225"/>
                  <a:pt x="934" y="232"/>
                  <a:pt x="971" y="282"/>
                </a:cubicBezTo>
                <a:cubicBezTo>
                  <a:pt x="997" y="317"/>
                  <a:pt x="999" y="367"/>
                  <a:pt x="976" y="413"/>
                </a:cubicBezTo>
                <a:cubicBezTo>
                  <a:pt x="956" y="454"/>
                  <a:pt x="920" y="480"/>
                  <a:pt x="883" y="481"/>
                </a:cubicBezTo>
                <a:cubicBezTo>
                  <a:pt x="876" y="493"/>
                  <a:pt x="851" y="526"/>
                  <a:pt x="799" y="526"/>
                </a:cubicBezTo>
                <a:cubicBezTo>
                  <a:pt x="785" y="526"/>
                  <a:pt x="770" y="524"/>
                  <a:pt x="755" y="519"/>
                </a:cubicBezTo>
                <a:cubicBezTo>
                  <a:pt x="745" y="541"/>
                  <a:pt x="704" y="609"/>
                  <a:pt x="609" y="60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0" name="Freeform 8"/>
          <p:cNvSpPr/>
          <p:nvPr/>
        </p:nvSpPr>
        <p:spPr bwMode="auto">
          <a:xfrm>
            <a:off x="3436099" y="3708400"/>
            <a:ext cx="1885950" cy="1150938"/>
          </a:xfrm>
          <a:custGeom>
            <a:avLst/>
            <a:gdLst>
              <a:gd name="T0" fmla="*/ 687 w 1126"/>
              <a:gd name="T1" fmla="*/ 686 h 686"/>
              <a:gd name="T2" fmla="*/ 651 w 1126"/>
              <a:gd name="T3" fmla="*/ 684 h 686"/>
              <a:gd name="T4" fmla="*/ 499 w 1126"/>
              <a:gd name="T5" fmla="*/ 597 h 686"/>
              <a:gd name="T6" fmla="*/ 378 w 1126"/>
              <a:gd name="T7" fmla="*/ 654 h 686"/>
              <a:gd name="T8" fmla="*/ 351 w 1126"/>
              <a:gd name="T9" fmla="*/ 652 h 686"/>
              <a:gd name="T10" fmla="*/ 245 w 1126"/>
              <a:gd name="T11" fmla="*/ 552 h 686"/>
              <a:gd name="T12" fmla="*/ 186 w 1126"/>
              <a:gd name="T13" fmla="*/ 559 h 686"/>
              <a:gd name="T14" fmla="*/ 28 w 1126"/>
              <a:gd name="T15" fmla="*/ 472 h 686"/>
              <a:gd name="T16" fmla="*/ 32 w 1126"/>
              <a:gd name="T17" fmla="*/ 305 h 686"/>
              <a:gd name="T18" fmla="*/ 146 w 1126"/>
              <a:gd name="T19" fmla="*/ 232 h 686"/>
              <a:gd name="T20" fmla="*/ 159 w 1126"/>
              <a:gd name="T21" fmla="*/ 233 h 686"/>
              <a:gd name="T22" fmla="*/ 266 w 1126"/>
              <a:gd name="T23" fmla="*/ 153 h 686"/>
              <a:gd name="T24" fmla="*/ 299 w 1126"/>
              <a:gd name="T25" fmla="*/ 157 h 686"/>
              <a:gd name="T26" fmla="*/ 486 w 1126"/>
              <a:gd name="T27" fmla="*/ 0 h 686"/>
              <a:gd name="T28" fmla="*/ 497 w 1126"/>
              <a:gd name="T29" fmla="*/ 0 h 686"/>
              <a:gd name="T30" fmla="*/ 678 w 1126"/>
              <a:gd name="T31" fmla="*/ 95 h 686"/>
              <a:gd name="T32" fmla="*/ 762 w 1126"/>
              <a:gd name="T33" fmla="*/ 78 h 686"/>
              <a:gd name="T34" fmla="*/ 867 w 1126"/>
              <a:gd name="T35" fmla="*/ 117 h 686"/>
              <a:gd name="T36" fmla="*/ 928 w 1126"/>
              <a:gd name="T37" fmla="*/ 254 h 686"/>
              <a:gd name="T38" fmla="*/ 949 w 1126"/>
              <a:gd name="T39" fmla="*/ 254 h 686"/>
              <a:gd name="T40" fmla="*/ 1095 w 1126"/>
              <a:gd name="T41" fmla="*/ 317 h 686"/>
              <a:gd name="T42" fmla="*/ 1100 w 1126"/>
              <a:gd name="T43" fmla="*/ 466 h 686"/>
              <a:gd name="T44" fmla="*/ 995 w 1126"/>
              <a:gd name="T45" fmla="*/ 542 h 686"/>
              <a:gd name="T46" fmla="*/ 900 w 1126"/>
              <a:gd name="T47" fmla="*/ 594 h 686"/>
              <a:gd name="T48" fmla="*/ 851 w 1126"/>
              <a:gd name="T49" fmla="*/ 586 h 686"/>
              <a:gd name="T50" fmla="*/ 687 w 1126"/>
              <a:gd name="T51" fmla="*/ 686 h 6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126" h="686">
                <a:moveTo>
                  <a:pt x="687" y="686"/>
                </a:moveTo>
                <a:cubicBezTo>
                  <a:pt x="675" y="686"/>
                  <a:pt x="663" y="685"/>
                  <a:pt x="651" y="684"/>
                </a:cubicBezTo>
                <a:cubicBezTo>
                  <a:pt x="541" y="667"/>
                  <a:pt x="509" y="622"/>
                  <a:pt x="499" y="597"/>
                </a:cubicBezTo>
                <a:cubicBezTo>
                  <a:pt x="481" y="618"/>
                  <a:pt x="440" y="654"/>
                  <a:pt x="378" y="654"/>
                </a:cubicBezTo>
                <a:cubicBezTo>
                  <a:pt x="369" y="654"/>
                  <a:pt x="360" y="654"/>
                  <a:pt x="351" y="652"/>
                </a:cubicBezTo>
                <a:cubicBezTo>
                  <a:pt x="269" y="638"/>
                  <a:pt x="250" y="576"/>
                  <a:pt x="245" y="552"/>
                </a:cubicBezTo>
                <a:cubicBezTo>
                  <a:pt x="234" y="555"/>
                  <a:pt x="212" y="559"/>
                  <a:pt x="186" y="559"/>
                </a:cubicBezTo>
                <a:cubicBezTo>
                  <a:pt x="136" y="559"/>
                  <a:pt x="68" y="544"/>
                  <a:pt x="28" y="472"/>
                </a:cubicBezTo>
                <a:cubicBezTo>
                  <a:pt x="0" y="420"/>
                  <a:pt x="1" y="358"/>
                  <a:pt x="32" y="305"/>
                </a:cubicBezTo>
                <a:cubicBezTo>
                  <a:pt x="59" y="260"/>
                  <a:pt x="102" y="232"/>
                  <a:pt x="146" y="232"/>
                </a:cubicBezTo>
                <a:cubicBezTo>
                  <a:pt x="150" y="232"/>
                  <a:pt x="154" y="232"/>
                  <a:pt x="159" y="233"/>
                </a:cubicBezTo>
                <a:cubicBezTo>
                  <a:pt x="165" y="211"/>
                  <a:pt x="190" y="153"/>
                  <a:pt x="266" y="153"/>
                </a:cubicBezTo>
                <a:cubicBezTo>
                  <a:pt x="276" y="153"/>
                  <a:pt x="288" y="154"/>
                  <a:pt x="299" y="157"/>
                </a:cubicBezTo>
                <a:cubicBezTo>
                  <a:pt x="306" y="123"/>
                  <a:pt x="338" y="5"/>
                  <a:pt x="486" y="0"/>
                </a:cubicBezTo>
                <a:cubicBezTo>
                  <a:pt x="490" y="0"/>
                  <a:pt x="493" y="0"/>
                  <a:pt x="497" y="0"/>
                </a:cubicBezTo>
                <a:cubicBezTo>
                  <a:pt x="619" y="0"/>
                  <a:pt x="666" y="71"/>
                  <a:pt x="678" y="95"/>
                </a:cubicBezTo>
                <a:cubicBezTo>
                  <a:pt x="692" y="89"/>
                  <a:pt x="724" y="78"/>
                  <a:pt x="762" y="78"/>
                </a:cubicBezTo>
                <a:cubicBezTo>
                  <a:pt x="803" y="78"/>
                  <a:pt x="839" y="91"/>
                  <a:pt x="867" y="117"/>
                </a:cubicBezTo>
                <a:cubicBezTo>
                  <a:pt x="930" y="173"/>
                  <a:pt x="931" y="230"/>
                  <a:pt x="928" y="254"/>
                </a:cubicBezTo>
                <a:cubicBezTo>
                  <a:pt x="933" y="254"/>
                  <a:pt x="940" y="254"/>
                  <a:pt x="949" y="254"/>
                </a:cubicBezTo>
                <a:cubicBezTo>
                  <a:pt x="985" y="254"/>
                  <a:pt x="1053" y="262"/>
                  <a:pt x="1095" y="317"/>
                </a:cubicBezTo>
                <a:cubicBezTo>
                  <a:pt x="1124" y="357"/>
                  <a:pt x="1126" y="414"/>
                  <a:pt x="1100" y="466"/>
                </a:cubicBezTo>
                <a:cubicBezTo>
                  <a:pt x="1077" y="512"/>
                  <a:pt x="1037" y="541"/>
                  <a:pt x="995" y="542"/>
                </a:cubicBezTo>
                <a:cubicBezTo>
                  <a:pt x="987" y="556"/>
                  <a:pt x="960" y="594"/>
                  <a:pt x="900" y="594"/>
                </a:cubicBezTo>
                <a:cubicBezTo>
                  <a:pt x="885" y="594"/>
                  <a:pt x="869" y="591"/>
                  <a:pt x="851" y="586"/>
                </a:cubicBezTo>
                <a:cubicBezTo>
                  <a:pt x="839" y="610"/>
                  <a:pt x="793" y="686"/>
                  <a:pt x="687" y="686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1" name="Freeform 9"/>
          <p:cNvSpPr/>
          <p:nvPr/>
        </p:nvSpPr>
        <p:spPr bwMode="auto">
          <a:xfrm>
            <a:off x="3840163" y="2044700"/>
            <a:ext cx="2049463" cy="1247775"/>
          </a:xfrm>
          <a:custGeom>
            <a:avLst/>
            <a:gdLst>
              <a:gd name="T0" fmla="*/ 745 w 1222"/>
              <a:gd name="T1" fmla="*/ 745 h 745"/>
              <a:gd name="T2" fmla="*/ 706 w 1222"/>
              <a:gd name="T3" fmla="*/ 742 h 745"/>
              <a:gd name="T4" fmla="*/ 541 w 1222"/>
              <a:gd name="T5" fmla="*/ 647 h 745"/>
              <a:gd name="T6" fmla="*/ 410 w 1222"/>
              <a:gd name="T7" fmla="*/ 710 h 745"/>
              <a:gd name="T8" fmla="*/ 380 w 1222"/>
              <a:gd name="T9" fmla="*/ 707 h 745"/>
              <a:gd name="T10" fmla="*/ 266 w 1222"/>
              <a:gd name="T11" fmla="*/ 599 h 745"/>
              <a:gd name="T12" fmla="*/ 201 w 1222"/>
              <a:gd name="T13" fmla="*/ 606 h 745"/>
              <a:gd name="T14" fmla="*/ 31 w 1222"/>
              <a:gd name="T15" fmla="*/ 513 h 745"/>
              <a:gd name="T16" fmla="*/ 35 w 1222"/>
              <a:gd name="T17" fmla="*/ 331 h 745"/>
              <a:gd name="T18" fmla="*/ 158 w 1222"/>
              <a:gd name="T19" fmla="*/ 252 h 745"/>
              <a:gd name="T20" fmla="*/ 172 w 1222"/>
              <a:gd name="T21" fmla="*/ 253 h 745"/>
              <a:gd name="T22" fmla="*/ 288 w 1222"/>
              <a:gd name="T23" fmla="*/ 166 h 745"/>
              <a:gd name="T24" fmla="*/ 324 w 1222"/>
              <a:gd name="T25" fmla="*/ 170 h 745"/>
              <a:gd name="T26" fmla="*/ 527 w 1222"/>
              <a:gd name="T27" fmla="*/ 0 h 745"/>
              <a:gd name="T28" fmla="*/ 539 w 1222"/>
              <a:gd name="T29" fmla="*/ 0 h 745"/>
              <a:gd name="T30" fmla="*/ 735 w 1222"/>
              <a:gd name="T31" fmla="*/ 103 h 745"/>
              <a:gd name="T32" fmla="*/ 827 w 1222"/>
              <a:gd name="T33" fmla="*/ 85 h 745"/>
              <a:gd name="T34" fmla="*/ 940 w 1222"/>
              <a:gd name="T35" fmla="*/ 127 h 745"/>
              <a:gd name="T36" fmla="*/ 1006 w 1222"/>
              <a:gd name="T37" fmla="*/ 276 h 745"/>
              <a:gd name="T38" fmla="*/ 1029 w 1222"/>
              <a:gd name="T39" fmla="*/ 275 h 745"/>
              <a:gd name="T40" fmla="*/ 1187 w 1222"/>
              <a:gd name="T41" fmla="*/ 344 h 745"/>
              <a:gd name="T42" fmla="*/ 1194 w 1222"/>
              <a:gd name="T43" fmla="*/ 505 h 745"/>
              <a:gd name="T44" fmla="*/ 1080 w 1222"/>
              <a:gd name="T45" fmla="*/ 589 h 745"/>
              <a:gd name="T46" fmla="*/ 977 w 1222"/>
              <a:gd name="T47" fmla="*/ 644 h 745"/>
              <a:gd name="T48" fmla="*/ 923 w 1222"/>
              <a:gd name="T49" fmla="*/ 635 h 745"/>
              <a:gd name="T50" fmla="*/ 745 w 1222"/>
              <a:gd name="T51" fmla="*/ 745 h 7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222" h="745">
                <a:moveTo>
                  <a:pt x="745" y="745"/>
                </a:moveTo>
                <a:cubicBezTo>
                  <a:pt x="732" y="745"/>
                  <a:pt x="719" y="744"/>
                  <a:pt x="706" y="742"/>
                </a:cubicBezTo>
                <a:cubicBezTo>
                  <a:pt x="587" y="724"/>
                  <a:pt x="552" y="675"/>
                  <a:pt x="541" y="647"/>
                </a:cubicBezTo>
                <a:cubicBezTo>
                  <a:pt x="521" y="670"/>
                  <a:pt x="477" y="710"/>
                  <a:pt x="410" y="710"/>
                </a:cubicBezTo>
                <a:cubicBezTo>
                  <a:pt x="400" y="710"/>
                  <a:pt x="390" y="709"/>
                  <a:pt x="380" y="707"/>
                </a:cubicBezTo>
                <a:cubicBezTo>
                  <a:pt x="291" y="692"/>
                  <a:pt x="271" y="625"/>
                  <a:pt x="266" y="599"/>
                </a:cubicBezTo>
                <a:cubicBezTo>
                  <a:pt x="253" y="602"/>
                  <a:pt x="230" y="606"/>
                  <a:pt x="201" y="606"/>
                </a:cubicBezTo>
                <a:cubicBezTo>
                  <a:pt x="147" y="606"/>
                  <a:pt x="73" y="590"/>
                  <a:pt x="31" y="513"/>
                </a:cubicBezTo>
                <a:cubicBezTo>
                  <a:pt x="0" y="456"/>
                  <a:pt x="1" y="388"/>
                  <a:pt x="35" y="331"/>
                </a:cubicBezTo>
                <a:cubicBezTo>
                  <a:pt x="64" y="282"/>
                  <a:pt x="111" y="252"/>
                  <a:pt x="158" y="252"/>
                </a:cubicBezTo>
                <a:cubicBezTo>
                  <a:pt x="163" y="252"/>
                  <a:pt x="167" y="252"/>
                  <a:pt x="172" y="253"/>
                </a:cubicBezTo>
                <a:cubicBezTo>
                  <a:pt x="179" y="229"/>
                  <a:pt x="206" y="166"/>
                  <a:pt x="288" y="166"/>
                </a:cubicBezTo>
                <a:cubicBezTo>
                  <a:pt x="300" y="166"/>
                  <a:pt x="312" y="167"/>
                  <a:pt x="324" y="170"/>
                </a:cubicBezTo>
                <a:cubicBezTo>
                  <a:pt x="331" y="133"/>
                  <a:pt x="367" y="5"/>
                  <a:pt x="527" y="0"/>
                </a:cubicBezTo>
                <a:cubicBezTo>
                  <a:pt x="531" y="0"/>
                  <a:pt x="535" y="0"/>
                  <a:pt x="539" y="0"/>
                </a:cubicBezTo>
                <a:cubicBezTo>
                  <a:pt x="671" y="0"/>
                  <a:pt x="722" y="77"/>
                  <a:pt x="735" y="103"/>
                </a:cubicBezTo>
                <a:cubicBezTo>
                  <a:pt x="751" y="97"/>
                  <a:pt x="786" y="85"/>
                  <a:pt x="827" y="85"/>
                </a:cubicBezTo>
                <a:cubicBezTo>
                  <a:pt x="871" y="85"/>
                  <a:pt x="909" y="99"/>
                  <a:pt x="940" y="127"/>
                </a:cubicBezTo>
                <a:cubicBezTo>
                  <a:pt x="1008" y="188"/>
                  <a:pt x="1009" y="250"/>
                  <a:pt x="1006" y="276"/>
                </a:cubicBezTo>
                <a:cubicBezTo>
                  <a:pt x="1012" y="276"/>
                  <a:pt x="1020" y="275"/>
                  <a:pt x="1029" y="275"/>
                </a:cubicBezTo>
                <a:cubicBezTo>
                  <a:pt x="1069" y="275"/>
                  <a:pt x="1142" y="284"/>
                  <a:pt x="1187" y="344"/>
                </a:cubicBezTo>
                <a:cubicBezTo>
                  <a:pt x="1219" y="387"/>
                  <a:pt x="1222" y="449"/>
                  <a:pt x="1194" y="505"/>
                </a:cubicBezTo>
                <a:cubicBezTo>
                  <a:pt x="1168" y="556"/>
                  <a:pt x="1125" y="587"/>
                  <a:pt x="1080" y="589"/>
                </a:cubicBezTo>
                <a:cubicBezTo>
                  <a:pt x="1071" y="603"/>
                  <a:pt x="1041" y="644"/>
                  <a:pt x="977" y="644"/>
                </a:cubicBezTo>
                <a:cubicBezTo>
                  <a:pt x="960" y="644"/>
                  <a:pt x="942" y="641"/>
                  <a:pt x="923" y="635"/>
                </a:cubicBezTo>
                <a:cubicBezTo>
                  <a:pt x="910" y="661"/>
                  <a:pt x="860" y="745"/>
                  <a:pt x="745" y="74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6" name="Isosceles Triangle 15"/>
          <p:cNvSpPr/>
          <p:nvPr/>
        </p:nvSpPr>
        <p:spPr>
          <a:xfrm rot="16200000">
            <a:off x="5925519" y="1898250"/>
            <a:ext cx="271620" cy="204812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7" name="Isosceles Triangle 16"/>
          <p:cNvSpPr/>
          <p:nvPr/>
        </p:nvSpPr>
        <p:spPr>
          <a:xfrm rot="5400000">
            <a:off x="5961557" y="2183949"/>
            <a:ext cx="271620" cy="204812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0" name="Isosceles Triangle 19"/>
          <p:cNvSpPr/>
          <p:nvPr/>
        </p:nvSpPr>
        <p:spPr>
          <a:xfrm rot="11558988">
            <a:off x="4086005" y="3366776"/>
            <a:ext cx="271620" cy="204812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1" name="Isosceles Triangle 20"/>
          <p:cNvSpPr/>
          <p:nvPr/>
        </p:nvSpPr>
        <p:spPr>
          <a:xfrm rot="939106">
            <a:off x="4400524" y="3366776"/>
            <a:ext cx="271620" cy="204812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2" name="Isosceles Triangle 21"/>
          <p:cNvSpPr/>
          <p:nvPr/>
        </p:nvSpPr>
        <p:spPr>
          <a:xfrm rot="9842551">
            <a:off x="7430975" y="3108162"/>
            <a:ext cx="271620" cy="204812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3" name="Isosceles Triangle 22"/>
          <p:cNvSpPr/>
          <p:nvPr/>
        </p:nvSpPr>
        <p:spPr>
          <a:xfrm rot="20173805">
            <a:off x="7696824" y="2967844"/>
            <a:ext cx="271620" cy="204812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5" name="Isosceles Triangle 24"/>
          <p:cNvSpPr/>
          <p:nvPr/>
        </p:nvSpPr>
        <p:spPr>
          <a:xfrm rot="13096375">
            <a:off x="7187054" y="4870112"/>
            <a:ext cx="271620" cy="204812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6" name="Isosceles Triangle 25"/>
          <p:cNvSpPr/>
          <p:nvPr/>
        </p:nvSpPr>
        <p:spPr>
          <a:xfrm rot="1827629">
            <a:off x="7476849" y="5014070"/>
            <a:ext cx="271620" cy="204812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8" name="Isosceles Triangle 27"/>
          <p:cNvSpPr/>
          <p:nvPr/>
        </p:nvSpPr>
        <p:spPr>
          <a:xfrm rot="7935739">
            <a:off x="4561068" y="5135984"/>
            <a:ext cx="271620" cy="204812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9" name="Isosceles Triangle 28"/>
          <p:cNvSpPr/>
          <p:nvPr/>
        </p:nvSpPr>
        <p:spPr>
          <a:xfrm rot="18915857">
            <a:off x="4737029" y="4872820"/>
            <a:ext cx="271620" cy="204812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708713" y="5345953"/>
            <a:ext cx="774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8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Aa楷体" panose="02000500000000000000" pitchFamily="2" charset="-122"/>
              </a:rPr>
              <a:t>Order</a:t>
            </a:r>
            <a:endParaRPr kumimoji="0" lang="id-ID" sz="18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Aa楷体" panose="02000500000000000000" pitchFamily="2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485735" y="4194075"/>
            <a:ext cx="561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8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Aa楷体" panose="02000500000000000000" pitchFamily="2" charset="-122"/>
              </a:rPr>
              <a:t>Pay</a:t>
            </a:r>
            <a:endParaRPr kumimoji="0" lang="id-ID" sz="18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Aa楷体" panose="02000500000000000000" pitchFamily="2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730668" y="2491245"/>
            <a:ext cx="10070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Aa楷体" panose="02000500000000000000" pitchFamily="2" charset="-122"/>
              </a:rPr>
              <a:t>Packaging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Aa楷体" panose="02000500000000000000" pitchFamily="2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328021" y="2630117"/>
            <a:ext cx="997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8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Aa楷体" panose="02000500000000000000" pitchFamily="2" charset="-122"/>
              </a:rPr>
              <a:t>Delivery</a:t>
            </a:r>
            <a:endParaRPr kumimoji="0" lang="id-ID" sz="18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Aa楷体" panose="02000500000000000000" pitchFamily="2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803885" y="4258133"/>
            <a:ext cx="10567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Aa楷体" panose="02000500000000000000" pitchFamily="2" charset="-122"/>
              </a:rPr>
              <a:t>Feedback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Aa楷体" panose="02000500000000000000" pitchFamily="2" charset="-122"/>
            </a:endParaRPr>
          </a:p>
        </p:txBody>
      </p:sp>
      <p:grpSp>
        <p:nvGrpSpPr>
          <p:cNvPr id="37" name="Group 36"/>
          <p:cNvGrpSpPr/>
          <p:nvPr/>
        </p:nvGrpSpPr>
        <p:grpSpPr>
          <a:xfrm rot="20700000">
            <a:off x="7587832" y="3879756"/>
            <a:ext cx="387137" cy="222115"/>
            <a:chOff x="7779638" y="1072086"/>
            <a:chExt cx="436722" cy="250564"/>
          </a:xfrm>
          <a:solidFill>
            <a:schemeClr val="bg1"/>
          </a:solidFill>
        </p:grpSpPr>
        <p:sp>
          <p:nvSpPr>
            <p:cNvPr id="38" name="Freeform 16"/>
            <p:cNvSpPr/>
            <p:nvPr/>
          </p:nvSpPr>
          <p:spPr bwMode="auto">
            <a:xfrm>
              <a:off x="7829045" y="1124140"/>
              <a:ext cx="117342" cy="146456"/>
            </a:xfrm>
            <a:custGeom>
              <a:avLst/>
              <a:gdLst>
                <a:gd name="T0" fmla="*/ 40 w 56"/>
                <a:gd name="T1" fmla="*/ 35 h 70"/>
                <a:gd name="T2" fmla="*/ 56 w 56"/>
                <a:gd name="T3" fmla="*/ 0 h 70"/>
                <a:gd name="T4" fmla="*/ 20 w 56"/>
                <a:gd name="T5" fmla="*/ 0 h 70"/>
                <a:gd name="T6" fmla="*/ 0 w 56"/>
                <a:gd name="T7" fmla="*/ 19 h 70"/>
                <a:gd name="T8" fmla="*/ 0 w 56"/>
                <a:gd name="T9" fmla="*/ 51 h 70"/>
                <a:gd name="T10" fmla="*/ 20 w 56"/>
                <a:gd name="T11" fmla="*/ 70 h 70"/>
                <a:gd name="T12" fmla="*/ 56 w 56"/>
                <a:gd name="T13" fmla="*/ 70 h 70"/>
                <a:gd name="T14" fmla="*/ 40 w 56"/>
                <a:gd name="T15" fmla="*/ 3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6" h="70">
                  <a:moveTo>
                    <a:pt x="40" y="35"/>
                  </a:moveTo>
                  <a:cubicBezTo>
                    <a:pt x="40" y="21"/>
                    <a:pt x="46" y="8"/>
                    <a:pt x="56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8" y="10"/>
                    <a:pt x="10" y="17"/>
                    <a:pt x="0" y="19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10" y="52"/>
                    <a:pt x="18" y="60"/>
                    <a:pt x="20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46" y="62"/>
                    <a:pt x="40" y="49"/>
                    <a:pt x="40" y="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9" name="Freeform 17"/>
            <p:cNvSpPr/>
            <p:nvPr/>
          </p:nvSpPr>
          <p:spPr bwMode="auto">
            <a:xfrm>
              <a:off x="8049611" y="1124140"/>
              <a:ext cx="114695" cy="146456"/>
            </a:xfrm>
            <a:custGeom>
              <a:avLst/>
              <a:gdLst>
                <a:gd name="T0" fmla="*/ 35 w 55"/>
                <a:gd name="T1" fmla="*/ 0 h 70"/>
                <a:gd name="T2" fmla="*/ 0 w 55"/>
                <a:gd name="T3" fmla="*/ 0 h 70"/>
                <a:gd name="T4" fmla="*/ 15 w 55"/>
                <a:gd name="T5" fmla="*/ 35 h 70"/>
                <a:gd name="T6" fmla="*/ 0 w 55"/>
                <a:gd name="T7" fmla="*/ 70 h 70"/>
                <a:gd name="T8" fmla="*/ 35 w 55"/>
                <a:gd name="T9" fmla="*/ 70 h 70"/>
                <a:gd name="T10" fmla="*/ 55 w 55"/>
                <a:gd name="T11" fmla="*/ 51 h 70"/>
                <a:gd name="T12" fmla="*/ 55 w 55"/>
                <a:gd name="T13" fmla="*/ 19 h 70"/>
                <a:gd name="T14" fmla="*/ 35 w 55"/>
                <a:gd name="T15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" h="70">
                  <a:moveTo>
                    <a:pt x="3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9" y="8"/>
                    <a:pt x="15" y="21"/>
                    <a:pt x="15" y="35"/>
                  </a:cubicBezTo>
                  <a:cubicBezTo>
                    <a:pt x="15" y="49"/>
                    <a:pt x="9" y="62"/>
                    <a:pt x="0" y="70"/>
                  </a:cubicBezTo>
                  <a:cubicBezTo>
                    <a:pt x="35" y="70"/>
                    <a:pt x="35" y="70"/>
                    <a:pt x="35" y="70"/>
                  </a:cubicBezTo>
                  <a:cubicBezTo>
                    <a:pt x="37" y="60"/>
                    <a:pt x="45" y="52"/>
                    <a:pt x="55" y="51"/>
                  </a:cubicBezTo>
                  <a:cubicBezTo>
                    <a:pt x="55" y="19"/>
                    <a:pt x="55" y="19"/>
                    <a:pt x="55" y="19"/>
                  </a:cubicBezTo>
                  <a:cubicBezTo>
                    <a:pt x="45" y="17"/>
                    <a:pt x="37" y="10"/>
                    <a:pt x="3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0" name="Freeform 18"/>
            <p:cNvSpPr>
              <a:spLocks noEditPoints="1"/>
            </p:cNvSpPr>
            <p:nvPr/>
          </p:nvSpPr>
          <p:spPr bwMode="auto">
            <a:xfrm>
              <a:off x="7932270" y="1124140"/>
              <a:ext cx="129693" cy="146456"/>
            </a:xfrm>
            <a:custGeom>
              <a:avLst/>
              <a:gdLst>
                <a:gd name="T0" fmla="*/ 31 w 62"/>
                <a:gd name="T1" fmla="*/ 0 h 70"/>
                <a:gd name="T2" fmla="*/ 0 w 62"/>
                <a:gd name="T3" fmla="*/ 35 h 70"/>
                <a:gd name="T4" fmla="*/ 31 w 62"/>
                <a:gd name="T5" fmla="*/ 70 h 70"/>
                <a:gd name="T6" fmla="*/ 62 w 62"/>
                <a:gd name="T7" fmla="*/ 35 h 70"/>
                <a:gd name="T8" fmla="*/ 31 w 62"/>
                <a:gd name="T9" fmla="*/ 0 h 70"/>
                <a:gd name="T10" fmla="*/ 34 w 62"/>
                <a:gd name="T11" fmla="*/ 54 h 70"/>
                <a:gd name="T12" fmla="*/ 34 w 62"/>
                <a:gd name="T13" fmla="*/ 61 h 70"/>
                <a:gd name="T14" fmla="*/ 28 w 62"/>
                <a:gd name="T15" fmla="*/ 61 h 70"/>
                <a:gd name="T16" fmla="*/ 28 w 62"/>
                <a:gd name="T17" fmla="*/ 55 h 70"/>
                <a:gd name="T18" fmla="*/ 17 w 62"/>
                <a:gd name="T19" fmla="*/ 52 h 70"/>
                <a:gd name="T20" fmla="*/ 19 w 62"/>
                <a:gd name="T21" fmla="*/ 45 h 70"/>
                <a:gd name="T22" fmla="*/ 29 w 62"/>
                <a:gd name="T23" fmla="*/ 47 h 70"/>
                <a:gd name="T24" fmla="*/ 36 w 62"/>
                <a:gd name="T25" fmla="*/ 43 h 70"/>
                <a:gd name="T26" fmla="*/ 29 w 62"/>
                <a:gd name="T27" fmla="*/ 38 h 70"/>
                <a:gd name="T28" fmla="*/ 18 w 62"/>
                <a:gd name="T29" fmla="*/ 26 h 70"/>
                <a:gd name="T30" fmla="*/ 28 w 62"/>
                <a:gd name="T31" fmla="*/ 15 h 70"/>
                <a:gd name="T32" fmla="*/ 28 w 62"/>
                <a:gd name="T33" fmla="*/ 9 h 70"/>
                <a:gd name="T34" fmla="*/ 34 w 62"/>
                <a:gd name="T35" fmla="*/ 9 h 70"/>
                <a:gd name="T36" fmla="*/ 34 w 62"/>
                <a:gd name="T37" fmla="*/ 15 h 70"/>
                <a:gd name="T38" fmla="*/ 44 w 62"/>
                <a:gd name="T39" fmla="*/ 17 h 70"/>
                <a:gd name="T40" fmla="*/ 42 w 62"/>
                <a:gd name="T41" fmla="*/ 24 h 70"/>
                <a:gd name="T42" fmla="*/ 33 w 62"/>
                <a:gd name="T43" fmla="*/ 22 h 70"/>
                <a:gd name="T44" fmla="*/ 27 w 62"/>
                <a:gd name="T45" fmla="*/ 25 h 70"/>
                <a:gd name="T46" fmla="*/ 35 w 62"/>
                <a:gd name="T47" fmla="*/ 31 h 70"/>
                <a:gd name="T48" fmla="*/ 45 w 62"/>
                <a:gd name="T49" fmla="*/ 43 h 70"/>
                <a:gd name="T50" fmla="*/ 34 w 62"/>
                <a:gd name="T51" fmla="*/ 54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2" h="70">
                  <a:moveTo>
                    <a:pt x="31" y="0"/>
                  </a:moveTo>
                  <a:cubicBezTo>
                    <a:pt x="14" y="0"/>
                    <a:pt x="0" y="15"/>
                    <a:pt x="0" y="35"/>
                  </a:cubicBezTo>
                  <a:cubicBezTo>
                    <a:pt x="0" y="54"/>
                    <a:pt x="14" y="70"/>
                    <a:pt x="31" y="70"/>
                  </a:cubicBezTo>
                  <a:cubicBezTo>
                    <a:pt x="48" y="70"/>
                    <a:pt x="62" y="54"/>
                    <a:pt x="62" y="35"/>
                  </a:cubicBezTo>
                  <a:cubicBezTo>
                    <a:pt x="62" y="15"/>
                    <a:pt x="48" y="0"/>
                    <a:pt x="31" y="0"/>
                  </a:cubicBezTo>
                  <a:close/>
                  <a:moveTo>
                    <a:pt x="34" y="54"/>
                  </a:moveTo>
                  <a:cubicBezTo>
                    <a:pt x="34" y="61"/>
                    <a:pt x="34" y="61"/>
                    <a:pt x="34" y="61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28" y="55"/>
                    <a:pt x="28" y="55"/>
                    <a:pt x="28" y="55"/>
                  </a:cubicBezTo>
                  <a:cubicBezTo>
                    <a:pt x="24" y="54"/>
                    <a:pt x="20" y="53"/>
                    <a:pt x="17" y="5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6"/>
                    <a:pt x="25" y="47"/>
                    <a:pt x="29" y="47"/>
                  </a:cubicBezTo>
                  <a:cubicBezTo>
                    <a:pt x="33" y="47"/>
                    <a:pt x="36" y="46"/>
                    <a:pt x="36" y="43"/>
                  </a:cubicBezTo>
                  <a:cubicBezTo>
                    <a:pt x="36" y="41"/>
                    <a:pt x="34" y="40"/>
                    <a:pt x="29" y="38"/>
                  </a:cubicBezTo>
                  <a:cubicBezTo>
                    <a:pt x="22" y="36"/>
                    <a:pt x="18" y="33"/>
                    <a:pt x="18" y="26"/>
                  </a:cubicBezTo>
                  <a:cubicBezTo>
                    <a:pt x="18" y="21"/>
                    <a:pt x="21" y="16"/>
                    <a:pt x="28" y="15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4" y="15"/>
                    <a:pt x="34" y="15"/>
                    <a:pt x="34" y="15"/>
                  </a:cubicBezTo>
                  <a:cubicBezTo>
                    <a:pt x="38" y="15"/>
                    <a:pt x="41" y="16"/>
                    <a:pt x="44" y="17"/>
                  </a:cubicBezTo>
                  <a:cubicBezTo>
                    <a:pt x="42" y="24"/>
                    <a:pt x="42" y="24"/>
                    <a:pt x="42" y="24"/>
                  </a:cubicBezTo>
                  <a:cubicBezTo>
                    <a:pt x="40" y="23"/>
                    <a:pt x="37" y="22"/>
                    <a:pt x="33" y="22"/>
                  </a:cubicBezTo>
                  <a:cubicBezTo>
                    <a:pt x="28" y="22"/>
                    <a:pt x="27" y="24"/>
                    <a:pt x="27" y="25"/>
                  </a:cubicBezTo>
                  <a:cubicBezTo>
                    <a:pt x="27" y="27"/>
                    <a:pt x="29" y="29"/>
                    <a:pt x="35" y="31"/>
                  </a:cubicBezTo>
                  <a:cubicBezTo>
                    <a:pt x="42" y="33"/>
                    <a:pt x="45" y="37"/>
                    <a:pt x="45" y="43"/>
                  </a:cubicBezTo>
                  <a:cubicBezTo>
                    <a:pt x="45" y="48"/>
                    <a:pt x="41" y="53"/>
                    <a:pt x="34" y="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1" name="Freeform 19"/>
            <p:cNvSpPr>
              <a:spLocks noEditPoints="1"/>
            </p:cNvSpPr>
            <p:nvPr/>
          </p:nvSpPr>
          <p:spPr bwMode="auto">
            <a:xfrm>
              <a:off x="7779638" y="1072086"/>
              <a:ext cx="436722" cy="250564"/>
            </a:xfrm>
            <a:custGeom>
              <a:avLst/>
              <a:gdLst>
                <a:gd name="T0" fmla="*/ 192 w 209"/>
                <a:gd name="T1" fmla="*/ 0 h 120"/>
                <a:gd name="T2" fmla="*/ 16 w 209"/>
                <a:gd name="T3" fmla="*/ 0 h 120"/>
                <a:gd name="T4" fmla="*/ 0 w 209"/>
                <a:gd name="T5" fmla="*/ 17 h 120"/>
                <a:gd name="T6" fmla="*/ 0 w 209"/>
                <a:gd name="T7" fmla="*/ 103 h 120"/>
                <a:gd name="T8" fmla="*/ 16 w 209"/>
                <a:gd name="T9" fmla="*/ 120 h 120"/>
                <a:gd name="T10" fmla="*/ 192 w 209"/>
                <a:gd name="T11" fmla="*/ 120 h 120"/>
                <a:gd name="T12" fmla="*/ 209 w 209"/>
                <a:gd name="T13" fmla="*/ 103 h 120"/>
                <a:gd name="T14" fmla="*/ 209 w 209"/>
                <a:gd name="T15" fmla="*/ 17 h 120"/>
                <a:gd name="T16" fmla="*/ 192 w 209"/>
                <a:gd name="T17" fmla="*/ 0 h 120"/>
                <a:gd name="T18" fmla="*/ 194 w 209"/>
                <a:gd name="T19" fmla="*/ 84 h 120"/>
                <a:gd name="T20" fmla="*/ 189 w 209"/>
                <a:gd name="T21" fmla="*/ 84 h 120"/>
                <a:gd name="T22" fmla="*/ 173 w 209"/>
                <a:gd name="T23" fmla="*/ 100 h 120"/>
                <a:gd name="T24" fmla="*/ 173 w 209"/>
                <a:gd name="T25" fmla="*/ 105 h 120"/>
                <a:gd name="T26" fmla="*/ 35 w 209"/>
                <a:gd name="T27" fmla="*/ 105 h 120"/>
                <a:gd name="T28" fmla="*/ 35 w 209"/>
                <a:gd name="T29" fmla="*/ 100 h 120"/>
                <a:gd name="T30" fmla="*/ 19 w 209"/>
                <a:gd name="T31" fmla="*/ 84 h 120"/>
                <a:gd name="T32" fmla="*/ 15 w 209"/>
                <a:gd name="T33" fmla="*/ 84 h 120"/>
                <a:gd name="T34" fmla="*/ 15 w 209"/>
                <a:gd name="T35" fmla="*/ 35 h 120"/>
                <a:gd name="T36" fmla="*/ 19 w 209"/>
                <a:gd name="T37" fmla="*/ 35 h 120"/>
                <a:gd name="T38" fmla="*/ 35 w 209"/>
                <a:gd name="T39" fmla="*/ 20 h 120"/>
                <a:gd name="T40" fmla="*/ 35 w 209"/>
                <a:gd name="T41" fmla="*/ 15 h 120"/>
                <a:gd name="T42" fmla="*/ 173 w 209"/>
                <a:gd name="T43" fmla="*/ 15 h 120"/>
                <a:gd name="T44" fmla="*/ 173 w 209"/>
                <a:gd name="T45" fmla="*/ 20 h 120"/>
                <a:gd name="T46" fmla="*/ 189 w 209"/>
                <a:gd name="T47" fmla="*/ 35 h 120"/>
                <a:gd name="T48" fmla="*/ 194 w 209"/>
                <a:gd name="T49" fmla="*/ 35 h 120"/>
                <a:gd name="T50" fmla="*/ 194 w 209"/>
                <a:gd name="T51" fmla="*/ 84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09" h="120">
                  <a:moveTo>
                    <a:pt x="192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8"/>
                    <a:pt x="0" y="17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0" y="112"/>
                    <a:pt x="7" y="120"/>
                    <a:pt x="16" y="120"/>
                  </a:cubicBezTo>
                  <a:cubicBezTo>
                    <a:pt x="192" y="120"/>
                    <a:pt x="192" y="120"/>
                    <a:pt x="192" y="120"/>
                  </a:cubicBezTo>
                  <a:cubicBezTo>
                    <a:pt x="201" y="120"/>
                    <a:pt x="209" y="112"/>
                    <a:pt x="209" y="103"/>
                  </a:cubicBezTo>
                  <a:cubicBezTo>
                    <a:pt x="209" y="17"/>
                    <a:pt x="209" y="17"/>
                    <a:pt x="209" y="17"/>
                  </a:cubicBezTo>
                  <a:cubicBezTo>
                    <a:pt x="209" y="8"/>
                    <a:pt x="201" y="0"/>
                    <a:pt x="192" y="0"/>
                  </a:cubicBezTo>
                  <a:close/>
                  <a:moveTo>
                    <a:pt x="194" y="84"/>
                  </a:moveTo>
                  <a:cubicBezTo>
                    <a:pt x="189" y="84"/>
                    <a:pt x="189" y="84"/>
                    <a:pt x="189" y="84"/>
                  </a:cubicBezTo>
                  <a:cubicBezTo>
                    <a:pt x="180" y="84"/>
                    <a:pt x="173" y="91"/>
                    <a:pt x="173" y="100"/>
                  </a:cubicBezTo>
                  <a:cubicBezTo>
                    <a:pt x="173" y="105"/>
                    <a:pt x="173" y="105"/>
                    <a:pt x="173" y="105"/>
                  </a:cubicBezTo>
                  <a:cubicBezTo>
                    <a:pt x="35" y="105"/>
                    <a:pt x="35" y="105"/>
                    <a:pt x="35" y="105"/>
                  </a:cubicBezTo>
                  <a:cubicBezTo>
                    <a:pt x="35" y="100"/>
                    <a:pt x="35" y="100"/>
                    <a:pt x="35" y="100"/>
                  </a:cubicBezTo>
                  <a:cubicBezTo>
                    <a:pt x="35" y="91"/>
                    <a:pt x="28" y="84"/>
                    <a:pt x="19" y="84"/>
                  </a:cubicBezTo>
                  <a:cubicBezTo>
                    <a:pt x="15" y="84"/>
                    <a:pt x="15" y="84"/>
                    <a:pt x="15" y="84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8" y="35"/>
                    <a:pt x="35" y="29"/>
                    <a:pt x="35" y="20"/>
                  </a:cubicBezTo>
                  <a:cubicBezTo>
                    <a:pt x="35" y="15"/>
                    <a:pt x="35" y="15"/>
                    <a:pt x="35" y="15"/>
                  </a:cubicBezTo>
                  <a:cubicBezTo>
                    <a:pt x="173" y="15"/>
                    <a:pt x="173" y="15"/>
                    <a:pt x="173" y="15"/>
                  </a:cubicBezTo>
                  <a:cubicBezTo>
                    <a:pt x="173" y="20"/>
                    <a:pt x="173" y="20"/>
                    <a:pt x="173" y="20"/>
                  </a:cubicBezTo>
                  <a:cubicBezTo>
                    <a:pt x="173" y="29"/>
                    <a:pt x="180" y="35"/>
                    <a:pt x="189" y="35"/>
                  </a:cubicBezTo>
                  <a:cubicBezTo>
                    <a:pt x="194" y="35"/>
                    <a:pt x="194" y="35"/>
                    <a:pt x="194" y="35"/>
                  </a:cubicBezTo>
                  <a:lnTo>
                    <a:pt x="194" y="8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4605556" y="2284979"/>
            <a:ext cx="435835" cy="305837"/>
            <a:chOff x="5730876" y="4662488"/>
            <a:chExt cx="1931988" cy="1355725"/>
          </a:xfrm>
          <a:solidFill>
            <a:schemeClr val="bg1"/>
          </a:solidFill>
        </p:grpSpPr>
        <p:sp>
          <p:nvSpPr>
            <p:cNvPr id="43" name="Freeform 9"/>
            <p:cNvSpPr>
              <a:spLocks noEditPoints="1"/>
            </p:cNvSpPr>
            <p:nvPr/>
          </p:nvSpPr>
          <p:spPr bwMode="auto">
            <a:xfrm>
              <a:off x="5730876" y="4662488"/>
              <a:ext cx="1931988" cy="1355725"/>
            </a:xfrm>
            <a:custGeom>
              <a:avLst/>
              <a:gdLst>
                <a:gd name="T0" fmla="*/ 1712 w 1759"/>
                <a:gd name="T1" fmla="*/ 863 h 1235"/>
                <a:gd name="T2" fmla="*/ 1593 w 1759"/>
                <a:gd name="T3" fmla="*/ 409 h 1235"/>
                <a:gd name="T4" fmla="*/ 1477 w 1759"/>
                <a:gd name="T5" fmla="*/ 206 h 1235"/>
                <a:gd name="T6" fmla="*/ 1408 w 1759"/>
                <a:gd name="T7" fmla="*/ 175 h 1235"/>
                <a:gd name="T8" fmla="*/ 969 w 1759"/>
                <a:gd name="T9" fmla="*/ 174 h 1235"/>
                <a:gd name="T10" fmla="*/ 957 w 1759"/>
                <a:gd name="T11" fmla="*/ 61 h 1235"/>
                <a:gd name="T12" fmla="*/ 62 w 1759"/>
                <a:gd name="T13" fmla="*/ 0 h 1235"/>
                <a:gd name="T14" fmla="*/ 1 w 1759"/>
                <a:gd name="T15" fmla="*/ 643 h 1235"/>
                <a:gd name="T16" fmla="*/ 93 w 1759"/>
                <a:gd name="T17" fmla="*/ 1043 h 1235"/>
                <a:gd name="T18" fmla="*/ 423 w 1759"/>
                <a:gd name="T19" fmla="*/ 1235 h 1235"/>
                <a:gd name="T20" fmla="*/ 1085 w 1759"/>
                <a:gd name="T21" fmla="*/ 1043 h 1235"/>
                <a:gd name="T22" fmla="*/ 1544 w 1759"/>
                <a:gd name="T23" fmla="*/ 1043 h 1235"/>
                <a:gd name="T24" fmla="*/ 1759 w 1759"/>
                <a:gd name="T25" fmla="*/ 1033 h 1235"/>
                <a:gd name="T26" fmla="*/ 1749 w 1759"/>
                <a:gd name="T27" fmla="*/ 863 h 1235"/>
                <a:gd name="T28" fmla="*/ 1629 w 1759"/>
                <a:gd name="T29" fmla="*/ 642 h 1235"/>
                <a:gd name="T30" fmla="*/ 1300 w 1759"/>
                <a:gd name="T31" fmla="*/ 256 h 1235"/>
                <a:gd name="T32" fmla="*/ 1413 w 1759"/>
                <a:gd name="T33" fmla="*/ 257 h 1235"/>
                <a:gd name="T34" fmla="*/ 969 w 1759"/>
                <a:gd name="T35" fmla="*/ 255 h 1235"/>
                <a:gd name="T36" fmla="*/ 1259 w 1759"/>
                <a:gd name="T37" fmla="*/ 642 h 1235"/>
                <a:gd name="T38" fmla="*/ 958 w 1759"/>
                <a:gd name="T39" fmla="*/ 266 h 1235"/>
                <a:gd name="T40" fmla="*/ 876 w 1759"/>
                <a:gd name="T41" fmla="*/ 81 h 1235"/>
                <a:gd name="T42" fmla="*/ 163 w 1759"/>
                <a:gd name="T43" fmla="*/ 604 h 1235"/>
                <a:gd name="T44" fmla="*/ 81 w 1759"/>
                <a:gd name="T45" fmla="*/ 81 h 1235"/>
                <a:gd name="T46" fmla="*/ 423 w 1759"/>
                <a:gd name="T47" fmla="*/ 1160 h 1235"/>
                <a:gd name="T48" fmla="*/ 423 w 1759"/>
                <a:gd name="T49" fmla="*/ 844 h 1235"/>
                <a:gd name="T50" fmla="*/ 423 w 1759"/>
                <a:gd name="T51" fmla="*/ 1160 h 1235"/>
                <a:gd name="T52" fmla="*/ 192 w 1759"/>
                <a:gd name="T53" fmla="*/ 962 h 1235"/>
                <a:gd name="T54" fmla="*/ 82 w 1759"/>
                <a:gd name="T55" fmla="*/ 951 h 1235"/>
                <a:gd name="T56" fmla="*/ 957 w 1759"/>
                <a:gd name="T57" fmla="*/ 684 h 1235"/>
                <a:gd name="T58" fmla="*/ 958 w 1759"/>
                <a:gd name="T59" fmla="*/ 682 h 1235"/>
                <a:gd name="T60" fmla="*/ 1631 w 1759"/>
                <a:gd name="T61" fmla="*/ 863 h 1235"/>
                <a:gd name="T62" fmla="*/ 1584 w 1759"/>
                <a:gd name="T63" fmla="*/ 873 h 1235"/>
                <a:gd name="T64" fmla="*/ 1547 w 1759"/>
                <a:gd name="T65" fmla="*/ 962 h 1235"/>
                <a:gd name="T66" fmla="*/ 1082 w 1759"/>
                <a:gd name="T67" fmla="*/ 962 h 1235"/>
                <a:gd name="T68" fmla="*/ 425 w 1759"/>
                <a:gd name="T69" fmla="*/ 766 h 1235"/>
                <a:gd name="T70" fmla="*/ 1156 w 1759"/>
                <a:gd name="T71" fmla="*/ 1002 h 1235"/>
                <a:gd name="T72" fmla="*/ 1473 w 1759"/>
                <a:gd name="T73" fmla="*/ 1002 h 1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759" h="1235">
                  <a:moveTo>
                    <a:pt x="1749" y="863"/>
                  </a:moveTo>
                  <a:cubicBezTo>
                    <a:pt x="1712" y="863"/>
                    <a:pt x="1712" y="863"/>
                    <a:pt x="1712" y="863"/>
                  </a:cubicBezTo>
                  <a:cubicBezTo>
                    <a:pt x="1712" y="638"/>
                    <a:pt x="1712" y="638"/>
                    <a:pt x="1712" y="638"/>
                  </a:cubicBezTo>
                  <a:cubicBezTo>
                    <a:pt x="1712" y="625"/>
                    <a:pt x="1712" y="619"/>
                    <a:pt x="1593" y="409"/>
                  </a:cubicBezTo>
                  <a:cubicBezTo>
                    <a:pt x="1537" y="310"/>
                    <a:pt x="1480" y="211"/>
                    <a:pt x="1479" y="210"/>
                  </a:cubicBezTo>
                  <a:cubicBezTo>
                    <a:pt x="1477" y="206"/>
                    <a:pt x="1477" y="206"/>
                    <a:pt x="1477" y="206"/>
                  </a:cubicBezTo>
                  <a:cubicBezTo>
                    <a:pt x="1473" y="202"/>
                    <a:pt x="1473" y="202"/>
                    <a:pt x="1473" y="202"/>
                  </a:cubicBezTo>
                  <a:cubicBezTo>
                    <a:pt x="1455" y="185"/>
                    <a:pt x="1432" y="175"/>
                    <a:pt x="1408" y="175"/>
                  </a:cubicBezTo>
                  <a:cubicBezTo>
                    <a:pt x="969" y="174"/>
                    <a:pt x="969" y="174"/>
                    <a:pt x="969" y="174"/>
                  </a:cubicBezTo>
                  <a:cubicBezTo>
                    <a:pt x="969" y="174"/>
                    <a:pt x="969" y="174"/>
                    <a:pt x="969" y="174"/>
                  </a:cubicBezTo>
                  <a:cubicBezTo>
                    <a:pt x="965" y="174"/>
                    <a:pt x="961" y="174"/>
                    <a:pt x="957" y="175"/>
                  </a:cubicBezTo>
                  <a:cubicBezTo>
                    <a:pt x="957" y="61"/>
                    <a:pt x="957" y="61"/>
                    <a:pt x="957" y="61"/>
                  </a:cubicBezTo>
                  <a:cubicBezTo>
                    <a:pt x="957" y="28"/>
                    <a:pt x="930" y="0"/>
                    <a:pt x="896" y="0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28" y="0"/>
                    <a:pt x="0" y="28"/>
                    <a:pt x="0" y="61"/>
                  </a:cubicBezTo>
                  <a:cubicBezTo>
                    <a:pt x="1" y="643"/>
                    <a:pt x="1" y="643"/>
                    <a:pt x="1" y="643"/>
                  </a:cubicBezTo>
                  <a:cubicBezTo>
                    <a:pt x="1" y="951"/>
                    <a:pt x="1" y="951"/>
                    <a:pt x="1" y="951"/>
                  </a:cubicBezTo>
                  <a:cubicBezTo>
                    <a:pt x="1" y="1001"/>
                    <a:pt x="42" y="1043"/>
                    <a:pt x="93" y="1043"/>
                  </a:cubicBezTo>
                  <a:cubicBezTo>
                    <a:pt x="193" y="1043"/>
                    <a:pt x="193" y="1043"/>
                    <a:pt x="193" y="1043"/>
                  </a:cubicBezTo>
                  <a:cubicBezTo>
                    <a:pt x="213" y="1152"/>
                    <a:pt x="308" y="1235"/>
                    <a:pt x="423" y="1235"/>
                  </a:cubicBezTo>
                  <a:cubicBezTo>
                    <a:pt x="538" y="1235"/>
                    <a:pt x="634" y="1152"/>
                    <a:pt x="653" y="1043"/>
                  </a:cubicBezTo>
                  <a:cubicBezTo>
                    <a:pt x="1085" y="1043"/>
                    <a:pt x="1085" y="1043"/>
                    <a:pt x="1085" y="1043"/>
                  </a:cubicBezTo>
                  <a:cubicBezTo>
                    <a:pt x="1104" y="1152"/>
                    <a:pt x="1200" y="1235"/>
                    <a:pt x="1315" y="1235"/>
                  </a:cubicBezTo>
                  <a:cubicBezTo>
                    <a:pt x="1429" y="1235"/>
                    <a:pt x="1525" y="1152"/>
                    <a:pt x="1544" y="1043"/>
                  </a:cubicBezTo>
                  <a:cubicBezTo>
                    <a:pt x="1701" y="1043"/>
                    <a:pt x="1717" y="1042"/>
                    <a:pt x="1749" y="1042"/>
                  </a:cubicBezTo>
                  <a:cubicBezTo>
                    <a:pt x="1754" y="1042"/>
                    <a:pt x="1759" y="1038"/>
                    <a:pt x="1759" y="1033"/>
                  </a:cubicBezTo>
                  <a:cubicBezTo>
                    <a:pt x="1759" y="873"/>
                    <a:pt x="1759" y="873"/>
                    <a:pt x="1759" y="873"/>
                  </a:cubicBezTo>
                  <a:cubicBezTo>
                    <a:pt x="1759" y="868"/>
                    <a:pt x="1754" y="863"/>
                    <a:pt x="1749" y="863"/>
                  </a:cubicBezTo>
                  <a:close/>
                  <a:moveTo>
                    <a:pt x="1413" y="257"/>
                  </a:moveTo>
                  <a:cubicBezTo>
                    <a:pt x="1488" y="388"/>
                    <a:pt x="1605" y="593"/>
                    <a:pt x="1629" y="642"/>
                  </a:cubicBezTo>
                  <a:cubicBezTo>
                    <a:pt x="1300" y="642"/>
                    <a:pt x="1300" y="642"/>
                    <a:pt x="1300" y="642"/>
                  </a:cubicBezTo>
                  <a:cubicBezTo>
                    <a:pt x="1300" y="256"/>
                    <a:pt x="1300" y="256"/>
                    <a:pt x="1300" y="256"/>
                  </a:cubicBezTo>
                  <a:cubicBezTo>
                    <a:pt x="1408" y="256"/>
                    <a:pt x="1408" y="256"/>
                    <a:pt x="1408" y="256"/>
                  </a:cubicBezTo>
                  <a:cubicBezTo>
                    <a:pt x="1410" y="256"/>
                    <a:pt x="1411" y="256"/>
                    <a:pt x="1413" y="257"/>
                  </a:cubicBezTo>
                  <a:close/>
                  <a:moveTo>
                    <a:pt x="961" y="258"/>
                  </a:moveTo>
                  <a:cubicBezTo>
                    <a:pt x="963" y="256"/>
                    <a:pt x="966" y="255"/>
                    <a:pt x="969" y="255"/>
                  </a:cubicBezTo>
                  <a:cubicBezTo>
                    <a:pt x="1259" y="256"/>
                    <a:pt x="1259" y="256"/>
                    <a:pt x="1259" y="256"/>
                  </a:cubicBezTo>
                  <a:cubicBezTo>
                    <a:pt x="1259" y="642"/>
                    <a:pt x="1259" y="642"/>
                    <a:pt x="1259" y="642"/>
                  </a:cubicBezTo>
                  <a:cubicBezTo>
                    <a:pt x="958" y="642"/>
                    <a:pt x="958" y="642"/>
                    <a:pt x="958" y="642"/>
                  </a:cubicBezTo>
                  <a:cubicBezTo>
                    <a:pt x="958" y="266"/>
                    <a:pt x="958" y="266"/>
                    <a:pt x="958" y="266"/>
                  </a:cubicBezTo>
                  <a:cubicBezTo>
                    <a:pt x="958" y="263"/>
                    <a:pt x="959" y="260"/>
                    <a:pt x="961" y="258"/>
                  </a:cubicBezTo>
                  <a:close/>
                  <a:moveTo>
                    <a:pt x="876" y="81"/>
                  </a:moveTo>
                  <a:cubicBezTo>
                    <a:pt x="876" y="604"/>
                    <a:pt x="876" y="604"/>
                    <a:pt x="876" y="604"/>
                  </a:cubicBezTo>
                  <a:cubicBezTo>
                    <a:pt x="163" y="604"/>
                    <a:pt x="163" y="604"/>
                    <a:pt x="163" y="604"/>
                  </a:cubicBezTo>
                  <a:cubicBezTo>
                    <a:pt x="82" y="604"/>
                    <a:pt x="82" y="604"/>
                    <a:pt x="82" y="604"/>
                  </a:cubicBezTo>
                  <a:cubicBezTo>
                    <a:pt x="81" y="81"/>
                    <a:pt x="81" y="81"/>
                    <a:pt x="81" y="81"/>
                  </a:cubicBezTo>
                  <a:lnTo>
                    <a:pt x="876" y="81"/>
                  </a:lnTo>
                  <a:close/>
                  <a:moveTo>
                    <a:pt x="423" y="1160"/>
                  </a:moveTo>
                  <a:cubicBezTo>
                    <a:pt x="336" y="1160"/>
                    <a:pt x="265" y="1089"/>
                    <a:pt x="265" y="1002"/>
                  </a:cubicBezTo>
                  <a:cubicBezTo>
                    <a:pt x="265" y="915"/>
                    <a:pt x="336" y="844"/>
                    <a:pt x="423" y="844"/>
                  </a:cubicBezTo>
                  <a:cubicBezTo>
                    <a:pt x="511" y="844"/>
                    <a:pt x="582" y="915"/>
                    <a:pt x="582" y="1002"/>
                  </a:cubicBezTo>
                  <a:cubicBezTo>
                    <a:pt x="582" y="1089"/>
                    <a:pt x="511" y="1160"/>
                    <a:pt x="423" y="1160"/>
                  </a:cubicBezTo>
                  <a:close/>
                  <a:moveTo>
                    <a:pt x="425" y="766"/>
                  </a:moveTo>
                  <a:cubicBezTo>
                    <a:pt x="308" y="766"/>
                    <a:pt x="211" y="851"/>
                    <a:pt x="192" y="962"/>
                  </a:cubicBezTo>
                  <a:cubicBezTo>
                    <a:pt x="93" y="962"/>
                    <a:pt x="93" y="962"/>
                    <a:pt x="93" y="962"/>
                  </a:cubicBezTo>
                  <a:cubicBezTo>
                    <a:pt x="87" y="962"/>
                    <a:pt x="82" y="957"/>
                    <a:pt x="82" y="951"/>
                  </a:cubicBezTo>
                  <a:cubicBezTo>
                    <a:pt x="82" y="684"/>
                    <a:pt x="82" y="684"/>
                    <a:pt x="82" y="684"/>
                  </a:cubicBezTo>
                  <a:cubicBezTo>
                    <a:pt x="957" y="684"/>
                    <a:pt x="957" y="684"/>
                    <a:pt x="957" y="684"/>
                  </a:cubicBezTo>
                  <a:cubicBezTo>
                    <a:pt x="958" y="684"/>
                    <a:pt x="958" y="684"/>
                    <a:pt x="958" y="684"/>
                  </a:cubicBezTo>
                  <a:cubicBezTo>
                    <a:pt x="958" y="682"/>
                    <a:pt x="958" y="682"/>
                    <a:pt x="958" y="682"/>
                  </a:cubicBezTo>
                  <a:cubicBezTo>
                    <a:pt x="1631" y="682"/>
                    <a:pt x="1631" y="682"/>
                    <a:pt x="1631" y="682"/>
                  </a:cubicBezTo>
                  <a:cubicBezTo>
                    <a:pt x="1631" y="863"/>
                    <a:pt x="1631" y="863"/>
                    <a:pt x="1631" y="863"/>
                  </a:cubicBezTo>
                  <a:cubicBezTo>
                    <a:pt x="1594" y="863"/>
                    <a:pt x="1594" y="863"/>
                    <a:pt x="1594" y="863"/>
                  </a:cubicBezTo>
                  <a:cubicBezTo>
                    <a:pt x="1589" y="863"/>
                    <a:pt x="1584" y="868"/>
                    <a:pt x="1584" y="873"/>
                  </a:cubicBezTo>
                  <a:cubicBezTo>
                    <a:pt x="1584" y="962"/>
                    <a:pt x="1584" y="962"/>
                    <a:pt x="1584" y="962"/>
                  </a:cubicBezTo>
                  <a:cubicBezTo>
                    <a:pt x="1547" y="962"/>
                    <a:pt x="1547" y="962"/>
                    <a:pt x="1547" y="962"/>
                  </a:cubicBezTo>
                  <a:cubicBezTo>
                    <a:pt x="1528" y="851"/>
                    <a:pt x="1431" y="766"/>
                    <a:pt x="1315" y="766"/>
                  </a:cubicBezTo>
                  <a:cubicBezTo>
                    <a:pt x="1198" y="766"/>
                    <a:pt x="1101" y="851"/>
                    <a:pt x="1082" y="962"/>
                  </a:cubicBezTo>
                  <a:cubicBezTo>
                    <a:pt x="658" y="962"/>
                    <a:pt x="658" y="962"/>
                    <a:pt x="658" y="962"/>
                  </a:cubicBezTo>
                  <a:cubicBezTo>
                    <a:pt x="638" y="851"/>
                    <a:pt x="541" y="766"/>
                    <a:pt x="425" y="766"/>
                  </a:cubicBezTo>
                  <a:close/>
                  <a:moveTo>
                    <a:pt x="1315" y="1160"/>
                  </a:moveTo>
                  <a:cubicBezTo>
                    <a:pt x="1227" y="1160"/>
                    <a:pt x="1156" y="1089"/>
                    <a:pt x="1156" y="1002"/>
                  </a:cubicBezTo>
                  <a:cubicBezTo>
                    <a:pt x="1156" y="915"/>
                    <a:pt x="1227" y="844"/>
                    <a:pt x="1315" y="844"/>
                  </a:cubicBezTo>
                  <a:cubicBezTo>
                    <a:pt x="1402" y="844"/>
                    <a:pt x="1473" y="915"/>
                    <a:pt x="1473" y="1002"/>
                  </a:cubicBezTo>
                  <a:cubicBezTo>
                    <a:pt x="1473" y="1089"/>
                    <a:pt x="1402" y="1160"/>
                    <a:pt x="1315" y="11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4" name="Oval 10"/>
            <p:cNvSpPr>
              <a:spLocks noChangeArrowheads="1"/>
            </p:cNvSpPr>
            <p:nvPr/>
          </p:nvSpPr>
          <p:spPr bwMode="auto">
            <a:xfrm>
              <a:off x="7070726" y="5662613"/>
              <a:ext cx="207963" cy="2063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5" name="Oval 11"/>
            <p:cNvSpPr>
              <a:spLocks noChangeArrowheads="1"/>
            </p:cNvSpPr>
            <p:nvPr/>
          </p:nvSpPr>
          <p:spPr bwMode="auto">
            <a:xfrm>
              <a:off x="6092826" y="5662613"/>
              <a:ext cx="206375" cy="2063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4142540" y="3857835"/>
            <a:ext cx="352980" cy="338328"/>
            <a:chOff x="5151438" y="2524125"/>
            <a:chExt cx="1262063" cy="1209676"/>
          </a:xfrm>
          <a:solidFill>
            <a:schemeClr val="bg1"/>
          </a:solidFill>
        </p:grpSpPr>
        <p:sp>
          <p:nvSpPr>
            <p:cNvPr id="47" name="Freeform 11"/>
            <p:cNvSpPr/>
            <p:nvPr/>
          </p:nvSpPr>
          <p:spPr bwMode="auto">
            <a:xfrm>
              <a:off x="5545138" y="2524125"/>
              <a:ext cx="482600" cy="457200"/>
            </a:xfrm>
            <a:custGeom>
              <a:avLst/>
              <a:gdLst>
                <a:gd name="T0" fmla="*/ 100 w 192"/>
                <a:gd name="T1" fmla="*/ 150 h 182"/>
                <a:gd name="T2" fmla="*/ 93 w 192"/>
                <a:gd name="T3" fmla="*/ 150 h 182"/>
                <a:gd name="T4" fmla="*/ 40 w 192"/>
                <a:gd name="T5" fmla="*/ 181 h 182"/>
                <a:gd name="T6" fmla="*/ 37 w 192"/>
                <a:gd name="T7" fmla="*/ 179 h 182"/>
                <a:gd name="T8" fmla="*/ 51 w 192"/>
                <a:gd name="T9" fmla="*/ 119 h 182"/>
                <a:gd name="T10" fmla="*/ 48 w 192"/>
                <a:gd name="T11" fmla="*/ 113 h 182"/>
                <a:gd name="T12" fmla="*/ 2 w 192"/>
                <a:gd name="T13" fmla="*/ 72 h 182"/>
                <a:gd name="T14" fmla="*/ 3 w 192"/>
                <a:gd name="T15" fmla="*/ 69 h 182"/>
                <a:gd name="T16" fmla="*/ 64 w 192"/>
                <a:gd name="T17" fmla="*/ 63 h 182"/>
                <a:gd name="T18" fmla="*/ 70 w 192"/>
                <a:gd name="T19" fmla="*/ 59 h 182"/>
                <a:gd name="T20" fmla="*/ 95 w 192"/>
                <a:gd name="T21" fmla="*/ 2 h 182"/>
                <a:gd name="T22" fmla="*/ 98 w 192"/>
                <a:gd name="T23" fmla="*/ 2 h 182"/>
                <a:gd name="T24" fmla="*/ 122 w 192"/>
                <a:gd name="T25" fmla="*/ 59 h 182"/>
                <a:gd name="T26" fmla="*/ 128 w 192"/>
                <a:gd name="T27" fmla="*/ 63 h 182"/>
                <a:gd name="T28" fmla="*/ 189 w 192"/>
                <a:gd name="T29" fmla="*/ 69 h 182"/>
                <a:gd name="T30" fmla="*/ 190 w 192"/>
                <a:gd name="T31" fmla="*/ 72 h 182"/>
                <a:gd name="T32" fmla="*/ 144 w 192"/>
                <a:gd name="T33" fmla="*/ 113 h 182"/>
                <a:gd name="T34" fmla="*/ 142 w 192"/>
                <a:gd name="T35" fmla="*/ 119 h 182"/>
                <a:gd name="T36" fmla="*/ 155 w 192"/>
                <a:gd name="T37" fmla="*/ 179 h 182"/>
                <a:gd name="T38" fmla="*/ 153 w 192"/>
                <a:gd name="T39" fmla="*/ 181 h 182"/>
                <a:gd name="T40" fmla="*/ 100 w 192"/>
                <a:gd name="T41" fmla="*/ 15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92" h="182">
                  <a:moveTo>
                    <a:pt x="100" y="150"/>
                  </a:moveTo>
                  <a:cubicBezTo>
                    <a:pt x="98" y="149"/>
                    <a:pt x="95" y="149"/>
                    <a:pt x="93" y="150"/>
                  </a:cubicBezTo>
                  <a:cubicBezTo>
                    <a:pt x="40" y="181"/>
                    <a:pt x="40" y="181"/>
                    <a:pt x="40" y="181"/>
                  </a:cubicBezTo>
                  <a:cubicBezTo>
                    <a:pt x="38" y="182"/>
                    <a:pt x="37" y="182"/>
                    <a:pt x="37" y="179"/>
                  </a:cubicBezTo>
                  <a:cubicBezTo>
                    <a:pt x="51" y="119"/>
                    <a:pt x="51" y="119"/>
                    <a:pt x="51" y="119"/>
                  </a:cubicBezTo>
                  <a:cubicBezTo>
                    <a:pt x="51" y="117"/>
                    <a:pt x="50" y="114"/>
                    <a:pt x="48" y="113"/>
                  </a:cubicBezTo>
                  <a:cubicBezTo>
                    <a:pt x="2" y="72"/>
                    <a:pt x="2" y="72"/>
                    <a:pt x="2" y="72"/>
                  </a:cubicBezTo>
                  <a:cubicBezTo>
                    <a:pt x="0" y="70"/>
                    <a:pt x="1" y="69"/>
                    <a:pt x="3" y="69"/>
                  </a:cubicBezTo>
                  <a:cubicBezTo>
                    <a:pt x="64" y="63"/>
                    <a:pt x="64" y="63"/>
                    <a:pt x="64" y="63"/>
                  </a:cubicBezTo>
                  <a:cubicBezTo>
                    <a:pt x="67" y="63"/>
                    <a:pt x="69" y="61"/>
                    <a:pt x="70" y="59"/>
                  </a:cubicBezTo>
                  <a:cubicBezTo>
                    <a:pt x="95" y="2"/>
                    <a:pt x="95" y="2"/>
                    <a:pt x="95" y="2"/>
                  </a:cubicBezTo>
                  <a:cubicBezTo>
                    <a:pt x="95" y="0"/>
                    <a:pt x="97" y="0"/>
                    <a:pt x="98" y="2"/>
                  </a:cubicBezTo>
                  <a:cubicBezTo>
                    <a:pt x="122" y="59"/>
                    <a:pt x="122" y="59"/>
                    <a:pt x="122" y="59"/>
                  </a:cubicBezTo>
                  <a:cubicBezTo>
                    <a:pt x="123" y="61"/>
                    <a:pt x="126" y="63"/>
                    <a:pt x="128" y="63"/>
                  </a:cubicBezTo>
                  <a:cubicBezTo>
                    <a:pt x="189" y="69"/>
                    <a:pt x="189" y="69"/>
                    <a:pt x="189" y="69"/>
                  </a:cubicBezTo>
                  <a:cubicBezTo>
                    <a:pt x="192" y="69"/>
                    <a:pt x="192" y="70"/>
                    <a:pt x="190" y="72"/>
                  </a:cubicBezTo>
                  <a:cubicBezTo>
                    <a:pt x="144" y="113"/>
                    <a:pt x="144" y="113"/>
                    <a:pt x="144" y="113"/>
                  </a:cubicBezTo>
                  <a:cubicBezTo>
                    <a:pt x="142" y="114"/>
                    <a:pt x="141" y="117"/>
                    <a:pt x="142" y="119"/>
                  </a:cubicBezTo>
                  <a:cubicBezTo>
                    <a:pt x="155" y="179"/>
                    <a:pt x="155" y="179"/>
                    <a:pt x="155" y="179"/>
                  </a:cubicBezTo>
                  <a:cubicBezTo>
                    <a:pt x="156" y="182"/>
                    <a:pt x="155" y="182"/>
                    <a:pt x="153" y="181"/>
                  </a:cubicBezTo>
                  <a:lnTo>
                    <a:pt x="100" y="1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8" name="Freeform 12"/>
            <p:cNvSpPr/>
            <p:nvPr/>
          </p:nvSpPr>
          <p:spPr bwMode="auto">
            <a:xfrm>
              <a:off x="5932488" y="2805113"/>
              <a:ext cx="481013" cy="457200"/>
            </a:xfrm>
            <a:custGeom>
              <a:avLst/>
              <a:gdLst>
                <a:gd name="T0" fmla="*/ 100 w 192"/>
                <a:gd name="T1" fmla="*/ 150 h 182"/>
                <a:gd name="T2" fmla="*/ 93 w 192"/>
                <a:gd name="T3" fmla="*/ 150 h 182"/>
                <a:gd name="T4" fmla="*/ 40 w 192"/>
                <a:gd name="T5" fmla="*/ 181 h 182"/>
                <a:gd name="T6" fmla="*/ 37 w 192"/>
                <a:gd name="T7" fmla="*/ 179 h 182"/>
                <a:gd name="T8" fmla="*/ 51 w 192"/>
                <a:gd name="T9" fmla="*/ 119 h 182"/>
                <a:gd name="T10" fmla="*/ 48 w 192"/>
                <a:gd name="T11" fmla="*/ 112 h 182"/>
                <a:gd name="T12" fmla="*/ 2 w 192"/>
                <a:gd name="T13" fmla="*/ 72 h 182"/>
                <a:gd name="T14" fmla="*/ 3 w 192"/>
                <a:gd name="T15" fmla="*/ 69 h 182"/>
                <a:gd name="T16" fmla="*/ 65 w 192"/>
                <a:gd name="T17" fmla="*/ 63 h 182"/>
                <a:gd name="T18" fmla="*/ 70 w 192"/>
                <a:gd name="T19" fmla="*/ 59 h 182"/>
                <a:gd name="T20" fmla="*/ 95 w 192"/>
                <a:gd name="T21" fmla="*/ 2 h 182"/>
                <a:gd name="T22" fmla="*/ 98 w 192"/>
                <a:gd name="T23" fmla="*/ 2 h 182"/>
                <a:gd name="T24" fmla="*/ 122 w 192"/>
                <a:gd name="T25" fmla="*/ 59 h 182"/>
                <a:gd name="T26" fmla="*/ 128 w 192"/>
                <a:gd name="T27" fmla="*/ 63 h 182"/>
                <a:gd name="T28" fmla="*/ 189 w 192"/>
                <a:gd name="T29" fmla="*/ 69 h 182"/>
                <a:gd name="T30" fmla="*/ 190 w 192"/>
                <a:gd name="T31" fmla="*/ 72 h 182"/>
                <a:gd name="T32" fmla="*/ 144 w 192"/>
                <a:gd name="T33" fmla="*/ 112 h 182"/>
                <a:gd name="T34" fmla="*/ 142 w 192"/>
                <a:gd name="T35" fmla="*/ 119 h 182"/>
                <a:gd name="T36" fmla="*/ 155 w 192"/>
                <a:gd name="T37" fmla="*/ 179 h 182"/>
                <a:gd name="T38" fmla="*/ 153 w 192"/>
                <a:gd name="T39" fmla="*/ 181 h 182"/>
                <a:gd name="T40" fmla="*/ 100 w 192"/>
                <a:gd name="T41" fmla="*/ 15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92" h="182">
                  <a:moveTo>
                    <a:pt x="100" y="150"/>
                  </a:moveTo>
                  <a:cubicBezTo>
                    <a:pt x="98" y="148"/>
                    <a:pt x="95" y="148"/>
                    <a:pt x="93" y="150"/>
                  </a:cubicBezTo>
                  <a:cubicBezTo>
                    <a:pt x="40" y="181"/>
                    <a:pt x="40" y="181"/>
                    <a:pt x="40" y="181"/>
                  </a:cubicBezTo>
                  <a:cubicBezTo>
                    <a:pt x="38" y="182"/>
                    <a:pt x="37" y="181"/>
                    <a:pt x="37" y="179"/>
                  </a:cubicBezTo>
                  <a:cubicBezTo>
                    <a:pt x="51" y="119"/>
                    <a:pt x="51" y="119"/>
                    <a:pt x="51" y="119"/>
                  </a:cubicBezTo>
                  <a:cubicBezTo>
                    <a:pt x="51" y="117"/>
                    <a:pt x="50" y="114"/>
                    <a:pt x="48" y="112"/>
                  </a:cubicBezTo>
                  <a:cubicBezTo>
                    <a:pt x="2" y="72"/>
                    <a:pt x="2" y="72"/>
                    <a:pt x="2" y="72"/>
                  </a:cubicBezTo>
                  <a:cubicBezTo>
                    <a:pt x="0" y="70"/>
                    <a:pt x="1" y="69"/>
                    <a:pt x="3" y="69"/>
                  </a:cubicBezTo>
                  <a:cubicBezTo>
                    <a:pt x="65" y="63"/>
                    <a:pt x="65" y="63"/>
                    <a:pt x="65" y="63"/>
                  </a:cubicBezTo>
                  <a:cubicBezTo>
                    <a:pt x="67" y="63"/>
                    <a:pt x="69" y="61"/>
                    <a:pt x="70" y="59"/>
                  </a:cubicBezTo>
                  <a:cubicBezTo>
                    <a:pt x="95" y="2"/>
                    <a:pt x="95" y="2"/>
                    <a:pt x="95" y="2"/>
                  </a:cubicBezTo>
                  <a:cubicBezTo>
                    <a:pt x="96" y="0"/>
                    <a:pt x="97" y="0"/>
                    <a:pt x="98" y="2"/>
                  </a:cubicBezTo>
                  <a:cubicBezTo>
                    <a:pt x="122" y="59"/>
                    <a:pt x="122" y="59"/>
                    <a:pt x="122" y="59"/>
                  </a:cubicBezTo>
                  <a:cubicBezTo>
                    <a:pt x="123" y="61"/>
                    <a:pt x="126" y="63"/>
                    <a:pt x="128" y="63"/>
                  </a:cubicBezTo>
                  <a:cubicBezTo>
                    <a:pt x="189" y="69"/>
                    <a:pt x="189" y="69"/>
                    <a:pt x="189" y="69"/>
                  </a:cubicBezTo>
                  <a:cubicBezTo>
                    <a:pt x="192" y="69"/>
                    <a:pt x="192" y="70"/>
                    <a:pt x="190" y="72"/>
                  </a:cubicBezTo>
                  <a:cubicBezTo>
                    <a:pt x="144" y="112"/>
                    <a:pt x="144" y="112"/>
                    <a:pt x="144" y="112"/>
                  </a:cubicBezTo>
                  <a:cubicBezTo>
                    <a:pt x="142" y="114"/>
                    <a:pt x="141" y="117"/>
                    <a:pt x="142" y="119"/>
                  </a:cubicBezTo>
                  <a:cubicBezTo>
                    <a:pt x="155" y="179"/>
                    <a:pt x="155" y="179"/>
                    <a:pt x="155" y="179"/>
                  </a:cubicBezTo>
                  <a:cubicBezTo>
                    <a:pt x="156" y="181"/>
                    <a:pt x="155" y="182"/>
                    <a:pt x="153" y="181"/>
                  </a:cubicBezTo>
                  <a:lnTo>
                    <a:pt x="100" y="1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9" name="Freeform 13"/>
            <p:cNvSpPr/>
            <p:nvPr/>
          </p:nvSpPr>
          <p:spPr bwMode="auto">
            <a:xfrm>
              <a:off x="5151438" y="2805113"/>
              <a:ext cx="481013" cy="457200"/>
            </a:xfrm>
            <a:custGeom>
              <a:avLst/>
              <a:gdLst>
                <a:gd name="T0" fmla="*/ 100 w 192"/>
                <a:gd name="T1" fmla="*/ 150 h 182"/>
                <a:gd name="T2" fmla="*/ 93 w 192"/>
                <a:gd name="T3" fmla="*/ 150 h 182"/>
                <a:gd name="T4" fmla="*/ 40 w 192"/>
                <a:gd name="T5" fmla="*/ 181 h 182"/>
                <a:gd name="T6" fmla="*/ 37 w 192"/>
                <a:gd name="T7" fmla="*/ 179 h 182"/>
                <a:gd name="T8" fmla="*/ 51 w 192"/>
                <a:gd name="T9" fmla="*/ 119 h 182"/>
                <a:gd name="T10" fmla="*/ 48 w 192"/>
                <a:gd name="T11" fmla="*/ 112 h 182"/>
                <a:gd name="T12" fmla="*/ 2 w 192"/>
                <a:gd name="T13" fmla="*/ 72 h 182"/>
                <a:gd name="T14" fmla="*/ 3 w 192"/>
                <a:gd name="T15" fmla="*/ 69 h 182"/>
                <a:gd name="T16" fmla="*/ 64 w 192"/>
                <a:gd name="T17" fmla="*/ 63 h 182"/>
                <a:gd name="T18" fmla="*/ 70 w 192"/>
                <a:gd name="T19" fmla="*/ 59 h 182"/>
                <a:gd name="T20" fmla="*/ 95 w 192"/>
                <a:gd name="T21" fmla="*/ 2 h 182"/>
                <a:gd name="T22" fmla="*/ 98 w 192"/>
                <a:gd name="T23" fmla="*/ 2 h 182"/>
                <a:gd name="T24" fmla="*/ 122 w 192"/>
                <a:gd name="T25" fmla="*/ 59 h 182"/>
                <a:gd name="T26" fmla="*/ 128 w 192"/>
                <a:gd name="T27" fmla="*/ 63 h 182"/>
                <a:gd name="T28" fmla="*/ 189 w 192"/>
                <a:gd name="T29" fmla="*/ 69 h 182"/>
                <a:gd name="T30" fmla="*/ 190 w 192"/>
                <a:gd name="T31" fmla="*/ 72 h 182"/>
                <a:gd name="T32" fmla="*/ 144 w 192"/>
                <a:gd name="T33" fmla="*/ 112 h 182"/>
                <a:gd name="T34" fmla="*/ 142 w 192"/>
                <a:gd name="T35" fmla="*/ 119 h 182"/>
                <a:gd name="T36" fmla="*/ 155 w 192"/>
                <a:gd name="T37" fmla="*/ 179 h 182"/>
                <a:gd name="T38" fmla="*/ 153 w 192"/>
                <a:gd name="T39" fmla="*/ 181 h 182"/>
                <a:gd name="T40" fmla="*/ 100 w 192"/>
                <a:gd name="T41" fmla="*/ 15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92" h="182">
                  <a:moveTo>
                    <a:pt x="100" y="150"/>
                  </a:moveTo>
                  <a:cubicBezTo>
                    <a:pt x="98" y="148"/>
                    <a:pt x="95" y="148"/>
                    <a:pt x="93" y="150"/>
                  </a:cubicBezTo>
                  <a:cubicBezTo>
                    <a:pt x="40" y="181"/>
                    <a:pt x="40" y="181"/>
                    <a:pt x="40" y="181"/>
                  </a:cubicBezTo>
                  <a:cubicBezTo>
                    <a:pt x="38" y="182"/>
                    <a:pt x="36" y="181"/>
                    <a:pt x="37" y="179"/>
                  </a:cubicBezTo>
                  <a:cubicBezTo>
                    <a:pt x="51" y="119"/>
                    <a:pt x="51" y="119"/>
                    <a:pt x="51" y="119"/>
                  </a:cubicBezTo>
                  <a:cubicBezTo>
                    <a:pt x="51" y="117"/>
                    <a:pt x="50" y="114"/>
                    <a:pt x="48" y="112"/>
                  </a:cubicBezTo>
                  <a:cubicBezTo>
                    <a:pt x="2" y="72"/>
                    <a:pt x="2" y="72"/>
                    <a:pt x="2" y="72"/>
                  </a:cubicBezTo>
                  <a:cubicBezTo>
                    <a:pt x="0" y="70"/>
                    <a:pt x="1" y="69"/>
                    <a:pt x="3" y="69"/>
                  </a:cubicBezTo>
                  <a:cubicBezTo>
                    <a:pt x="64" y="63"/>
                    <a:pt x="64" y="63"/>
                    <a:pt x="64" y="63"/>
                  </a:cubicBezTo>
                  <a:cubicBezTo>
                    <a:pt x="67" y="63"/>
                    <a:pt x="69" y="61"/>
                    <a:pt x="70" y="59"/>
                  </a:cubicBezTo>
                  <a:cubicBezTo>
                    <a:pt x="95" y="2"/>
                    <a:pt x="95" y="2"/>
                    <a:pt x="95" y="2"/>
                  </a:cubicBezTo>
                  <a:cubicBezTo>
                    <a:pt x="95" y="0"/>
                    <a:pt x="97" y="0"/>
                    <a:pt x="98" y="2"/>
                  </a:cubicBezTo>
                  <a:cubicBezTo>
                    <a:pt x="122" y="59"/>
                    <a:pt x="122" y="59"/>
                    <a:pt x="122" y="59"/>
                  </a:cubicBezTo>
                  <a:cubicBezTo>
                    <a:pt x="123" y="61"/>
                    <a:pt x="126" y="63"/>
                    <a:pt x="128" y="63"/>
                  </a:cubicBezTo>
                  <a:cubicBezTo>
                    <a:pt x="189" y="69"/>
                    <a:pt x="189" y="69"/>
                    <a:pt x="189" y="69"/>
                  </a:cubicBezTo>
                  <a:cubicBezTo>
                    <a:pt x="192" y="69"/>
                    <a:pt x="192" y="70"/>
                    <a:pt x="190" y="72"/>
                  </a:cubicBezTo>
                  <a:cubicBezTo>
                    <a:pt x="144" y="112"/>
                    <a:pt x="144" y="112"/>
                    <a:pt x="144" y="112"/>
                  </a:cubicBezTo>
                  <a:cubicBezTo>
                    <a:pt x="142" y="114"/>
                    <a:pt x="141" y="117"/>
                    <a:pt x="142" y="119"/>
                  </a:cubicBezTo>
                  <a:cubicBezTo>
                    <a:pt x="155" y="179"/>
                    <a:pt x="155" y="179"/>
                    <a:pt x="155" y="179"/>
                  </a:cubicBezTo>
                  <a:cubicBezTo>
                    <a:pt x="156" y="181"/>
                    <a:pt x="155" y="182"/>
                    <a:pt x="153" y="181"/>
                  </a:cubicBezTo>
                  <a:lnTo>
                    <a:pt x="100" y="1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50" name="Freeform 14"/>
            <p:cNvSpPr/>
            <p:nvPr/>
          </p:nvSpPr>
          <p:spPr bwMode="auto">
            <a:xfrm>
              <a:off x="5788026" y="3275013"/>
              <a:ext cx="482600" cy="458788"/>
            </a:xfrm>
            <a:custGeom>
              <a:avLst/>
              <a:gdLst>
                <a:gd name="T0" fmla="*/ 99 w 192"/>
                <a:gd name="T1" fmla="*/ 150 h 183"/>
                <a:gd name="T2" fmla="*/ 92 w 192"/>
                <a:gd name="T3" fmla="*/ 150 h 183"/>
                <a:gd name="T4" fmla="*/ 39 w 192"/>
                <a:gd name="T5" fmla="*/ 181 h 183"/>
                <a:gd name="T6" fmla="*/ 37 w 192"/>
                <a:gd name="T7" fmla="*/ 179 h 183"/>
                <a:gd name="T8" fmla="*/ 50 w 192"/>
                <a:gd name="T9" fmla="*/ 119 h 183"/>
                <a:gd name="T10" fmla="*/ 48 w 192"/>
                <a:gd name="T11" fmla="*/ 113 h 183"/>
                <a:gd name="T12" fmla="*/ 2 w 192"/>
                <a:gd name="T13" fmla="*/ 72 h 183"/>
                <a:gd name="T14" fmla="*/ 3 w 192"/>
                <a:gd name="T15" fmla="*/ 69 h 183"/>
                <a:gd name="T16" fmla="*/ 64 w 192"/>
                <a:gd name="T17" fmla="*/ 63 h 183"/>
                <a:gd name="T18" fmla="*/ 70 w 192"/>
                <a:gd name="T19" fmla="*/ 59 h 183"/>
                <a:gd name="T20" fmla="*/ 94 w 192"/>
                <a:gd name="T21" fmla="*/ 2 h 183"/>
                <a:gd name="T22" fmla="*/ 97 w 192"/>
                <a:gd name="T23" fmla="*/ 2 h 183"/>
                <a:gd name="T24" fmla="*/ 122 w 192"/>
                <a:gd name="T25" fmla="*/ 59 h 183"/>
                <a:gd name="T26" fmla="*/ 128 w 192"/>
                <a:gd name="T27" fmla="*/ 63 h 183"/>
                <a:gd name="T28" fmla="*/ 189 w 192"/>
                <a:gd name="T29" fmla="*/ 69 h 183"/>
                <a:gd name="T30" fmla="*/ 190 w 192"/>
                <a:gd name="T31" fmla="*/ 72 h 183"/>
                <a:gd name="T32" fmla="*/ 144 w 192"/>
                <a:gd name="T33" fmla="*/ 113 h 183"/>
                <a:gd name="T34" fmla="*/ 141 w 192"/>
                <a:gd name="T35" fmla="*/ 119 h 183"/>
                <a:gd name="T36" fmla="*/ 155 w 192"/>
                <a:gd name="T37" fmla="*/ 179 h 183"/>
                <a:gd name="T38" fmla="*/ 152 w 192"/>
                <a:gd name="T39" fmla="*/ 181 h 183"/>
                <a:gd name="T40" fmla="*/ 99 w 192"/>
                <a:gd name="T41" fmla="*/ 150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92" h="183">
                  <a:moveTo>
                    <a:pt x="99" y="150"/>
                  </a:moveTo>
                  <a:cubicBezTo>
                    <a:pt x="97" y="149"/>
                    <a:pt x="94" y="149"/>
                    <a:pt x="92" y="150"/>
                  </a:cubicBezTo>
                  <a:cubicBezTo>
                    <a:pt x="39" y="181"/>
                    <a:pt x="39" y="181"/>
                    <a:pt x="39" y="181"/>
                  </a:cubicBezTo>
                  <a:cubicBezTo>
                    <a:pt x="37" y="183"/>
                    <a:pt x="36" y="182"/>
                    <a:pt x="37" y="179"/>
                  </a:cubicBezTo>
                  <a:cubicBezTo>
                    <a:pt x="50" y="119"/>
                    <a:pt x="50" y="119"/>
                    <a:pt x="50" y="119"/>
                  </a:cubicBezTo>
                  <a:cubicBezTo>
                    <a:pt x="51" y="117"/>
                    <a:pt x="50" y="114"/>
                    <a:pt x="48" y="113"/>
                  </a:cubicBezTo>
                  <a:cubicBezTo>
                    <a:pt x="2" y="72"/>
                    <a:pt x="2" y="72"/>
                    <a:pt x="2" y="72"/>
                  </a:cubicBezTo>
                  <a:cubicBezTo>
                    <a:pt x="0" y="70"/>
                    <a:pt x="0" y="69"/>
                    <a:pt x="3" y="69"/>
                  </a:cubicBezTo>
                  <a:cubicBezTo>
                    <a:pt x="64" y="63"/>
                    <a:pt x="64" y="63"/>
                    <a:pt x="64" y="63"/>
                  </a:cubicBezTo>
                  <a:cubicBezTo>
                    <a:pt x="66" y="63"/>
                    <a:pt x="69" y="61"/>
                    <a:pt x="70" y="59"/>
                  </a:cubicBezTo>
                  <a:cubicBezTo>
                    <a:pt x="94" y="2"/>
                    <a:pt x="94" y="2"/>
                    <a:pt x="94" y="2"/>
                  </a:cubicBezTo>
                  <a:cubicBezTo>
                    <a:pt x="95" y="0"/>
                    <a:pt x="97" y="0"/>
                    <a:pt x="97" y="2"/>
                  </a:cubicBezTo>
                  <a:cubicBezTo>
                    <a:pt x="122" y="59"/>
                    <a:pt x="122" y="59"/>
                    <a:pt x="122" y="59"/>
                  </a:cubicBezTo>
                  <a:cubicBezTo>
                    <a:pt x="123" y="61"/>
                    <a:pt x="125" y="63"/>
                    <a:pt x="128" y="63"/>
                  </a:cubicBezTo>
                  <a:cubicBezTo>
                    <a:pt x="189" y="69"/>
                    <a:pt x="189" y="69"/>
                    <a:pt x="189" y="69"/>
                  </a:cubicBezTo>
                  <a:cubicBezTo>
                    <a:pt x="191" y="69"/>
                    <a:pt x="192" y="70"/>
                    <a:pt x="190" y="72"/>
                  </a:cubicBezTo>
                  <a:cubicBezTo>
                    <a:pt x="144" y="113"/>
                    <a:pt x="144" y="113"/>
                    <a:pt x="144" y="113"/>
                  </a:cubicBezTo>
                  <a:cubicBezTo>
                    <a:pt x="142" y="114"/>
                    <a:pt x="141" y="117"/>
                    <a:pt x="141" y="119"/>
                  </a:cubicBezTo>
                  <a:cubicBezTo>
                    <a:pt x="155" y="179"/>
                    <a:pt x="155" y="179"/>
                    <a:pt x="155" y="179"/>
                  </a:cubicBezTo>
                  <a:cubicBezTo>
                    <a:pt x="156" y="182"/>
                    <a:pt x="154" y="183"/>
                    <a:pt x="152" y="181"/>
                  </a:cubicBezTo>
                  <a:lnTo>
                    <a:pt x="99" y="1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51" name="Freeform 15"/>
            <p:cNvSpPr/>
            <p:nvPr/>
          </p:nvSpPr>
          <p:spPr bwMode="auto">
            <a:xfrm>
              <a:off x="5303838" y="3275013"/>
              <a:ext cx="479425" cy="458788"/>
            </a:xfrm>
            <a:custGeom>
              <a:avLst/>
              <a:gdLst>
                <a:gd name="T0" fmla="*/ 99 w 191"/>
                <a:gd name="T1" fmla="*/ 150 h 183"/>
                <a:gd name="T2" fmla="*/ 92 w 191"/>
                <a:gd name="T3" fmla="*/ 150 h 183"/>
                <a:gd name="T4" fmla="*/ 39 w 191"/>
                <a:gd name="T5" fmla="*/ 181 h 183"/>
                <a:gd name="T6" fmla="*/ 36 w 191"/>
                <a:gd name="T7" fmla="*/ 179 h 183"/>
                <a:gd name="T8" fmla="*/ 50 w 191"/>
                <a:gd name="T9" fmla="*/ 119 h 183"/>
                <a:gd name="T10" fmla="*/ 48 w 191"/>
                <a:gd name="T11" fmla="*/ 113 h 183"/>
                <a:gd name="T12" fmla="*/ 1 w 191"/>
                <a:gd name="T13" fmla="*/ 72 h 183"/>
                <a:gd name="T14" fmla="*/ 2 w 191"/>
                <a:gd name="T15" fmla="*/ 69 h 183"/>
                <a:gd name="T16" fmla="*/ 64 w 191"/>
                <a:gd name="T17" fmla="*/ 63 h 183"/>
                <a:gd name="T18" fmla="*/ 70 w 191"/>
                <a:gd name="T19" fmla="*/ 59 h 183"/>
                <a:gd name="T20" fmla="*/ 94 w 191"/>
                <a:gd name="T21" fmla="*/ 2 h 183"/>
                <a:gd name="T22" fmla="*/ 97 w 191"/>
                <a:gd name="T23" fmla="*/ 2 h 183"/>
                <a:gd name="T24" fmla="*/ 122 w 191"/>
                <a:gd name="T25" fmla="*/ 59 h 183"/>
                <a:gd name="T26" fmla="*/ 127 w 191"/>
                <a:gd name="T27" fmla="*/ 63 h 183"/>
                <a:gd name="T28" fmla="*/ 189 w 191"/>
                <a:gd name="T29" fmla="*/ 69 h 183"/>
                <a:gd name="T30" fmla="*/ 190 w 191"/>
                <a:gd name="T31" fmla="*/ 72 h 183"/>
                <a:gd name="T32" fmla="*/ 143 w 191"/>
                <a:gd name="T33" fmla="*/ 113 h 183"/>
                <a:gd name="T34" fmla="*/ 141 w 191"/>
                <a:gd name="T35" fmla="*/ 119 h 183"/>
                <a:gd name="T36" fmla="*/ 155 w 191"/>
                <a:gd name="T37" fmla="*/ 179 h 183"/>
                <a:gd name="T38" fmla="*/ 152 w 191"/>
                <a:gd name="T39" fmla="*/ 181 h 183"/>
                <a:gd name="T40" fmla="*/ 99 w 191"/>
                <a:gd name="T41" fmla="*/ 150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91" h="183">
                  <a:moveTo>
                    <a:pt x="99" y="150"/>
                  </a:moveTo>
                  <a:cubicBezTo>
                    <a:pt x="97" y="149"/>
                    <a:pt x="94" y="149"/>
                    <a:pt x="92" y="150"/>
                  </a:cubicBezTo>
                  <a:cubicBezTo>
                    <a:pt x="39" y="181"/>
                    <a:pt x="39" y="181"/>
                    <a:pt x="39" y="181"/>
                  </a:cubicBezTo>
                  <a:cubicBezTo>
                    <a:pt x="37" y="183"/>
                    <a:pt x="36" y="182"/>
                    <a:pt x="36" y="179"/>
                  </a:cubicBezTo>
                  <a:cubicBezTo>
                    <a:pt x="50" y="119"/>
                    <a:pt x="50" y="119"/>
                    <a:pt x="50" y="119"/>
                  </a:cubicBezTo>
                  <a:cubicBezTo>
                    <a:pt x="50" y="117"/>
                    <a:pt x="49" y="114"/>
                    <a:pt x="48" y="113"/>
                  </a:cubicBezTo>
                  <a:cubicBezTo>
                    <a:pt x="1" y="72"/>
                    <a:pt x="1" y="72"/>
                    <a:pt x="1" y="72"/>
                  </a:cubicBezTo>
                  <a:cubicBezTo>
                    <a:pt x="0" y="70"/>
                    <a:pt x="0" y="69"/>
                    <a:pt x="2" y="69"/>
                  </a:cubicBezTo>
                  <a:cubicBezTo>
                    <a:pt x="64" y="63"/>
                    <a:pt x="64" y="63"/>
                    <a:pt x="64" y="63"/>
                  </a:cubicBezTo>
                  <a:cubicBezTo>
                    <a:pt x="66" y="63"/>
                    <a:pt x="69" y="61"/>
                    <a:pt x="70" y="59"/>
                  </a:cubicBezTo>
                  <a:cubicBezTo>
                    <a:pt x="94" y="2"/>
                    <a:pt x="94" y="2"/>
                    <a:pt x="94" y="2"/>
                  </a:cubicBezTo>
                  <a:cubicBezTo>
                    <a:pt x="95" y="0"/>
                    <a:pt x="96" y="0"/>
                    <a:pt x="97" y="2"/>
                  </a:cubicBezTo>
                  <a:cubicBezTo>
                    <a:pt x="122" y="59"/>
                    <a:pt x="122" y="59"/>
                    <a:pt x="122" y="59"/>
                  </a:cubicBezTo>
                  <a:cubicBezTo>
                    <a:pt x="122" y="61"/>
                    <a:pt x="125" y="63"/>
                    <a:pt x="127" y="63"/>
                  </a:cubicBezTo>
                  <a:cubicBezTo>
                    <a:pt x="189" y="69"/>
                    <a:pt x="189" y="69"/>
                    <a:pt x="189" y="69"/>
                  </a:cubicBezTo>
                  <a:cubicBezTo>
                    <a:pt x="191" y="69"/>
                    <a:pt x="191" y="70"/>
                    <a:pt x="190" y="72"/>
                  </a:cubicBezTo>
                  <a:cubicBezTo>
                    <a:pt x="143" y="113"/>
                    <a:pt x="143" y="113"/>
                    <a:pt x="143" y="113"/>
                  </a:cubicBezTo>
                  <a:cubicBezTo>
                    <a:pt x="142" y="114"/>
                    <a:pt x="141" y="117"/>
                    <a:pt x="141" y="119"/>
                  </a:cubicBezTo>
                  <a:cubicBezTo>
                    <a:pt x="155" y="179"/>
                    <a:pt x="155" y="179"/>
                    <a:pt x="155" y="179"/>
                  </a:cubicBezTo>
                  <a:cubicBezTo>
                    <a:pt x="155" y="182"/>
                    <a:pt x="154" y="183"/>
                    <a:pt x="152" y="181"/>
                  </a:cubicBezTo>
                  <a:lnTo>
                    <a:pt x="99" y="1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52" name="Freeform 153"/>
          <p:cNvSpPr/>
          <p:nvPr/>
        </p:nvSpPr>
        <p:spPr bwMode="auto">
          <a:xfrm>
            <a:off x="5946790" y="4979904"/>
            <a:ext cx="340835" cy="340835"/>
          </a:xfrm>
          <a:custGeom>
            <a:avLst/>
            <a:gdLst>
              <a:gd name="T0" fmla="*/ 50 w 62"/>
              <a:gd name="T1" fmla="*/ 49 h 62"/>
              <a:gd name="T2" fmla="*/ 44 w 62"/>
              <a:gd name="T3" fmla="*/ 54 h 62"/>
              <a:gd name="T4" fmla="*/ 24 w 62"/>
              <a:gd name="T5" fmla="*/ 54 h 62"/>
              <a:gd name="T6" fmla="*/ 21 w 62"/>
              <a:gd name="T7" fmla="*/ 50 h 62"/>
              <a:gd name="T8" fmla="*/ 24 w 62"/>
              <a:gd name="T9" fmla="*/ 42 h 62"/>
              <a:gd name="T10" fmla="*/ 56 w 62"/>
              <a:gd name="T11" fmla="*/ 42 h 62"/>
              <a:gd name="T12" fmla="*/ 62 w 62"/>
              <a:gd name="T13" fmla="*/ 14 h 62"/>
              <a:gd name="T14" fmla="*/ 11 w 62"/>
              <a:gd name="T15" fmla="*/ 7 h 62"/>
              <a:gd name="T16" fmla="*/ 7 w 62"/>
              <a:gd name="T17" fmla="*/ 5 h 62"/>
              <a:gd name="T18" fmla="*/ 7 w 62"/>
              <a:gd name="T19" fmla="*/ 4 h 62"/>
              <a:gd name="T20" fmla="*/ 4 w 62"/>
              <a:gd name="T21" fmla="*/ 0 h 62"/>
              <a:gd name="T22" fmla="*/ 0 w 62"/>
              <a:gd name="T23" fmla="*/ 4 h 62"/>
              <a:gd name="T24" fmla="*/ 4 w 62"/>
              <a:gd name="T25" fmla="*/ 8 h 62"/>
              <a:gd name="T26" fmla="*/ 4 w 62"/>
              <a:gd name="T27" fmla="*/ 8 h 62"/>
              <a:gd name="T28" fmla="*/ 9 w 62"/>
              <a:gd name="T29" fmla="*/ 11 h 62"/>
              <a:gd name="T30" fmla="*/ 17 w 62"/>
              <a:gd name="T31" fmla="*/ 42 h 62"/>
              <a:gd name="T32" fmla="*/ 19 w 62"/>
              <a:gd name="T33" fmla="*/ 42 h 62"/>
              <a:gd name="T34" fmla="*/ 17 w 62"/>
              <a:gd name="T35" fmla="*/ 49 h 62"/>
              <a:gd name="T36" fmla="*/ 17 w 62"/>
              <a:gd name="T37" fmla="*/ 49 h 62"/>
              <a:gd name="T38" fmla="*/ 10 w 62"/>
              <a:gd name="T39" fmla="*/ 55 h 62"/>
              <a:gd name="T40" fmla="*/ 17 w 62"/>
              <a:gd name="T41" fmla="*/ 62 h 62"/>
              <a:gd name="T42" fmla="*/ 23 w 62"/>
              <a:gd name="T43" fmla="*/ 58 h 62"/>
              <a:gd name="T44" fmla="*/ 44 w 62"/>
              <a:gd name="T45" fmla="*/ 58 h 62"/>
              <a:gd name="T46" fmla="*/ 50 w 62"/>
              <a:gd name="T47" fmla="*/ 62 h 62"/>
              <a:gd name="T48" fmla="*/ 57 w 62"/>
              <a:gd name="T49" fmla="*/ 55 h 62"/>
              <a:gd name="T50" fmla="*/ 50 w 62"/>
              <a:gd name="T51" fmla="*/ 49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62" h="62">
                <a:moveTo>
                  <a:pt x="50" y="49"/>
                </a:moveTo>
                <a:cubicBezTo>
                  <a:pt x="47" y="49"/>
                  <a:pt x="45" y="51"/>
                  <a:pt x="44" y="54"/>
                </a:cubicBezTo>
                <a:cubicBezTo>
                  <a:pt x="24" y="54"/>
                  <a:pt x="24" y="54"/>
                  <a:pt x="24" y="54"/>
                </a:cubicBezTo>
                <a:cubicBezTo>
                  <a:pt x="23" y="52"/>
                  <a:pt x="22" y="51"/>
                  <a:pt x="21" y="50"/>
                </a:cubicBezTo>
                <a:cubicBezTo>
                  <a:pt x="24" y="42"/>
                  <a:pt x="24" y="42"/>
                  <a:pt x="24" y="42"/>
                </a:cubicBezTo>
                <a:cubicBezTo>
                  <a:pt x="56" y="42"/>
                  <a:pt x="56" y="42"/>
                  <a:pt x="56" y="42"/>
                </a:cubicBezTo>
                <a:cubicBezTo>
                  <a:pt x="62" y="14"/>
                  <a:pt x="62" y="14"/>
                  <a:pt x="62" y="14"/>
                </a:cubicBezTo>
                <a:cubicBezTo>
                  <a:pt x="11" y="7"/>
                  <a:pt x="11" y="7"/>
                  <a:pt x="11" y="7"/>
                </a:cubicBezTo>
                <a:cubicBezTo>
                  <a:pt x="7" y="5"/>
                  <a:pt x="7" y="5"/>
                  <a:pt x="7" y="5"/>
                </a:cubicBezTo>
                <a:cubicBezTo>
                  <a:pt x="7" y="4"/>
                  <a:pt x="7" y="4"/>
                  <a:pt x="7" y="4"/>
                </a:cubicBezTo>
                <a:cubicBezTo>
                  <a:pt x="7" y="2"/>
                  <a:pt x="6" y="0"/>
                  <a:pt x="4" y="0"/>
                </a:cubicBezTo>
                <a:cubicBezTo>
                  <a:pt x="1" y="0"/>
                  <a:pt x="0" y="2"/>
                  <a:pt x="0" y="4"/>
                </a:cubicBezTo>
                <a:cubicBezTo>
                  <a:pt x="0" y="6"/>
                  <a:pt x="1" y="8"/>
                  <a:pt x="4" y="8"/>
                </a:cubicBezTo>
                <a:cubicBezTo>
                  <a:pt x="4" y="8"/>
                  <a:pt x="4" y="8"/>
                  <a:pt x="4" y="8"/>
                </a:cubicBezTo>
                <a:cubicBezTo>
                  <a:pt x="9" y="11"/>
                  <a:pt x="9" y="11"/>
                  <a:pt x="9" y="11"/>
                </a:cubicBezTo>
                <a:cubicBezTo>
                  <a:pt x="17" y="42"/>
                  <a:pt x="17" y="42"/>
                  <a:pt x="17" y="42"/>
                </a:cubicBezTo>
                <a:cubicBezTo>
                  <a:pt x="19" y="42"/>
                  <a:pt x="19" y="42"/>
                  <a:pt x="19" y="42"/>
                </a:cubicBezTo>
                <a:cubicBezTo>
                  <a:pt x="17" y="49"/>
                  <a:pt x="17" y="49"/>
                  <a:pt x="17" y="49"/>
                </a:cubicBezTo>
                <a:cubicBezTo>
                  <a:pt x="17" y="49"/>
                  <a:pt x="17" y="49"/>
                  <a:pt x="17" y="49"/>
                </a:cubicBezTo>
                <a:cubicBezTo>
                  <a:pt x="13" y="49"/>
                  <a:pt x="10" y="52"/>
                  <a:pt x="10" y="55"/>
                </a:cubicBezTo>
                <a:cubicBezTo>
                  <a:pt x="10" y="59"/>
                  <a:pt x="13" y="62"/>
                  <a:pt x="17" y="62"/>
                </a:cubicBezTo>
                <a:cubicBezTo>
                  <a:pt x="20" y="62"/>
                  <a:pt x="22" y="60"/>
                  <a:pt x="23" y="58"/>
                </a:cubicBezTo>
                <a:cubicBezTo>
                  <a:pt x="44" y="58"/>
                  <a:pt x="44" y="58"/>
                  <a:pt x="44" y="58"/>
                </a:cubicBezTo>
                <a:cubicBezTo>
                  <a:pt x="45" y="60"/>
                  <a:pt x="47" y="62"/>
                  <a:pt x="50" y="62"/>
                </a:cubicBezTo>
                <a:cubicBezTo>
                  <a:pt x="54" y="62"/>
                  <a:pt x="57" y="59"/>
                  <a:pt x="57" y="55"/>
                </a:cubicBezTo>
                <a:cubicBezTo>
                  <a:pt x="57" y="52"/>
                  <a:pt x="54" y="49"/>
                  <a:pt x="50" y="4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3" name="Freeform 51"/>
          <p:cNvSpPr>
            <a:spLocks noEditPoints="1"/>
          </p:cNvSpPr>
          <p:nvPr/>
        </p:nvSpPr>
        <p:spPr bwMode="auto">
          <a:xfrm>
            <a:off x="7062809" y="2152054"/>
            <a:ext cx="280603" cy="331755"/>
          </a:xfrm>
          <a:custGeom>
            <a:avLst/>
            <a:gdLst>
              <a:gd name="T0" fmla="*/ 576 w 576"/>
              <a:gd name="T1" fmla="*/ 493 h 681"/>
              <a:gd name="T2" fmla="*/ 576 w 576"/>
              <a:gd name="T3" fmla="*/ 186 h 681"/>
              <a:gd name="T4" fmla="*/ 288 w 576"/>
              <a:gd name="T5" fmla="*/ 0 h 681"/>
              <a:gd name="T6" fmla="*/ 0 w 576"/>
              <a:gd name="T7" fmla="*/ 186 h 681"/>
              <a:gd name="T8" fmla="*/ 0 w 576"/>
              <a:gd name="T9" fmla="*/ 493 h 681"/>
              <a:gd name="T10" fmla="*/ 288 w 576"/>
              <a:gd name="T11" fmla="*/ 681 h 681"/>
              <a:gd name="T12" fmla="*/ 576 w 576"/>
              <a:gd name="T13" fmla="*/ 493 h 681"/>
              <a:gd name="T14" fmla="*/ 532 w 576"/>
              <a:gd name="T15" fmla="*/ 203 h 681"/>
              <a:gd name="T16" fmla="*/ 290 w 576"/>
              <a:gd name="T17" fmla="*/ 362 h 681"/>
              <a:gd name="T18" fmla="*/ 191 w 576"/>
              <a:gd name="T19" fmla="*/ 297 h 681"/>
              <a:gd name="T20" fmla="*/ 432 w 576"/>
              <a:gd name="T21" fmla="*/ 138 h 681"/>
              <a:gd name="T22" fmla="*/ 532 w 576"/>
              <a:gd name="T23" fmla="*/ 203 h 681"/>
              <a:gd name="T24" fmla="*/ 138 w 576"/>
              <a:gd name="T25" fmla="*/ 260 h 681"/>
              <a:gd name="T26" fmla="*/ 47 w 576"/>
              <a:gd name="T27" fmla="*/ 201 h 681"/>
              <a:gd name="T28" fmla="*/ 288 w 576"/>
              <a:gd name="T29" fmla="*/ 44 h 681"/>
              <a:gd name="T30" fmla="*/ 378 w 576"/>
              <a:gd name="T31" fmla="*/ 103 h 681"/>
              <a:gd name="T32" fmla="*/ 138 w 576"/>
              <a:gd name="T33" fmla="*/ 260 h 681"/>
              <a:gd name="T34" fmla="*/ 38 w 576"/>
              <a:gd name="T35" fmla="*/ 472 h 681"/>
              <a:gd name="T36" fmla="*/ 38 w 576"/>
              <a:gd name="T37" fmla="*/ 223 h 681"/>
              <a:gd name="T38" fmla="*/ 128 w 576"/>
              <a:gd name="T39" fmla="*/ 281 h 681"/>
              <a:gd name="T40" fmla="*/ 128 w 576"/>
              <a:gd name="T41" fmla="*/ 389 h 681"/>
              <a:gd name="T42" fmla="*/ 182 w 576"/>
              <a:gd name="T43" fmla="*/ 419 h 681"/>
              <a:gd name="T44" fmla="*/ 182 w 576"/>
              <a:gd name="T45" fmla="*/ 317 h 681"/>
              <a:gd name="T46" fmla="*/ 277 w 576"/>
              <a:gd name="T47" fmla="*/ 379 h 681"/>
              <a:gd name="T48" fmla="*/ 277 w 576"/>
              <a:gd name="T49" fmla="*/ 628 h 681"/>
              <a:gd name="T50" fmla="*/ 38 w 576"/>
              <a:gd name="T51" fmla="*/ 472 h 681"/>
              <a:gd name="T52" fmla="*/ 297 w 576"/>
              <a:gd name="T53" fmla="*/ 380 h 681"/>
              <a:gd name="T54" fmla="*/ 539 w 576"/>
              <a:gd name="T55" fmla="*/ 223 h 681"/>
              <a:gd name="T56" fmla="*/ 539 w 576"/>
              <a:gd name="T57" fmla="*/ 472 h 681"/>
              <a:gd name="T58" fmla="*/ 297 w 576"/>
              <a:gd name="T59" fmla="*/ 631 h 681"/>
              <a:gd name="T60" fmla="*/ 297 w 576"/>
              <a:gd name="T61" fmla="*/ 380 h 6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576" h="681">
                <a:moveTo>
                  <a:pt x="576" y="493"/>
                </a:moveTo>
                <a:lnTo>
                  <a:pt x="576" y="186"/>
                </a:lnTo>
                <a:lnTo>
                  <a:pt x="288" y="0"/>
                </a:lnTo>
                <a:lnTo>
                  <a:pt x="0" y="186"/>
                </a:lnTo>
                <a:lnTo>
                  <a:pt x="0" y="493"/>
                </a:lnTo>
                <a:lnTo>
                  <a:pt x="288" y="681"/>
                </a:lnTo>
                <a:lnTo>
                  <a:pt x="576" y="493"/>
                </a:lnTo>
                <a:close/>
                <a:moveTo>
                  <a:pt x="532" y="203"/>
                </a:moveTo>
                <a:lnTo>
                  <a:pt x="290" y="362"/>
                </a:lnTo>
                <a:lnTo>
                  <a:pt x="191" y="297"/>
                </a:lnTo>
                <a:lnTo>
                  <a:pt x="432" y="138"/>
                </a:lnTo>
                <a:lnTo>
                  <a:pt x="532" y="203"/>
                </a:lnTo>
                <a:close/>
                <a:moveTo>
                  <a:pt x="138" y="260"/>
                </a:moveTo>
                <a:lnTo>
                  <a:pt x="47" y="201"/>
                </a:lnTo>
                <a:lnTo>
                  <a:pt x="288" y="44"/>
                </a:lnTo>
                <a:lnTo>
                  <a:pt x="378" y="103"/>
                </a:lnTo>
                <a:lnTo>
                  <a:pt x="138" y="260"/>
                </a:lnTo>
                <a:close/>
                <a:moveTo>
                  <a:pt x="38" y="472"/>
                </a:moveTo>
                <a:lnTo>
                  <a:pt x="38" y="223"/>
                </a:lnTo>
                <a:lnTo>
                  <a:pt x="128" y="281"/>
                </a:lnTo>
                <a:lnTo>
                  <a:pt x="128" y="389"/>
                </a:lnTo>
                <a:lnTo>
                  <a:pt x="182" y="419"/>
                </a:lnTo>
                <a:lnTo>
                  <a:pt x="182" y="317"/>
                </a:lnTo>
                <a:lnTo>
                  <a:pt x="277" y="379"/>
                </a:lnTo>
                <a:lnTo>
                  <a:pt x="277" y="628"/>
                </a:lnTo>
                <a:lnTo>
                  <a:pt x="38" y="472"/>
                </a:lnTo>
                <a:close/>
                <a:moveTo>
                  <a:pt x="297" y="380"/>
                </a:moveTo>
                <a:lnTo>
                  <a:pt x="539" y="223"/>
                </a:lnTo>
                <a:lnTo>
                  <a:pt x="539" y="472"/>
                </a:lnTo>
                <a:lnTo>
                  <a:pt x="297" y="631"/>
                </a:lnTo>
                <a:lnTo>
                  <a:pt x="297" y="38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500"/>
                            </p:stCondLst>
                            <p:childTnLst>
                              <p:par>
                                <p:cTn id="7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13" grpId="0" bldLvl="0" animBg="1"/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6" grpId="0" bldLvl="0" animBg="1"/>
      <p:bldP spid="17" grpId="0" bldLvl="0" animBg="1"/>
      <p:bldP spid="20" grpId="0" bldLvl="0" animBg="1"/>
      <p:bldP spid="21" grpId="0" bldLvl="0" animBg="1"/>
      <p:bldP spid="22" grpId="0" bldLvl="0" animBg="1"/>
      <p:bldP spid="23" grpId="0" bldLvl="0" animBg="1"/>
      <p:bldP spid="25" grpId="0" bldLvl="0" animBg="1"/>
      <p:bldP spid="26" grpId="0" bldLvl="0" animBg="1"/>
      <p:bldP spid="28" grpId="0" bldLvl="0" animBg="1"/>
      <p:bldP spid="29" grpId="0" bldLvl="0" animBg="1"/>
      <p:bldP spid="31" grpId="0"/>
      <p:bldP spid="33" grpId="0"/>
      <p:bldP spid="34" grpId="0"/>
      <p:bldP spid="35" grpId="0"/>
      <p:bldP spid="36" grpId="0"/>
      <p:bldP spid="52" grpId="0" bldLvl="0" animBg="1"/>
      <p:bldP spid="53" grpId="0" bldLvl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45761" y="623789"/>
            <a:ext cx="10515600" cy="911682"/>
          </a:xfrm>
        </p:spPr>
        <p:txBody>
          <a:bodyPr/>
          <a:lstStyle/>
          <a:p>
            <a:r>
              <a:rPr lang="id-ID" dirty="0"/>
              <a:t>Gantt Chart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845761" y="1341975"/>
            <a:ext cx="10515600" cy="366712"/>
          </a:xfrm>
        </p:spPr>
        <p:txBody>
          <a:bodyPr>
            <a:normAutofit fontScale="77500" lnSpcReduction="20000"/>
          </a:bodyPr>
          <a:lstStyle/>
          <a:p>
            <a:r>
              <a:rPr lang="id-ID" dirty="0"/>
              <a:t>Progress Review</a:t>
            </a:r>
            <a:endParaRPr lang="id-ID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45831" y="3014919"/>
          <a:ext cx="11164765" cy="223890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09592"/>
                <a:gridCol w="367645"/>
                <a:gridCol w="358219"/>
                <a:gridCol w="367645"/>
                <a:gridCol w="339365"/>
                <a:gridCol w="348792"/>
                <a:gridCol w="358218"/>
                <a:gridCol w="358219"/>
                <a:gridCol w="358218"/>
                <a:gridCol w="339365"/>
                <a:gridCol w="358219"/>
                <a:gridCol w="348792"/>
                <a:gridCol w="358218"/>
                <a:gridCol w="367646"/>
                <a:gridCol w="348791"/>
                <a:gridCol w="348792"/>
                <a:gridCol w="367645"/>
                <a:gridCol w="367646"/>
                <a:gridCol w="329938"/>
                <a:gridCol w="367645"/>
                <a:gridCol w="339365"/>
                <a:gridCol w="377072"/>
                <a:gridCol w="348792"/>
                <a:gridCol w="348792"/>
                <a:gridCol w="358218"/>
                <a:gridCol w="358219"/>
                <a:gridCol w="358219"/>
                <a:gridCol w="339364"/>
                <a:gridCol w="368114"/>
              </a:tblGrid>
              <a:tr h="319843">
                <a:tc>
                  <a:txBody>
                    <a:bodyPr/>
                    <a:lstStyle/>
                    <a:p>
                      <a:pPr algn="l"/>
                      <a:r>
                        <a:rPr lang="pl-PL" sz="1300" b="0" cap="none" spc="0" dirty="0">
                          <a:ln w="0"/>
                          <a:solidFill>
                            <a:schemeClr val="bg1"/>
                          </a:solidFill>
                          <a:effectLst/>
                          <a:latin typeface="Aa楷体" panose="02000500000000000000" pitchFamily="2" charset="-122"/>
                        </a:rPr>
                        <a:t>Step One</a:t>
                      </a:r>
                      <a:endParaRPr lang="pl-PL" sz="13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</a:tr>
              <a:tr h="319843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l-PL" sz="1300" b="0" cap="none" spc="0" dirty="0">
                          <a:ln w="0"/>
                          <a:solidFill>
                            <a:schemeClr val="bg1"/>
                          </a:solidFill>
                          <a:effectLst/>
                          <a:latin typeface="Aa楷体" panose="02000500000000000000" pitchFamily="2" charset="-122"/>
                        </a:rPr>
                        <a:t>Step Two</a:t>
                      </a:r>
                      <a:endParaRPr lang="pl-PL" sz="13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</a:tr>
              <a:tr h="319843">
                <a:tc>
                  <a:txBody>
                    <a:bodyPr/>
                    <a:lstStyle/>
                    <a:p>
                      <a:pPr algn="l"/>
                      <a:r>
                        <a:rPr lang="pl-PL" sz="1300" b="0" cap="none" spc="0" dirty="0">
                          <a:ln w="0"/>
                          <a:solidFill>
                            <a:schemeClr val="bg1"/>
                          </a:solidFill>
                          <a:effectLst/>
                          <a:latin typeface="Aa楷体" panose="02000500000000000000" pitchFamily="2" charset="-122"/>
                        </a:rPr>
                        <a:t>Step Three</a:t>
                      </a:r>
                      <a:endParaRPr lang="pl-PL" sz="13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</a:tr>
              <a:tr h="319843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l-PL" sz="1300" b="0" cap="none" spc="0" dirty="0">
                          <a:ln w="0"/>
                          <a:solidFill>
                            <a:schemeClr val="bg1"/>
                          </a:solidFill>
                          <a:effectLst/>
                          <a:latin typeface="Aa楷体" panose="02000500000000000000" pitchFamily="2" charset="-122"/>
                        </a:rPr>
                        <a:t>Step Four</a:t>
                      </a:r>
                      <a:endParaRPr lang="pl-PL" sz="13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</a:tr>
              <a:tr h="319843">
                <a:tc>
                  <a:txBody>
                    <a:bodyPr/>
                    <a:lstStyle/>
                    <a:p>
                      <a:pPr algn="l"/>
                      <a:r>
                        <a:rPr lang="pl-PL" sz="1300" b="0" cap="none" spc="0" dirty="0">
                          <a:ln w="0"/>
                          <a:solidFill>
                            <a:schemeClr val="bg1"/>
                          </a:solidFill>
                          <a:effectLst/>
                          <a:latin typeface="Aa楷体" panose="02000500000000000000" pitchFamily="2" charset="-122"/>
                        </a:rPr>
                        <a:t>Step Five</a:t>
                      </a:r>
                      <a:endParaRPr lang="pl-PL" sz="13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</a:tr>
              <a:tr h="319843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l-PL" sz="1300" b="0" cap="none" spc="0" dirty="0">
                          <a:ln w="0"/>
                          <a:solidFill>
                            <a:schemeClr val="bg1"/>
                          </a:solidFill>
                          <a:effectLst/>
                          <a:latin typeface="Aa楷体" panose="02000500000000000000" pitchFamily="2" charset="-122"/>
                        </a:rPr>
                        <a:t>Step Six</a:t>
                      </a:r>
                      <a:endParaRPr lang="pl-PL" sz="13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</a:tr>
              <a:tr h="319843">
                <a:tc>
                  <a:txBody>
                    <a:bodyPr/>
                    <a:lstStyle/>
                    <a:p>
                      <a:pPr algn="l"/>
                      <a:r>
                        <a:rPr lang="pl-PL" sz="1300" b="0" cap="none" spc="0" dirty="0">
                          <a:ln w="0"/>
                          <a:solidFill>
                            <a:schemeClr val="bg1"/>
                          </a:solidFill>
                          <a:effectLst/>
                          <a:latin typeface="Aa楷体" panose="02000500000000000000" pitchFamily="2" charset="-122"/>
                        </a:rPr>
                        <a:t>Step Seven</a:t>
                      </a:r>
                      <a:endParaRPr lang="pl-PL" sz="13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66011" y="2142592"/>
          <a:ext cx="9944116" cy="779749"/>
        </p:xfrm>
        <a:graphic>
          <a:graphicData uri="http://schemas.openxmlformats.org/drawingml/2006/table">
            <a:tbl>
              <a:tblPr firstRow="1" bandRow="1">
                <a:effectLst/>
                <a:tableStyleId>{2D5ABB26-0587-4C30-8999-92F81FD0307C}</a:tableStyleId>
              </a:tblPr>
              <a:tblGrid>
                <a:gridCol w="355147"/>
                <a:gridCol w="355147"/>
                <a:gridCol w="355147"/>
                <a:gridCol w="355147"/>
                <a:gridCol w="355147"/>
                <a:gridCol w="355147"/>
                <a:gridCol w="355147"/>
                <a:gridCol w="355147"/>
                <a:gridCol w="355147"/>
                <a:gridCol w="355147"/>
                <a:gridCol w="355147"/>
                <a:gridCol w="355147"/>
                <a:gridCol w="355147"/>
                <a:gridCol w="355147"/>
                <a:gridCol w="355147"/>
                <a:gridCol w="355147"/>
                <a:gridCol w="355147"/>
                <a:gridCol w="355147"/>
                <a:gridCol w="355147"/>
                <a:gridCol w="355147"/>
                <a:gridCol w="355147"/>
                <a:gridCol w="355147"/>
                <a:gridCol w="355147"/>
                <a:gridCol w="355147"/>
                <a:gridCol w="355147"/>
                <a:gridCol w="355147"/>
                <a:gridCol w="355147"/>
                <a:gridCol w="355147"/>
              </a:tblGrid>
              <a:tr h="427688">
                <a:tc gridSpan="7">
                  <a:txBody>
                    <a:bodyPr/>
                    <a:lstStyle/>
                    <a:p>
                      <a:pPr algn="ctr"/>
                      <a:r>
                        <a:rPr lang="id-ID" sz="1600" b="1" cap="none" spc="0" dirty="0">
                          <a:ln w="0"/>
                          <a:solidFill>
                            <a:schemeClr val="bg1"/>
                          </a:solidFill>
                          <a:effectLst/>
                          <a:latin typeface="Aa楷体" panose="02000500000000000000" pitchFamily="2" charset="-122"/>
                        </a:rPr>
                        <a:t>1st Week</a:t>
                      </a:r>
                      <a:endParaRPr lang="pl-PL" sz="1600" b="1" cap="none" spc="0" dirty="0">
                        <a:ln w="0"/>
                        <a:solidFill>
                          <a:schemeClr val="bg1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d-ID" sz="1600" b="1" cap="none" spc="0" dirty="0">
                          <a:ln w="0"/>
                          <a:solidFill>
                            <a:schemeClr val="bg1"/>
                          </a:solidFill>
                          <a:effectLst/>
                          <a:latin typeface="Aa楷体" panose="02000500000000000000" pitchFamily="2" charset="-122"/>
                        </a:rPr>
                        <a:t>2nd Week</a:t>
                      </a:r>
                      <a:endParaRPr lang="pl-PL" sz="1600" b="1" cap="none" spc="0" dirty="0">
                        <a:ln w="0"/>
                        <a:solidFill>
                          <a:schemeClr val="bg1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 hMerge="1"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 hMerge="1"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 hMerge="1"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d-ID" sz="1600" b="1" cap="none" spc="0" dirty="0">
                          <a:ln w="0"/>
                          <a:solidFill>
                            <a:schemeClr val="bg1"/>
                          </a:solidFill>
                          <a:effectLst/>
                          <a:latin typeface="Aa楷体" panose="02000500000000000000" pitchFamily="2" charset="-122"/>
                        </a:rPr>
                        <a:t>3rd Week</a:t>
                      </a:r>
                      <a:endParaRPr lang="pl-PL" sz="1600" b="1" cap="none" spc="0" dirty="0">
                        <a:ln w="0"/>
                        <a:solidFill>
                          <a:schemeClr val="bg1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 hMerge="1"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 hMerge="1"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hMerge="1"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hMerge="1"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d-ID" sz="1600" b="1" cap="none" spc="0" dirty="0">
                          <a:ln w="0"/>
                          <a:solidFill>
                            <a:schemeClr val="bg1"/>
                          </a:solidFill>
                          <a:effectLst/>
                          <a:latin typeface="Aa楷体" panose="02000500000000000000" pitchFamily="2" charset="-122"/>
                        </a:rPr>
                        <a:t>4th</a:t>
                      </a:r>
                      <a:r>
                        <a:rPr lang="id-ID" sz="1600" b="1" cap="none" spc="0" baseline="0" dirty="0">
                          <a:ln w="0"/>
                          <a:solidFill>
                            <a:schemeClr val="bg1"/>
                          </a:solidFill>
                          <a:effectLst/>
                          <a:latin typeface="Aa楷体" panose="02000500000000000000" pitchFamily="2" charset="-122"/>
                        </a:rPr>
                        <a:t> Week</a:t>
                      </a:r>
                      <a:endParaRPr lang="pl-PL" sz="1600" b="1" cap="none" spc="0" dirty="0">
                        <a:ln w="0"/>
                        <a:solidFill>
                          <a:schemeClr val="bg1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hMerge="1"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hMerge="1"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hMerge="1"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hMerge="1"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hMerge="1"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hMerge="1"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</a:tr>
              <a:tr h="352061">
                <a:tc>
                  <a:txBody>
                    <a:bodyPr/>
                    <a:lstStyle/>
                    <a:p>
                      <a:pPr algn="ctr"/>
                      <a:r>
                        <a:rPr lang="id-ID" sz="1500" b="0" cap="none" spc="0" dirty="0">
                          <a:ln w="0"/>
                          <a:solidFill>
                            <a:schemeClr val="tx2"/>
                          </a:solidFill>
                          <a:effectLst/>
                          <a:latin typeface="Aa楷体" panose="02000500000000000000" pitchFamily="2" charset="-122"/>
                        </a:rPr>
                        <a:t>1</a:t>
                      </a:r>
                      <a:endParaRPr lang="pl-PL" sz="1500" b="0" cap="none" spc="0" dirty="0">
                        <a:ln w="0"/>
                        <a:solidFill>
                          <a:schemeClr val="tx2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500" b="0" cap="none" spc="0" dirty="0">
                          <a:ln w="0"/>
                          <a:solidFill>
                            <a:schemeClr val="tx2"/>
                          </a:solidFill>
                          <a:effectLst/>
                          <a:latin typeface="Aa楷体" panose="02000500000000000000" pitchFamily="2" charset="-122"/>
                        </a:rPr>
                        <a:t>2</a:t>
                      </a:r>
                      <a:endParaRPr lang="pl-PL" sz="1500" b="0" cap="none" spc="0" dirty="0">
                        <a:ln w="0"/>
                        <a:solidFill>
                          <a:schemeClr val="tx2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500" b="0" cap="none" spc="0" dirty="0">
                          <a:ln w="0"/>
                          <a:solidFill>
                            <a:schemeClr val="tx2"/>
                          </a:solidFill>
                          <a:effectLst/>
                          <a:latin typeface="Aa楷体" panose="02000500000000000000" pitchFamily="2" charset="-122"/>
                        </a:rPr>
                        <a:t>3</a:t>
                      </a:r>
                      <a:endParaRPr lang="pl-PL" sz="1500" b="0" cap="none" spc="0" dirty="0">
                        <a:ln w="0"/>
                        <a:solidFill>
                          <a:schemeClr val="tx2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500" b="0" cap="none" spc="0" dirty="0">
                          <a:ln w="0"/>
                          <a:solidFill>
                            <a:schemeClr val="tx2"/>
                          </a:solidFill>
                          <a:effectLst/>
                          <a:latin typeface="Aa楷体" panose="02000500000000000000" pitchFamily="2" charset="-122"/>
                        </a:rPr>
                        <a:t>4</a:t>
                      </a:r>
                      <a:endParaRPr lang="pl-PL" sz="1500" b="0" cap="none" spc="0" dirty="0">
                        <a:ln w="0"/>
                        <a:solidFill>
                          <a:schemeClr val="tx2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500" b="0" cap="none" spc="0" dirty="0">
                          <a:ln w="0"/>
                          <a:solidFill>
                            <a:schemeClr val="tx2"/>
                          </a:solidFill>
                          <a:effectLst/>
                          <a:latin typeface="Aa楷体" panose="02000500000000000000" pitchFamily="2" charset="-122"/>
                        </a:rPr>
                        <a:t>5</a:t>
                      </a:r>
                      <a:endParaRPr lang="pl-PL" sz="1500" b="0" cap="none" spc="0" dirty="0">
                        <a:ln w="0"/>
                        <a:solidFill>
                          <a:schemeClr val="tx2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500" b="0" cap="none" spc="0" dirty="0">
                          <a:ln w="0"/>
                          <a:solidFill>
                            <a:schemeClr val="tx2"/>
                          </a:solidFill>
                          <a:effectLst/>
                          <a:latin typeface="Aa楷体" panose="02000500000000000000" pitchFamily="2" charset="-122"/>
                        </a:rPr>
                        <a:t>6</a:t>
                      </a:r>
                      <a:endParaRPr lang="pl-PL" sz="1500" b="0" cap="none" spc="0" dirty="0">
                        <a:ln w="0"/>
                        <a:solidFill>
                          <a:schemeClr val="tx2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500" b="0" cap="none" spc="0" dirty="0">
                          <a:ln w="0"/>
                          <a:solidFill>
                            <a:schemeClr val="tx2"/>
                          </a:solidFill>
                          <a:effectLst/>
                          <a:latin typeface="Aa楷体" panose="02000500000000000000" pitchFamily="2" charset="-122"/>
                        </a:rPr>
                        <a:t>7</a:t>
                      </a:r>
                      <a:endParaRPr lang="pl-PL" sz="1500" b="0" cap="none" spc="0" dirty="0">
                        <a:ln w="0"/>
                        <a:solidFill>
                          <a:schemeClr val="tx2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500" b="0" cap="none" spc="0" dirty="0">
                          <a:ln w="0"/>
                          <a:solidFill>
                            <a:schemeClr val="tx2"/>
                          </a:solidFill>
                          <a:effectLst/>
                          <a:latin typeface="Aa楷体" panose="02000500000000000000" pitchFamily="2" charset="-122"/>
                        </a:rPr>
                        <a:t>1</a:t>
                      </a:r>
                      <a:endParaRPr lang="pl-PL" sz="1500" b="0" cap="none" spc="0" dirty="0">
                        <a:ln w="0"/>
                        <a:solidFill>
                          <a:schemeClr val="tx2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500" b="0" cap="none" spc="0" dirty="0">
                          <a:ln w="0"/>
                          <a:solidFill>
                            <a:schemeClr val="tx2"/>
                          </a:solidFill>
                          <a:effectLst/>
                          <a:latin typeface="Aa楷体" panose="02000500000000000000" pitchFamily="2" charset="-122"/>
                        </a:rPr>
                        <a:t>2</a:t>
                      </a:r>
                      <a:endParaRPr lang="pl-PL" sz="1500" b="0" cap="none" spc="0" dirty="0">
                        <a:ln w="0"/>
                        <a:solidFill>
                          <a:schemeClr val="tx2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500" b="0" cap="none" spc="0" dirty="0">
                          <a:ln w="0"/>
                          <a:solidFill>
                            <a:schemeClr val="tx2"/>
                          </a:solidFill>
                          <a:effectLst/>
                          <a:latin typeface="Aa楷体" panose="02000500000000000000" pitchFamily="2" charset="-122"/>
                        </a:rPr>
                        <a:t>3</a:t>
                      </a:r>
                      <a:endParaRPr lang="pl-PL" sz="1500" b="0" cap="none" spc="0" dirty="0">
                        <a:ln w="0"/>
                        <a:solidFill>
                          <a:schemeClr val="tx2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500" b="0" cap="none" spc="0" dirty="0">
                          <a:ln w="0"/>
                          <a:solidFill>
                            <a:schemeClr val="tx2"/>
                          </a:solidFill>
                          <a:effectLst/>
                          <a:latin typeface="Aa楷体" panose="02000500000000000000" pitchFamily="2" charset="-122"/>
                        </a:rPr>
                        <a:t>4</a:t>
                      </a:r>
                      <a:endParaRPr lang="pl-PL" sz="1500" b="0" cap="none" spc="0" dirty="0">
                        <a:ln w="0"/>
                        <a:solidFill>
                          <a:schemeClr val="tx2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500" b="0" cap="none" spc="0" dirty="0">
                          <a:ln w="0"/>
                          <a:solidFill>
                            <a:schemeClr val="tx2"/>
                          </a:solidFill>
                          <a:effectLst/>
                          <a:latin typeface="Aa楷体" panose="02000500000000000000" pitchFamily="2" charset="-122"/>
                        </a:rPr>
                        <a:t>5</a:t>
                      </a:r>
                      <a:endParaRPr lang="pl-PL" sz="1500" b="0" cap="none" spc="0" dirty="0">
                        <a:ln w="0"/>
                        <a:solidFill>
                          <a:schemeClr val="tx2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500" b="0" cap="none" spc="0" dirty="0">
                          <a:ln w="0"/>
                          <a:solidFill>
                            <a:schemeClr val="tx2"/>
                          </a:solidFill>
                          <a:effectLst/>
                          <a:latin typeface="Aa楷体" panose="02000500000000000000" pitchFamily="2" charset="-122"/>
                        </a:rPr>
                        <a:t>6</a:t>
                      </a:r>
                      <a:endParaRPr lang="pl-PL" sz="1500" b="0" cap="none" spc="0" dirty="0">
                        <a:ln w="0"/>
                        <a:solidFill>
                          <a:schemeClr val="tx2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500" b="0" cap="none" spc="0" dirty="0">
                          <a:ln w="0"/>
                          <a:solidFill>
                            <a:schemeClr val="tx2"/>
                          </a:solidFill>
                          <a:effectLst/>
                          <a:latin typeface="Aa楷体" panose="02000500000000000000" pitchFamily="2" charset="-122"/>
                        </a:rPr>
                        <a:t>7</a:t>
                      </a:r>
                      <a:endParaRPr lang="pl-PL" sz="1500" b="0" cap="none" spc="0" dirty="0">
                        <a:ln w="0"/>
                        <a:solidFill>
                          <a:schemeClr val="tx2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500" b="0" cap="none" spc="0" dirty="0">
                          <a:ln w="0"/>
                          <a:solidFill>
                            <a:schemeClr val="tx2"/>
                          </a:solidFill>
                          <a:effectLst/>
                          <a:latin typeface="Aa楷体" panose="02000500000000000000" pitchFamily="2" charset="-122"/>
                        </a:rPr>
                        <a:t>1</a:t>
                      </a:r>
                      <a:endParaRPr lang="pl-PL" sz="1500" b="0" cap="none" spc="0" dirty="0">
                        <a:ln w="0"/>
                        <a:solidFill>
                          <a:schemeClr val="tx2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500" b="0" cap="none" spc="0" dirty="0">
                          <a:ln w="0"/>
                          <a:solidFill>
                            <a:schemeClr val="tx2"/>
                          </a:solidFill>
                          <a:effectLst/>
                          <a:latin typeface="Aa楷体" panose="02000500000000000000" pitchFamily="2" charset="-122"/>
                        </a:rPr>
                        <a:t>2</a:t>
                      </a:r>
                      <a:endParaRPr lang="pl-PL" sz="1500" b="0" cap="none" spc="0" dirty="0">
                        <a:ln w="0"/>
                        <a:solidFill>
                          <a:schemeClr val="tx2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500" b="0" cap="none" spc="0" dirty="0">
                          <a:ln w="0"/>
                          <a:solidFill>
                            <a:schemeClr val="tx2"/>
                          </a:solidFill>
                          <a:effectLst/>
                          <a:latin typeface="Aa楷体" panose="02000500000000000000" pitchFamily="2" charset="-122"/>
                        </a:rPr>
                        <a:t>3</a:t>
                      </a:r>
                      <a:endParaRPr lang="pl-PL" sz="1500" b="0" cap="none" spc="0" dirty="0">
                        <a:ln w="0"/>
                        <a:solidFill>
                          <a:schemeClr val="tx2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500" b="0" cap="none" spc="0" dirty="0">
                          <a:ln w="0"/>
                          <a:solidFill>
                            <a:schemeClr val="tx2"/>
                          </a:solidFill>
                          <a:effectLst/>
                          <a:latin typeface="Aa楷体" panose="02000500000000000000" pitchFamily="2" charset="-122"/>
                        </a:rPr>
                        <a:t>4</a:t>
                      </a:r>
                      <a:endParaRPr lang="pl-PL" sz="1500" b="0" cap="none" spc="0" dirty="0">
                        <a:ln w="0"/>
                        <a:solidFill>
                          <a:schemeClr val="tx2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500" b="0" cap="none" spc="0" dirty="0">
                          <a:ln w="0"/>
                          <a:solidFill>
                            <a:schemeClr val="tx2"/>
                          </a:solidFill>
                          <a:effectLst/>
                          <a:latin typeface="Aa楷体" panose="02000500000000000000" pitchFamily="2" charset="-122"/>
                        </a:rPr>
                        <a:t>5</a:t>
                      </a:r>
                      <a:endParaRPr lang="pl-PL" sz="1500" b="0" cap="none" spc="0" dirty="0">
                        <a:ln w="0"/>
                        <a:solidFill>
                          <a:schemeClr val="tx2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500" b="0" cap="none" spc="0" dirty="0">
                          <a:ln w="0"/>
                          <a:solidFill>
                            <a:schemeClr val="tx2"/>
                          </a:solidFill>
                          <a:effectLst/>
                          <a:latin typeface="Aa楷体" panose="02000500000000000000" pitchFamily="2" charset="-122"/>
                        </a:rPr>
                        <a:t>6</a:t>
                      </a:r>
                      <a:endParaRPr lang="pl-PL" sz="1500" b="0" cap="none" spc="0" dirty="0">
                        <a:ln w="0"/>
                        <a:solidFill>
                          <a:schemeClr val="tx2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500" b="0" cap="none" spc="0" dirty="0">
                          <a:ln w="0"/>
                          <a:solidFill>
                            <a:schemeClr val="tx2"/>
                          </a:solidFill>
                          <a:effectLst/>
                          <a:latin typeface="Aa楷体" panose="02000500000000000000" pitchFamily="2" charset="-122"/>
                        </a:rPr>
                        <a:t>7</a:t>
                      </a:r>
                      <a:endParaRPr lang="pl-PL" sz="1500" b="0" cap="none" spc="0" dirty="0">
                        <a:ln w="0"/>
                        <a:solidFill>
                          <a:schemeClr val="tx2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500" b="0" cap="none" spc="0" dirty="0">
                          <a:ln w="0"/>
                          <a:solidFill>
                            <a:schemeClr val="tx2"/>
                          </a:solidFill>
                          <a:effectLst/>
                          <a:latin typeface="Aa楷体" panose="02000500000000000000" pitchFamily="2" charset="-122"/>
                        </a:rPr>
                        <a:t>1</a:t>
                      </a:r>
                      <a:endParaRPr lang="pl-PL" sz="1500" b="0" cap="none" spc="0" dirty="0">
                        <a:ln w="0"/>
                        <a:solidFill>
                          <a:schemeClr val="tx2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500" b="0" cap="none" spc="0" dirty="0">
                          <a:ln w="0"/>
                          <a:solidFill>
                            <a:schemeClr val="tx2"/>
                          </a:solidFill>
                          <a:effectLst/>
                          <a:latin typeface="Aa楷体" panose="02000500000000000000" pitchFamily="2" charset="-122"/>
                        </a:rPr>
                        <a:t>2</a:t>
                      </a:r>
                      <a:endParaRPr lang="pl-PL" sz="1500" b="0" cap="none" spc="0" dirty="0">
                        <a:ln w="0"/>
                        <a:solidFill>
                          <a:schemeClr val="tx2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500" b="0" cap="none" spc="0" dirty="0">
                          <a:ln w="0"/>
                          <a:solidFill>
                            <a:schemeClr val="tx2"/>
                          </a:solidFill>
                          <a:effectLst/>
                          <a:latin typeface="Aa楷体" panose="02000500000000000000" pitchFamily="2" charset="-122"/>
                        </a:rPr>
                        <a:t>3</a:t>
                      </a:r>
                      <a:endParaRPr lang="pl-PL" sz="1500" b="0" cap="none" spc="0" dirty="0">
                        <a:ln w="0"/>
                        <a:solidFill>
                          <a:schemeClr val="tx2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500" b="0" cap="none" spc="0" dirty="0">
                          <a:ln w="0"/>
                          <a:solidFill>
                            <a:schemeClr val="tx2"/>
                          </a:solidFill>
                          <a:effectLst/>
                          <a:latin typeface="Aa楷体" panose="02000500000000000000" pitchFamily="2" charset="-122"/>
                        </a:rPr>
                        <a:t>4</a:t>
                      </a:r>
                      <a:endParaRPr lang="pl-PL" sz="1500" b="0" cap="none" spc="0" dirty="0">
                        <a:ln w="0"/>
                        <a:solidFill>
                          <a:schemeClr val="tx2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500" b="0" cap="none" spc="0" dirty="0">
                          <a:ln w="0"/>
                          <a:solidFill>
                            <a:schemeClr val="tx2"/>
                          </a:solidFill>
                          <a:effectLst/>
                          <a:latin typeface="Aa楷体" panose="02000500000000000000" pitchFamily="2" charset="-122"/>
                        </a:rPr>
                        <a:t>5</a:t>
                      </a:r>
                      <a:endParaRPr lang="pl-PL" sz="1500" b="0" cap="none" spc="0" dirty="0">
                        <a:ln w="0"/>
                        <a:solidFill>
                          <a:schemeClr val="tx2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500" b="0" cap="none" spc="0" dirty="0">
                          <a:ln w="0"/>
                          <a:solidFill>
                            <a:schemeClr val="tx2"/>
                          </a:solidFill>
                          <a:effectLst/>
                          <a:latin typeface="Aa楷体" panose="02000500000000000000" pitchFamily="2" charset="-122"/>
                        </a:rPr>
                        <a:t>6</a:t>
                      </a:r>
                      <a:endParaRPr lang="pl-PL" sz="1500" b="0" cap="none" spc="0" dirty="0">
                        <a:ln w="0"/>
                        <a:solidFill>
                          <a:schemeClr val="tx2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500" b="0" cap="none" spc="0" dirty="0">
                          <a:ln w="0"/>
                          <a:solidFill>
                            <a:schemeClr val="tx2"/>
                          </a:solidFill>
                          <a:effectLst/>
                          <a:latin typeface="Aa楷体" panose="02000500000000000000" pitchFamily="2" charset="-122"/>
                        </a:rPr>
                        <a:t>7</a:t>
                      </a:r>
                      <a:endParaRPr lang="pl-PL" sz="1500" b="0" cap="none" spc="0" dirty="0">
                        <a:ln w="0"/>
                        <a:solidFill>
                          <a:schemeClr val="tx2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952360" y="5845769"/>
            <a:ext cx="9412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Description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70908" y="5845769"/>
            <a:ext cx="9412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Description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12133" y="5845769"/>
            <a:ext cx="9412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Description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71383" y="5845769"/>
            <a:ext cx="9412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Description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342735" y="5684908"/>
            <a:ext cx="160532" cy="1605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C9C9C9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61283" y="5684908"/>
            <a:ext cx="160532" cy="16053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C9C9C9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602508" y="5684908"/>
            <a:ext cx="160532" cy="16053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C9C9C9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761758" y="5684908"/>
            <a:ext cx="160532" cy="16053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C9C9C9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 bldLvl="0" animBg="1"/>
      <p:bldP spid="11" grpId="0" bldLvl="0" animBg="1"/>
      <p:bldP spid="12" grpId="0" bldLvl="0" animBg="1"/>
      <p:bldP spid="13" grpId="0" bldLvl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45761" y="623789"/>
            <a:ext cx="10515600" cy="911682"/>
          </a:xfrm>
        </p:spPr>
        <p:txBody>
          <a:bodyPr/>
          <a:lstStyle/>
          <a:p>
            <a:r>
              <a:rPr lang="id-ID" dirty="0"/>
              <a:t>Timeline Process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845761" y="1341975"/>
            <a:ext cx="10515600" cy="366712"/>
          </a:xfrm>
        </p:spPr>
        <p:txBody>
          <a:bodyPr>
            <a:normAutofit fontScale="77500" lnSpcReduction="20000"/>
          </a:bodyPr>
          <a:lstStyle/>
          <a:p>
            <a:r>
              <a:rPr lang="id-ID" dirty="0"/>
              <a:t>6 Step Process</a:t>
            </a:r>
            <a:endParaRPr lang="id-ID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2193975" y="5752996"/>
            <a:ext cx="14760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3758000" y="5752996"/>
            <a:ext cx="14760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5336681" y="5752996"/>
            <a:ext cx="14760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6900706" y="5752996"/>
            <a:ext cx="14760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rot="10800000">
            <a:off x="10064486" y="5752996"/>
            <a:ext cx="11880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rot="10800000">
            <a:off x="8479161" y="5752996"/>
            <a:ext cx="14760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rot="10800000">
            <a:off x="915230" y="5752996"/>
            <a:ext cx="11880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667582" y="4395097"/>
            <a:ext cx="9845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Start Here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41054" y="4620369"/>
            <a:ext cx="18376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category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Lorem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Ipsum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 is not simply random text.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749584" y="5831213"/>
            <a:ext cx="5100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2014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166934" y="5831213"/>
            <a:ext cx="5084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2013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612957" y="5821688"/>
            <a:ext cx="5084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2012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49357" y="5831213"/>
            <a:ext cx="4988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2011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459476" y="5831213"/>
            <a:ext cx="5084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2010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886392" y="5831213"/>
            <a:ext cx="5245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2009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 flipV="1">
            <a:off x="2159864" y="5257800"/>
            <a:ext cx="0" cy="360000"/>
          </a:xfrm>
          <a:prstGeom prst="line">
            <a:avLst/>
          </a:prstGeom>
          <a:ln w="19050" cap="rnd">
            <a:solidFill>
              <a:schemeClr val="tx2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V="1">
            <a:off x="2159864" y="4014097"/>
            <a:ext cx="0" cy="396000"/>
          </a:xfrm>
          <a:prstGeom prst="line">
            <a:avLst/>
          </a:prstGeom>
          <a:ln w="19050" cap="rnd">
            <a:solidFill>
              <a:schemeClr val="tx2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092712" y="3109222"/>
            <a:ext cx="12747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New Contract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811253" y="3334494"/>
            <a:ext cx="18376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category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Lorem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Ipsum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 is not simply random text.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cxnSp>
        <p:nvCxnSpPr>
          <p:cNvPr id="31" name="Straight Connector 30"/>
          <p:cNvCxnSpPr/>
          <p:nvPr/>
        </p:nvCxnSpPr>
        <p:spPr>
          <a:xfrm flipV="1">
            <a:off x="3730063" y="3971925"/>
            <a:ext cx="0" cy="1656000"/>
          </a:xfrm>
          <a:prstGeom prst="line">
            <a:avLst/>
          </a:prstGeom>
          <a:ln w="19050" cap="rnd">
            <a:solidFill>
              <a:schemeClr val="tx2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V="1">
            <a:off x="3720124" y="2718697"/>
            <a:ext cx="0" cy="396000"/>
          </a:xfrm>
          <a:prstGeom prst="line">
            <a:avLst/>
          </a:prstGeom>
          <a:ln w="19050" cap="rnd">
            <a:solidFill>
              <a:schemeClr val="tx2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743709" y="4393876"/>
            <a:ext cx="1120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New Award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385308" y="4619148"/>
            <a:ext cx="18376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category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Lorem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Ipsum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 is not simply random text.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cxnSp>
        <p:nvCxnSpPr>
          <p:cNvPr id="45" name="Straight Connector 44"/>
          <p:cNvCxnSpPr/>
          <p:nvPr/>
        </p:nvCxnSpPr>
        <p:spPr>
          <a:xfrm flipV="1">
            <a:off x="5304118" y="5236701"/>
            <a:ext cx="0" cy="396000"/>
          </a:xfrm>
          <a:prstGeom prst="line">
            <a:avLst/>
          </a:prstGeom>
          <a:ln w="19050" cap="rnd">
            <a:solidFill>
              <a:schemeClr val="tx2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V="1">
            <a:off x="5304118" y="4052632"/>
            <a:ext cx="0" cy="324000"/>
          </a:xfrm>
          <a:prstGeom prst="line">
            <a:avLst/>
          </a:prstGeom>
          <a:ln w="19050" cap="rnd">
            <a:solidFill>
              <a:schemeClr val="tx2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387330" y="3286903"/>
            <a:ext cx="954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New CEO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945568" y="3512175"/>
            <a:ext cx="18376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category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Lorem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Ipsum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 is not simply random text.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cxnSp>
        <p:nvCxnSpPr>
          <p:cNvPr id="49" name="Straight Connector 48"/>
          <p:cNvCxnSpPr/>
          <p:nvPr/>
        </p:nvCxnSpPr>
        <p:spPr>
          <a:xfrm flipV="1">
            <a:off x="6864378" y="4149606"/>
            <a:ext cx="0" cy="1476000"/>
          </a:xfrm>
          <a:prstGeom prst="line">
            <a:avLst/>
          </a:prstGeom>
          <a:ln w="19050" cap="rnd">
            <a:solidFill>
              <a:schemeClr val="tx2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V="1">
            <a:off x="6864378" y="2896378"/>
            <a:ext cx="0" cy="396000"/>
          </a:xfrm>
          <a:prstGeom prst="line">
            <a:avLst/>
          </a:prstGeom>
          <a:ln w="19050" cap="rnd">
            <a:solidFill>
              <a:schemeClr val="tx2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7781958" y="4370722"/>
            <a:ext cx="12815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More Portfolio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7503928" y="4595994"/>
            <a:ext cx="18376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category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Lorem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Ipsum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 is not simply random text.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cxnSp>
        <p:nvCxnSpPr>
          <p:cNvPr id="59" name="Straight Connector 58"/>
          <p:cNvCxnSpPr/>
          <p:nvPr/>
        </p:nvCxnSpPr>
        <p:spPr>
          <a:xfrm flipV="1">
            <a:off x="8422738" y="5233425"/>
            <a:ext cx="0" cy="396000"/>
          </a:xfrm>
          <a:prstGeom prst="line">
            <a:avLst/>
          </a:prstGeom>
          <a:ln w="19050" cap="rnd">
            <a:solidFill>
              <a:schemeClr val="tx2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flipV="1">
            <a:off x="8422738" y="3989722"/>
            <a:ext cx="0" cy="396000"/>
          </a:xfrm>
          <a:prstGeom prst="line">
            <a:avLst/>
          </a:prstGeom>
          <a:ln w="19050" cap="rnd">
            <a:solidFill>
              <a:schemeClr val="tx2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9452089" y="3094786"/>
            <a:ext cx="11015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Turn Global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9084066" y="3320058"/>
            <a:ext cx="18376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category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Lorem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Ipsum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 is not simply random text.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cxnSp>
        <p:nvCxnSpPr>
          <p:cNvPr id="63" name="Straight Connector 62"/>
          <p:cNvCxnSpPr/>
          <p:nvPr/>
        </p:nvCxnSpPr>
        <p:spPr>
          <a:xfrm flipV="1">
            <a:off x="10002876" y="3957489"/>
            <a:ext cx="0" cy="1656000"/>
          </a:xfrm>
          <a:prstGeom prst="line">
            <a:avLst/>
          </a:prstGeom>
          <a:ln w="19050" cap="rnd">
            <a:solidFill>
              <a:schemeClr val="tx2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 flipV="1">
            <a:off x="10002876" y="2704261"/>
            <a:ext cx="0" cy="396000"/>
          </a:xfrm>
          <a:prstGeom prst="line">
            <a:avLst/>
          </a:prstGeom>
          <a:ln w="19050" cap="rnd">
            <a:solidFill>
              <a:schemeClr val="tx2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Freeform 30"/>
          <p:cNvSpPr/>
          <p:nvPr/>
        </p:nvSpPr>
        <p:spPr bwMode="auto">
          <a:xfrm>
            <a:off x="2000853" y="5609034"/>
            <a:ext cx="340571" cy="192675"/>
          </a:xfrm>
          <a:custGeom>
            <a:avLst/>
            <a:gdLst>
              <a:gd name="T0" fmla="*/ 954 w 1034"/>
              <a:gd name="T1" fmla="*/ 252 h 583"/>
              <a:gd name="T2" fmla="*/ 954 w 1034"/>
              <a:gd name="T3" fmla="*/ 249 h 583"/>
              <a:gd name="T4" fmla="*/ 815 w 1034"/>
              <a:gd name="T5" fmla="*/ 110 h 583"/>
              <a:gd name="T6" fmla="*/ 767 w 1034"/>
              <a:gd name="T7" fmla="*/ 119 h 583"/>
              <a:gd name="T8" fmla="*/ 578 w 1034"/>
              <a:gd name="T9" fmla="*/ 0 h 583"/>
              <a:gd name="T10" fmla="*/ 377 w 1034"/>
              <a:gd name="T11" fmla="*/ 152 h 583"/>
              <a:gd name="T12" fmla="*/ 301 w 1034"/>
              <a:gd name="T13" fmla="*/ 131 h 583"/>
              <a:gd name="T14" fmla="*/ 150 w 1034"/>
              <a:gd name="T15" fmla="*/ 282 h 583"/>
              <a:gd name="T16" fmla="*/ 0 w 1034"/>
              <a:gd name="T17" fmla="*/ 432 h 583"/>
              <a:gd name="T18" fmla="*/ 150 w 1034"/>
              <a:gd name="T19" fmla="*/ 583 h 583"/>
              <a:gd name="T20" fmla="*/ 853 w 1034"/>
              <a:gd name="T21" fmla="*/ 583 h 583"/>
              <a:gd name="T22" fmla="*/ 1034 w 1034"/>
              <a:gd name="T23" fmla="*/ 402 h 583"/>
              <a:gd name="T24" fmla="*/ 954 w 1034"/>
              <a:gd name="T25" fmla="*/ 252 h 5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34" h="583">
                <a:moveTo>
                  <a:pt x="954" y="252"/>
                </a:moveTo>
                <a:cubicBezTo>
                  <a:pt x="954" y="251"/>
                  <a:pt x="954" y="250"/>
                  <a:pt x="954" y="249"/>
                </a:cubicBezTo>
                <a:cubicBezTo>
                  <a:pt x="954" y="172"/>
                  <a:pt x="892" y="110"/>
                  <a:pt x="815" y="110"/>
                </a:cubicBezTo>
                <a:cubicBezTo>
                  <a:pt x="798" y="110"/>
                  <a:pt x="782" y="113"/>
                  <a:pt x="767" y="119"/>
                </a:cubicBezTo>
                <a:cubicBezTo>
                  <a:pt x="733" y="49"/>
                  <a:pt x="661" y="0"/>
                  <a:pt x="578" y="0"/>
                </a:cubicBezTo>
                <a:cubicBezTo>
                  <a:pt x="482" y="0"/>
                  <a:pt x="402" y="64"/>
                  <a:pt x="377" y="152"/>
                </a:cubicBezTo>
                <a:cubicBezTo>
                  <a:pt x="354" y="139"/>
                  <a:pt x="328" y="131"/>
                  <a:pt x="301" y="131"/>
                </a:cubicBezTo>
                <a:cubicBezTo>
                  <a:pt x="218" y="131"/>
                  <a:pt x="150" y="199"/>
                  <a:pt x="150" y="282"/>
                </a:cubicBezTo>
                <a:cubicBezTo>
                  <a:pt x="67" y="282"/>
                  <a:pt x="0" y="349"/>
                  <a:pt x="0" y="432"/>
                </a:cubicBezTo>
                <a:cubicBezTo>
                  <a:pt x="0" y="515"/>
                  <a:pt x="67" y="583"/>
                  <a:pt x="150" y="583"/>
                </a:cubicBezTo>
                <a:cubicBezTo>
                  <a:pt x="853" y="583"/>
                  <a:pt x="853" y="583"/>
                  <a:pt x="853" y="583"/>
                </a:cubicBezTo>
                <a:cubicBezTo>
                  <a:pt x="953" y="583"/>
                  <a:pt x="1034" y="502"/>
                  <a:pt x="1034" y="402"/>
                </a:cubicBezTo>
                <a:cubicBezTo>
                  <a:pt x="1034" y="339"/>
                  <a:pt x="1002" y="284"/>
                  <a:pt x="954" y="25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73" name="Freeform 30"/>
          <p:cNvSpPr/>
          <p:nvPr/>
        </p:nvSpPr>
        <p:spPr bwMode="auto">
          <a:xfrm>
            <a:off x="3564950" y="5609034"/>
            <a:ext cx="340571" cy="192675"/>
          </a:xfrm>
          <a:custGeom>
            <a:avLst/>
            <a:gdLst>
              <a:gd name="T0" fmla="*/ 954 w 1034"/>
              <a:gd name="T1" fmla="*/ 252 h 583"/>
              <a:gd name="T2" fmla="*/ 954 w 1034"/>
              <a:gd name="T3" fmla="*/ 249 h 583"/>
              <a:gd name="T4" fmla="*/ 815 w 1034"/>
              <a:gd name="T5" fmla="*/ 110 h 583"/>
              <a:gd name="T6" fmla="*/ 767 w 1034"/>
              <a:gd name="T7" fmla="*/ 119 h 583"/>
              <a:gd name="T8" fmla="*/ 578 w 1034"/>
              <a:gd name="T9" fmla="*/ 0 h 583"/>
              <a:gd name="T10" fmla="*/ 377 w 1034"/>
              <a:gd name="T11" fmla="*/ 152 h 583"/>
              <a:gd name="T12" fmla="*/ 301 w 1034"/>
              <a:gd name="T13" fmla="*/ 131 h 583"/>
              <a:gd name="T14" fmla="*/ 150 w 1034"/>
              <a:gd name="T15" fmla="*/ 282 h 583"/>
              <a:gd name="T16" fmla="*/ 0 w 1034"/>
              <a:gd name="T17" fmla="*/ 432 h 583"/>
              <a:gd name="T18" fmla="*/ 150 w 1034"/>
              <a:gd name="T19" fmla="*/ 583 h 583"/>
              <a:gd name="T20" fmla="*/ 853 w 1034"/>
              <a:gd name="T21" fmla="*/ 583 h 583"/>
              <a:gd name="T22" fmla="*/ 1034 w 1034"/>
              <a:gd name="T23" fmla="*/ 402 h 583"/>
              <a:gd name="T24" fmla="*/ 954 w 1034"/>
              <a:gd name="T25" fmla="*/ 252 h 5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34" h="583">
                <a:moveTo>
                  <a:pt x="954" y="252"/>
                </a:moveTo>
                <a:cubicBezTo>
                  <a:pt x="954" y="251"/>
                  <a:pt x="954" y="250"/>
                  <a:pt x="954" y="249"/>
                </a:cubicBezTo>
                <a:cubicBezTo>
                  <a:pt x="954" y="172"/>
                  <a:pt x="892" y="110"/>
                  <a:pt x="815" y="110"/>
                </a:cubicBezTo>
                <a:cubicBezTo>
                  <a:pt x="798" y="110"/>
                  <a:pt x="782" y="113"/>
                  <a:pt x="767" y="119"/>
                </a:cubicBezTo>
                <a:cubicBezTo>
                  <a:pt x="733" y="49"/>
                  <a:pt x="661" y="0"/>
                  <a:pt x="578" y="0"/>
                </a:cubicBezTo>
                <a:cubicBezTo>
                  <a:pt x="482" y="0"/>
                  <a:pt x="402" y="64"/>
                  <a:pt x="377" y="152"/>
                </a:cubicBezTo>
                <a:cubicBezTo>
                  <a:pt x="354" y="139"/>
                  <a:pt x="328" y="131"/>
                  <a:pt x="301" y="131"/>
                </a:cubicBezTo>
                <a:cubicBezTo>
                  <a:pt x="218" y="131"/>
                  <a:pt x="150" y="199"/>
                  <a:pt x="150" y="282"/>
                </a:cubicBezTo>
                <a:cubicBezTo>
                  <a:pt x="67" y="282"/>
                  <a:pt x="0" y="349"/>
                  <a:pt x="0" y="432"/>
                </a:cubicBezTo>
                <a:cubicBezTo>
                  <a:pt x="0" y="515"/>
                  <a:pt x="67" y="583"/>
                  <a:pt x="150" y="583"/>
                </a:cubicBezTo>
                <a:cubicBezTo>
                  <a:pt x="853" y="583"/>
                  <a:pt x="853" y="583"/>
                  <a:pt x="853" y="583"/>
                </a:cubicBezTo>
                <a:cubicBezTo>
                  <a:pt x="953" y="583"/>
                  <a:pt x="1034" y="502"/>
                  <a:pt x="1034" y="402"/>
                </a:cubicBezTo>
                <a:cubicBezTo>
                  <a:pt x="1034" y="339"/>
                  <a:pt x="1002" y="284"/>
                  <a:pt x="954" y="25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74" name="Freeform 30"/>
          <p:cNvSpPr/>
          <p:nvPr/>
        </p:nvSpPr>
        <p:spPr bwMode="auto">
          <a:xfrm>
            <a:off x="5118840" y="5609034"/>
            <a:ext cx="340571" cy="192675"/>
          </a:xfrm>
          <a:custGeom>
            <a:avLst/>
            <a:gdLst>
              <a:gd name="T0" fmla="*/ 954 w 1034"/>
              <a:gd name="T1" fmla="*/ 252 h 583"/>
              <a:gd name="T2" fmla="*/ 954 w 1034"/>
              <a:gd name="T3" fmla="*/ 249 h 583"/>
              <a:gd name="T4" fmla="*/ 815 w 1034"/>
              <a:gd name="T5" fmla="*/ 110 h 583"/>
              <a:gd name="T6" fmla="*/ 767 w 1034"/>
              <a:gd name="T7" fmla="*/ 119 h 583"/>
              <a:gd name="T8" fmla="*/ 578 w 1034"/>
              <a:gd name="T9" fmla="*/ 0 h 583"/>
              <a:gd name="T10" fmla="*/ 377 w 1034"/>
              <a:gd name="T11" fmla="*/ 152 h 583"/>
              <a:gd name="T12" fmla="*/ 301 w 1034"/>
              <a:gd name="T13" fmla="*/ 131 h 583"/>
              <a:gd name="T14" fmla="*/ 150 w 1034"/>
              <a:gd name="T15" fmla="*/ 282 h 583"/>
              <a:gd name="T16" fmla="*/ 0 w 1034"/>
              <a:gd name="T17" fmla="*/ 432 h 583"/>
              <a:gd name="T18" fmla="*/ 150 w 1034"/>
              <a:gd name="T19" fmla="*/ 583 h 583"/>
              <a:gd name="T20" fmla="*/ 853 w 1034"/>
              <a:gd name="T21" fmla="*/ 583 h 583"/>
              <a:gd name="T22" fmla="*/ 1034 w 1034"/>
              <a:gd name="T23" fmla="*/ 402 h 583"/>
              <a:gd name="T24" fmla="*/ 954 w 1034"/>
              <a:gd name="T25" fmla="*/ 252 h 5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34" h="583">
                <a:moveTo>
                  <a:pt x="954" y="252"/>
                </a:moveTo>
                <a:cubicBezTo>
                  <a:pt x="954" y="251"/>
                  <a:pt x="954" y="250"/>
                  <a:pt x="954" y="249"/>
                </a:cubicBezTo>
                <a:cubicBezTo>
                  <a:pt x="954" y="172"/>
                  <a:pt x="892" y="110"/>
                  <a:pt x="815" y="110"/>
                </a:cubicBezTo>
                <a:cubicBezTo>
                  <a:pt x="798" y="110"/>
                  <a:pt x="782" y="113"/>
                  <a:pt x="767" y="119"/>
                </a:cubicBezTo>
                <a:cubicBezTo>
                  <a:pt x="733" y="49"/>
                  <a:pt x="661" y="0"/>
                  <a:pt x="578" y="0"/>
                </a:cubicBezTo>
                <a:cubicBezTo>
                  <a:pt x="482" y="0"/>
                  <a:pt x="402" y="64"/>
                  <a:pt x="377" y="152"/>
                </a:cubicBezTo>
                <a:cubicBezTo>
                  <a:pt x="354" y="139"/>
                  <a:pt x="328" y="131"/>
                  <a:pt x="301" y="131"/>
                </a:cubicBezTo>
                <a:cubicBezTo>
                  <a:pt x="218" y="131"/>
                  <a:pt x="150" y="199"/>
                  <a:pt x="150" y="282"/>
                </a:cubicBezTo>
                <a:cubicBezTo>
                  <a:pt x="67" y="282"/>
                  <a:pt x="0" y="349"/>
                  <a:pt x="0" y="432"/>
                </a:cubicBezTo>
                <a:cubicBezTo>
                  <a:pt x="0" y="515"/>
                  <a:pt x="67" y="583"/>
                  <a:pt x="150" y="583"/>
                </a:cubicBezTo>
                <a:cubicBezTo>
                  <a:pt x="853" y="583"/>
                  <a:pt x="853" y="583"/>
                  <a:pt x="853" y="583"/>
                </a:cubicBezTo>
                <a:cubicBezTo>
                  <a:pt x="953" y="583"/>
                  <a:pt x="1034" y="502"/>
                  <a:pt x="1034" y="402"/>
                </a:cubicBezTo>
                <a:cubicBezTo>
                  <a:pt x="1034" y="339"/>
                  <a:pt x="1002" y="284"/>
                  <a:pt x="954" y="25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75" name="Freeform 30"/>
          <p:cNvSpPr/>
          <p:nvPr/>
        </p:nvSpPr>
        <p:spPr bwMode="auto">
          <a:xfrm>
            <a:off x="6682937" y="5609034"/>
            <a:ext cx="340571" cy="192675"/>
          </a:xfrm>
          <a:custGeom>
            <a:avLst/>
            <a:gdLst>
              <a:gd name="T0" fmla="*/ 954 w 1034"/>
              <a:gd name="T1" fmla="*/ 252 h 583"/>
              <a:gd name="T2" fmla="*/ 954 w 1034"/>
              <a:gd name="T3" fmla="*/ 249 h 583"/>
              <a:gd name="T4" fmla="*/ 815 w 1034"/>
              <a:gd name="T5" fmla="*/ 110 h 583"/>
              <a:gd name="T6" fmla="*/ 767 w 1034"/>
              <a:gd name="T7" fmla="*/ 119 h 583"/>
              <a:gd name="T8" fmla="*/ 578 w 1034"/>
              <a:gd name="T9" fmla="*/ 0 h 583"/>
              <a:gd name="T10" fmla="*/ 377 w 1034"/>
              <a:gd name="T11" fmla="*/ 152 h 583"/>
              <a:gd name="T12" fmla="*/ 301 w 1034"/>
              <a:gd name="T13" fmla="*/ 131 h 583"/>
              <a:gd name="T14" fmla="*/ 150 w 1034"/>
              <a:gd name="T15" fmla="*/ 282 h 583"/>
              <a:gd name="T16" fmla="*/ 0 w 1034"/>
              <a:gd name="T17" fmla="*/ 432 h 583"/>
              <a:gd name="T18" fmla="*/ 150 w 1034"/>
              <a:gd name="T19" fmla="*/ 583 h 583"/>
              <a:gd name="T20" fmla="*/ 853 w 1034"/>
              <a:gd name="T21" fmla="*/ 583 h 583"/>
              <a:gd name="T22" fmla="*/ 1034 w 1034"/>
              <a:gd name="T23" fmla="*/ 402 h 583"/>
              <a:gd name="T24" fmla="*/ 954 w 1034"/>
              <a:gd name="T25" fmla="*/ 252 h 5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34" h="583">
                <a:moveTo>
                  <a:pt x="954" y="252"/>
                </a:moveTo>
                <a:cubicBezTo>
                  <a:pt x="954" y="251"/>
                  <a:pt x="954" y="250"/>
                  <a:pt x="954" y="249"/>
                </a:cubicBezTo>
                <a:cubicBezTo>
                  <a:pt x="954" y="172"/>
                  <a:pt x="892" y="110"/>
                  <a:pt x="815" y="110"/>
                </a:cubicBezTo>
                <a:cubicBezTo>
                  <a:pt x="798" y="110"/>
                  <a:pt x="782" y="113"/>
                  <a:pt x="767" y="119"/>
                </a:cubicBezTo>
                <a:cubicBezTo>
                  <a:pt x="733" y="49"/>
                  <a:pt x="661" y="0"/>
                  <a:pt x="578" y="0"/>
                </a:cubicBezTo>
                <a:cubicBezTo>
                  <a:pt x="482" y="0"/>
                  <a:pt x="402" y="64"/>
                  <a:pt x="377" y="152"/>
                </a:cubicBezTo>
                <a:cubicBezTo>
                  <a:pt x="354" y="139"/>
                  <a:pt x="328" y="131"/>
                  <a:pt x="301" y="131"/>
                </a:cubicBezTo>
                <a:cubicBezTo>
                  <a:pt x="218" y="131"/>
                  <a:pt x="150" y="199"/>
                  <a:pt x="150" y="282"/>
                </a:cubicBezTo>
                <a:cubicBezTo>
                  <a:pt x="67" y="282"/>
                  <a:pt x="0" y="349"/>
                  <a:pt x="0" y="432"/>
                </a:cubicBezTo>
                <a:cubicBezTo>
                  <a:pt x="0" y="515"/>
                  <a:pt x="67" y="583"/>
                  <a:pt x="150" y="583"/>
                </a:cubicBezTo>
                <a:cubicBezTo>
                  <a:pt x="853" y="583"/>
                  <a:pt x="853" y="583"/>
                  <a:pt x="853" y="583"/>
                </a:cubicBezTo>
                <a:cubicBezTo>
                  <a:pt x="953" y="583"/>
                  <a:pt x="1034" y="502"/>
                  <a:pt x="1034" y="402"/>
                </a:cubicBezTo>
                <a:cubicBezTo>
                  <a:pt x="1034" y="339"/>
                  <a:pt x="1002" y="284"/>
                  <a:pt x="954" y="252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76" name="Freeform 30"/>
          <p:cNvSpPr/>
          <p:nvPr/>
        </p:nvSpPr>
        <p:spPr bwMode="auto">
          <a:xfrm>
            <a:off x="8243196" y="5609034"/>
            <a:ext cx="340571" cy="192675"/>
          </a:xfrm>
          <a:custGeom>
            <a:avLst/>
            <a:gdLst>
              <a:gd name="T0" fmla="*/ 954 w 1034"/>
              <a:gd name="T1" fmla="*/ 252 h 583"/>
              <a:gd name="T2" fmla="*/ 954 w 1034"/>
              <a:gd name="T3" fmla="*/ 249 h 583"/>
              <a:gd name="T4" fmla="*/ 815 w 1034"/>
              <a:gd name="T5" fmla="*/ 110 h 583"/>
              <a:gd name="T6" fmla="*/ 767 w 1034"/>
              <a:gd name="T7" fmla="*/ 119 h 583"/>
              <a:gd name="T8" fmla="*/ 578 w 1034"/>
              <a:gd name="T9" fmla="*/ 0 h 583"/>
              <a:gd name="T10" fmla="*/ 377 w 1034"/>
              <a:gd name="T11" fmla="*/ 152 h 583"/>
              <a:gd name="T12" fmla="*/ 301 w 1034"/>
              <a:gd name="T13" fmla="*/ 131 h 583"/>
              <a:gd name="T14" fmla="*/ 150 w 1034"/>
              <a:gd name="T15" fmla="*/ 282 h 583"/>
              <a:gd name="T16" fmla="*/ 0 w 1034"/>
              <a:gd name="T17" fmla="*/ 432 h 583"/>
              <a:gd name="T18" fmla="*/ 150 w 1034"/>
              <a:gd name="T19" fmla="*/ 583 h 583"/>
              <a:gd name="T20" fmla="*/ 853 w 1034"/>
              <a:gd name="T21" fmla="*/ 583 h 583"/>
              <a:gd name="T22" fmla="*/ 1034 w 1034"/>
              <a:gd name="T23" fmla="*/ 402 h 583"/>
              <a:gd name="T24" fmla="*/ 954 w 1034"/>
              <a:gd name="T25" fmla="*/ 252 h 5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34" h="583">
                <a:moveTo>
                  <a:pt x="954" y="252"/>
                </a:moveTo>
                <a:cubicBezTo>
                  <a:pt x="954" y="251"/>
                  <a:pt x="954" y="250"/>
                  <a:pt x="954" y="249"/>
                </a:cubicBezTo>
                <a:cubicBezTo>
                  <a:pt x="954" y="172"/>
                  <a:pt x="892" y="110"/>
                  <a:pt x="815" y="110"/>
                </a:cubicBezTo>
                <a:cubicBezTo>
                  <a:pt x="798" y="110"/>
                  <a:pt x="782" y="113"/>
                  <a:pt x="767" y="119"/>
                </a:cubicBezTo>
                <a:cubicBezTo>
                  <a:pt x="733" y="49"/>
                  <a:pt x="661" y="0"/>
                  <a:pt x="578" y="0"/>
                </a:cubicBezTo>
                <a:cubicBezTo>
                  <a:pt x="482" y="0"/>
                  <a:pt x="402" y="64"/>
                  <a:pt x="377" y="152"/>
                </a:cubicBezTo>
                <a:cubicBezTo>
                  <a:pt x="354" y="139"/>
                  <a:pt x="328" y="131"/>
                  <a:pt x="301" y="131"/>
                </a:cubicBezTo>
                <a:cubicBezTo>
                  <a:pt x="218" y="131"/>
                  <a:pt x="150" y="199"/>
                  <a:pt x="150" y="282"/>
                </a:cubicBezTo>
                <a:cubicBezTo>
                  <a:pt x="67" y="282"/>
                  <a:pt x="0" y="349"/>
                  <a:pt x="0" y="432"/>
                </a:cubicBezTo>
                <a:cubicBezTo>
                  <a:pt x="0" y="515"/>
                  <a:pt x="67" y="583"/>
                  <a:pt x="150" y="583"/>
                </a:cubicBezTo>
                <a:cubicBezTo>
                  <a:pt x="853" y="583"/>
                  <a:pt x="853" y="583"/>
                  <a:pt x="853" y="583"/>
                </a:cubicBezTo>
                <a:cubicBezTo>
                  <a:pt x="953" y="583"/>
                  <a:pt x="1034" y="502"/>
                  <a:pt x="1034" y="402"/>
                </a:cubicBezTo>
                <a:cubicBezTo>
                  <a:pt x="1034" y="339"/>
                  <a:pt x="1002" y="284"/>
                  <a:pt x="954" y="252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77" name="Freeform 30"/>
          <p:cNvSpPr/>
          <p:nvPr/>
        </p:nvSpPr>
        <p:spPr bwMode="auto">
          <a:xfrm>
            <a:off x="9807293" y="5609034"/>
            <a:ext cx="340571" cy="192675"/>
          </a:xfrm>
          <a:custGeom>
            <a:avLst/>
            <a:gdLst>
              <a:gd name="T0" fmla="*/ 954 w 1034"/>
              <a:gd name="T1" fmla="*/ 252 h 583"/>
              <a:gd name="T2" fmla="*/ 954 w 1034"/>
              <a:gd name="T3" fmla="*/ 249 h 583"/>
              <a:gd name="T4" fmla="*/ 815 w 1034"/>
              <a:gd name="T5" fmla="*/ 110 h 583"/>
              <a:gd name="T6" fmla="*/ 767 w 1034"/>
              <a:gd name="T7" fmla="*/ 119 h 583"/>
              <a:gd name="T8" fmla="*/ 578 w 1034"/>
              <a:gd name="T9" fmla="*/ 0 h 583"/>
              <a:gd name="T10" fmla="*/ 377 w 1034"/>
              <a:gd name="T11" fmla="*/ 152 h 583"/>
              <a:gd name="T12" fmla="*/ 301 w 1034"/>
              <a:gd name="T13" fmla="*/ 131 h 583"/>
              <a:gd name="T14" fmla="*/ 150 w 1034"/>
              <a:gd name="T15" fmla="*/ 282 h 583"/>
              <a:gd name="T16" fmla="*/ 0 w 1034"/>
              <a:gd name="T17" fmla="*/ 432 h 583"/>
              <a:gd name="T18" fmla="*/ 150 w 1034"/>
              <a:gd name="T19" fmla="*/ 583 h 583"/>
              <a:gd name="T20" fmla="*/ 853 w 1034"/>
              <a:gd name="T21" fmla="*/ 583 h 583"/>
              <a:gd name="T22" fmla="*/ 1034 w 1034"/>
              <a:gd name="T23" fmla="*/ 402 h 583"/>
              <a:gd name="T24" fmla="*/ 954 w 1034"/>
              <a:gd name="T25" fmla="*/ 252 h 5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34" h="583">
                <a:moveTo>
                  <a:pt x="954" y="252"/>
                </a:moveTo>
                <a:cubicBezTo>
                  <a:pt x="954" y="251"/>
                  <a:pt x="954" y="250"/>
                  <a:pt x="954" y="249"/>
                </a:cubicBezTo>
                <a:cubicBezTo>
                  <a:pt x="954" y="172"/>
                  <a:pt x="892" y="110"/>
                  <a:pt x="815" y="110"/>
                </a:cubicBezTo>
                <a:cubicBezTo>
                  <a:pt x="798" y="110"/>
                  <a:pt x="782" y="113"/>
                  <a:pt x="767" y="119"/>
                </a:cubicBezTo>
                <a:cubicBezTo>
                  <a:pt x="733" y="49"/>
                  <a:pt x="661" y="0"/>
                  <a:pt x="578" y="0"/>
                </a:cubicBezTo>
                <a:cubicBezTo>
                  <a:pt x="482" y="0"/>
                  <a:pt x="402" y="64"/>
                  <a:pt x="377" y="152"/>
                </a:cubicBezTo>
                <a:cubicBezTo>
                  <a:pt x="354" y="139"/>
                  <a:pt x="328" y="131"/>
                  <a:pt x="301" y="131"/>
                </a:cubicBezTo>
                <a:cubicBezTo>
                  <a:pt x="218" y="131"/>
                  <a:pt x="150" y="199"/>
                  <a:pt x="150" y="282"/>
                </a:cubicBezTo>
                <a:cubicBezTo>
                  <a:pt x="67" y="282"/>
                  <a:pt x="0" y="349"/>
                  <a:pt x="0" y="432"/>
                </a:cubicBezTo>
                <a:cubicBezTo>
                  <a:pt x="0" y="515"/>
                  <a:pt x="67" y="583"/>
                  <a:pt x="150" y="583"/>
                </a:cubicBezTo>
                <a:cubicBezTo>
                  <a:pt x="853" y="583"/>
                  <a:pt x="853" y="583"/>
                  <a:pt x="853" y="583"/>
                </a:cubicBezTo>
                <a:cubicBezTo>
                  <a:pt x="953" y="583"/>
                  <a:pt x="1034" y="502"/>
                  <a:pt x="1034" y="402"/>
                </a:cubicBezTo>
                <a:cubicBezTo>
                  <a:pt x="1034" y="339"/>
                  <a:pt x="1002" y="284"/>
                  <a:pt x="954" y="25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1899294" y="3273589"/>
            <a:ext cx="510428" cy="701400"/>
            <a:chOff x="1899294" y="3273589"/>
            <a:chExt cx="510428" cy="701400"/>
          </a:xfrm>
        </p:grpSpPr>
        <p:sp>
          <p:nvSpPr>
            <p:cNvPr id="85" name="Freeform 9"/>
            <p:cNvSpPr>
              <a:spLocks noEditPoints="1"/>
            </p:cNvSpPr>
            <p:nvPr/>
          </p:nvSpPr>
          <p:spPr bwMode="auto">
            <a:xfrm>
              <a:off x="1899294" y="3273589"/>
              <a:ext cx="510428" cy="701400"/>
            </a:xfrm>
            <a:custGeom>
              <a:avLst/>
              <a:gdLst>
                <a:gd name="T0" fmla="*/ 153 w 305"/>
                <a:gd name="T1" fmla="*/ 0 h 420"/>
                <a:gd name="T2" fmla="*/ 152 w 305"/>
                <a:gd name="T3" fmla="*/ 0 h 420"/>
                <a:gd name="T4" fmla="*/ 0 w 305"/>
                <a:gd name="T5" fmla="*/ 153 h 420"/>
                <a:gd name="T6" fmla="*/ 108 w 305"/>
                <a:gd name="T7" fmla="*/ 352 h 420"/>
                <a:gd name="T8" fmla="*/ 108 w 305"/>
                <a:gd name="T9" fmla="*/ 352 h 420"/>
                <a:gd name="T10" fmla="*/ 111 w 305"/>
                <a:gd name="T11" fmla="*/ 352 h 420"/>
                <a:gd name="T12" fmla="*/ 120 w 305"/>
                <a:gd name="T13" fmla="*/ 377 h 420"/>
                <a:gd name="T14" fmla="*/ 113 w 305"/>
                <a:gd name="T15" fmla="*/ 385 h 420"/>
                <a:gd name="T16" fmla="*/ 113 w 305"/>
                <a:gd name="T17" fmla="*/ 412 h 420"/>
                <a:gd name="T18" fmla="*/ 121 w 305"/>
                <a:gd name="T19" fmla="*/ 420 h 420"/>
                <a:gd name="T20" fmla="*/ 153 w 305"/>
                <a:gd name="T21" fmla="*/ 420 h 420"/>
                <a:gd name="T22" fmla="*/ 185 w 305"/>
                <a:gd name="T23" fmla="*/ 420 h 420"/>
                <a:gd name="T24" fmla="*/ 193 w 305"/>
                <a:gd name="T25" fmla="*/ 412 h 420"/>
                <a:gd name="T26" fmla="*/ 193 w 305"/>
                <a:gd name="T27" fmla="*/ 385 h 420"/>
                <a:gd name="T28" fmla="*/ 185 w 305"/>
                <a:gd name="T29" fmla="*/ 377 h 420"/>
                <a:gd name="T30" fmla="*/ 184 w 305"/>
                <a:gd name="T31" fmla="*/ 377 h 420"/>
                <a:gd name="T32" fmla="*/ 192 w 305"/>
                <a:gd name="T33" fmla="*/ 353 h 420"/>
                <a:gd name="T34" fmla="*/ 196 w 305"/>
                <a:gd name="T35" fmla="*/ 353 h 420"/>
                <a:gd name="T36" fmla="*/ 198 w 305"/>
                <a:gd name="T37" fmla="*/ 351 h 420"/>
                <a:gd name="T38" fmla="*/ 305 w 305"/>
                <a:gd name="T39" fmla="*/ 152 h 420"/>
                <a:gd name="T40" fmla="*/ 153 w 305"/>
                <a:gd name="T41" fmla="*/ 0 h 420"/>
                <a:gd name="T42" fmla="*/ 169 w 305"/>
                <a:gd name="T43" fmla="*/ 377 h 420"/>
                <a:gd name="T44" fmla="*/ 153 w 305"/>
                <a:gd name="T45" fmla="*/ 377 h 420"/>
                <a:gd name="T46" fmla="*/ 135 w 305"/>
                <a:gd name="T47" fmla="*/ 377 h 420"/>
                <a:gd name="T48" fmla="*/ 126 w 305"/>
                <a:gd name="T49" fmla="*/ 352 h 420"/>
                <a:gd name="T50" fmla="*/ 153 w 305"/>
                <a:gd name="T51" fmla="*/ 352 h 420"/>
                <a:gd name="T52" fmla="*/ 178 w 305"/>
                <a:gd name="T53" fmla="*/ 352 h 420"/>
                <a:gd name="T54" fmla="*/ 169 w 305"/>
                <a:gd name="T55" fmla="*/ 377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05" h="420">
                  <a:moveTo>
                    <a:pt x="153" y="0"/>
                  </a:moveTo>
                  <a:cubicBezTo>
                    <a:pt x="153" y="0"/>
                    <a:pt x="153" y="0"/>
                    <a:pt x="152" y="0"/>
                  </a:cubicBezTo>
                  <a:cubicBezTo>
                    <a:pt x="68" y="0"/>
                    <a:pt x="0" y="68"/>
                    <a:pt x="0" y="153"/>
                  </a:cubicBezTo>
                  <a:cubicBezTo>
                    <a:pt x="0" y="208"/>
                    <a:pt x="64" y="325"/>
                    <a:pt x="108" y="352"/>
                  </a:cubicBezTo>
                  <a:cubicBezTo>
                    <a:pt x="108" y="352"/>
                    <a:pt x="108" y="352"/>
                    <a:pt x="108" y="352"/>
                  </a:cubicBezTo>
                  <a:cubicBezTo>
                    <a:pt x="111" y="352"/>
                    <a:pt x="111" y="352"/>
                    <a:pt x="111" y="352"/>
                  </a:cubicBezTo>
                  <a:cubicBezTo>
                    <a:pt x="120" y="377"/>
                    <a:pt x="120" y="377"/>
                    <a:pt x="120" y="377"/>
                  </a:cubicBezTo>
                  <a:cubicBezTo>
                    <a:pt x="116" y="378"/>
                    <a:pt x="113" y="381"/>
                    <a:pt x="113" y="385"/>
                  </a:cubicBezTo>
                  <a:cubicBezTo>
                    <a:pt x="113" y="412"/>
                    <a:pt x="113" y="412"/>
                    <a:pt x="113" y="412"/>
                  </a:cubicBezTo>
                  <a:cubicBezTo>
                    <a:pt x="113" y="416"/>
                    <a:pt x="117" y="420"/>
                    <a:pt x="121" y="420"/>
                  </a:cubicBezTo>
                  <a:cubicBezTo>
                    <a:pt x="153" y="420"/>
                    <a:pt x="153" y="420"/>
                    <a:pt x="153" y="420"/>
                  </a:cubicBezTo>
                  <a:cubicBezTo>
                    <a:pt x="185" y="420"/>
                    <a:pt x="185" y="420"/>
                    <a:pt x="185" y="420"/>
                  </a:cubicBezTo>
                  <a:cubicBezTo>
                    <a:pt x="189" y="420"/>
                    <a:pt x="193" y="416"/>
                    <a:pt x="193" y="412"/>
                  </a:cubicBezTo>
                  <a:cubicBezTo>
                    <a:pt x="193" y="385"/>
                    <a:pt x="193" y="385"/>
                    <a:pt x="193" y="385"/>
                  </a:cubicBezTo>
                  <a:cubicBezTo>
                    <a:pt x="193" y="380"/>
                    <a:pt x="189" y="377"/>
                    <a:pt x="185" y="377"/>
                  </a:cubicBezTo>
                  <a:cubicBezTo>
                    <a:pt x="184" y="377"/>
                    <a:pt x="184" y="377"/>
                    <a:pt x="184" y="377"/>
                  </a:cubicBezTo>
                  <a:cubicBezTo>
                    <a:pt x="192" y="353"/>
                    <a:pt x="192" y="353"/>
                    <a:pt x="192" y="353"/>
                  </a:cubicBezTo>
                  <a:cubicBezTo>
                    <a:pt x="196" y="353"/>
                    <a:pt x="196" y="353"/>
                    <a:pt x="196" y="353"/>
                  </a:cubicBezTo>
                  <a:cubicBezTo>
                    <a:pt x="197" y="352"/>
                    <a:pt x="197" y="352"/>
                    <a:pt x="198" y="351"/>
                  </a:cubicBezTo>
                  <a:cubicBezTo>
                    <a:pt x="246" y="324"/>
                    <a:pt x="305" y="210"/>
                    <a:pt x="305" y="152"/>
                  </a:cubicBezTo>
                  <a:cubicBezTo>
                    <a:pt x="305" y="68"/>
                    <a:pt x="237" y="0"/>
                    <a:pt x="153" y="0"/>
                  </a:cubicBezTo>
                  <a:close/>
                  <a:moveTo>
                    <a:pt x="169" y="377"/>
                  </a:moveTo>
                  <a:cubicBezTo>
                    <a:pt x="153" y="377"/>
                    <a:pt x="153" y="377"/>
                    <a:pt x="153" y="377"/>
                  </a:cubicBezTo>
                  <a:cubicBezTo>
                    <a:pt x="135" y="377"/>
                    <a:pt x="135" y="377"/>
                    <a:pt x="135" y="377"/>
                  </a:cubicBezTo>
                  <a:cubicBezTo>
                    <a:pt x="126" y="352"/>
                    <a:pt x="126" y="352"/>
                    <a:pt x="126" y="352"/>
                  </a:cubicBezTo>
                  <a:cubicBezTo>
                    <a:pt x="153" y="352"/>
                    <a:pt x="153" y="352"/>
                    <a:pt x="153" y="352"/>
                  </a:cubicBezTo>
                  <a:cubicBezTo>
                    <a:pt x="178" y="352"/>
                    <a:pt x="178" y="352"/>
                    <a:pt x="178" y="352"/>
                  </a:cubicBezTo>
                  <a:lnTo>
                    <a:pt x="169" y="37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grpSp>
          <p:nvGrpSpPr>
            <p:cNvPr id="91" name="Group 90"/>
            <p:cNvGrpSpPr/>
            <p:nvPr/>
          </p:nvGrpSpPr>
          <p:grpSpPr>
            <a:xfrm>
              <a:off x="2038007" y="3436723"/>
              <a:ext cx="241301" cy="239713"/>
              <a:chOff x="2611438" y="6434138"/>
              <a:chExt cx="241301" cy="239713"/>
            </a:xfrm>
            <a:solidFill>
              <a:schemeClr val="bg1"/>
            </a:solidFill>
          </p:grpSpPr>
          <p:sp>
            <p:nvSpPr>
              <p:cNvPr id="92" name="Freeform 240"/>
              <p:cNvSpPr>
                <a:spLocks noEditPoints="1"/>
              </p:cNvSpPr>
              <p:nvPr/>
            </p:nvSpPr>
            <p:spPr bwMode="auto">
              <a:xfrm>
                <a:off x="2682876" y="6434138"/>
                <a:ext cx="169863" cy="168275"/>
              </a:xfrm>
              <a:custGeom>
                <a:avLst/>
                <a:gdLst>
                  <a:gd name="T0" fmla="*/ 31 w 45"/>
                  <a:gd name="T1" fmla="*/ 5 h 45"/>
                  <a:gd name="T2" fmla="*/ 18 w 45"/>
                  <a:gd name="T3" fmla="*/ 13 h 45"/>
                  <a:gd name="T4" fmla="*/ 1 w 45"/>
                  <a:gd name="T5" fmla="*/ 30 h 45"/>
                  <a:gd name="T6" fmla="*/ 1 w 45"/>
                  <a:gd name="T7" fmla="*/ 35 h 45"/>
                  <a:gd name="T8" fmla="*/ 10 w 45"/>
                  <a:gd name="T9" fmla="*/ 44 h 45"/>
                  <a:gd name="T10" fmla="*/ 15 w 45"/>
                  <a:gd name="T11" fmla="*/ 44 h 45"/>
                  <a:gd name="T12" fmla="*/ 32 w 45"/>
                  <a:gd name="T13" fmla="*/ 27 h 45"/>
                  <a:gd name="T14" fmla="*/ 40 w 45"/>
                  <a:gd name="T15" fmla="*/ 14 h 45"/>
                  <a:gd name="T16" fmla="*/ 45 w 45"/>
                  <a:gd name="T17" fmla="*/ 0 h 45"/>
                  <a:gd name="T18" fmla="*/ 31 w 45"/>
                  <a:gd name="T19" fmla="*/ 5 h 45"/>
                  <a:gd name="T20" fmla="*/ 20 w 45"/>
                  <a:gd name="T21" fmla="*/ 34 h 45"/>
                  <a:gd name="T22" fmla="*/ 11 w 45"/>
                  <a:gd name="T23" fmla="*/ 34 h 45"/>
                  <a:gd name="T24" fmla="*/ 11 w 45"/>
                  <a:gd name="T25" fmla="*/ 25 h 45"/>
                  <a:gd name="T26" fmla="*/ 20 w 45"/>
                  <a:gd name="T27" fmla="*/ 25 h 45"/>
                  <a:gd name="T28" fmla="*/ 20 w 45"/>
                  <a:gd name="T29" fmla="*/ 34 h 45"/>
                  <a:gd name="T30" fmla="*/ 31 w 45"/>
                  <a:gd name="T31" fmla="*/ 23 h 45"/>
                  <a:gd name="T32" fmla="*/ 22 w 45"/>
                  <a:gd name="T33" fmla="*/ 23 h 45"/>
                  <a:gd name="T34" fmla="*/ 22 w 45"/>
                  <a:gd name="T35" fmla="*/ 14 h 45"/>
                  <a:gd name="T36" fmla="*/ 31 w 45"/>
                  <a:gd name="T37" fmla="*/ 14 h 45"/>
                  <a:gd name="T38" fmla="*/ 31 w 45"/>
                  <a:gd name="T39" fmla="*/ 23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45" h="45">
                    <a:moveTo>
                      <a:pt x="31" y="5"/>
                    </a:moveTo>
                    <a:cubicBezTo>
                      <a:pt x="27" y="6"/>
                      <a:pt x="21" y="10"/>
                      <a:pt x="18" y="13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31"/>
                      <a:pt x="0" y="34"/>
                      <a:pt x="1" y="35"/>
                    </a:cubicBezTo>
                    <a:cubicBezTo>
                      <a:pt x="10" y="44"/>
                      <a:pt x="10" y="44"/>
                      <a:pt x="10" y="44"/>
                    </a:cubicBezTo>
                    <a:cubicBezTo>
                      <a:pt x="11" y="45"/>
                      <a:pt x="14" y="45"/>
                      <a:pt x="15" y="44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5" y="24"/>
                      <a:pt x="39" y="18"/>
                      <a:pt x="40" y="14"/>
                    </a:cubicBezTo>
                    <a:cubicBezTo>
                      <a:pt x="45" y="0"/>
                      <a:pt x="45" y="0"/>
                      <a:pt x="45" y="0"/>
                    </a:cubicBezTo>
                    <a:lnTo>
                      <a:pt x="31" y="5"/>
                    </a:lnTo>
                    <a:close/>
                    <a:moveTo>
                      <a:pt x="20" y="34"/>
                    </a:moveTo>
                    <a:cubicBezTo>
                      <a:pt x="17" y="36"/>
                      <a:pt x="13" y="36"/>
                      <a:pt x="11" y="34"/>
                    </a:cubicBezTo>
                    <a:cubicBezTo>
                      <a:pt x="9" y="32"/>
                      <a:pt x="9" y="28"/>
                      <a:pt x="11" y="25"/>
                    </a:cubicBezTo>
                    <a:cubicBezTo>
                      <a:pt x="13" y="23"/>
                      <a:pt x="17" y="23"/>
                      <a:pt x="20" y="25"/>
                    </a:cubicBezTo>
                    <a:cubicBezTo>
                      <a:pt x="22" y="28"/>
                      <a:pt x="22" y="32"/>
                      <a:pt x="20" y="34"/>
                    </a:cubicBezTo>
                    <a:close/>
                    <a:moveTo>
                      <a:pt x="31" y="23"/>
                    </a:moveTo>
                    <a:cubicBezTo>
                      <a:pt x="29" y="25"/>
                      <a:pt x="25" y="25"/>
                      <a:pt x="22" y="23"/>
                    </a:cubicBezTo>
                    <a:cubicBezTo>
                      <a:pt x="20" y="20"/>
                      <a:pt x="20" y="16"/>
                      <a:pt x="22" y="14"/>
                    </a:cubicBezTo>
                    <a:cubicBezTo>
                      <a:pt x="25" y="12"/>
                      <a:pt x="29" y="12"/>
                      <a:pt x="31" y="14"/>
                    </a:cubicBezTo>
                    <a:cubicBezTo>
                      <a:pt x="33" y="16"/>
                      <a:pt x="33" y="20"/>
                      <a:pt x="31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93" name="Freeform 241"/>
              <p:cNvSpPr/>
              <p:nvPr/>
            </p:nvSpPr>
            <p:spPr bwMode="auto">
              <a:xfrm>
                <a:off x="2619376" y="6500813"/>
                <a:ext cx="79375" cy="71438"/>
              </a:xfrm>
              <a:custGeom>
                <a:avLst/>
                <a:gdLst>
                  <a:gd name="T0" fmla="*/ 7 w 21"/>
                  <a:gd name="T1" fmla="*/ 17 h 19"/>
                  <a:gd name="T2" fmla="*/ 21 w 21"/>
                  <a:gd name="T3" fmla="*/ 3 h 19"/>
                  <a:gd name="T4" fmla="*/ 10 w 21"/>
                  <a:gd name="T5" fmla="*/ 3 h 19"/>
                  <a:gd name="T6" fmla="*/ 1 w 21"/>
                  <a:gd name="T7" fmla="*/ 12 h 19"/>
                  <a:gd name="T8" fmla="*/ 1 w 21"/>
                  <a:gd name="T9" fmla="*/ 17 h 19"/>
                  <a:gd name="T10" fmla="*/ 7 w 21"/>
                  <a:gd name="T11" fmla="*/ 17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1" h="19">
                    <a:moveTo>
                      <a:pt x="7" y="17"/>
                    </a:moveTo>
                    <a:cubicBezTo>
                      <a:pt x="21" y="3"/>
                      <a:pt x="21" y="3"/>
                      <a:pt x="21" y="3"/>
                    </a:cubicBezTo>
                    <a:cubicBezTo>
                      <a:pt x="18" y="0"/>
                      <a:pt x="13" y="0"/>
                      <a:pt x="10" y="3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0" y="13"/>
                      <a:pt x="0" y="16"/>
                      <a:pt x="1" y="17"/>
                    </a:cubicBezTo>
                    <a:cubicBezTo>
                      <a:pt x="3" y="19"/>
                      <a:pt x="5" y="19"/>
                      <a:pt x="7" y="1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94" name="Freeform 242"/>
              <p:cNvSpPr/>
              <p:nvPr/>
            </p:nvSpPr>
            <p:spPr bwMode="auto">
              <a:xfrm>
                <a:off x="2713038" y="6588126"/>
                <a:ext cx="71438" cy="77788"/>
              </a:xfrm>
              <a:custGeom>
                <a:avLst/>
                <a:gdLst>
                  <a:gd name="T0" fmla="*/ 2 w 19"/>
                  <a:gd name="T1" fmla="*/ 14 h 21"/>
                  <a:gd name="T2" fmla="*/ 2 w 19"/>
                  <a:gd name="T3" fmla="*/ 20 h 21"/>
                  <a:gd name="T4" fmla="*/ 7 w 19"/>
                  <a:gd name="T5" fmla="*/ 20 h 21"/>
                  <a:gd name="T6" fmla="*/ 16 w 19"/>
                  <a:gd name="T7" fmla="*/ 11 h 21"/>
                  <a:gd name="T8" fmla="*/ 16 w 19"/>
                  <a:gd name="T9" fmla="*/ 0 h 21"/>
                  <a:gd name="T10" fmla="*/ 2 w 19"/>
                  <a:gd name="T11" fmla="*/ 14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9" h="21">
                    <a:moveTo>
                      <a:pt x="2" y="14"/>
                    </a:moveTo>
                    <a:cubicBezTo>
                      <a:pt x="0" y="16"/>
                      <a:pt x="0" y="18"/>
                      <a:pt x="2" y="20"/>
                    </a:cubicBezTo>
                    <a:cubicBezTo>
                      <a:pt x="3" y="21"/>
                      <a:pt x="6" y="21"/>
                      <a:pt x="7" y="20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9" y="8"/>
                      <a:pt x="19" y="3"/>
                      <a:pt x="16" y="0"/>
                    </a:cubicBezTo>
                    <a:lnTo>
                      <a:pt x="2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95" name="Freeform 243"/>
              <p:cNvSpPr/>
              <p:nvPr/>
            </p:nvSpPr>
            <p:spPr bwMode="auto">
              <a:xfrm>
                <a:off x="2668588" y="6577013"/>
                <a:ext cx="41275" cy="41275"/>
              </a:xfrm>
              <a:custGeom>
                <a:avLst/>
                <a:gdLst>
                  <a:gd name="T0" fmla="*/ 1 w 11"/>
                  <a:gd name="T1" fmla="*/ 2 h 11"/>
                  <a:gd name="T2" fmla="*/ 1 w 11"/>
                  <a:gd name="T3" fmla="*/ 4 h 11"/>
                  <a:gd name="T4" fmla="*/ 7 w 11"/>
                  <a:gd name="T5" fmla="*/ 10 h 11"/>
                  <a:gd name="T6" fmla="*/ 9 w 11"/>
                  <a:gd name="T7" fmla="*/ 10 h 11"/>
                  <a:gd name="T8" fmla="*/ 11 w 11"/>
                  <a:gd name="T9" fmla="*/ 9 h 11"/>
                  <a:gd name="T10" fmla="*/ 2 w 11"/>
                  <a:gd name="T11" fmla="*/ 0 h 11"/>
                  <a:gd name="T12" fmla="*/ 1 w 11"/>
                  <a:gd name="T13" fmla="*/ 2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11">
                    <a:moveTo>
                      <a:pt x="1" y="2"/>
                    </a:moveTo>
                    <a:cubicBezTo>
                      <a:pt x="0" y="2"/>
                      <a:pt x="0" y="4"/>
                      <a:pt x="1" y="4"/>
                    </a:cubicBezTo>
                    <a:cubicBezTo>
                      <a:pt x="7" y="10"/>
                      <a:pt x="7" y="10"/>
                      <a:pt x="7" y="10"/>
                    </a:cubicBezTo>
                    <a:cubicBezTo>
                      <a:pt x="7" y="11"/>
                      <a:pt x="9" y="11"/>
                      <a:pt x="9" y="10"/>
                    </a:cubicBezTo>
                    <a:cubicBezTo>
                      <a:pt x="11" y="9"/>
                      <a:pt x="11" y="9"/>
                      <a:pt x="11" y="9"/>
                    </a:cubicBezTo>
                    <a:cubicBezTo>
                      <a:pt x="2" y="0"/>
                      <a:pt x="2" y="0"/>
                      <a:pt x="2" y="0"/>
                    </a:cubicBezTo>
                    <a:lnTo>
                      <a:pt x="1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96" name="Freeform 244"/>
              <p:cNvSpPr/>
              <p:nvPr/>
            </p:nvSpPr>
            <p:spPr bwMode="auto">
              <a:xfrm>
                <a:off x="2611438" y="6599238"/>
                <a:ext cx="76200" cy="74613"/>
              </a:xfrm>
              <a:custGeom>
                <a:avLst/>
                <a:gdLst>
                  <a:gd name="T0" fmla="*/ 0 w 20"/>
                  <a:gd name="T1" fmla="*/ 20 h 20"/>
                  <a:gd name="T2" fmla="*/ 16 w 20"/>
                  <a:gd name="T3" fmla="*/ 4 h 20"/>
                  <a:gd name="T4" fmla="*/ 0 w 20"/>
                  <a:gd name="T5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0" h="20">
                    <a:moveTo>
                      <a:pt x="0" y="20"/>
                    </a:moveTo>
                    <a:cubicBezTo>
                      <a:pt x="8" y="16"/>
                      <a:pt x="20" y="8"/>
                      <a:pt x="16" y="4"/>
                    </a:cubicBezTo>
                    <a:cubicBezTo>
                      <a:pt x="12" y="0"/>
                      <a:pt x="4" y="12"/>
                      <a:pt x="0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0" name="Group 19"/>
          <p:cNvGrpSpPr/>
          <p:nvPr/>
        </p:nvGrpSpPr>
        <p:grpSpPr>
          <a:xfrm>
            <a:off x="3469433" y="1985305"/>
            <a:ext cx="510428" cy="701400"/>
            <a:chOff x="3469433" y="1985305"/>
            <a:chExt cx="510428" cy="701400"/>
          </a:xfrm>
        </p:grpSpPr>
        <p:sp>
          <p:nvSpPr>
            <p:cNvPr id="86" name="Freeform 9"/>
            <p:cNvSpPr>
              <a:spLocks noEditPoints="1"/>
            </p:cNvSpPr>
            <p:nvPr/>
          </p:nvSpPr>
          <p:spPr bwMode="auto">
            <a:xfrm>
              <a:off x="3469433" y="1985305"/>
              <a:ext cx="510428" cy="701400"/>
            </a:xfrm>
            <a:custGeom>
              <a:avLst/>
              <a:gdLst>
                <a:gd name="T0" fmla="*/ 153 w 305"/>
                <a:gd name="T1" fmla="*/ 0 h 420"/>
                <a:gd name="T2" fmla="*/ 152 w 305"/>
                <a:gd name="T3" fmla="*/ 0 h 420"/>
                <a:gd name="T4" fmla="*/ 0 w 305"/>
                <a:gd name="T5" fmla="*/ 153 h 420"/>
                <a:gd name="T6" fmla="*/ 108 w 305"/>
                <a:gd name="T7" fmla="*/ 352 h 420"/>
                <a:gd name="T8" fmla="*/ 108 w 305"/>
                <a:gd name="T9" fmla="*/ 352 h 420"/>
                <a:gd name="T10" fmla="*/ 111 w 305"/>
                <a:gd name="T11" fmla="*/ 352 h 420"/>
                <a:gd name="T12" fmla="*/ 120 w 305"/>
                <a:gd name="T13" fmla="*/ 377 h 420"/>
                <a:gd name="T14" fmla="*/ 113 w 305"/>
                <a:gd name="T15" fmla="*/ 385 h 420"/>
                <a:gd name="T16" fmla="*/ 113 w 305"/>
                <a:gd name="T17" fmla="*/ 412 h 420"/>
                <a:gd name="T18" fmla="*/ 121 w 305"/>
                <a:gd name="T19" fmla="*/ 420 h 420"/>
                <a:gd name="T20" fmla="*/ 153 w 305"/>
                <a:gd name="T21" fmla="*/ 420 h 420"/>
                <a:gd name="T22" fmla="*/ 185 w 305"/>
                <a:gd name="T23" fmla="*/ 420 h 420"/>
                <a:gd name="T24" fmla="*/ 193 w 305"/>
                <a:gd name="T25" fmla="*/ 412 h 420"/>
                <a:gd name="T26" fmla="*/ 193 w 305"/>
                <a:gd name="T27" fmla="*/ 385 h 420"/>
                <a:gd name="T28" fmla="*/ 185 w 305"/>
                <a:gd name="T29" fmla="*/ 377 h 420"/>
                <a:gd name="T30" fmla="*/ 184 w 305"/>
                <a:gd name="T31" fmla="*/ 377 h 420"/>
                <a:gd name="T32" fmla="*/ 192 w 305"/>
                <a:gd name="T33" fmla="*/ 353 h 420"/>
                <a:gd name="T34" fmla="*/ 196 w 305"/>
                <a:gd name="T35" fmla="*/ 353 h 420"/>
                <a:gd name="T36" fmla="*/ 198 w 305"/>
                <a:gd name="T37" fmla="*/ 351 h 420"/>
                <a:gd name="T38" fmla="*/ 305 w 305"/>
                <a:gd name="T39" fmla="*/ 152 h 420"/>
                <a:gd name="T40" fmla="*/ 153 w 305"/>
                <a:gd name="T41" fmla="*/ 0 h 420"/>
                <a:gd name="T42" fmla="*/ 169 w 305"/>
                <a:gd name="T43" fmla="*/ 377 h 420"/>
                <a:gd name="T44" fmla="*/ 153 w 305"/>
                <a:gd name="T45" fmla="*/ 377 h 420"/>
                <a:gd name="T46" fmla="*/ 135 w 305"/>
                <a:gd name="T47" fmla="*/ 377 h 420"/>
                <a:gd name="T48" fmla="*/ 126 w 305"/>
                <a:gd name="T49" fmla="*/ 352 h 420"/>
                <a:gd name="T50" fmla="*/ 153 w 305"/>
                <a:gd name="T51" fmla="*/ 352 h 420"/>
                <a:gd name="T52" fmla="*/ 178 w 305"/>
                <a:gd name="T53" fmla="*/ 352 h 420"/>
                <a:gd name="T54" fmla="*/ 169 w 305"/>
                <a:gd name="T55" fmla="*/ 377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05" h="420">
                  <a:moveTo>
                    <a:pt x="153" y="0"/>
                  </a:moveTo>
                  <a:cubicBezTo>
                    <a:pt x="153" y="0"/>
                    <a:pt x="153" y="0"/>
                    <a:pt x="152" y="0"/>
                  </a:cubicBezTo>
                  <a:cubicBezTo>
                    <a:pt x="68" y="0"/>
                    <a:pt x="0" y="68"/>
                    <a:pt x="0" y="153"/>
                  </a:cubicBezTo>
                  <a:cubicBezTo>
                    <a:pt x="0" y="208"/>
                    <a:pt x="64" y="325"/>
                    <a:pt x="108" y="352"/>
                  </a:cubicBezTo>
                  <a:cubicBezTo>
                    <a:pt x="108" y="352"/>
                    <a:pt x="108" y="352"/>
                    <a:pt x="108" y="352"/>
                  </a:cubicBezTo>
                  <a:cubicBezTo>
                    <a:pt x="111" y="352"/>
                    <a:pt x="111" y="352"/>
                    <a:pt x="111" y="352"/>
                  </a:cubicBezTo>
                  <a:cubicBezTo>
                    <a:pt x="120" y="377"/>
                    <a:pt x="120" y="377"/>
                    <a:pt x="120" y="377"/>
                  </a:cubicBezTo>
                  <a:cubicBezTo>
                    <a:pt x="116" y="378"/>
                    <a:pt x="113" y="381"/>
                    <a:pt x="113" y="385"/>
                  </a:cubicBezTo>
                  <a:cubicBezTo>
                    <a:pt x="113" y="412"/>
                    <a:pt x="113" y="412"/>
                    <a:pt x="113" y="412"/>
                  </a:cubicBezTo>
                  <a:cubicBezTo>
                    <a:pt x="113" y="416"/>
                    <a:pt x="117" y="420"/>
                    <a:pt x="121" y="420"/>
                  </a:cubicBezTo>
                  <a:cubicBezTo>
                    <a:pt x="153" y="420"/>
                    <a:pt x="153" y="420"/>
                    <a:pt x="153" y="420"/>
                  </a:cubicBezTo>
                  <a:cubicBezTo>
                    <a:pt x="185" y="420"/>
                    <a:pt x="185" y="420"/>
                    <a:pt x="185" y="420"/>
                  </a:cubicBezTo>
                  <a:cubicBezTo>
                    <a:pt x="189" y="420"/>
                    <a:pt x="193" y="416"/>
                    <a:pt x="193" y="412"/>
                  </a:cubicBezTo>
                  <a:cubicBezTo>
                    <a:pt x="193" y="385"/>
                    <a:pt x="193" y="385"/>
                    <a:pt x="193" y="385"/>
                  </a:cubicBezTo>
                  <a:cubicBezTo>
                    <a:pt x="193" y="380"/>
                    <a:pt x="189" y="377"/>
                    <a:pt x="185" y="377"/>
                  </a:cubicBezTo>
                  <a:cubicBezTo>
                    <a:pt x="184" y="377"/>
                    <a:pt x="184" y="377"/>
                    <a:pt x="184" y="377"/>
                  </a:cubicBezTo>
                  <a:cubicBezTo>
                    <a:pt x="192" y="353"/>
                    <a:pt x="192" y="353"/>
                    <a:pt x="192" y="353"/>
                  </a:cubicBezTo>
                  <a:cubicBezTo>
                    <a:pt x="196" y="353"/>
                    <a:pt x="196" y="353"/>
                    <a:pt x="196" y="353"/>
                  </a:cubicBezTo>
                  <a:cubicBezTo>
                    <a:pt x="197" y="352"/>
                    <a:pt x="197" y="352"/>
                    <a:pt x="198" y="351"/>
                  </a:cubicBezTo>
                  <a:cubicBezTo>
                    <a:pt x="246" y="324"/>
                    <a:pt x="305" y="210"/>
                    <a:pt x="305" y="152"/>
                  </a:cubicBezTo>
                  <a:cubicBezTo>
                    <a:pt x="305" y="68"/>
                    <a:pt x="237" y="0"/>
                    <a:pt x="153" y="0"/>
                  </a:cubicBezTo>
                  <a:close/>
                  <a:moveTo>
                    <a:pt x="169" y="377"/>
                  </a:moveTo>
                  <a:cubicBezTo>
                    <a:pt x="153" y="377"/>
                    <a:pt x="153" y="377"/>
                    <a:pt x="153" y="377"/>
                  </a:cubicBezTo>
                  <a:cubicBezTo>
                    <a:pt x="135" y="377"/>
                    <a:pt x="135" y="377"/>
                    <a:pt x="135" y="377"/>
                  </a:cubicBezTo>
                  <a:cubicBezTo>
                    <a:pt x="126" y="352"/>
                    <a:pt x="126" y="352"/>
                    <a:pt x="126" y="352"/>
                  </a:cubicBezTo>
                  <a:cubicBezTo>
                    <a:pt x="153" y="352"/>
                    <a:pt x="153" y="352"/>
                    <a:pt x="153" y="352"/>
                  </a:cubicBezTo>
                  <a:cubicBezTo>
                    <a:pt x="178" y="352"/>
                    <a:pt x="178" y="352"/>
                    <a:pt x="178" y="352"/>
                  </a:cubicBezTo>
                  <a:lnTo>
                    <a:pt x="169" y="37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grpSp>
          <p:nvGrpSpPr>
            <p:cNvPr id="97" name="Group 96"/>
            <p:cNvGrpSpPr/>
            <p:nvPr/>
          </p:nvGrpSpPr>
          <p:grpSpPr>
            <a:xfrm>
              <a:off x="3616712" y="2138711"/>
              <a:ext cx="225426" cy="241301"/>
              <a:chOff x="3573463" y="4510088"/>
              <a:chExt cx="225426" cy="241301"/>
            </a:xfrm>
            <a:solidFill>
              <a:schemeClr val="bg1"/>
            </a:solidFill>
          </p:grpSpPr>
          <p:sp>
            <p:nvSpPr>
              <p:cNvPr id="98" name="Freeform 191"/>
              <p:cNvSpPr>
                <a:spLocks noEditPoints="1"/>
              </p:cNvSpPr>
              <p:nvPr/>
            </p:nvSpPr>
            <p:spPr bwMode="auto">
              <a:xfrm>
                <a:off x="3708401" y="4600576"/>
                <a:ext cx="90488" cy="150813"/>
              </a:xfrm>
              <a:custGeom>
                <a:avLst/>
                <a:gdLst>
                  <a:gd name="T0" fmla="*/ 12 w 24"/>
                  <a:gd name="T1" fmla="*/ 0 h 40"/>
                  <a:gd name="T2" fmla="*/ 0 w 24"/>
                  <a:gd name="T3" fmla="*/ 12 h 40"/>
                  <a:gd name="T4" fmla="*/ 4 w 24"/>
                  <a:gd name="T5" fmla="*/ 21 h 40"/>
                  <a:gd name="T6" fmla="*/ 4 w 24"/>
                  <a:gd name="T7" fmla="*/ 40 h 40"/>
                  <a:gd name="T8" fmla="*/ 12 w 24"/>
                  <a:gd name="T9" fmla="*/ 32 h 40"/>
                  <a:gd name="T10" fmla="*/ 20 w 24"/>
                  <a:gd name="T11" fmla="*/ 40 h 40"/>
                  <a:gd name="T12" fmla="*/ 20 w 24"/>
                  <a:gd name="T13" fmla="*/ 21 h 40"/>
                  <a:gd name="T14" fmla="*/ 24 w 24"/>
                  <a:gd name="T15" fmla="*/ 12 h 40"/>
                  <a:gd name="T16" fmla="*/ 12 w 24"/>
                  <a:gd name="T17" fmla="*/ 0 h 40"/>
                  <a:gd name="T18" fmla="*/ 12 w 24"/>
                  <a:gd name="T19" fmla="*/ 20 h 40"/>
                  <a:gd name="T20" fmla="*/ 4 w 24"/>
                  <a:gd name="T21" fmla="*/ 12 h 40"/>
                  <a:gd name="T22" fmla="*/ 12 w 24"/>
                  <a:gd name="T23" fmla="*/ 4 h 40"/>
                  <a:gd name="T24" fmla="*/ 20 w 24"/>
                  <a:gd name="T25" fmla="*/ 12 h 40"/>
                  <a:gd name="T26" fmla="*/ 12 w 24"/>
                  <a:gd name="T27" fmla="*/ 2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4" h="40">
                    <a:moveTo>
                      <a:pt x="12" y="0"/>
                    </a:moveTo>
                    <a:cubicBezTo>
                      <a:pt x="5" y="0"/>
                      <a:pt x="0" y="5"/>
                      <a:pt x="0" y="12"/>
                    </a:cubicBezTo>
                    <a:cubicBezTo>
                      <a:pt x="0" y="16"/>
                      <a:pt x="2" y="19"/>
                      <a:pt x="4" y="21"/>
                    </a:cubicBezTo>
                    <a:cubicBezTo>
                      <a:pt x="4" y="40"/>
                      <a:pt x="4" y="40"/>
                      <a:pt x="4" y="40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2" y="19"/>
                      <a:pt x="24" y="16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lose/>
                    <a:moveTo>
                      <a:pt x="12" y="20"/>
                    </a:move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99" name="Freeform 192"/>
              <p:cNvSpPr/>
              <p:nvPr/>
            </p:nvSpPr>
            <p:spPr bwMode="auto">
              <a:xfrm>
                <a:off x="3573463" y="4510088"/>
                <a:ext cx="195263" cy="241300"/>
              </a:xfrm>
              <a:custGeom>
                <a:avLst/>
                <a:gdLst>
                  <a:gd name="T0" fmla="*/ 64 w 123"/>
                  <a:gd name="T1" fmla="*/ 133 h 152"/>
                  <a:gd name="T2" fmla="*/ 19 w 123"/>
                  <a:gd name="T3" fmla="*/ 133 h 152"/>
                  <a:gd name="T4" fmla="*/ 19 w 123"/>
                  <a:gd name="T5" fmla="*/ 19 h 152"/>
                  <a:gd name="T6" fmla="*/ 71 w 123"/>
                  <a:gd name="T7" fmla="*/ 19 h 152"/>
                  <a:gd name="T8" fmla="*/ 100 w 123"/>
                  <a:gd name="T9" fmla="*/ 48 h 152"/>
                  <a:gd name="T10" fmla="*/ 123 w 123"/>
                  <a:gd name="T11" fmla="*/ 48 h 152"/>
                  <a:gd name="T12" fmla="*/ 123 w 123"/>
                  <a:gd name="T13" fmla="*/ 43 h 152"/>
                  <a:gd name="T14" fmla="*/ 81 w 123"/>
                  <a:gd name="T15" fmla="*/ 0 h 152"/>
                  <a:gd name="T16" fmla="*/ 0 w 123"/>
                  <a:gd name="T17" fmla="*/ 0 h 152"/>
                  <a:gd name="T18" fmla="*/ 0 w 123"/>
                  <a:gd name="T19" fmla="*/ 152 h 152"/>
                  <a:gd name="T20" fmla="*/ 81 w 123"/>
                  <a:gd name="T21" fmla="*/ 152 h 152"/>
                  <a:gd name="T22" fmla="*/ 64 w 123"/>
                  <a:gd name="T23" fmla="*/ 133 h 152"/>
                  <a:gd name="T24" fmla="*/ 64 w 123"/>
                  <a:gd name="T25" fmla="*/ 133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3" h="152">
                    <a:moveTo>
                      <a:pt x="64" y="133"/>
                    </a:moveTo>
                    <a:lnTo>
                      <a:pt x="19" y="133"/>
                    </a:lnTo>
                    <a:lnTo>
                      <a:pt x="19" y="19"/>
                    </a:lnTo>
                    <a:lnTo>
                      <a:pt x="71" y="19"/>
                    </a:lnTo>
                    <a:lnTo>
                      <a:pt x="100" y="48"/>
                    </a:lnTo>
                    <a:lnTo>
                      <a:pt x="123" y="48"/>
                    </a:lnTo>
                    <a:lnTo>
                      <a:pt x="123" y="43"/>
                    </a:lnTo>
                    <a:lnTo>
                      <a:pt x="81" y="0"/>
                    </a:lnTo>
                    <a:lnTo>
                      <a:pt x="0" y="0"/>
                    </a:lnTo>
                    <a:lnTo>
                      <a:pt x="0" y="152"/>
                    </a:lnTo>
                    <a:lnTo>
                      <a:pt x="81" y="152"/>
                    </a:lnTo>
                    <a:lnTo>
                      <a:pt x="64" y="133"/>
                    </a:lnTo>
                    <a:lnTo>
                      <a:pt x="64" y="13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100" name="Rectangle 193"/>
              <p:cNvSpPr>
                <a:spLocks noChangeArrowheads="1"/>
              </p:cNvSpPr>
              <p:nvPr/>
            </p:nvSpPr>
            <p:spPr bwMode="auto">
              <a:xfrm>
                <a:off x="3619501" y="4586288"/>
                <a:ext cx="74613" cy="142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101" name="Rectangle 194"/>
              <p:cNvSpPr>
                <a:spLocks noChangeArrowheads="1"/>
              </p:cNvSpPr>
              <p:nvPr/>
            </p:nvSpPr>
            <p:spPr bwMode="auto">
              <a:xfrm>
                <a:off x="3619501" y="4616451"/>
                <a:ext cx="74613" cy="142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102" name="Rectangle 195"/>
              <p:cNvSpPr>
                <a:spLocks noChangeArrowheads="1"/>
              </p:cNvSpPr>
              <p:nvPr/>
            </p:nvSpPr>
            <p:spPr bwMode="auto">
              <a:xfrm>
                <a:off x="3619501" y="4646613"/>
                <a:ext cx="74613" cy="142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1" name="Group 20"/>
          <p:cNvGrpSpPr/>
          <p:nvPr/>
        </p:nvGrpSpPr>
        <p:grpSpPr>
          <a:xfrm>
            <a:off x="5046702" y="3311272"/>
            <a:ext cx="510428" cy="701400"/>
            <a:chOff x="5046702" y="3311272"/>
            <a:chExt cx="510428" cy="701400"/>
          </a:xfrm>
        </p:grpSpPr>
        <p:sp>
          <p:nvSpPr>
            <p:cNvPr id="87" name="Freeform 9"/>
            <p:cNvSpPr>
              <a:spLocks noEditPoints="1"/>
            </p:cNvSpPr>
            <p:nvPr/>
          </p:nvSpPr>
          <p:spPr bwMode="auto">
            <a:xfrm>
              <a:off x="5046702" y="3311272"/>
              <a:ext cx="510428" cy="701400"/>
            </a:xfrm>
            <a:custGeom>
              <a:avLst/>
              <a:gdLst>
                <a:gd name="T0" fmla="*/ 153 w 305"/>
                <a:gd name="T1" fmla="*/ 0 h 420"/>
                <a:gd name="T2" fmla="*/ 152 w 305"/>
                <a:gd name="T3" fmla="*/ 0 h 420"/>
                <a:gd name="T4" fmla="*/ 0 w 305"/>
                <a:gd name="T5" fmla="*/ 153 h 420"/>
                <a:gd name="T6" fmla="*/ 108 w 305"/>
                <a:gd name="T7" fmla="*/ 352 h 420"/>
                <a:gd name="T8" fmla="*/ 108 w 305"/>
                <a:gd name="T9" fmla="*/ 352 h 420"/>
                <a:gd name="T10" fmla="*/ 111 w 305"/>
                <a:gd name="T11" fmla="*/ 352 h 420"/>
                <a:gd name="T12" fmla="*/ 120 w 305"/>
                <a:gd name="T13" fmla="*/ 377 h 420"/>
                <a:gd name="T14" fmla="*/ 113 w 305"/>
                <a:gd name="T15" fmla="*/ 385 h 420"/>
                <a:gd name="T16" fmla="*/ 113 w 305"/>
                <a:gd name="T17" fmla="*/ 412 h 420"/>
                <a:gd name="T18" fmla="*/ 121 w 305"/>
                <a:gd name="T19" fmla="*/ 420 h 420"/>
                <a:gd name="T20" fmla="*/ 153 w 305"/>
                <a:gd name="T21" fmla="*/ 420 h 420"/>
                <a:gd name="T22" fmla="*/ 185 w 305"/>
                <a:gd name="T23" fmla="*/ 420 h 420"/>
                <a:gd name="T24" fmla="*/ 193 w 305"/>
                <a:gd name="T25" fmla="*/ 412 h 420"/>
                <a:gd name="T26" fmla="*/ 193 w 305"/>
                <a:gd name="T27" fmla="*/ 385 h 420"/>
                <a:gd name="T28" fmla="*/ 185 w 305"/>
                <a:gd name="T29" fmla="*/ 377 h 420"/>
                <a:gd name="T30" fmla="*/ 184 w 305"/>
                <a:gd name="T31" fmla="*/ 377 h 420"/>
                <a:gd name="T32" fmla="*/ 192 w 305"/>
                <a:gd name="T33" fmla="*/ 353 h 420"/>
                <a:gd name="T34" fmla="*/ 196 w 305"/>
                <a:gd name="T35" fmla="*/ 353 h 420"/>
                <a:gd name="T36" fmla="*/ 198 w 305"/>
                <a:gd name="T37" fmla="*/ 351 h 420"/>
                <a:gd name="T38" fmla="*/ 305 w 305"/>
                <a:gd name="T39" fmla="*/ 152 h 420"/>
                <a:gd name="T40" fmla="*/ 153 w 305"/>
                <a:gd name="T41" fmla="*/ 0 h 420"/>
                <a:gd name="T42" fmla="*/ 169 w 305"/>
                <a:gd name="T43" fmla="*/ 377 h 420"/>
                <a:gd name="T44" fmla="*/ 153 w 305"/>
                <a:gd name="T45" fmla="*/ 377 h 420"/>
                <a:gd name="T46" fmla="*/ 135 w 305"/>
                <a:gd name="T47" fmla="*/ 377 h 420"/>
                <a:gd name="T48" fmla="*/ 126 w 305"/>
                <a:gd name="T49" fmla="*/ 352 h 420"/>
                <a:gd name="T50" fmla="*/ 153 w 305"/>
                <a:gd name="T51" fmla="*/ 352 h 420"/>
                <a:gd name="T52" fmla="*/ 178 w 305"/>
                <a:gd name="T53" fmla="*/ 352 h 420"/>
                <a:gd name="T54" fmla="*/ 169 w 305"/>
                <a:gd name="T55" fmla="*/ 377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05" h="420">
                  <a:moveTo>
                    <a:pt x="153" y="0"/>
                  </a:moveTo>
                  <a:cubicBezTo>
                    <a:pt x="153" y="0"/>
                    <a:pt x="153" y="0"/>
                    <a:pt x="152" y="0"/>
                  </a:cubicBezTo>
                  <a:cubicBezTo>
                    <a:pt x="68" y="0"/>
                    <a:pt x="0" y="68"/>
                    <a:pt x="0" y="153"/>
                  </a:cubicBezTo>
                  <a:cubicBezTo>
                    <a:pt x="0" y="208"/>
                    <a:pt x="64" y="325"/>
                    <a:pt x="108" y="352"/>
                  </a:cubicBezTo>
                  <a:cubicBezTo>
                    <a:pt x="108" y="352"/>
                    <a:pt x="108" y="352"/>
                    <a:pt x="108" y="352"/>
                  </a:cubicBezTo>
                  <a:cubicBezTo>
                    <a:pt x="111" y="352"/>
                    <a:pt x="111" y="352"/>
                    <a:pt x="111" y="352"/>
                  </a:cubicBezTo>
                  <a:cubicBezTo>
                    <a:pt x="120" y="377"/>
                    <a:pt x="120" y="377"/>
                    <a:pt x="120" y="377"/>
                  </a:cubicBezTo>
                  <a:cubicBezTo>
                    <a:pt x="116" y="378"/>
                    <a:pt x="113" y="381"/>
                    <a:pt x="113" y="385"/>
                  </a:cubicBezTo>
                  <a:cubicBezTo>
                    <a:pt x="113" y="412"/>
                    <a:pt x="113" y="412"/>
                    <a:pt x="113" y="412"/>
                  </a:cubicBezTo>
                  <a:cubicBezTo>
                    <a:pt x="113" y="416"/>
                    <a:pt x="117" y="420"/>
                    <a:pt x="121" y="420"/>
                  </a:cubicBezTo>
                  <a:cubicBezTo>
                    <a:pt x="153" y="420"/>
                    <a:pt x="153" y="420"/>
                    <a:pt x="153" y="420"/>
                  </a:cubicBezTo>
                  <a:cubicBezTo>
                    <a:pt x="185" y="420"/>
                    <a:pt x="185" y="420"/>
                    <a:pt x="185" y="420"/>
                  </a:cubicBezTo>
                  <a:cubicBezTo>
                    <a:pt x="189" y="420"/>
                    <a:pt x="193" y="416"/>
                    <a:pt x="193" y="412"/>
                  </a:cubicBezTo>
                  <a:cubicBezTo>
                    <a:pt x="193" y="385"/>
                    <a:pt x="193" y="385"/>
                    <a:pt x="193" y="385"/>
                  </a:cubicBezTo>
                  <a:cubicBezTo>
                    <a:pt x="193" y="380"/>
                    <a:pt x="189" y="377"/>
                    <a:pt x="185" y="377"/>
                  </a:cubicBezTo>
                  <a:cubicBezTo>
                    <a:pt x="184" y="377"/>
                    <a:pt x="184" y="377"/>
                    <a:pt x="184" y="377"/>
                  </a:cubicBezTo>
                  <a:cubicBezTo>
                    <a:pt x="192" y="353"/>
                    <a:pt x="192" y="353"/>
                    <a:pt x="192" y="353"/>
                  </a:cubicBezTo>
                  <a:cubicBezTo>
                    <a:pt x="196" y="353"/>
                    <a:pt x="196" y="353"/>
                    <a:pt x="196" y="353"/>
                  </a:cubicBezTo>
                  <a:cubicBezTo>
                    <a:pt x="197" y="352"/>
                    <a:pt x="197" y="352"/>
                    <a:pt x="198" y="351"/>
                  </a:cubicBezTo>
                  <a:cubicBezTo>
                    <a:pt x="246" y="324"/>
                    <a:pt x="305" y="210"/>
                    <a:pt x="305" y="152"/>
                  </a:cubicBezTo>
                  <a:cubicBezTo>
                    <a:pt x="305" y="68"/>
                    <a:pt x="237" y="0"/>
                    <a:pt x="153" y="0"/>
                  </a:cubicBezTo>
                  <a:close/>
                  <a:moveTo>
                    <a:pt x="169" y="377"/>
                  </a:moveTo>
                  <a:cubicBezTo>
                    <a:pt x="153" y="377"/>
                    <a:pt x="153" y="377"/>
                    <a:pt x="153" y="377"/>
                  </a:cubicBezTo>
                  <a:cubicBezTo>
                    <a:pt x="135" y="377"/>
                    <a:pt x="135" y="377"/>
                    <a:pt x="135" y="377"/>
                  </a:cubicBezTo>
                  <a:cubicBezTo>
                    <a:pt x="126" y="352"/>
                    <a:pt x="126" y="352"/>
                    <a:pt x="126" y="352"/>
                  </a:cubicBezTo>
                  <a:cubicBezTo>
                    <a:pt x="153" y="352"/>
                    <a:pt x="153" y="352"/>
                    <a:pt x="153" y="352"/>
                  </a:cubicBezTo>
                  <a:cubicBezTo>
                    <a:pt x="178" y="352"/>
                    <a:pt x="178" y="352"/>
                    <a:pt x="178" y="352"/>
                  </a:cubicBezTo>
                  <a:lnTo>
                    <a:pt x="169" y="37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grpSp>
          <p:nvGrpSpPr>
            <p:cNvPr id="103" name="Group 102"/>
            <p:cNvGrpSpPr/>
            <p:nvPr/>
          </p:nvGrpSpPr>
          <p:grpSpPr>
            <a:xfrm>
              <a:off x="5192713" y="3495676"/>
              <a:ext cx="225425" cy="209550"/>
              <a:chOff x="5992813" y="695326"/>
              <a:chExt cx="225425" cy="209550"/>
            </a:xfrm>
            <a:solidFill>
              <a:schemeClr val="bg1"/>
            </a:solidFill>
          </p:grpSpPr>
          <p:sp>
            <p:nvSpPr>
              <p:cNvPr id="104" name="Freeform 29"/>
              <p:cNvSpPr/>
              <p:nvPr/>
            </p:nvSpPr>
            <p:spPr bwMode="auto">
              <a:xfrm>
                <a:off x="6022976" y="874713"/>
                <a:ext cx="165100" cy="30163"/>
              </a:xfrm>
              <a:custGeom>
                <a:avLst/>
                <a:gdLst>
                  <a:gd name="T0" fmla="*/ 43 w 44"/>
                  <a:gd name="T1" fmla="*/ 0 h 8"/>
                  <a:gd name="T2" fmla="*/ 1 w 44"/>
                  <a:gd name="T3" fmla="*/ 0 h 8"/>
                  <a:gd name="T4" fmla="*/ 0 w 44"/>
                  <a:gd name="T5" fmla="*/ 1 h 8"/>
                  <a:gd name="T6" fmla="*/ 0 w 44"/>
                  <a:gd name="T7" fmla="*/ 7 h 8"/>
                  <a:gd name="T8" fmla="*/ 1 w 44"/>
                  <a:gd name="T9" fmla="*/ 8 h 8"/>
                  <a:gd name="T10" fmla="*/ 43 w 44"/>
                  <a:gd name="T11" fmla="*/ 8 h 8"/>
                  <a:gd name="T12" fmla="*/ 44 w 44"/>
                  <a:gd name="T13" fmla="*/ 7 h 8"/>
                  <a:gd name="T14" fmla="*/ 44 w 44"/>
                  <a:gd name="T15" fmla="*/ 1 h 8"/>
                  <a:gd name="T16" fmla="*/ 43 w 44"/>
                  <a:gd name="T17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4" h="8">
                    <a:moveTo>
                      <a:pt x="43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1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8"/>
                      <a:pt x="0" y="8"/>
                      <a:pt x="1" y="8"/>
                    </a:cubicBezTo>
                    <a:cubicBezTo>
                      <a:pt x="43" y="8"/>
                      <a:pt x="43" y="8"/>
                      <a:pt x="43" y="8"/>
                    </a:cubicBezTo>
                    <a:cubicBezTo>
                      <a:pt x="44" y="8"/>
                      <a:pt x="44" y="8"/>
                      <a:pt x="44" y="7"/>
                    </a:cubicBezTo>
                    <a:cubicBezTo>
                      <a:pt x="44" y="1"/>
                      <a:pt x="44" y="1"/>
                      <a:pt x="44" y="1"/>
                    </a:cubicBezTo>
                    <a:cubicBezTo>
                      <a:pt x="44" y="0"/>
                      <a:pt x="44" y="0"/>
                      <a:pt x="4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105" name="Freeform 30"/>
              <p:cNvSpPr/>
              <p:nvPr/>
            </p:nvSpPr>
            <p:spPr bwMode="auto">
              <a:xfrm>
                <a:off x="5992813" y="695326"/>
                <a:ext cx="225425" cy="165100"/>
              </a:xfrm>
              <a:custGeom>
                <a:avLst/>
                <a:gdLst>
                  <a:gd name="T0" fmla="*/ 60 w 60"/>
                  <a:gd name="T1" fmla="*/ 6 h 44"/>
                  <a:gd name="T2" fmla="*/ 54 w 60"/>
                  <a:gd name="T3" fmla="*/ 0 h 44"/>
                  <a:gd name="T4" fmla="*/ 48 w 60"/>
                  <a:gd name="T5" fmla="*/ 6 h 44"/>
                  <a:gd name="T6" fmla="*/ 51 w 60"/>
                  <a:gd name="T7" fmla="*/ 11 h 44"/>
                  <a:gd name="T8" fmla="*/ 40 w 60"/>
                  <a:gd name="T9" fmla="*/ 32 h 44"/>
                  <a:gd name="T10" fmla="*/ 33 w 60"/>
                  <a:gd name="T11" fmla="*/ 11 h 44"/>
                  <a:gd name="T12" fmla="*/ 36 w 60"/>
                  <a:gd name="T13" fmla="*/ 6 h 44"/>
                  <a:gd name="T14" fmla="*/ 30 w 60"/>
                  <a:gd name="T15" fmla="*/ 0 h 44"/>
                  <a:gd name="T16" fmla="*/ 24 w 60"/>
                  <a:gd name="T17" fmla="*/ 6 h 44"/>
                  <a:gd name="T18" fmla="*/ 27 w 60"/>
                  <a:gd name="T19" fmla="*/ 11 h 44"/>
                  <a:gd name="T20" fmla="*/ 20 w 60"/>
                  <a:gd name="T21" fmla="*/ 32 h 44"/>
                  <a:gd name="T22" fmla="*/ 9 w 60"/>
                  <a:gd name="T23" fmla="*/ 11 h 44"/>
                  <a:gd name="T24" fmla="*/ 12 w 60"/>
                  <a:gd name="T25" fmla="*/ 6 h 44"/>
                  <a:gd name="T26" fmla="*/ 6 w 60"/>
                  <a:gd name="T27" fmla="*/ 0 h 44"/>
                  <a:gd name="T28" fmla="*/ 0 w 60"/>
                  <a:gd name="T29" fmla="*/ 6 h 44"/>
                  <a:gd name="T30" fmla="*/ 4 w 60"/>
                  <a:gd name="T31" fmla="*/ 12 h 44"/>
                  <a:gd name="T32" fmla="*/ 8 w 60"/>
                  <a:gd name="T33" fmla="*/ 44 h 44"/>
                  <a:gd name="T34" fmla="*/ 52 w 60"/>
                  <a:gd name="T35" fmla="*/ 44 h 44"/>
                  <a:gd name="T36" fmla="*/ 56 w 60"/>
                  <a:gd name="T37" fmla="*/ 12 h 44"/>
                  <a:gd name="T38" fmla="*/ 60 w 60"/>
                  <a:gd name="T39" fmla="*/ 6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60" h="44">
                    <a:moveTo>
                      <a:pt x="60" y="6"/>
                    </a:moveTo>
                    <a:cubicBezTo>
                      <a:pt x="60" y="3"/>
                      <a:pt x="57" y="0"/>
                      <a:pt x="54" y="0"/>
                    </a:cubicBezTo>
                    <a:cubicBezTo>
                      <a:pt x="51" y="0"/>
                      <a:pt x="48" y="3"/>
                      <a:pt x="48" y="6"/>
                    </a:cubicBezTo>
                    <a:cubicBezTo>
                      <a:pt x="48" y="8"/>
                      <a:pt x="49" y="10"/>
                      <a:pt x="51" y="11"/>
                    </a:cubicBezTo>
                    <a:cubicBezTo>
                      <a:pt x="40" y="32"/>
                      <a:pt x="40" y="32"/>
                      <a:pt x="40" y="32"/>
                    </a:cubicBezTo>
                    <a:cubicBezTo>
                      <a:pt x="33" y="11"/>
                      <a:pt x="33" y="11"/>
                      <a:pt x="33" y="11"/>
                    </a:cubicBezTo>
                    <a:cubicBezTo>
                      <a:pt x="35" y="10"/>
                      <a:pt x="36" y="8"/>
                      <a:pt x="36" y="6"/>
                    </a:cubicBezTo>
                    <a:cubicBezTo>
                      <a:pt x="36" y="3"/>
                      <a:pt x="33" y="0"/>
                      <a:pt x="30" y="0"/>
                    </a:cubicBezTo>
                    <a:cubicBezTo>
                      <a:pt x="27" y="0"/>
                      <a:pt x="24" y="3"/>
                      <a:pt x="24" y="6"/>
                    </a:cubicBezTo>
                    <a:cubicBezTo>
                      <a:pt x="24" y="8"/>
                      <a:pt x="25" y="10"/>
                      <a:pt x="27" y="11"/>
                    </a:cubicBezTo>
                    <a:cubicBezTo>
                      <a:pt x="20" y="32"/>
                      <a:pt x="20" y="32"/>
                      <a:pt x="20" y="32"/>
                    </a:cubicBezTo>
                    <a:cubicBezTo>
                      <a:pt x="9" y="11"/>
                      <a:pt x="9" y="11"/>
                      <a:pt x="9" y="11"/>
                    </a:cubicBezTo>
                    <a:cubicBezTo>
                      <a:pt x="11" y="10"/>
                      <a:pt x="12" y="8"/>
                      <a:pt x="12" y="6"/>
                    </a:cubicBezTo>
                    <a:cubicBezTo>
                      <a:pt x="12" y="3"/>
                      <a:pt x="9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9"/>
                      <a:pt x="2" y="11"/>
                      <a:pt x="4" y="12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52" y="44"/>
                      <a:pt x="52" y="44"/>
                      <a:pt x="52" y="44"/>
                    </a:cubicBezTo>
                    <a:cubicBezTo>
                      <a:pt x="56" y="12"/>
                      <a:pt x="56" y="12"/>
                      <a:pt x="56" y="12"/>
                    </a:cubicBezTo>
                    <a:cubicBezTo>
                      <a:pt x="58" y="11"/>
                      <a:pt x="60" y="9"/>
                      <a:pt x="60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2" name="Group 21"/>
          <p:cNvGrpSpPr/>
          <p:nvPr/>
        </p:nvGrpSpPr>
        <p:grpSpPr>
          <a:xfrm>
            <a:off x="6616841" y="2156338"/>
            <a:ext cx="510428" cy="701400"/>
            <a:chOff x="6616841" y="2156338"/>
            <a:chExt cx="510428" cy="701400"/>
          </a:xfrm>
        </p:grpSpPr>
        <p:sp>
          <p:nvSpPr>
            <p:cNvPr id="88" name="Freeform 9"/>
            <p:cNvSpPr>
              <a:spLocks noEditPoints="1"/>
            </p:cNvSpPr>
            <p:nvPr/>
          </p:nvSpPr>
          <p:spPr bwMode="auto">
            <a:xfrm>
              <a:off x="6616841" y="2156338"/>
              <a:ext cx="510428" cy="701400"/>
            </a:xfrm>
            <a:custGeom>
              <a:avLst/>
              <a:gdLst>
                <a:gd name="T0" fmla="*/ 153 w 305"/>
                <a:gd name="T1" fmla="*/ 0 h 420"/>
                <a:gd name="T2" fmla="*/ 152 w 305"/>
                <a:gd name="T3" fmla="*/ 0 h 420"/>
                <a:gd name="T4" fmla="*/ 0 w 305"/>
                <a:gd name="T5" fmla="*/ 153 h 420"/>
                <a:gd name="T6" fmla="*/ 108 w 305"/>
                <a:gd name="T7" fmla="*/ 352 h 420"/>
                <a:gd name="T8" fmla="*/ 108 w 305"/>
                <a:gd name="T9" fmla="*/ 352 h 420"/>
                <a:gd name="T10" fmla="*/ 111 w 305"/>
                <a:gd name="T11" fmla="*/ 352 h 420"/>
                <a:gd name="T12" fmla="*/ 120 w 305"/>
                <a:gd name="T13" fmla="*/ 377 h 420"/>
                <a:gd name="T14" fmla="*/ 113 w 305"/>
                <a:gd name="T15" fmla="*/ 385 h 420"/>
                <a:gd name="T16" fmla="*/ 113 w 305"/>
                <a:gd name="T17" fmla="*/ 412 h 420"/>
                <a:gd name="T18" fmla="*/ 121 w 305"/>
                <a:gd name="T19" fmla="*/ 420 h 420"/>
                <a:gd name="T20" fmla="*/ 153 w 305"/>
                <a:gd name="T21" fmla="*/ 420 h 420"/>
                <a:gd name="T22" fmla="*/ 185 w 305"/>
                <a:gd name="T23" fmla="*/ 420 h 420"/>
                <a:gd name="T24" fmla="*/ 193 w 305"/>
                <a:gd name="T25" fmla="*/ 412 h 420"/>
                <a:gd name="T26" fmla="*/ 193 w 305"/>
                <a:gd name="T27" fmla="*/ 385 h 420"/>
                <a:gd name="T28" fmla="*/ 185 w 305"/>
                <a:gd name="T29" fmla="*/ 377 h 420"/>
                <a:gd name="T30" fmla="*/ 184 w 305"/>
                <a:gd name="T31" fmla="*/ 377 h 420"/>
                <a:gd name="T32" fmla="*/ 192 w 305"/>
                <a:gd name="T33" fmla="*/ 353 h 420"/>
                <a:gd name="T34" fmla="*/ 196 w 305"/>
                <a:gd name="T35" fmla="*/ 353 h 420"/>
                <a:gd name="T36" fmla="*/ 198 w 305"/>
                <a:gd name="T37" fmla="*/ 351 h 420"/>
                <a:gd name="T38" fmla="*/ 305 w 305"/>
                <a:gd name="T39" fmla="*/ 152 h 420"/>
                <a:gd name="T40" fmla="*/ 153 w 305"/>
                <a:gd name="T41" fmla="*/ 0 h 420"/>
                <a:gd name="T42" fmla="*/ 169 w 305"/>
                <a:gd name="T43" fmla="*/ 377 h 420"/>
                <a:gd name="T44" fmla="*/ 153 w 305"/>
                <a:gd name="T45" fmla="*/ 377 h 420"/>
                <a:gd name="T46" fmla="*/ 135 w 305"/>
                <a:gd name="T47" fmla="*/ 377 h 420"/>
                <a:gd name="T48" fmla="*/ 126 w 305"/>
                <a:gd name="T49" fmla="*/ 352 h 420"/>
                <a:gd name="T50" fmla="*/ 153 w 305"/>
                <a:gd name="T51" fmla="*/ 352 h 420"/>
                <a:gd name="T52" fmla="*/ 178 w 305"/>
                <a:gd name="T53" fmla="*/ 352 h 420"/>
                <a:gd name="T54" fmla="*/ 169 w 305"/>
                <a:gd name="T55" fmla="*/ 377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05" h="420">
                  <a:moveTo>
                    <a:pt x="153" y="0"/>
                  </a:moveTo>
                  <a:cubicBezTo>
                    <a:pt x="153" y="0"/>
                    <a:pt x="153" y="0"/>
                    <a:pt x="152" y="0"/>
                  </a:cubicBezTo>
                  <a:cubicBezTo>
                    <a:pt x="68" y="0"/>
                    <a:pt x="0" y="68"/>
                    <a:pt x="0" y="153"/>
                  </a:cubicBezTo>
                  <a:cubicBezTo>
                    <a:pt x="0" y="208"/>
                    <a:pt x="64" y="325"/>
                    <a:pt x="108" y="352"/>
                  </a:cubicBezTo>
                  <a:cubicBezTo>
                    <a:pt x="108" y="352"/>
                    <a:pt x="108" y="352"/>
                    <a:pt x="108" y="352"/>
                  </a:cubicBezTo>
                  <a:cubicBezTo>
                    <a:pt x="111" y="352"/>
                    <a:pt x="111" y="352"/>
                    <a:pt x="111" y="352"/>
                  </a:cubicBezTo>
                  <a:cubicBezTo>
                    <a:pt x="120" y="377"/>
                    <a:pt x="120" y="377"/>
                    <a:pt x="120" y="377"/>
                  </a:cubicBezTo>
                  <a:cubicBezTo>
                    <a:pt x="116" y="378"/>
                    <a:pt x="113" y="381"/>
                    <a:pt x="113" y="385"/>
                  </a:cubicBezTo>
                  <a:cubicBezTo>
                    <a:pt x="113" y="412"/>
                    <a:pt x="113" y="412"/>
                    <a:pt x="113" y="412"/>
                  </a:cubicBezTo>
                  <a:cubicBezTo>
                    <a:pt x="113" y="416"/>
                    <a:pt x="117" y="420"/>
                    <a:pt x="121" y="420"/>
                  </a:cubicBezTo>
                  <a:cubicBezTo>
                    <a:pt x="153" y="420"/>
                    <a:pt x="153" y="420"/>
                    <a:pt x="153" y="420"/>
                  </a:cubicBezTo>
                  <a:cubicBezTo>
                    <a:pt x="185" y="420"/>
                    <a:pt x="185" y="420"/>
                    <a:pt x="185" y="420"/>
                  </a:cubicBezTo>
                  <a:cubicBezTo>
                    <a:pt x="189" y="420"/>
                    <a:pt x="193" y="416"/>
                    <a:pt x="193" y="412"/>
                  </a:cubicBezTo>
                  <a:cubicBezTo>
                    <a:pt x="193" y="385"/>
                    <a:pt x="193" y="385"/>
                    <a:pt x="193" y="385"/>
                  </a:cubicBezTo>
                  <a:cubicBezTo>
                    <a:pt x="193" y="380"/>
                    <a:pt x="189" y="377"/>
                    <a:pt x="185" y="377"/>
                  </a:cubicBezTo>
                  <a:cubicBezTo>
                    <a:pt x="184" y="377"/>
                    <a:pt x="184" y="377"/>
                    <a:pt x="184" y="377"/>
                  </a:cubicBezTo>
                  <a:cubicBezTo>
                    <a:pt x="192" y="353"/>
                    <a:pt x="192" y="353"/>
                    <a:pt x="192" y="353"/>
                  </a:cubicBezTo>
                  <a:cubicBezTo>
                    <a:pt x="196" y="353"/>
                    <a:pt x="196" y="353"/>
                    <a:pt x="196" y="353"/>
                  </a:cubicBezTo>
                  <a:cubicBezTo>
                    <a:pt x="197" y="352"/>
                    <a:pt x="197" y="352"/>
                    <a:pt x="198" y="351"/>
                  </a:cubicBezTo>
                  <a:cubicBezTo>
                    <a:pt x="246" y="324"/>
                    <a:pt x="305" y="210"/>
                    <a:pt x="305" y="152"/>
                  </a:cubicBezTo>
                  <a:cubicBezTo>
                    <a:pt x="305" y="68"/>
                    <a:pt x="237" y="0"/>
                    <a:pt x="153" y="0"/>
                  </a:cubicBezTo>
                  <a:close/>
                  <a:moveTo>
                    <a:pt x="169" y="377"/>
                  </a:moveTo>
                  <a:cubicBezTo>
                    <a:pt x="153" y="377"/>
                    <a:pt x="153" y="377"/>
                    <a:pt x="153" y="377"/>
                  </a:cubicBezTo>
                  <a:cubicBezTo>
                    <a:pt x="135" y="377"/>
                    <a:pt x="135" y="377"/>
                    <a:pt x="135" y="377"/>
                  </a:cubicBezTo>
                  <a:cubicBezTo>
                    <a:pt x="126" y="352"/>
                    <a:pt x="126" y="352"/>
                    <a:pt x="126" y="352"/>
                  </a:cubicBezTo>
                  <a:cubicBezTo>
                    <a:pt x="153" y="352"/>
                    <a:pt x="153" y="352"/>
                    <a:pt x="153" y="352"/>
                  </a:cubicBezTo>
                  <a:cubicBezTo>
                    <a:pt x="178" y="352"/>
                    <a:pt x="178" y="352"/>
                    <a:pt x="178" y="352"/>
                  </a:cubicBezTo>
                  <a:lnTo>
                    <a:pt x="169" y="37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06" name="Freeform 133"/>
            <p:cNvSpPr/>
            <p:nvPr/>
          </p:nvSpPr>
          <p:spPr bwMode="auto">
            <a:xfrm>
              <a:off x="6753786" y="2307552"/>
              <a:ext cx="236538" cy="241300"/>
            </a:xfrm>
            <a:custGeom>
              <a:avLst/>
              <a:gdLst>
                <a:gd name="T0" fmla="*/ 62 w 63"/>
                <a:gd name="T1" fmla="*/ 49 h 64"/>
                <a:gd name="T2" fmla="*/ 47 w 63"/>
                <a:gd name="T3" fmla="*/ 41 h 64"/>
                <a:gd name="T4" fmla="*/ 40 w 63"/>
                <a:gd name="T5" fmla="*/ 38 h 64"/>
                <a:gd name="T6" fmla="*/ 40 w 63"/>
                <a:gd name="T7" fmla="*/ 32 h 64"/>
                <a:gd name="T8" fmla="*/ 43 w 63"/>
                <a:gd name="T9" fmla="*/ 25 h 64"/>
                <a:gd name="T10" fmla="*/ 46 w 63"/>
                <a:gd name="T11" fmla="*/ 21 h 64"/>
                <a:gd name="T12" fmla="*/ 44 w 63"/>
                <a:gd name="T13" fmla="*/ 16 h 64"/>
                <a:gd name="T14" fmla="*/ 44 w 63"/>
                <a:gd name="T15" fmla="*/ 10 h 64"/>
                <a:gd name="T16" fmla="*/ 32 w 63"/>
                <a:gd name="T17" fmla="*/ 0 h 64"/>
                <a:gd name="T18" fmla="*/ 19 w 63"/>
                <a:gd name="T19" fmla="*/ 10 h 64"/>
                <a:gd name="T20" fmla="*/ 20 w 63"/>
                <a:gd name="T21" fmla="*/ 16 h 64"/>
                <a:gd name="T22" fmla="*/ 18 w 63"/>
                <a:gd name="T23" fmla="*/ 21 h 64"/>
                <a:gd name="T24" fmla="*/ 21 w 63"/>
                <a:gd name="T25" fmla="*/ 25 h 64"/>
                <a:gd name="T26" fmla="*/ 24 w 63"/>
                <a:gd name="T27" fmla="*/ 32 h 64"/>
                <a:gd name="T28" fmla="*/ 24 w 63"/>
                <a:gd name="T29" fmla="*/ 38 h 64"/>
                <a:gd name="T30" fmla="*/ 16 w 63"/>
                <a:gd name="T31" fmla="*/ 41 h 64"/>
                <a:gd name="T32" fmla="*/ 2 w 63"/>
                <a:gd name="T33" fmla="*/ 49 h 64"/>
                <a:gd name="T34" fmla="*/ 1 w 63"/>
                <a:gd name="T35" fmla="*/ 64 h 64"/>
                <a:gd name="T36" fmla="*/ 63 w 63"/>
                <a:gd name="T37" fmla="*/ 64 h 64"/>
                <a:gd name="T38" fmla="*/ 62 w 63"/>
                <a:gd name="T39" fmla="*/ 49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3" h="64">
                  <a:moveTo>
                    <a:pt x="62" y="49"/>
                  </a:moveTo>
                  <a:cubicBezTo>
                    <a:pt x="60" y="46"/>
                    <a:pt x="54" y="44"/>
                    <a:pt x="47" y="41"/>
                  </a:cubicBezTo>
                  <a:cubicBezTo>
                    <a:pt x="41" y="39"/>
                    <a:pt x="40" y="38"/>
                    <a:pt x="40" y="38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2"/>
                    <a:pt x="42" y="30"/>
                    <a:pt x="43" y="25"/>
                  </a:cubicBezTo>
                  <a:cubicBezTo>
                    <a:pt x="44" y="25"/>
                    <a:pt x="46" y="22"/>
                    <a:pt x="46" y="21"/>
                  </a:cubicBezTo>
                  <a:cubicBezTo>
                    <a:pt x="46" y="20"/>
                    <a:pt x="46" y="16"/>
                    <a:pt x="44" y="16"/>
                  </a:cubicBezTo>
                  <a:cubicBezTo>
                    <a:pt x="44" y="14"/>
                    <a:pt x="44" y="11"/>
                    <a:pt x="44" y="10"/>
                  </a:cubicBezTo>
                  <a:cubicBezTo>
                    <a:pt x="44" y="5"/>
                    <a:pt x="39" y="0"/>
                    <a:pt x="32" y="0"/>
                  </a:cubicBezTo>
                  <a:cubicBezTo>
                    <a:pt x="25" y="0"/>
                    <a:pt x="20" y="5"/>
                    <a:pt x="19" y="10"/>
                  </a:cubicBezTo>
                  <a:cubicBezTo>
                    <a:pt x="19" y="11"/>
                    <a:pt x="20" y="14"/>
                    <a:pt x="20" y="16"/>
                  </a:cubicBezTo>
                  <a:cubicBezTo>
                    <a:pt x="18" y="16"/>
                    <a:pt x="18" y="20"/>
                    <a:pt x="18" y="21"/>
                  </a:cubicBezTo>
                  <a:cubicBezTo>
                    <a:pt x="18" y="22"/>
                    <a:pt x="20" y="25"/>
                    <a:pt x="21" y="25"/>
                  </a:cubicBezTo>
                  <a:cubicBezTo>
                    <a:pt x="22" y="30"/>
                    <a:pt x="24" y="32"/>
                    <a:pt x="24" y="32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38"/>
                    <a:pt x="23" y="39"/>
                    <a:pt x="16" y="41"/>
                  </a:cubicBezTo>
                  <a:cubicBezTo>
                    <a:pt x="10" y="44"/>
                    <a:pt x="4" y="46"/>
                    <a:pt x="2" y="49"/>
                  </a:cubicBezTo>
                  <a:cubicBezTo>
                    <a:pt x="0" y="51"/>
                    <a:pt x="1" y="64"/>
                    <a:pt x="1" y="64"/>
                  </a:cubicBezTo>
                  <a:cubicBezTo>
                    <a:pt x="63" y="64"/>
                    <a:pt x="63" y="64"/>
                    <a:pt x="63" y="64"/>
                  </a:cubicBezTo>
                  <a:cubicBezTo>
                    <a:pt x="63" y="64"/>
                    <a:pt x="63" y="51"/>
                    <a:pt x="62" y="4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9742044" y="2070637"/>
            <a:ext cx="510428" cy="701400"/>
            <a:chOff x="9742044" y="2070637"/>
            <a:chExt cx="510428" cy="701400"/>
          </a:xfrm>
        </p:grpSpPr>
        <p:sp>
          <p:nvSpPr>
            <p:cNvPr id="90" name="Freeform 9"/>
            <p:cNvSpPr>
              <a:spLocks noEditPoints="1"/>
            </p:cNvSpPr>
            <p:nvPr/>
          </p:nvSpPr>
          <p:spPr bwMode="auto">
            <a:xfrm>
              <a:off x="9742044" y="2070637"/>
              <a:ext cx="510428" cy="701400"/>
            </a:xfrm>
            <a:custGeom>
              <a:avLst/>
              <a:gdLst>
                <a:gd name="T0" fmla="*/ 153 w 305"/>
                <a:gd name="T1" fmla="*/ 0 h 420"/>
                <a:gd name="T2" fmla="*/ 152 w 305"/>
                <a:gd name="T3" fmla="*/ 0 h 420"/>
                <a:gd name="T4" fmla="*/ 0 w 305"/>
                <a:gd name="T5" fmla="*/ 153 h 420"/>
                <a:gd name="T6" fmla="*/ 108 w 305"/>
                <a:gd name="T7" fmla="*/ 352 h 420"/>
                <a:gd name="T8" fmla="*/ 108 w 305"/>
                <a:gd name="T9" fmla="*/ 352 h 420"/>
                <a:gd name="T10" fmla="*/ 111 w 305"/>
                <a:gd name="T11" fmla="*/ 352 h 420"/>
                <a:gd name="T12" fmla="*/ 120 w 305"/>
                <a:gd name="T13" fmla="*/ 377 h 420"/>
                <a:gd name="T14" fmla="*/ 113 w 305"/>
                <a:gd name="T15" fmla="*/ 385 h 420"/>
                <a:gd name="T16" fmla="*/ 113 w 305"/>
                <a:gd name="T17" fmla="*/ 412 h 420"/>
                <a:gd name="T18" fmla="*/ 121 w 305"/>
                <a:gd name="T19" fmla="*/ 420 h 420"/>
                <a:gd name="T20" fmla="*/ 153 w 305"/>
                <a:gd name="T21" fmla="*/ 420 h 420"/>
                <a:gd name="T22" fmla="*/ 185 w 305"/>
                <a:gd name="T23" fmla="*/ 420 h 420"/>
                <a:gd name="T24" fmla="*/ 193 w 305"/>
                <a:gd name="T25" fmla="*/ 412 h 420"/>
                <a:gd name="T26" fmla="*/ 193 w 305"/>
                <a:gd name="T27" fmla="*/ 385 h 420"/>
                <a:gd name="T28" fmla="*/ 185 w 305"/>
                <a:gd name="T29" fmla="*/ 377 h 420"/>
                <a:gd name="T30" fmla="*/ 184 w 305"/>
                <a:gd name="T31" fmla="*/ 377 h 420"/>
                <a:gd name="T32" fmla="*/ 192 w 305"/>
                <a:gd name="T33" fmla="*/ 353 h 420"/>
                <a:gd name="T34" fmla="*/ 196 w 305"/>
                <a:gd name="T35" fmla="*/ 353 h 420"/>
                <a:gd name="T36" fmla="*/ 198 w 305"/>
                <a:gd name="T37" fmla="*/ 351 h 420"/>
                <a:gd name="T38" fmla="*/ 305 w 305"/>
                <a:gd name="T39" fmla="*/ 152 h 420"/>
                <a:gd name="T40" fmla="*/ 153 w 305"/>
                <a:gd name="T41" fmla="*/ 0 h 420"/>
                <a:gd name="T42" fmla="*/ 169 w 305"/>
                <a:gd name="T43" fmla="*/ 377 h 420"/>
                <a:gd name="T44" fmla="*/ 153 w 305"/>
                <a:gd name="T45" fmla="*/ 377 h 420"/>
                <a:gd name="T46" fmla="*/ 135 w 305"/>
                <a:gd name="T47" fmla="*/ 377 h 420"/>
                <a:gd name="T48" fmla="*/ 126 w 305"/>
                <a:gd name="T49" fmla="*/ 352 h 420"/>
                <a:gd name="T50" fmla="*/ 153 w 305"/>
                <a:gd name="T51" fmla="*/ 352 h 420"/>
                <a:gd name="T52" fmla="*/ 178 w 305"/>
                <a:gd name="T53" fmla="*/ 352 h 420"/>
                <a:gd name="T54" fmla="*/ 169 w 305"/>
                <a:gd name="T55" fmla="*/ 377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05" h="420">
                  <a:moveTo>
                    <a:pt x="153" y="0"/>
                  </a:moveTo>
                  <a:cubicBezTo>
                    <a:pt x="153" y="0"/>
                    <a:pt x="153" y="0"/>
                    <a:pt x="152" y="0"/>
                  </a:cubicBezTo>
                  <a:cubicBezTo>
                    <a:pt x="68" y="0"/>
                    <a:pt x="0" y="68"/>
                    <a:pt x="0" y="153"/>
                  </a:cubicBezTo>
                  <a:cubicBezTo>
                    <a:pt x="0" y="208"/>
                    <a:pt x="64" y="325"/>
                    <a:pt x="108" y="352"/>
                  </a:cubicBezTo>
                  <a:cubicBezTo>
                    <a:pt x="108" y="352"/>
                    <a:pt x="108" y="352"/>
                    <a:pt x="108" y="352"/>
                  </a:cubicBezTo>
                  <a:cubicBezTo>
                    <a:pt x="111" y="352"/>
                    <a:pt x="111" y="352"/>
                    <a:pt x="111" y="352"/>
                  </a:cubicBezTo>
                  <a:cubicBezTo>
                    <a:pt x="120" y="377"/>
                    <a:pt x="120" y="377"/>
                    <a:pt x="120" y="377"/>
                  </a:cubicBezTo>
                  <a:cubicBezTo>
                    <a:pt x="116" y="378"/>
                    <a:pt x="113" y="381"/>
                    <a:pt x="113" y="385"/>
                  </a:cubicBezTo>
                  <a:cubicBezTo>
                    <a:pt x="113" y="412"/>
                    <a:pt x="113" y="412"/>
                    <a:pt x="113" y="412"/>
                  </a:cubicBezTo>
                  <a:cubicBezTo>
                    <a:pt x="113" y="416"/>
                    <a:pt x="117" y="420"/>
                    <a:pt x="121" y="420"/>
                  </a:cubicBezTo>
                  <a:cubicBezTo>
                    <a:pt x="153" y="420"/>
                    <a:pt x="153" y="420"/>
                    <a:pt x="153" y="420"/>
                  </a:cubicBezTo>
                  <a:cubicBezTo>
                    <a:pt x="185" y="420"/>
                    <a:pt x="185" y="420"/>
                    <a:pt x="185" y="420"/>
                  </a:cubicBezTo>
                  <a:cubicBezTo>
                    <a:pt x="189" y="420"/>
                    <a:pt x="193" y="416"/>
                    <a:pt x="193" y="412"/>
                  </a:cubicBezTo>
                  <a:cubicBezTo>
                    <a:pt x="193" y="385"/>
                    <a:pt x="193" y="385"/>
                    <a:pt x="193" y="385"/>
                  </a:cubicBezTo>
                  <a:cubicBezTo>
                    <a:pt x="193" y="380"/>
                    <a:pt x="189" y="377"/>
                    <a:pt x="185" y="377"/>
                  </a:cubicBezTo>
                  <a:cubicBezTo>
                    <a:pt x="184" y="377"/>
                    <a:pt x="184" y="377"/>
                    <a:pt x="184" y="377"/>
                  </a:cubicBezTo>
                  <a:cubicBezTo>
                    <a:pt x="192" y="353"/>
                    <a:pt x="192" y="353"/>
                    <a:pt x="192" y="353"/>
                  </a:cubicBezTo>
                  <a:cubicBezTo>
                    <a:pt x="196" y="353"/>
                    <a:pt x="196" y="353"/>
                    <a:pt x="196" y="353"/>
                  </a:cubicBezTo>
                  <a:cubicBezTo>
                    <a:pt x="197" y="352"/>
                    <a:pt x="197" y="352"/>
                    <a:pt x="198" y="351"/>
                  </a:cubicBezTo>
                  <a:cubicBezTo>
                    <a:pt x="246" y="324"/>
                    <a:pt x="305" y="210"/>
                    <a:pt x="305" y="152"/>
                  </a:cubicBezTo>
                  <a:cubicBezTo>
                    <a:pt x="305" y="68"/>
                    <a:pt x="237" y="0"/>
                    <a:pt x="153" y="0"/>
                  </a:cubicBezTo>
                  <a:close/>
                  <a:moveTo>
                    <a:pt x="169" y="377"/>
                  </a:moveTo>
                  <a:cubicBezTo>
                    <a:pt x="153" y="377"/>
                    <a:pt x="153" y="377"/>
                    <a:pt x="153" y="377"/>
                  </a:cubicBezTo>
                  <a:cubicBezTo>
                    <a:pt x="135" y="377"/>
                    <a:pt x="135" y="377"/>
                    <a:pt x="135" y="377"/>
                  </a:cubicBezTo>
                  <a:cubicBezTo>
                    <a:pt x="126" y="352"/>
                    <a:pt x="126" y="352"/>
                    <a:pt x="126" y="352"/>
                  </a:cubicBezTo>
                  <a:cubicBezTo>
                    <a:pt x="153" y="352"/>
                    <a:pt x="153" y="352"/>
                    <a:pt x="153" y="352"/>
                  </a:cubicBezTo>
                  <a:cubicBezTo>
                    <a:pt x="178" y="352"/>
                    <a:pt x="178" y="352"/>
                    <a:pt x="178" y="352"/>
                  </a:cubicBezTo>
                  <a:lnTo>
                    <a:pt x="169" y="377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08" name="Freeform 5"/>
            <p:cNvSpPr>
              <a:spLocks noEditPoints="1"/>
            </p:cNvSpPr>
            <p:nvPr/>
          </p:nvSpPr>
          <p:spPr bwMode="auto">
            <a:xfrm>
              <a:off x="9840153" y="2184513"/>
              <a:ext cx="322003" cy="322003"/>
            </a:xfrm>
            <a:custGeom>
              <a:avLst/>
              <a:gdLst>
                <a:gd name="T0" fmla="*/ 0 w 124"/>
                <a:gd name="T1" fmla="*/ 62 h 124"/>
                <a:gd name="T2" fmla="*/ 124 w 124"/>
                <a:gd name="T3" fmla="*/ 62 h 124"/>
                <a:gd name="T4" fmla="*/ 116 w 124"/>
                <a:gd name="T5" fmla="*/ 60 h 124"/>
                <a:gd name="T6" fmla="*/ 87 w 124"/>
                <a:gd name="T7" fmla="*/ 35 h 124"/>
                <a:gd name="T8" fmla="*/ 116 w 124"/>
                <a:gd name="T9" fmla="*/ 60 h 124"/>
                <a:gd name="T10" fmla="*/ 43 w 124"/>
                <a:gd name="T11" fmla="*/ 95 h 124"/>
                <a:gd name="T12" fmla="*/ 60 w 124"/>
                <a:gd name="T13" fmla="*/ 116 h 124"/>
                <a:gd name="T14" fmla="*/ 64 w 124"/>
                <a:gd name="T15" fmla="*/ 8 h 124"/>
                <a:gd name="T16" fmla="*/ 64 w 124"/>
                <a:gd name="T17" fmla="*/ 36 h 124"/>
                <a:gd name="T18" fmla="*/ 64 w 124"/>
                <a:gd name="T19" fmla="*/ 8 h 124"/>
                <a:gd name="T20" fmla="*/ 100 w 124"/>
                <a:gd name="T21" fmla="*/ 23 h 124"/>
                <a:gd name="T22" fmla="*/ 71 w 124"/>
                <a:gd name="T23" fmla="*/ 9 h 124"/>
                <a:gd name="T24" fmla="*/ 60 w 124"/>
                <a:gd name="T25" fmla="*/ 36 h 124"/>
                <a:gd name="T26" fmla="*/ 60 w 124"/>
                <a:gd name="T27" fmla="*/ 8 h 124"/>
                <a:gd name="T28" fmla="*/ 38 w 124"/>
                <a:gd name="T29" fmla="*/ 31 h 124"/>
                <a:gd name="T30" fmla="*/ 53 w 124"/>
                <a:gd name="T31" fmla="*/ 9 h 124"/>
                <a:gd name="T32" fmla="*/ 40 w 124"/>
                <a:gd name="T33" fmla="*/ 36 h 124"/>
                <a:gd name="T34" fmla="*/ 60 w 124"/>
                <a:gd name="T35" fmla="*/ 60 h 124"/>
                <a:gd name="T36" fmla="*/ 40 w 124"/>
                <a:gd name="T37" fmla="*/ 36 h 124"/>
                <a:gd name="T38" fmla="*/ 60 w 124"/>
                <a:gd name="T39" fmla="*/ 88 h 124"/>
                <a:gd name="T40" fmla="*/ 36 w 124"/>
                <a:gd name="T41" fmla="*/ 64 h 124"/>
                <a:gd name="T42" fmla="*/ 53 w 124"/>
                <a:gd name="T43" fmla="*/ 115 h 124"/>
                <a:gd name="T44" fmla="*/ 40 w 124"/>
                <a:gd name="T45" fmla="*/ 96 h 124"/>
                <a:gd name="T46" fmla="*/ 64 w 124"/>
                <a:gd name="T47" fmla="*/ 116 h 124"/>
                <a:gd name="T48" fmla="*/ 81 w 124"/>
                <a:gd name="T49" fmla="*/ 95 h 124"/>
                <a:gd name="T50" fmla="*/ 64 w 124"/>
                <a:gd name="T51" fmla="*/ 116 h 124"/>
                <a:gd name="T52" fmla="*/ 97 w 124"/>
                <a:gd name="T53" fmla="*/ 103 h 124"/>
                <a:gd name="T54" fmla="*/ 84 w 124"/>
                <a:gd name="T55" fmla="*/ 96 h 124"/>
                <a:gd name="T56" fmla="*/ 64 w 124"/>
                <a:gd name="T57" fmla="*/ 88 h 124"/>
                <a:gd name="T58" fmla="*/ 88 w 124"/>
                <a:gd name="T59" fmla="*/ 64 h 124"/>
                <a:gd name="T60" fmla="*/ 64 w 124"/>
                <a:gd name="T61" fmla="*/ 60 h 124"/>
                <a:gd name="T62" fmla="*/ 84 w 124"/>
                <a:gd name="T63" fmla="*/ 36 h 124"/>
                <a:gd name="T64" fmla="*/ 64 w 124"/>
                <a:gd name="T65" fmla="*/ 60 h 124"/>
                <a:gd name="T66" fmla="*/ 37 w 124"/>
                <a:gd name="T67" fmla="*/ 35 h 124"/>
                <a:gd name="T68" fmla="*/ 8 w 124"/>
                <a:gd name="T69" fmla="*/ 60 h 124"/>
                <a:gd name="T70" fmla="*/ 8 w 124"/>
                <a:gd name="T71" fmla="*/ 64 h 124"/>
                <a:gd name="T72" fmla="*/ 38 w 124"/>
                <a:gd name="T73" fmla="*/ 93 h 124"/>
                <a:gd name="T74" fmla="*/ 8 w 124"/>
                <a:gd name="T75" fmla="*/ 64 h 124"/>
                <a:gd name="T76" fmla="*/ 86 w 124"/>
                <a:gd name="T77" fmla="*/ 93 h 124"/>
                <a:gd name="T78" fmla="*/ 116 w 124"/>
                <a:gd name="T79" fmla="*/ 64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4" h="124">
                  <a:moveTo>
                    <a:pt x="62" y="0"/>
                  </a:moveTo>
                  <a:cubicBezTo>
                    <a:pt x="28" y="0"/>
                    <a:pt x="0" y="28"/>
                    <a:pt x="0" y="62"/>
                  </a:cubicBezTo>
                  <a:cubicBezTo>
                    <a:pt x="0" y="96"/>
                    <a:pt x="28" y="124"/>
                    <a:pt x="62" y="124"/>
                  </a:cubicBezTo>
                  <a:cubicBezTo>
                    <a:pt x="96" y="124"/>
                    <a:pt x="124" y="96"/>
                    <a:pt x="124" y="62"/>
                  </a:cubicBezTo>
                  <a:cubicBezTo>
                    <a:pt x="124" y="28"/>
                    <a:pt x="96" y="0"/>
                    <a:pt x="62" y="0"/>
                  </a:cubicBezTo>
                  <a:close/>
                  <a:moveTo>
                    <a:pt x="116" y="60"/>
                  </a:moveTo>
                  <a:cubicBezTo>
                    <a:pt x="92" y="60"/>
                    <a:pt x="92" y="60"/>
                    <a:pt x="92" y="60"/>
                  </a:cubicBezTo>
                  <a:cubicBezTo>
                    <a:pt x="92" y="51"/>
                    <a:pt x="90" y="43"/>
                    <a:pt x="87" y="35"/>
                  </a:cubicBezTo>
                  <a:cubicBezTo>
                    <a:pt x="93" y="33"/>
                    <a:pt x="98" y="30"/>
                    <a:pt x="102" y="26"/>
                  </a:cubicBezTo>
                  <a:cubicBezTo>
                    <a:pt x="110" y="35"/>
                    <a:pt x="115" y="47"/>
                    <a:pt x="116" y="60"/>
                  </a:cubicBezTo>
                  <a:close/>
                  <a:moveTo>
                    <a:pt x="60" y="116"/>
                  </a:moveTo>
                  <a:cubicBezTo>
                    <a:pt x="53" y="110"/>
                    <a:pt x="48" y="103"/>
                    <a:pt x="43" y="95"/>
                  </a:cubicBezTo>
                  <a:cubicBezTo>
                    <a:pt x="49" y="93"/>
                    <a:pt x="54" y="92"/>
                    <a:pt x="60" y="92"/>
                  </a:cubicBezTo>
                  <a:cubicBezTo>
                    <a:pt x="60" y="116"/>
                    <a:pt x="60" y="116"/>
                    <a:pt x="60" y="116"/>
                  </a:cubicBezTo>
                  <a:cubicBezTo>
                    <a:pt x="60" y="116"/>
                    <a:pt x="60" y="116"/>
                    <a:pt x="60" y="116"/>
                  </a:cubicBezTo>
                  <a:close/>
                  <a:moveTo>
                    <a:pt x="64" y="8"/>
                  </a:moveTo>
                  <a:cubicBezTo>
                    <a:pt x="72" y="14"/>
                    <a:pt x="78" y="23"/>
                    <a:pt x="82" y="33"/>
                  </a:cubicBezTo>
                  <a:cubicBezTo>
                    <a:pt x="76" y="35"/>
                    <a:pt x="70" y="36"/>
                    <a:pt x="64" y="36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64" y="8"/>
                    <a:pt x="64" y="8"/>
                    <a:pt x="64" y="8"/>
                  </a:cubicBezTo>
                  <a:close/>
                  <a:moveTo>
                    <a:pt x="71" y="9"/>
                  </a:moveTo>
                  <a:cubicBezTo>
                    <a:pt x="82" y="11"/>
                    <a:pt x="92" y="16"/>
                    <a:pt x="100" y="23"/>
                  </a:cubicBezTo>
                  <a:cubicBezTo>
                    <a:pt x="95" y="26"/>
                    <a:pt x="91" y="29"/>
                    <a:pt x="86" y="31"/>
                  </a:cubicBezTo>
                  <a:cubicBezTo>
                    <a:pt x="82" y="23"/>
                    <a:pt x="77" y="15"/>
                    <a:pt x="71" y="9"/>
                  </a:cubicBezTo>
                  <a:close/>
                  <a:moveTo>
                    <a:pt x="60" y="8"/>
                  </a:moveTo>
                  <a:cubicBezTo>
                    <a:pt x="60" y="36"/>
                    <a:pt x="60" y="36"/>
                    <a:pt x="60" y="36"/>
                  </a:cubicBezTo>
                  <a:cubicBezTo>
                    <a:pt x="54" y="36"/>
                    <a:pt x="48" y="35"/>
                    <a:pt x="42" y="33"/>
                  </a:cubicBezTo>
                  <a:cubicBezTo>
                    <a:pt x="46" y="23"/>
                    <a:pt x="52" y="14"/>
                    <a:pt x="60" y="8"/>
                  </a:cubicBezTo>
                  <a:cubicBezTo>
                    <a:pt x="60" y="8"/>
                    <a:pt x="60" y="8"/>
                    <a:pt x="60" y="8"/>
                  </a:cubicBezTo>
                  <a:close/>
                  <a:moveTo>
                    <a:pt x="38" y="31"/>
                  </a:moveTo>
                  <a:cubicBezTo>
                    <a:pt x="33" y="29"/>
                    <a:pt x="29" y="26"/>
                    <a:pt x="24" y="23"/>
                  </a:cubicBezTo>
                  <a:cubicBezTo>
                    <a:pt x="32" y="16"/>
                    <a:pt x="42" y="11"/>
                    <a:pt x="53" y="9"/>
                  </a:cubicBezTo>
                  <a:cubicBezTo>
                    <a:pt x="47" y="15"/>
                    <a:pt x="42" y="23"/>
                    <a:pt x="38" y="31"/>
                  </a:cubicBezTo>
                  <a:close/>
                  <a:moveTo>
                    <a:pt x="40" y="36"/>
                  </a:moveTo>
                  <a:cubicBezTo>
                    <a:pt x="47" y="38"/>
                    <a:pt x="53" y="40"/>
                    <a:pt x="60" y="40"/>
                  </a:cubicBezTo>
                  <a:cubicBezTo>
                    <a:pt x="60" y="60"/>
                    <a:pt x="60" y="60"/>
                    <a:pt x="60" y="60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52"/>
                    <a:pt x="38" y="44"/>
                    <a:pt x="40" y="36"/>
                  </a:cubicBezTo>
                  <a:close/>
                  <a:moveTo>
                    <a:pt x="60" y="64"/>
                  </a:moveTo>
                  <a:cubicBezTo>
                    <a:pt x="60" y="88"/>
                    <a:pt x="60" y="88"/>
                    <a:pt x="60" y="88"/>
                  </a:cubicBezTo>
                  <a:cubicBezTo>
                    <a:pt x="54" y="88"/>
                    <a:pt x="48" y="89"/>
                    <a:pt x="42" y="91"/>
                  </a:cubicBezTo>
                  <a:cubicBezTo>
                    <a:pt x="38" y="83"/>
                    <a:pt x="36" y="74"/>
                    <a:pt x="36" y="64"/>
                  </a:cubicBezTo>
                  <a:lnTo>
                    <a:pt x="60" y="64"/>
                  </a:lnTo>
                  <a:close/>
                  <a:moveTo>
                    <a:pt x="53" y="115"/>
                  </a:moveTo>
                  <a:cubicBezTo>
                    <a:pt x="43" y="114"/>
                    <a:pt x="34" y="109"/>
                    <a:pt x="27" y="103"/>
                  </a:cubicBezTo>
                  <a:cubicBezTo>
                    <a:pt x="31" y="100"/>
                    <a:pt x="35" y="98"/>
                    <a:pt x="40" y="96"/>
                  </a:cubicBezTo>
                  <a:cubicBezTo>
                    <a:pt x="43" y="103"/>
                    <a:pt x="48" y="110"/>
                    <a:pt x="53" y="115"/>
                  </a:cubicBezTo>
                  <a:close/>
                  <a:moveTo>
                    <a:pt x="64" y="116"/>
                  </a:moveTo>
                  <a:cubicBezTo>
                    <a:pt x="64" y="92"/>
                    <a:pt x="64" y="92"/>
                    <a:pt x="64" y="92"/>
                  </a:cubicBezTo>
                  <a:cubicBezTo>
                    <a:pt x="70" y="92"/>
                    <a:pt x="75" y="93"/>
                    <a:pt x="81" y="95"/>
                  </a:cubicBezTo>
                  <a:cubicBezTo>
                    <a:pt x="76" y="103"/>
                    <a:pt x="71" y="110"/>
                    <a:pt x="64" y="116"/>
                  </a:cubicBezTo>
                  <a:cubicBezTo>
                    <a:pt x="64" y="116"/>
                    <a:pt x="64" y="116"/>
                    <a:pt x="64" y="116"/>
                  </a:cubicBezTo>
                  <a:close/>
                  <a:moveTo>
                    <a:pt x="84" y="96"/>
                  </a:moveTo>
                  <a:cubicBezTo>
                    <a:pt x="89" y="98"/>
                    <a:pt x="93" y="100"/>
                    <a:pt x="97" y="103"/>
                  </a:cubicBezTo>
                  <a:cubicBezTo>
                    <a:pt x="90" y="109"/>
                    <a:pt x="81" y="114"/>
                    <a:pt x="71" y="115"/>
                  </a:cubicBezTo>
                  <a:cubicBezTo>
                    <a:pt x="76" y="110"/>
                    <a:pt x="81" y="103"/>
                    <a:pt x="84" y="96"/>
                  </a:cubicBezTo>
                  <a:close/>
                  <a:moveTo>
                    <a:pt x="82" y="91"/>
                  </a:moveTo>
                  <a:cubicBezTo>
                    <a:pt x="76" y="89"/>
                    <a:pt x="70" y="88"/>
                    <a:pt x="64" y="88"/>
                  </a:cubicBezTo>
                  <a:cubicBezTo>
                    <a:pt x="64" y="64"/>
                    <a:pt x="64" y="64"/>
                    <a:pt x="64" y="64"/>
                  </a:cubicBezTo>
                  <a:cubicBezTo>
                    <a:pt x="88" y="64"/>
                    <a:pt x="88" y="64"/>
                    <a:pt x="88" y="64"/>
                  </a:cubicBezTo>
                  <a:cubicBezTo>
                    <a:pt x="88" y="74"/>
                    <a:pt x="86" y="83"/>
                    <a:pt x="82" y="91"/>
                  </a:cubicBezTo>
                  <a:close/>
                  <a:moveTo>
                    <a:pt x="64" y="60"/>
                  </a:moveTo>
                  <a:cubicBezTo>
                    <a:pt x="64" y="40"/>
                    <a:pt x="64" y="40"/>
                    <a:pt x="64" y="40"/>
                  </a:cubicBezTo>
                  <a:cubicBezTo>
                    <a:pt x="71" y="40"/>
                    <a:pt x="77" y="38"/>
                    <a:pt x="84" y="36"/>
                  </a:cubicBezTo>
                  <a:cubicBezTo>
                    <a:pt x="86" y="44"/>
                    <a:pt x="88" y="52"/>
                    <a:pt x="88" y="60"/>
                  </a:cubicBezTo>
                  <a:lnTo>
                    <a:pt x="64" y="60"/>
                  </a:lnTo>
                  <a:close/>
                  <a:moveTo>
                    <a:pt x="22" y="26"/>
                  </a:moveTo>
                  <a:cubicBezTo>
                    <a:pt x="26" y="30"/>
                    <a:pt x="31" y="33"/>
                    <a:pt x="37" y="35"/>
                  </a:cubicBezTo>
                  <a:cubicBezTo>
                    <a:pt x="34" y="43"/>
                    <a:pt x="32" y="51"/>
                    <a:pt x="32" y="60"/>
                  </a:cubicBezTo>
                  <a:cubicBezTo>
                    <a:pt x="8" y="60"/>
                    <a:pt x="8" y="60"/>
                    <a:pt x="8" y="60"/>
                  </a:cubicBezTo>
                  <a:cubicBezTo>
                    <a:pt x="9" y="47"/>
                    <a:pt x="14" y="35"/>
                    <a:pt x="22" y="26"/>
                  </a:cubicBezTo>
                  <a:close/>
                  <a:moveTo>
                    <a:pt x="8" y="64"/>
                  </a:moveTo>
                  <a:cubicBezTo>
                    <a:pt x="32" y="64"/>
                    <a:pt x="32" y="64"/>
                    <a:pt x="32" y="64"/>
                  </a:cubicBezTo>
                  <a:cubicBezTo>
                    <a:pt x="32" y="74"/>
                    <a:pt x="34" y="84"/>
                    <a:pt x="38" y="93"/>
                  </a:cubicBezTo>
                  <a:cubicBezTo>
                    <a:pt x="33" y="95"/>
                    <a:pt x="28" y="97"/>
                    <a:pt x="24" y="100"/>
                  </a:cubicBezTo>
                  <a:cubicBezTo>
                    <a:pt x="15" y="91"/>
                    <a:pt x="9" y="78"/>
                    <a:pt x="8" y="64"/>
                  </a:cubicBezTo>
                  <a:close/>
                  <a:moveTo>
                    <a:pt x="100" y="100"/>
                  </a:moveTo>
                  <a:cubicBezTo>
                    <a:pt x="96" y="97"/>
                    <a:pt x="91" y="95"/>
                    <a:pt x="86" y="93"/>
                  </a:cubicBezTo>
                  <a:cubicBezTo>
                    <a:pt x="90" y="84"/>
                    <a:pt x="92" y="74"/>
                    <a:pt x="92" y="64"/>
                  </a:cubicBezTo>
                  <a:cubicBezTo>
                    <a:pt x="116" y="64"/>
                    <a:pt x="116" y="64"/>
                    <a:pt x="116" y="64"/>
                  </a:cubicBezTo>
                  <a:cubicBezTo>
                    <a:pt x="115" y="78"/>
                    <a:pt x="109" y="91"/>
                    <a:pt x="100" y="10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8162380" y="3244621"/>
            <a:ext cx="510428" cy="701400"/>
            <a:chOff x="8162380" y="3244621"/>
            <a:chExt cx="510428" cy="701400"/>
          </a:xfrm>
        </p:grpSpPr>
        <p:sp>
          <p:nvSpPr>
            <p:cNvPr id="89" name="Freeform 9"/>
            <p:cNvSpPr>
              <a:spLocks noEditPoints="1"/>
            </p:cNvSpPr>
            <p:nvPr/>
          </p:nvSpPr>
          <p:spPr bwMode="auto">
            <a:xfrm>
              <a:off x="8162380" y="3244621"/>
              <a:ext cx="510428" cy="701400"/>
            </a:xfrm>
            <a:custGeom>
              <a:avLst/>
              <a:gdLst>
                <a:gd name="T0" fmla="*/ 153 w 305"/>
                <a:gd name="T1" fmla="*/ 0 h 420"/>
                <a:gd name="T2" fmla="*/ 152 w 305"/>
                <a:gd name="T3" fmla="*/ 0 h 420"/>
                <a:gd name="T4" fmla="*/ 0 w 305"/>
                <a:gd name="T5" fmla="*/ 153 h 420"/>
                <a:gd name="T6" fmla="*/ 108 w 305"/>
                <a:gd name="T7" fmla="*/ 352 h 420"/>
                <a:gd name="T8" fmla="*/ 108 w 305"/>
                <a:gd name="T9" fmla="*/ 352 h 420"/>
                <a:gd name="T10" fmla="*/ 111 w 305"/>
                <a:gd name="T11" fmla="*/ 352 h 420"/>
                <a:gd name="T12" fmla="*/ 120 w 305"/>
                <a:gd name="T13" fmla="*/ 377 h 420"/>
                <a:gd name="T14" fmla="*/ 113 w 305"/>
                <a:gd name="T15" fmla="*/ 385 h 420"/>
                <a:gd name="T16" fmla="*/ 113 w 305"/>
                <a:gd name="T17" fmla="*/ 412 h 420"/>
                <a:gd name="T18" fmla="*/ 121 w 305"/>
                <a:gd name="T19" fmla="*/ 420 h 420"/>
                <a:gd name="T20" fmla="*/ 153 w 305"/>
                <a:gd name="T21" fmla="*/ 420 h 420"/>
                <a:gd name="T22" fmla="*/ 185 w 305"/>
                <a:gd name="T23" fmla="*/ 420 h 420"/>
                <a:gd name="T24" fmla="*/ 193 w 305"/>
                <a:gd name="T25" fmla="*/ 412 h 420"/>
                <a:gd name="T26" fmla="*/ 193 w 305"/>
                <a:gd name="T27" fmla="*/ 385 h 420"/>
                <a:gd name="T28" fmla="*/ 185 w 305"/>
                <a:gd name="T29" fmla="*/ 377 h 420"/>
                <a:gd name="T30" fmla="*/ 184 w 305"/>
                <a:gd name="T31" fmla="*/ 377 h 420"/>
                <a:gd name="T32" fmla="*/ 192 w 305"/>
                <a:gd name="T33" fmla="*/ 353 h 420"/>
                <a:gd name="T34" fmla="*/ 196 w 305"/>
                <a:gd name="T35" fmla="*/ 353 h 420"/>
                <a:gd name="T36" fmla="*/ 198 w 305"/>
                <a:gd name="T37" fmla="*/ 351 h 420"/>
                <a:gd name="T38" fmla="*/ 305 w 305"/>
                <a:gd name="T39" fmla="*/ 152 h 420"/>
                <a:gd name="T40" fmla="*/ 153 w 305"/>
                <a:gd name="T41" fmla="*/ 0 h 420"/>
                <a:gd name="T42" fmla="*/ 169 w 305"/>
                <a:gd name="T43" fmla="*/ 377 h 420"/>
                <a:gd name="T44" fmla="*/ 153 w 305"/>
                <a:gd name="T45" fmla="*/ 377 h 420"/>
                <a:gd name="T46" fmla="*/ 135 w 305"/>
                <a:gd name="T47" fmla="*/ 377 h 420"/>
                <a:gd name="T48" fmla="*/ 126 w 305"/>
                <a:gd name="T49" fmla="*/ 352 h 420"/>
                <a:gd name="T50" fmla="*/ 153 w 305"/>
                <a:gd name="T51" fmla="*/ 352 h 420"/>
                <a:gd name="T52" fmla="*/ 178 w 305"/>
                <a:gd name="T53" fmla="*/ 352 h 420"/>
                <a:gd name="T54" fmla="*/ 169 w 305"/>
                <a:gd name="T55" fmla="*/ 377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05" h="420">
                  <a:moveTo>
                    <a:pt x="153" y="0"/>
                  </a:moveTo>
                  <a:cubicBezTo>
                    <a:pt x="153" y="0"/>
                    <a:pt x="153" y="0"/>
                    <a:pt x="152" y="0"/>
                  </a:cubicBezTo>
                  <a:cubicBezTo>
                    <a:pt x="68" y="0"/>
                    <a:pt x="0" y="68"/>
                    <a:pt x="0" y="153"/>
                  </a:cubicBezTo>
                  <a:cubicBezTo>
                    <a:pt x="0" y="208"/>
                    <a:pt x="64" y="325"/>
                    <a:pt x="108" y="352"/>
                  </a:cubicBezTo>
                  <a:cubicBezTo>
                    <a:pt x="108" y="352"/>
                    <a:pt x="108" y="352"/>
                    <a:pt x="108" y="352"/>
                  </a:cubicBezTo>
                  <a:cubicBezTo>
                    <a:pt x="111" y="352"/>
                    <a:pt x="111" y="352"/>
                    <a:pt x="111" y="352"/>
                  </a:cubicBezTo>
                  <a:cubicBezTo>
                    <a:pt x="120" y="377"/>
                    <a:pt x="120" y="377"/>
                    <a:pt x="120" y="377"/>
                  </a:cubicBezTo>
                  <a:cubicBezTo>
                    <a:pt x="116" y="378"/>
                    <a:pt x="113" y="381"/>
                    <a:pt x="113" y="385"/>
                  </a:cubicBezTo>
                  <a:cubicBezTo>
                    <a:pt x="113" y="412"/>
                    <a:pt x="113" y="412"/>
                    <a:pt x="113" y="412"/>
                  </a:cubicBezTo>
                  <a:cubicBezTo>
                    <a:pt x="113" y="416"/>
                    <a:pt x="117" y="420"/>
                    <a:pt x="121" y="420"/>
                  </a:cubicBezTo>
                  <a:cubicBezTo>
                    <a:pt x="153" y="420"/>
                    <a:pt x="153" y="420"/>
                    <a:pt x="153" y="420"/>
                  </a:cubicBezTo>
                  <a:cubicBezTo>
                    <a:pt x="185" y="420"/>
                    <a:pt x="185" y="420"/>
                    <a:pt x="185" y="420"/>
                  </a:cubicBezTo>
                  <a:cubicBezTo>
                    <a:pt x="189" y="420"/>
                    <a:pt x="193" y="416"/>
                    <a:pt x="193" y="412"/>
                  </a:cubicBezTo>
                  <a:cubicBezTo>
                    <a:pt x="193" y="385"/>
                    <a:pt x="193" y="385"/>
                    <a:pt x="193" y="385"/>
                  </a:cubicBezTo>
                  <a:cubicBezTo>
                    <a:pt x="193" y="380"/>
                    <a:pt x="189" y="377"/>
                    <a:pt x="185" y="377"/>
                  </a:cubicBezTo>
                  <a:cubicBezTo>
                    <a:pt x="184" y="377"/>
                    <a:pt x="184" y="377"/>
                    <a:pt x="184" y="377"/>
                  </a:cubicBezTo>
                  <a:cubicBezTo>
                    <a:pt x="192" y="353"/>
                    <a:pt x="192" y="353"/>
                    <a:pt x="192" y="353"/>
                  </a:cubicBezTo>
                  <a:cubicBezTo>
                    <a:pt x="196" y="353"/>
                    <a:pt x="196" y="353"/>
                    <a:pt x="196" y="353"/>
                  </a:cubicBezTo>
                  <a:cubicBezTo>
                    <a:pt x="197" y="352"/>
                    <a:pt x="197" y="352"/>
                    <a:pt x="198" y="351"/>
                  </a:cubicBezTo>
                  <a:cubicBezTo>
                    <a:pt x="246" y="324"/>
                    <a:pt x="305" y="210"/>
                    <a:pt x="305" y="152"/>
                  </a:cubicBezTo>
                  <a:cubicBezTo>
                    <a:pt x="305" y="68"/>
                    <a:pt x="237" y="0"/>
                    <a:pt x="153" y="0"/>
                  </a:cubicBezTo>
                  <a:close/>
                  <a:moveTo>
                    <a:pt x="169" y="377"/>
                  </a:moveTo>
                  <a:cubicBezTo>
                    <a:pt x="153" y="377"/>
                    <a:pt x="153" y="377"/>
                    <a:pt x="153" y="377"/>
                  </a:cubicBezTo>
                  <a:cubicBezTo>
                    <a:pt x="135" y="377"/>
                    <a:pt x="135" y="377"/>
                    <a:pt x="135" y="377"/>
                  </a:cubicBezTo>
                  <a:cubicBezTo>
                    <a:pt x="126" y="352"/>
                    <a:pt x="126" y="352"/>
                    <a:pt x="126" y="352"/>
                  </a:cubicBezTo>
                  <a:cubicBezTo>
                    <a:pt x="153" y="352"/>
                    <a:pt x="153" y="352"/>
                    <a:pt x="153" y="352"/>
                  </a:cubicBezTo>
                  <a:cubicBezTo>
                    <a:pt x="178" y="352"/>
                    <a:pt x="178" y="352"/>
                    <a:pt x="178" y="352"/>
                  </a:cubicBezTo>
                  <a:lnTo>
                    <a:pt x="169" y="37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09" name="Freeform 55"/>
            <p:cNvSpPr>
              <a:spLocks noEditPoints="1"/>
            </p:cNvSpPr>
            <p:nvPr/>
          </p:nvSpPr>
          <p:spPr bwMode="auto">
            <a:xfrm>
              <a:off x="8315601" y="3442117"/>
              <a:ext cx="211138" cy="209550"/>
            </a:xfrm>
            <a:custGeom>
              <a:avLst/>
              <a:gdLst>
                <a:gd name="T0" fmla="*/ 95 w 133"/>
                <a:gd name="T1" fmla="*/ 38 h 132"/>
                <a:gd name="T2" fmla="*/ 95 w 133"/>
                <a:gd name="T3" fmla="*/ 0 h 132"/>
                <a:gd name="T4" fmla="*/ 0 w 133"/>
                <a:gd name="T5" fmla="*/ 0 h 132"/>
                <a:gd name="T6" fmla="*/ 0 w 133"/>
                <a:gd name="T7" fmla="*/ 94 h 132"/>
                <a:gd name="T8" fmla="*/ 38 w 133"/>
                <a:gd name="T9" fmla="*/ 94 h 132"/>
                <a:gd name="T10" fmla="*/ 38 w 133"/>
                <a:gd name="T11" fmla="*/ 132 h 132"/>
                <a:gd name="T12" fmla="*/ 133 w 133"/>
                <a:gd name="T13" fmla="*/ 132 h 132"/>
                <a:gd name="T14" fmla="*/ 133 w 133"/>
                <a:gd name="T15" fmla="*/ 38 h 132"/>
                <a:gd name="T16" fmla="*/ 95 w 133"/>
                <a:gd name="T17" fmla="*/ 38 h 132"/>
                <a:gd name="T18" fmla="*/ 123 w 133"/>
                <a:gd name="T19" fmla="*/ 123 h 132"/>
                <a:gd name="T20" fmla="*/ 48 w 133"/>
                <a:gd name="T21" fmla="*/ 123 h 132"/>
                <a:gd name="T22" fmla="*/ 48 w 133"/>
                <a:gd name="T23" fmla="*/ 47 h 132"/>
                <a:gd name="T24" fmla="*/ 123 w 133"/>
                <a:gd name="T25" fmla="*/ 47 h 132"/>
                <a:gd name="T26" fmla="*/ 123 w 133"/>
                <a:gd name="T27" fmla="*/ 12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3" h="132">
                  <a:moveTo>
                    <a:pt x="95" y="38"/>
                  </a:moveTo>
                  <a:lnTo>
                    <a:pt x="95" y="0"/>
                  </a:lnTo>
                  <a:lnTo>
                    <a:pt x="0" y="0"/>
                  </a:lnTo>
                  <a:lnTo>
                    <a:pt x="0" y="94"/>
                  </a:lnTo>
                  <a:lnTo>
                    <a:pt x="38" y="94"/>
                  </a:lnTo>
                  <a:lnTo>
                    <a:pt x="38" y="132"/>
                  </a:lnTo>
                  <a:lnTo>
                    <a:pt x="133" y="132"/>
                  </a:lnTo>
                  <a:lnTo>
                    <a:pt x="133" y="38"/>
                  </a:lnTo>
                  <a:lnTo>
                    <a:pt x="95" y="38"/>
                  </a:lnTo>
                  <a:close/>
                  <a:moveTo>
                    <a:pt x="123" y="123"/>
                  </a:moveTo>
                  <a:lnTo>
                    <a:pt x="48" y="123"/>
                  </a:lnTo>
                  <a:lnTo>
                    <a:pt x="48" y="47"/>
                  </a:lnTo>
                  <a:lnTo>
                    <a:pt x="123" y="47"/>
                  </a:lnTo>
                  <a:lnTo>
                    <a:pt x="123" y="12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500"/>
                            </p:stCondLst>
                            <p:childTnLst>
                              <p:par>
                                <p:cTn id="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000"/>
                            </p:stCondLst>
                            <p:childTnLst>
                              <p:par>
                                <p:cTn id="5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5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0"/>
                            </p:stCondLst>
                            <p:childTnLst>
                              <p:par>
                                <p:cTn id="6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500"/>
                            </p:stCondLst>
                            <p:childTnLst>
                              <p:par>
                                <p:cTn id="6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60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6500"/>
                            </p:stCondLst>
                            <p:childTnLst>
                              <p:par>
                                <p:cTn id="7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7000"/>
                            </p:stCondLst>
                            <p:childTnLst>
                              <p:par>
                                <p:cTn id="8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7500"/>
                            </p:stCondLst>
                            <p:childTnLst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8000"/>
                            </p:stCondLst>
                            <p:childTnLst>
                              <p:par>
                                <p:cTn id="9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8500"/>
                            </p:stCondLst>
                            <p:childTnLst>
                              <p:par>
                                <p:cTn id="9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9000"/>
                            </p:stCondLst>
                            <p:childTnLst>
                              <p:par>
                                <p:cTn id="10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9500"/>
                            </p:stCondLst>
                            <p:childTnLst>
                              <p:par>
                                <p:cTn id="10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0000"/>
                            </p:stCondLst>
                            <p:childTnLst>
                              <p:par>
                                <p:cTn id="1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0500"/>
                            </p:stCondLst>
                            <p:childTnLst>
                              <p:par>
                                <p:cTn id="1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1000"/>
                            </p:stCondLst>
                            <p:childTnLst>
                              <p:par>
                                <p:cTn id="12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11500"/>
                            </p:stCondLst>
                            <p:childTnLst>
                              <p:par>
                                <p:cTn id="13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2000"/>
                            </p:stCondLst>
                            <p:childTnLst>
                              <p:par>
                                <p:cTn id="1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2500"/>
                            </p:stCondLst>
                            <p:childTnLst>
                              <p:par>
                                <p:cTn id="1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13000"/>
                            </p:stCondLst>
                            <p:childTnLst>
                              <p:par>
                                <p:cTn id="15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13500"/>
                            </p:stCondLst>
                            <p:childTnLst>
                              <p:par>
                                <p:cTn id="1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14000"/>
                            </p:stCondLst>
                            <p:childTnLst>
                              <p:par>
                                <p:cTn id="16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14500"/>
                            </p:stCondLst>
                            <p:childTnLst>
                              <p:par>
                                <p:cTn id="16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15000"/>
                            </p:stCondLst>
                            <p:childTnLst>
                              <p:par>
                                <p:cTn id="1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15500"/>
                            </p:stCondLst>
                            <p:childTnLst>
                              <p:par>
                                <p:cTn id="17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16000"/>
                            </p:stCondLst>
                            <p:childTnLst>
                              <p:par>
                                <p:cTn id="18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16500"/>
                            </p:stCondLst>
                            <p:childTnLst>
                              <p:par>
                                <p:cTn id="1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17000"/>
                            </p:stCondLst>
                            <p:childTnLst>
                              <p:par>
                                <p:cTn id="19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17500"/>
                            </p:stCondLst>
                            <p:childTnLst>
                              <p:par>
                                <p:cTn id="19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0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18000"/>
                            </p:stCondLst>
                            <p:childTnLst>
                              <p:par>
                                <p:cTn id="20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29" grpId="0"/>
      <p:bldP spid="30" grpId="0"/>
      <p:bldP spid="43" grpId="0"/>
      <p:bldP spid="44" grpId="0"/>
      <p:bldP spid="47" grpId="0"/>
      <p:bldP spid="48" grpId="0"/>
      <p:bldP spid="57" grpId="0"/>
      <p:bldP spid="58" grpId="0"/>
      <p:bldP spid="61" grpId="0"/>
      <p:bldP spid="62" grpId="0"/>
      <p:bldP spid="71" grpId="0" bldLvl="0" animBg="1"/>
      <p:bldP spid="73" grpId="0" bldLvl="0" animBg="1"/>
      <p:bldP spid="74" grpId="0" bldLvl="0" animBg="1"/>
      <p:bldP spid="75" grpId="0" bldLvl="0" animBg="1"/>
      <p:bldP spid="76" grpId="0" bldLvl="0" animBg="1"/>
      <p:bldP spid="77" grpId="0" bldLvl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Freeform 17"/>
          <p:cNvSpPr>
            <a:spLocks noEditPoints="1"/>
          </p:cNvSpPr>
          <p:nvPr/>
        </p:nvSpPr>
        <p:spPr bwMode="auto">
          <a:xfrm>
            <a:off x="931594" y="4200197"/>
            <a:ext cx="3126652" cy="1841832"/>
          </a:xfrm>
          <a:custGeom>
            <a:avLst/>
            <a:gdLst>
              <a:gd name="T0" fmla="*/ 54 w 1035"/>
              <a:gd name="T1" fmla="*/ 407 h 609"/>
              <a:gd name="T2" fmla="*/ 245 w 1035"/>
              <a:gd name="T3" fmla="*/ 471 h 609"/>
              <a:gd name="T4" fmla="*/ 334 w 1035"/>
              <a:gd name="T5" fmla="*/ 562 h 609"/>
              <a:gd name="T6" fmla="*/ 467 w 1035"/>
              <a:gd name="T7" fmla="*/ 504 h 609"/>
              <a:gd name="T8" fmla="*/ 598 w 1035"/>
              <a:gd name="T9" fmla="*/ 590 h 609"/>
              <a:gd name="T10" fmla="*/ 770 w 1035"/>
              <a:gd name="T11" fmla="*/ 501 h 609"/>
              <a:gd name="T12" fmla="*/ 897 w 1035"/>
              <a:gd name="T13" fmla="*/ 465 h 609"/>
              <a:gd name="T14" fmla="*/ 983 w 1035"/>
              <a:gd name="T15" fmla="*/ 278 h 609"/>
              <a:gd name="T16" fmla="*/ 833 w 1035"/>
              <a:gd name="T17" fmla="*/ 226 h 609"/>
              <a:gd name="T18" fmla="*/ 783 w 1035"/>
              <a:gd name="T19" fmla="*/ 101 h 609"/>
              <a:gd name="T20" fmla="*/ 617 w 1035"/>
              <a:gd name="T21" fmla="*/ 86 h 609"/>
              <a:gd name="T22" fmla="*/ 461 w 1035"/>
              <a:gd name="T23" fmla="*/ 0 h 609"/>
              <a:gd name="T24" fmla="*/ 452 w 1035"/>
              <a:gd name="T25" fmla="*/ 0 h 609"/>
              <a:gd name="T26" fmla="*/ 293 w 1035"/>
              <a:gd name="T27" fmla="*/ 140 h 609"/>
              <a:gd name="T28" fmla="*/ 168 w 1035"/>
              <a:gd name="T29" fmla="*/ 207 h 609"/>
              <a:gd name="T30" fmla="*/ 54 w 1035"/>
              <a:gd name="T31" fmla="*/ 407 h 609"/>
              <a:gd name="T32" fmla="*/ 429 w 1035"/>
              <a:gd name="T33" fmla="*/ 84 h 609"/>
              <a:gd name="T34" fmla="*/ 479 w 1035"/>
              <a:gd name="T35" fmla="*/ 34 h 609"/>
              <a:gd name="T36" fmla="*/ 530 w 1035"/>
              <a:gd name="T37" fmla="*/ 84 h 609"/>
              <a:gd name="T38" fmla="*/ 479 w 1035"/>
              <a:gd name="T39" fmla="*/ 135 h 609"/>
              <a:gd name="T40" fmla="*/ 429 w 1035"/>
              <a:gd name="T41" fmla="*/ 84 h 6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035" h="609">
                <a:moveTo>
                  <a:pt x="54" y="407"/>
                </a:moveTo>
                <a:cubicBezTo>
                  <a:pt x="112" y="512"/>
                  <a:pt x="245" y="471"/>
                  <a:pt x="245" y="471"/>
                </a:cubicBezTo>
                <a:cubicBezTo>
                  <a:pt x="245" y="471"/>
                  <a:pt x="248" y="547"/>
                  <a:pt x="334" y="562"/>
                </a:cubicBezTo>
                <a:cubicBezTo>
                  <a:pt x="420" y="577"/>
                  <a:pt x="467" y="504"/>
                  <a:pt x="467" y="504"/>
                </a:cubicBezTo>
                <a:cubicBezTo>
                  <a:pt x="467" y="504"/>
                  <a:pt x="467" y="570"/>
                  <a:pt x="598" y="590"/>
                </a:cubicBezTo>
                <a:cubicBezTo>
                  <a:pt x="729" y="609"/>
                  <a:pt x="770" y="501"/>
                  <a:pt x="770" y="501"/>
                </a:cubicBezTo>
                <a:cubicBezTo>
                  <a:pt x="865" y="534"/>
                  <a:pt x="897" y="465"/>
                  <a:pt x="897" y="465"/>
                </a:cubicBezTo>
                <a:cubicBezTo>
                  <a:pt x="977" y="467"/>
                  <a:pt x="1035" y="347"/>
                  <a:pt x="983" y="278"/>
                </a:cubicBezTo>
                <a:cubicBezTo>
                  <a:pt x="931" y="209"/>
                  <a:pt x="833" y="226"/>
                  <a:pt x="833" y="226"/>
                </a:cubicBezTo>
                <a:cubicBezTo>
                  <a:pt x="833" y="226"/>
                  <a:pt x="852" y="164"/>
                  <a:pt x="783" y="101"/>
                </a:cubicBezTo>
                <a:cubicBezTo>
                  <a:pt x="714" y="39"/>
                  <a:pt x="617" y="86"/>
                  <a:pt x="617" y="86"/>
                </a:cubicBezTo>
                <a:cubicBezTo>
                  <a:pt x="617" y="86"/>
                  <a:pt x="587" y="0"/>
                  <a:pt x="461" y="0"/>
                </a:cubicBezTo>
                <a:cubicBezTo>
                  <a:pt x="458" y="0"/>
                  <a:pt x="455" y="0"/>
                  <a:pt x="452" y="0"/>
                </a:cubicBezTo>
                <a:cubicBezTo>
                  <a:pt x="305" y="5"/>
                  <a:pt x="293" y="140"/>
                  <a:pt x="293" y="140"/>
                </a:cubicBezTo>
                <a:cubicBezTo>
                  <a:pt x="185" y="114"/>
                  <a:pt x="168" y="207"/>
                  <a:pt x="168" y="207"/>
                </a:cubicBezTo>
                <a:cubicBezTo>
                  <a:pt x="82" y="190"/>
                  <a:pt x="0" y="310"/>
                  <a:pt x="54" y="407"/>
                </a:cubicBezTo>
                <a:close/>
                <a:moveTo>
                  <a:pt x="429" y="84"/>
                </a:moveTo>
                <a:cubicBezTo>
                  <a:pt x="429" y="56"/>
                  <a:pt x="451" y="34"/>
                  <a:pt x="479" y="34"/>
                </a:cubicBezTo>
                <a:cubicBezTo>
                  <a:pt x="507" y="34"/>
                  <a:pt x="530" y="56"/>
                  <a:pt x="530" y="84"/>
                </a:cubicBezTo>
                <a:cubicBezTo>
                  <a:pt x="530" y="112"/>
                  <a:pt x="507" y="135"/>
                  <a:pt x="479" y="135"/>
                </a:cubicBezTo>
                <a:cubicBezTo>
                  <a:pt x="451" y="135"/>
                  <a:pt x="429" y="112"/>
                  <a:pt x="429" y="84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48000">
                <a:srgbClr val="EFF0F1"/>
              </a:gs>
              <a:gs pos="100000">
                <a:srgbClr val="FFFFFF"/>
              </a:gs>
            </a:gsLst>
            <a:lin ang="0" scaled="1"/>
            <a:tileRect/>
          </a:gradFill>
          <a:ln>
            <a:solidFill>
              <a:schemeClr val="bg1"/>
            </a:solidFill>
          </a:ln>
          <a:effectLst>
            <a:outerShdw blurRad="279400" dist="127000" dir="8100000" algn="tr" rotWithShape="0">
              <a:prstClr val="black">
                <a:alpha val="34000"/>
              </a:prstClr>
            </a:outerShdw>
          </a:effectLst>
        </p:spPr>
        <p:txBody>
          <a:bodyPr vert="horz" wrap="square" lIns="121920" tIns="60960" rIns="121920" bIns="6096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71" name="Freeform 25"/>
          <p:cNvSpPr>
            <a:spLocks noEditPoints="1"/>
          </p:cNvSpPr>
          <p:nvPr/>
        </p:nvSpPr>
        <p:spPr bwMode="auto">
          <a:xfrm>
            <a:off x="3087255" y="2158240"/>
            <a:ext cx="5870151" cy="3412193"/>
          </a:xfrm>
          <a:custGeom>
            <a:avLst/>
            <a:gdLst>
              <a:gd name="T0" fmla="*/ 229 w 1937"/>
              <a:gd name="T1" fmla="*/ 867 h 1125"/>
              <a:gd name="T2" fmla="*/ 400 w 1937"/>
              <a:gd name="T3" fmla="*/ 949 h 1125"/>
              <a:gd name="T4" fmla="*/ 618 w 1937"/>
              <a:gd name="T5" fmla="*/ 1122 h 1125"/>
              <a:gd name="T6" fmla="*/ 841 w 1937"/>
              <a:gd name="T7" fmla="*/ 1011 h 1125"/>
              <a:gd name="T8" fmla="*/ 1001 w 1937"/>
              <a:gd name="T9" fmla="*/ 1023 h 1125"/>
              <a:gd name="T10" fmla="*/ 1161 w 1937"/>
              <a:gd name="T11" fmla="*/ 1079 h 1125"/>
              <a:gd name="T12" fmla="*/ 1382 w 1937"/>
              <a:gd name="T13" fmla="*/ 965 h 1125"/>
              <a:gd name="T14" fmla="*/ 1606 w 1937"/>
              <a:gd name="T15" fmla="*/ 939 h 1125"/>
              <a:gd name="T16" fmla="*/ 1668 w 1937"/>
              <a:gd name="T17" fmla="*/ 781 h 1125"/>
              <a:gd name="T18" fmla="*/ 1870 w 1937"/>
              <a:gd name="T19" fmla="*/ 710 h 1125"/>
              <a:gd name="T20" fmla="*/ 1745 w 1937"/>
              <a:gd name="T21" fmla="*/ 478 h 1125"/>
              <a:gd name="T22" fmla="*/ 1646 w 1937"/>
              <a:gd name="T23" fmla="*/ 424 h 1125"/>
              <a:gd name="T24" fmla="*/ 1465 w 1937"/>
              <a:gd name="T25" fmla="*/ 255 h 1125"/>
              <a:gd name="T26" fmla="*/ 1295 w 1937"/>
              <a:gd name="T27" fmla="*/ 173 h 1125"/>
              <a:gd name="T28" fmla="*/ 1076 w 1937"/>
              <a:gd name="T29" fmla="*/ 0 h 1125"/>
              <a:gd name="T30" fmla="*/ 1069 w 1937"/>
              <a:gd name="T31" fmla="*/ 0 h 1125"/>
              <a:gd name="T32" fmla="*/ 853 w 1937"/>
              <a:gd name="T33" fmla="*/ 111 h 1125"/>
              <a:gd name="T34" fmla="*/ 629 w 1937"/>
              <a:gd name="T35" fmla="*/ 133 h 1125"/>
              <a:gd name="T36" fmla="*/ 564 w 1937"/>
              <a:gd name="T37" fmla="*/ 291 h 1125"/>
              <a:gd name="T38" fmla="*/ 361 w 1937"/>
              <a:gd name="T39" fmla="*/ 358 h 1125"/>
              <a:gd name="T40" fmla="*/ 344 w 1937"/>
              <a:gd name="T41" fmla="*/ 484 h 1125"/>
              <a:gd name="T42" fmla="*/ 329 w 1937"/>
              <a:gd name="T43" fmla="*/ 533 h 1125"/>
              <a:gd name="T44" fmla="*/ 70 w 1937"/>
              <a:gd name="T45" fmla="*/ 617 h 1125"/>
              <a:gd name="T46" fmla="*/ 229 w 1937"/>
              <a:gd name="T47" fmla="*/ 867 h 1125"/>
              <a:gd name="T48" fmla="*/ 1023 w 1937"/>
              <a:gd name="T49" fmla="*/ 106 h 1125"/>
              <a:gd name="T50" fmla="*/ 1093 w 1937"/>
              <a:gd name="T51" fmla="*/ 36 h 1125"/>
              <a:gd name="T52" fmla="*/ 1163 w 1937"/>
              <a:gd name="T53" fmla="*/ 106 h 1125"/>
              <a:gd name="T54" fmla="*/ 1093 w 1937"/>
              <a:gd name="T55" fmla="*/ 176 h 1125"/>
              <a:gd name="T56" fmla="*/ 1023 w 1937"/>
              <a:gd name="T57" fmla="*/ 106 h 1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937" h="1125">
                <a:moveTo>
                  <a:pt x="229" y="867"/>
                </a:moveTo>
                <a:cubicBezTo>
                  <a:pt x="229" y="867"/>
                  <a:pt x="254" y="983"/>
                  <a:pt x="400" y="949"/>
                </a:cubicBezTo>
                <a:cubicBezTo>
                  <a:pt x="400" y="949"/>
                  <a:pt x="419" y="1118"/>
                  <a:pt x="618" y="1122"/>
                </a:cubicBezTo>
                <a:cubicBezTo>
                  <a:pt x="799" y="1125"/>
                  <a:pt x="841" y="1011"/>
                  <a:pt x="841" y="1011"/>
                </a:cubicBezTo>
                <a:cubicBezTo>
                  <a:pt x="841" y="1011"/>
                  <a:pt x="922" y="1046"/>
                  <a:pt x="1001" y="1023"/>
                </a:cubicBezTo>
                <a:cubicBezTo>
                  <a:pt x="1034" y="1054"/>
                  <a:pt x="1084" y="1079"/>
                  <a:pt x="1161" y="1079"/>
                </a:cubicBezTo>
                <a:cubicBezTo>
                  <a:pt x="1342" y="1080"/>
                  <a:pt x="1382" y="965"/>
                  <a:pt x="1382" y="965"/>
                </a:cubicBezTo>
                <a:cubicBezTo>
                  <a:pt x="1382" y="965"/>
                  <a:pt x="1515" y="1020"/>
                  <a:pt x="1606" y="939"/>
                </a:cubicBezTo>
                <a:cubicBezTo>
                  <a:pt x="1697" y="858"/>
                  <a:pt x="1668" y="781"/>
                  <a:pt x="1668" y="781"/>
                </a:cubicBezTo>
                <a:cubicBezTo>
                  <a:pt x="1668" y="781"/>
                  <a:pt x="1803" y="798"/>
                  <a:pt x="1870" y="710"/>
                </a:cubicBezTo>
                <a:cubicBezTo>
                  <a:pt x="1937" y="621"/>
                  <a:pt x="1853" y="472"/>
                  <a:pt x="1745" y="478"/>
                </a:cubicBezTo>
                <a:cubicBezTo>
                  <a:pt x="1745" y="478"/>
                  <a:pt x="1717" y="427"/>
                  <a:pt x="1646" y="424"/>
                </a:cubicBezTo>
                <a:cubicBezTo>
                  <a:pt x="1647" y="325"/>
                  <a:pt x="1557" y="236"/>
                  <a:pt x="1465" y="255"/>
                </a:cubicBezTo>
                <a:cubicBezTo>
                  <a:pt x="1465" y="255"/>
                  <a:pt x="1440" y="139"/>
                  <a:pt x="1295" y="173"/>
                </a:cubicBezTo>
                <a:cubicBezTo>
                  <a:pt x="1295" y="173"/>
                  <a:pt x="1276" y="3"/>
                  <a:pt x="1076" y="0"/>
                </a:cubicBezTo>
                <a:cubicBezTo>
                  <a:pt x="1074" y="0"/>
                  <a:pt x="1072" y="0"/>
                  <a:pt x="1069" y="0"/>
                </a:cubicBezTo>
                <a:cubicBezTo>
                  <a:pt x="894" y="0"/>
                  <a:pt x="853" y="111"/>
                  <a:pt x="853" y="111"/>
                </a:cubicBezTo>
                <a:cubicBezTo>
                  <a:pt x="853" y="111"/>
                  <a:pt x="721" y="53"/>
                  <a:pt x="629" y="133"/>
                </a:cubicBezTo>
                <a:cubicBezTo>
                  <a:pt x="536" y="213"/>
                  <a:pt x="564" y="291"/>
                  <a:pt x="564" y="291"/>
                </a:cubicBezTo>
                <a:cubicBezTo>
                  <a:pt x="564" y="291"/>
                  <a:pt x="429" y="271"/>
                  <a:pt x="361" y="358"/>
                </a:cubicBezTo>
                <a:cubicBezTo>
                  <a:pt x="332" y="395"/>
                  <a:pt x="329" y="442"/>
                  <a:pt x="344" y="484"/>
                </a:cubicBezTo>
                <a:cubicBezTo>
                  <a:pt x="329" y="510"/>
                  <a:pt x="329" y="533"/>
                  <a:pt x="329" y="533"/>
                </a:cubicBezTo>
                <a:cubicBezTo>
                  <a:pt x="329" y="533"/>
                  <a:pt x="147" y="484"/>
                  <a:pt x="70" y="617"/>
                </a:cubicBezTo>
                <a:cubicBezTo>
                  <a:pt x="0" y="741"/>
                  <a:pt x="113" y="890"/>
                  <a:pt x="229" y="867"/>
                </a:cubicBezTo>
                <a:close/>
                <a:moveTo>
                  <a:pt x="1023" y="106"/>
                </a:moveTo>
                <a:cubicBezTo>
                  <a:pt x="1023" y="67"/>
                  <a:pt x="1054" y="36"/>
                  <a:pt x="1093" y="36"/>
                </a:cubicBezTo>
                <a:cubicBezTo>
                  <a:pt x="1132" y="36"/>
                  <a:pt x="1163" y="67"/>
                  <a:pt x="1163" y="106"/>
                </a:cubicBezTo>
                <a:cubicBezTo>
                  <a:pt x="1163" y="145"/>
                  <a:pt x="1132" y="176"/>
                  <a:pt x="1093" y="176"/>
                </a:cubicBezTo>
                <a:cubicBezTo>
                  <a:pt x="1054" y="176"/>
                  <a:pt x="1023" y="145"/>
                  <a:pt x="1023" y="106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49000">
                <a:srgbClr val="EFF0F1"/>
              </a:gs>
              <a:gs pos="100000">
                <a:srgbClr val="FFFFFF"/>
              </a:gs>
            </a:gsLst>
            <a:lin ang="5400000" scaled="1"/>
          </a:gradFill>
          <a:ln w="12700">
            <a:solidFill>
              <a:schemeClr val="bg1"/>
            </a:solidFill>
          </a:ln>
          <a:effectLst>
            <a:outerShdw blurRad="317500" dist="127000" dir="5400000" algn="t" rotWithShape="0">
              <a:prstClr val="black">
                <a:alpha val="34000"/>
              </a:prstClr>
            </a:outerShdw>
          </a:effectLst>
        </p:spPr>
        <p:txBody>
          <a:bodyPr vert="horz" wrap="square" lIns="121920" tIns="60960" rIns="121920" bIns="6096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72" name="Freeform 33"/>
          <p:cNvSpPr>
            <a:spLocks noEditPoints="1"/>
          </p:cNvSpPr>
          <p:nvPr/>
        </p:nvSpPr>
        <p:spPr bwMode="auto">
          <a:xfrm>
            <a:off x="7056581" y="4335899"/>
            <a:ext cx="4078239" cy="2230504"/>
          </a:xfrm>
          <a:custGeom>
            <a:avLst/>
            <a:gdLst>
              <a:gd name="T0" fmla="*/ 166 w 1485"/>
              <a:gd name="T1" fmla="*/ 562 h 811"/>
              <a:gd name="T2" fmla="*/ 320 w 1485"/>
              <a:gd name="T3" fmla="*/ 606 h 811"/>
              <a:gd name="T4" fmla="*/ 528 w 1485"/>
              <a:gd name="T5" fmla="*/ 713 h 811"/>
              <a:gd name="T6" fmla="*/ 603 w 1485"/>
              <a:gd name="T7" fmla="*/ 694 h 811"/>
              <a:gd name="T8" fmla="*/ 780 w 1485"/>
              <a:gd name="T9" fmla="*/ 806 h 811"/>
              <a:gd name="T10" fmla="*/ 980 w 1485"/>
              <a:gd name="T11" fmla="*/ 702 h 811"/>
              <a:gd name="T12" fmla="*/ 1181 w 1485"/>
              <a:gd name="T13" fmla="*/ 684 h 811"/>
              <a:gd name="T14" fmla="*/ 1240 w 1485"/>
              <a:gd name="T15" fmla="*/ 533 h 811"/>
              <a:gd name="T16" fmla="*/ 1423 w 1485"/>
              <a:gd name="T17" fmla="*/ 470 h 811"/>
              <a:gd name="T18" fmla="*/ 1318 w 1485"/>
              <a:gd name="T19" fmla="*/ 244 h 811"/>
              <a:gd name="T20" fmla="*/ 1165 w 1485"/>
              <a:gd name="T21" fmla="*/ 200 h 811"/>
              <a:gd name="T22" fmla="*/ 957 w 1485"/>
              <a:gd name="T23" fmla="*/ 93 h 811"/>
              <a:gd name="T24" fmla="*/ 882 w 1485"/>
              <a:gd name="T25" fmla="*/ 112 h 811"/>
              <a:gd name="T26" fmla="*/ 705 w 1485"/>
              <a:gd name="T27" fmla="*/ 0 h 811"/>
              <a:gd name="T28" fmla="*/ 694 w 1485"/>
              <a:gd name="T29" fmla="*/ 0 h 811"/>
              <a:gd name="T30" fmla="*/ 505 w 1485"/>
              <a:gd name="T31" fmla="*/ 104 h 811"/>
              <a:gd name="T32" fmla="*/ 304 w 1485"/>
              <a:gd name="T33" fmla="*/ 122 h 811"/>
              <a:gd name="T34" fmla="*/ 245 w 1485"/>
              <a:gd name="T35" fmla="*/ 273 h 811"/>
              <a:gd name="T36" fmla="*/ 62 w 1485"/>
              <a:gd name="T37" fmla="*/ 336 h 811"/>
              <a:gd name="T38" fmla="*/ 166 w 1485"/>
              <a:gd name="T39" fmla="*/ 562 h 811"/>
              <a:gd name="T40" fmla="*/ 657 w 1485"/>
              <a:gd name="T41" fmla="*/ 60 h 811"/>
              <a:gd name="T42" fmla="*/ 708 w 1485"/>
              <a:gd name="T43" fmla="*/ 9 h 811"/>
              <a:gd name="T44" fmla="*/ 759 w 1485"/>
              <a:gd name="T45" fmla="*/ 60 h 811"/>
              <a:gd name="T46" fmla="*/ 708 w 1485"/>
              <a:gd name="T47" fmla="*/ 112 h 811"/>
              <a:gd name="T48" fmla="*/ 657 w 1485"/>
              <a:gd name="T49" fmla="*/ 60 h 8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485" h="811">
                <a:moveTo>
                  <a:pt x="166" y="562"/>
                </a:moveTo>
                <a:cubicBezTo>
                  <a:pt x="166" y="562"/>
                  <a:pt x="206" y="645"/>
                  <a:pt x="320" y="606"/>
                </a:cubicBezTo>
                <a:cubicBezTo>
                  <a:pt x="320" y="606"/>
                  <a:pt x="369" y="737"/>
                  <a:pt x="528" y="713"/>
                </a:cubicBezTo>
                <a:cubicBezTo>
                  <a:pt x="559" y="709"/>
                  <a:pt x="583" y="702"/>
                  <a:pt x="603" y="694"/>
                </a:cubicBezTo>
                <a:cubicBezTo>
                  <a:pt x="625" y="742"/>
                  <a:pt x="673" y="803"/>
                  <a:pt x="780" y="806"/>
                </a:cubicBezTo>
                <a:cubicBezTo>
                  <a:pt x="941" y="811"/>
                  <a:pt x="980" y="702"/>
                  <a:pt x="980" y="702"/>
                </a:cubicBezTo>
                <a:cubicBezTo>
                  <a:pt x="980" y="702"/>
                  <a:pt x="1097" y="759"/>
                  <a:pt x="1181" y="684"/>
                </a:cubicBezTo>
                <a:cubicBezTo>
                  <a:pt x="1264" y="608"/>
                  <a:pt x="1240" y="533"/>
                  <a:pt x="1240" y="533"/>
                </a:cubicBezTo>
                <a:cubicBezTo>
                  <a:pt x="1240" y="533"/>
                  <a:pt x="1360" y="554"/>
                  <a:pt x="1423" y="470"/>
                </a:cubicBezTo>
                <a:cubicBezTo>
                  <a:pt x="1485" y="387"/>
                  <a:pt x="1415" y="241"/>
                  <a:pt x="1318" y="244"/>
                </a:cubicBezTo>
                <a:cubicBezTo>
                  <a:pt x="1318" y="244"/>
                  <a:pt x="1279" y="160"/>
                  <a:pt x="1165" y="200"/>
                </a:cubicBezTo>
                <a:cubicBezTo>
                  <a:pt x="1165" y="200"/>
                  <a:pt x="1115" y="69"/>
                  <a:pt x="957" y="93"/>
                </a:cubicBezTo>
                <a:cubicBezTo>
                  <a:pt x="926" y="97"/>
                  <a:pt x="901" y="104"/>
                  <a:pt x="882" y="112"/>
                </a:cubicBezTo>
                <a:cubicBezTo>
                  <a:pt x="860" y="64"/>
                  <a:pt x="812" y="3"/>
                  <a:pt x="705" y="0"/>
                </a:cubicBezTo>
                <a:cubicBezTo>
                  <a:pt x="702" y="0"/>
                  <a:pt x="698" y="0"/>
                  <a:pt x="694" y="0"/>
                </a:cubicBezTo>
                <a:cubicBezTo>
                  <a:pt x="542" y="0"/>
                  <a:pt x="505" y="104"/>
                  <a:pt x="505" y="104"/>
                </a:cubicBezTo>
                <a:cubicBezTo>
                  <a:pt x="505" y="104"/>
                  <a:pt x="388" y="47"/>
                  <a:pt x="304" y="122"/>
                </a:cubicBezTo>
                <a:cubicBezTo>
                  <a:pt x="221" y="198"/>
                  <a:pt x="245" y="273"/>
                  <a:pt x="245" y="273"/>
                </a:cubicBezTo>
                <a:cubicBezTo>
                  <a:pt x="245" y="273"/>
                  <a:pt x="125" y="252"/>
                  <a:pt x="62" y="336"/>
                </a:cubicBezTo>
                <a:cubicBezTo>
                  <a:pt x="0" y="419"/>
                  <a:pt x="70" y="565"/>
                  <a:pt x="166" y="562"/>
                </a:cubicBezTo>
                <a:close/>
                <a:moveTo>
                  <a:pt x="657" y="60"/>
                </a:moveTo>
                <a:cubicBezTo>
                  <a:pt x="657" y="32"/>
                  <a:pt x="680" y="9"/>
                  <a:pt x="708" y="9"/>
                </a:cubicBezTo>
                <a:cubicBezTo>
                  <a:pt x="736" y="9"/>
                  <a:pt x="759" y="32"/>
                  <a:pt x="759" y="60"/>
                </a:cubicBezTo>
                <a:cubicBezTo>
                  <a:pt x="759" y="89"/>
                  <a:pt x="736" y="112"/>
                  <a:pt x="708" y="112"/>
                </a:cubicBezTo>
                <a:cubicBezTo>
                  <a:pt x="680" y="112"/>
                  <a:pt x="657" y="89"/>
                  <a:pt x="657" y="6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48000">
                <a:srgbClr val="EFF0F1"/>
              </a:gs>
              <a:gs pos="100000">
                <a:srgbClr val="FFFFFF"/>
              </a:gs>
            </a:gsLst>
            <a:lin ang="5400000" scaled="1"/>
            <a:tileRect/>
          </a:gradFill>
          <a:ln>
            <a:solidFill>
              <a:schemeClr val="bg1"/>
            </a:solidFill>
          </a:ln>
          <a:effectLst>
            <a:outerShdw blurRad="203200" dist="127000" dir="13500000" algn="br" rotWithShape="0">
              <a:prstClr val="black">
                <a:alpha val="27000"/>
              </a:prstClr>
            </a:outerShdw>
          </a:effectLst>
        </p:spPr>
        <p:txBody>
          <a:bodyPr vert="horz" wrap="square" lIns="121920" tIns="60960" rIns="121920" bIns="6096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273" name="Group 272"/>
          <p:cNvGrpSpPr/>
          <p:nvPr/>
        </p:nvGrpSpPr>
        <p:grpSpPr>
          <a:xfrm>
            <a:off x="6087545" y="1803067"/>
            <a:ext cx="611787" cy="514247"/>
            <a:chOff x="4646805" y="976518"/>
            <a:chExt cx="364707" cy="306560"/>
          </a:xfrm>
          <a:solidFill>
            <a:schemeClr val="bg1"/>
          </a:solidFill>
        </p:grpSpPr>
        <p:sp>
          <p:nvSpPr>
            <p:cNvPr id="274" name="Freeform 13"/>
            <p:cNvSpPr>
              <a:spLocks noEditPoints="1"/>
            </p:cNvSpPr>
            <p:nvPr/>
          </p:nvSpPr>
          <p:spPr bwMode="auto">
            <a:xfrm flipH="1">
              <a:off x="4646805" y="976518"/>
              <a:ext cx="323313" cy="306560"/>
            </a:xfrm>
            <a:custGeom>
              <a:avLst/>
              <a:gdLst>
                <a:gd name="T0" fmla="*/ 63 w 160"/>
                <a:gd name="T1" fmla="*/ 0 h 152"/>
                <a:gd name="T2" fmla="*/ 63 w 160"/>
                <a:gd name="T3" fmla="*/ 80 h 152"/>
                <a:gd name="T4" fmla="*/ 8 w 160"/>
                <a:gd name="T5" fmla="*/ 74 h 152"/>
                <a:gd name="T6" fmla="*/ 1 w 160"/>
                <a:gd name="T7" fmla="*/ 78 h 152"/>
                <a:gd name="T8" fmla="*/ 5 w 160"/>
                <a:gd name="T9" fmla="*/ 85 h 152"/>
                <a:gd name="T10" fmla="*/ 53 w 160"/>
                <a:gd name="T11" fmla="*/ 92 h 152"/>
                <a:gd name="T12" fmla="*/ 63 w 160"/>
                <a:gd name="T13" fmla="*/ 92 h 152"/>
                <a:gd name="T14" fmla="*/ 63 w 160"/>
                <a:gd name="T15" fmla="*/ 147 h 152"/>
                <a:gd name="T16" fmla="*/ 68 w 160"/>
                <a:gd name="T17" fmla="*/ 152 h 152"/>
                <a:gd name="T18" fmla="*/ 74 w 160"/>
                <a:gd name="T19" fmla="*/ 147 h 152"/>
                <a:gd name="T20" fmla="*/ 74 w 160"/>
                <a:gd name="T21" fmla="*/ 91 h 152"/>
                <a:gd name="T22" fmla="*/ 150 w 160"/>
                <a:gd name="T23" fmla="*/ 55 h 152"/>
                <a:gd name="T24" fmla="*/ 157 w 160"/>
                <a:gd name="T25" fmla="*/ 31 h 152"/>
                <a:gd name="T26" fmla="*/ 137 w 160"/>
                <a:gd name="T27" fmla="*/ 22 h 152"/>
                <a:gd name="T28" fmla="*/ 75 w 160"/>
                <a:gd name="T29" fmla="*/ 61 h 152"/>
                <a:gd name="T30" fmla="*/ 75 w 160"/>
                <a:gd name="T31" fmla="*/ 0 h 152"/>
                <a:gd name="T32" fmla="*/ 63 w 160"/>
                <a:gd name="T33" fmla="*/ 0 h 152"/>
                <a:gd name="T34" fmla="*/ 137 w 160"/>
                <a:gd name="T35" fmla="*/ 34 h 152"/>
                <a:gd name="T36" fmla="*/ 138 w 160"/>
                <a:gd name="T37" fmla="*/ 34 h 152"/>
                <a:gd name="T38" fmla="*/ 146 w 160"/>
                <a:gd name="T39" fmla="*/ 36 h 152"/>
                <a:gd name="T40" fmla="*/ 141 w 160"/>
                <a:gd name="T41" fmla="*/ 47 h 152"/>
                <a:gd name="T42" fmla="*/ 79 w 160"/>
                <a:gd name="T43" fmla="*/ 78 h 152"/>
                <a:gd name="T44" fmla="*/ 137 w 160"/>
                <a:gd name="T45" fmla="*/ 3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60" h="152">
                  <a:moveTo>
                    <a:pt x="63" y="0"/>
                  </a:moveTo>
                  <a:cubicBezTo>
                    <a:pt x="63" y="80"/>
                    <a:pt x="63" y="80"/>
                    <a:pt x="63" y="80"/>
                  </a:cubicBezTo>
                  <a:cubicBezTo>
                    <a:pt x="46" y="81"/>
                    <a:pt x="28" y="80"/>
                    <a:pt x="8" y="74"/>
                  </a:cubicBezTo>
                  <a:cubicBezTo>
                    <a:pt x="5" y="73"/>
                    <a:pt x="2" y="74"/>
                    <a:pt x="1" y="78"/>
                  </a:cubicBezTo>
                  <a:cubicBezTo>
                    <a:pt x="0" y="81"/>
                    <a:pt x="1" y="84"/>
                    <a:pt x="5" y="85"/>
                  </a:cubicBezTo>
                  <a:cubicBezTo>
                    <a:pt x="21" y="90"/>
                    <a:pt x="38" y="92"/>
                    <a:pt x="53" y="92"/>
                  </a:cubicBezTo>
                  <a:cubicBezTo>
                    <a:pt x="56" y="92"/>
                    <a:pt x="59" y="92"/>
                    <a:pt x="63" y="92"/>
                  </a:cubicBezTo>
                  <a:cubicBezTo>
                    <a:pt x="63" y="147"/>
                    <a:pt x="63" y="147"/>
                    <a:pt x="63" y="147"/>
                  </a:cubicBezTo>
                  <a:cubicBezTo>
                    <a:pt x="63" y="150"/>
                    <a:pt x="65" y="152"/>
                    <a:pt x="68" y="152"/>
                  </a:cubicBezTo>
                  <a:cubicBezTo>
                    <a:pt x="71" y="152"/>
                    <a:pt x="74" y="150"/>
                    <a:pt x="74" y="147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110" y="86"/>
                    <a:pt x="137" y="69"/>
                    <a:pt x="150" y="55"/>
                  </a:cubicBezTo>
                  <a:cubicBezTo>
                    <a:pt x="157" y="46"/>
                    <a:pt x="160" y="37"/>
                    <a:pt x="157" y="31"/>
                  </a:cubicBezTo>
                  <a:cubicBezTo>
                    <a:pt x="155" y="26"/>
                    <a:pt x="150" y="21"/>
                    <a:pt x="137" y="22"/>
                  </a:cubicBezTo>
                  <a:cubicBezTo>
                    <a:pt x="106" y="23"/>
                    <a:pt x="86" y="44"/>
                    <a:pt x="75" y="61"/>
                  </a:cubicBezTo>
                  <a:cubicBezTo>
                    <a:pt x="75" y="0"/>
                    <a:pt x="75" y="0"/>
                    <a:pt x="75" y="0"/>
                  </a:cubicBezTo>
                  <a:lnTo>
                    <a:pt x="63" y="0"/>
                  </a:lnTo>
                  <a:close/>
                  <a:moveTo>
                    <a:pt x="137" y="34"/>
                  </a:moveTo>
                  <a:cubicBezTo>
                    <a:pt x="138" y="34"/>
                    <a:pt x="138" y="34"/>
                    <a:pt x="138" y="34"/>
                  </a:cubicBezTo>
                  <a:cubicBezTo>
                    <a:pt x="143" y="34"/>
                    <a:pt x="146" y="35"/>
                    <a:pt x="146" y="36"/>
                  </a:cubicBezTo>
                  <a:cubicBezTo>
                    <a:pt x="147" y="37"/>
                    <a:pt x="146" y="41"/>
                    <a:pt x="141" y="47"/>
                  </a:cubicBezTo>
                  <a:cubicBezTo>
                    <a:pt x="130" y="59"/>
                    <a:pt x="108" y="73"/>
                    <a:pt x="79" y="78"/>
                  </a:cubicBezTo>
                  <a:cubicBezTo>
                    <a:pt x="87" y="63"/>
                    <a:pt x="105" y="35"/>
                    <a:pt x="137" y="3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75" name="Freeform 13"/>
            <p:cNvSpPr>
              <a:spLocks noEditPoints="1"/>
            </p:cNvSpPr>
            <p:nvPr/>
          </p:nvSpPr>
          <p:spPr bwMode="auto">
            <a:xfrm>
              <a:off x="4688199" y="976518"/>
              <a:ext cx="323313" cy="306560"/>
            </a:xfrm>
            <a:custGeom>
              <a:avLst/>
              <a:gdLst>
                <a:gd name="T0" fmla="*/ 63 w 160"/>
                <a:gd name="T1" fmla="*/ 0 h 152"/>
                <a:gd name="T2" fmla="*/ 63 w 160"/>
                <a:gd name="T3" fmla="*/ 80 h 152"/>
                <a:gd name="T4" fmla="*/ 8 w 160"/>
                <a:gd name="T5" fmla="*/ 74 h 152"/>
                <a:gd name="T6" fmla="*/ 1 w 160"/>
                <a:gd name="T7" fmla="*/ 78 h 152"/>
                <a:gd name="T8" fmla="*/ 5 w 160"/>
                <a:gd name="T9" fmla="*/ 85 h 152"/>
                <a:gd name="T10" fmla="*/ 53 w 160"/>
                <a:gd name="T11" fmla="*/ 92 h 152"/>
                <a:gd name="T12" fmla="*/ 63 w 160"/>
                <a:gd name="T13" fmla="*/ 92 h 152"/>
                <a:gd name="T14" fmla="*/ 63 w 160"/>
                <a:gd name="T15" fmla="*/ 147 h 152"/>
                <a:gd name="T16" fmla="*/ 68 w 160"/>
                <a:gd name="T17" fmla="*/ 152 h 152"/>
                <a:gd name="T18" fmla="*/ 74 w 160"/>
                <a:gd name="T19" fmla="*/ 147 h 152"/>
                <a:gd name="T20" fmla="*/ 74 w 160"/>
                <a:gd name="T21" fmla="*/ 91 h 152"/>
                <a:gd name="T22" fmla="*/ 150 w 160"/>
                <a:gd name="T23" fmla="*/ 55 h 152"/>
                <a:gd name="T24" fmla="*/ 157 w 160"/>
                <a:gd name="T25" fmla="*/ 31 h 152"/>
                <a:gd name="T26" fmla="*/ 137 w 160"/>
                <a:gd name="T27" fmla="*/ 22 h 152"/>
                <a:gd name="T28" fmla="*/ 75 w 160"/>
                <a:gd name="T29" fmla="*/ 61 h 152"/>
                <a:gd name="T30" fmla="*/ 75 w 160"/>
                <a:gd name="T31" fmla="*/ 0 h 152"/>
                <a:gd name="T32" fmla="*/ 63 w 160"/>
                <a:gd name="T33" fmla="*/ 0 h 152"/>
                <a:gd name="T34" fmla="*/ 137 w 160"/>
                <a:gd name="T35" fmla="*/ 34 h 152"/>
                <a:gd name="T36" fmla="*/ 138 w 160"/>
                <a:gd name="T37" fmla="*/ 34 h 152"/>
                <a:gd name="T38" fmla="*/ 146 w 160"/>
                <a:gd name="T39" fmla="*/ 36 h 152"/>
                <a:gd name="T40" fmla="*/ 141 w 160"/>
                <a:gd name="T41" fmla="*/ 47 h 152"/>
                <a:gd name="T42" fmla="*/ 79 w 160"/>
                <a:gd name="T43" fmla="*/ 78 h 152"/>
                <a:gd name="T44" fmla="*/ 137 w 160"/>
                <a:gd name="T45" fmla="*/ 3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60" h="152">
                  <a:moveTo>
                    <a:pt x="63" y="0"/>
                  </a:moveTo>
                  <a:cubicBezTo>
                    <a:pt x="63" y="80"/>
                    <a:pt x="63" y="80"/>
                    <a:pt x="63" y="80"/>
                  </a:cubicBezTo>
                  <a:cubicBezTo>
                    <a:pt x="46" y="81"/>
                    <a:pt x="28" y="80"/>
                    <a:pt x="8" y="74"/>
                  </a:cubicBezTo>
                  <a:cubicBezTo>
                    <a:pt x="5" y="73"/>
                    <a:pt x="2" y="74"/>
                    <a:pt x="1" y="78"/>
                  </a:cubicBezTo>
                  <a:cubicBezTo>
                    <a:pt x="0" y="81"/>
                    <a:pt x="1" y="84"/>
                    <a:pt x="5" y="85"/>
                  </a:cubicBezTo>
                  <a:cubicBezTo>
                    <a:pt x="21" y="90"/>
                    <a:pt x="38" y="92"/>
                    <a:pt x="53" y="92"/>
                  </a:cubicBezTo>
                  <a:cubicBezTo>
                    <a:pt x="56" y="92"/>
                    <a:pt x="59" y="92"/>
                    <a:pt x="63" y="92"/>
                  </a:cubicBezTo>
                  <a:cubicBezTo>
                    <a:pt x="63" y="147"/>
                    <a:pt x="63" y="147"/>
                    <a:pt x="63" y="147"/>
                  </a:cubicBezTo>
                  <a:cubicBezTo>
                    <a:pt x="63" y="150"/>
                    <a:pt x="65" y="152"/>
                    <a:pt x="68" y="152"/>
                  </a:cubicBezTo>
                  <a:cubicBezTo>
                    <a:pt x="71" y="152"/>
                    <a:pt x="74" y="150"/>
                    <a:pt x="74" y="147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110" y="86"/>
                    <a:pt x="137" y="69"/>
                    <a:pt x="150" y="55"/>
                  </a:cubicBezTo>
                  <a:cubicBezTo>
                    <a:pt x="157" y="46"/>
                    <a:pt x="160" y="37"/>
                    <a:pt x="157" y="31"/>
                  </a:cubicBezTo>
                  <a:cubicBezTo>
                    <a:pt x="155" y="26"/>
                    <a:pt x="150" y="21"/>
                    <a:pt x="137" y="22"/>
                  </a:cubicBezTo>
                  <a:cubicBezTo>
                    <a:pt x="106" y="23"/>
                    <a:pt x="86" y="44"/>
                    <a:pt x="75" y="61"/>
                  </a:cubicBezTo>
                  <a:cubicBezTo>
                    <a:pt x="75" y="0"/>
                    <a:pt x="75" y="0"/>
                    <a:pt x="75" y="0"/>
                  </a:cubicBezTo>
                  <a:lnTo>
                    <a:pt x="63" y="0"/>
                  </a:lnTo>
                  <a:close/>
                  <a:moveTo>
                    <a:pt x="137" y="34"/>
                  </a:moveTo>
                  <a:cubicBezTo>
                    <a:pt x="138" y="34"/>
                    <a:pt x="138" y="34"/>
                    <a:pt x="138" y="34"/>
                  </a:cubicBezTo>
                  <a:cubicBezTo>
                    <a:pt x="143" y="34"/>
                    <a:pt x="146" y="35"/>
                    <a:pt x="146" y="36"/>
                  </a:cubicBezTo>
                  <a:cubicBezTo>
                    <a:pt x="147" y="37"/>
                    <a:pt x="146" y="41"/>
                    <a:pt x="141" y="47"/>
                  </a:cubicBezTo>
                  <a:cubicBezTo>
                    <a:pt x="130" y="59"/>
                    <a:pt x="108" y="73"/>
                    <a:pt x="79" y="78"/>
                  </a:cubicBezTo>
                  <a:cubicBezTo>
                    <a:pt x="87" y="63"/>
                    <a:pt x="105" y="35"/>
                    <a:pt x="137" y="3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cxnSp>
        <p:nvCxnSpPr>
          <p:cNvPr id="276" name="Straight Connector 275"/>
          <p:cNvCxnSpPr/>
          <p:nvPr/>
        </p:nvCxnSpPr>
        <p:spPr>
          <a:xfrm>
            <a:off x="6393437" y="2"/>
            <a:ext cx="0" cy="206018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7" name="Group 276"/>
          <p:cNvGrpSpPr/>
          <p:nvPr/>
        </p:nvGrpSpPr>
        <p:grpSpPr>
          <a:xfrm>
            <a:off x="8686232" y="3990325"/>
            <a:ext cx="611787" cy="514247"/>
            <a:chOff x="4646805" y="976518"/>
            <a:chExt cx="364707" cy="306560"/>
          </a:xfrm>
          <a:solidFill>
            <a:schemeClr val="bg1"/>
          </a:solidFill>
        </p:grpSpPr>
        <p:sp>
          <p:nvSpPr>
            <p:cNvPr id="278" name="Freeform 13"/>
            <p:cNvSpPr>
              <a:spLocks noEditPoints="1"/>
            </p:cNvSpPr>
            <p:nvPr/>
          </p:nvSpPr>
          <p:spPr bwMode="auto">
            <a:xfrm flipH="1">
              <a:off x="4646805" y="976518"/>
              <a:ext cx="323313" cy="306560"/>
            </a:xfrm>
            <a:custGeom>
              <a:avLst/>
              <a:gdLst>
                <a:gd name="T0" fmla="*/ 63 w 160"/>
                <a:gd name="T1" fmla="*/ 0 h 152"/>
                <a:gd name="T2" fmla="*/ 63 w 160"/>
                <a:gd name="T3" fmla="*/ 80 h 152"/>
                <a:gd name="T4" fmla="*/ 8 w 160"/>
                <a:gd name="T5" fmla="*/ 74 h 152"/>
                <a:gd name="T6" fmla="*/ 1 w 160"/>
                <a:gd name="T7" fmla="*/ 78 h 152"/>
                <a:gd name="T8" fmla="*/ 5 w 160"/>
                <a:gd name="T9" fmla="*/ 85 h 152"/>
                <a:gd name="T10" fmla="*/ 53 w 160"/>
                <a:gd name="T11" fmla="*/ 92 h 152"/>
                <a:gd name="T12" fmla="*/ 63 w 160"/>
                <a:gd name="T13" fmla="*/ 92 h 152"/>
                <a:gd name="T14" fmla="*/ 63 w 160"/>
                <a:gd name="T15" fmla="*/ 147 h 152"/>
                <a:gd name="T16" fmla="*/ 68 w 160"/>
                <a:gd name="T17" fmla="*/ 152 h 152"/>
                <a:gd name="T18" fmla="*/ 74 w 160"/>
                <a:gd name="T19" fmla="*/ 147 h 152"/>
                <a:gd name="T20" fmla="*/ 74 w 160"/>
                <a:gd name="T21" fmla="*/ 91 h 152"/>
                <a:gd name="T22" fmla="*/ 150 w 160"/>
                <a:gd name="T23" fmla="*/ 55 h 152"/>
                <a:gd name="T24" fmla="*/ 157 w 160"/>
                <a:gd name="T25" fmla="*/ 31 h 152"/>
                <a:gd name="T26" fmla="*/ 137 w 160"/>
                <a:gd name="T27" fmla="*/ 22 h 152"/>
                <a:gd name="T28" fmla="*/ 75 w 160"/>
                <a:gd name="T29" fmla="*/ 61 h 152"/>
                <a:gd name="T30" fmla="*/ 75 w 160"/>
                <a:gd name="T31" fmla="*/ 0 h 152"/>
                <a:gd name="T32" fmla="*/ 63 w 160"/>
                <a:gd name="T33" fmla="*/ 0 h 152"/>
                <a:gd name="T34" fmla="*/ 137 w 160"/>
                <a:gd name="T35" fmla="*/ 34 h 152"/>
                <a:gd name="T36" fmla="*/ 138 w 160"/>
                <a:gd name="T37" fmla="*/ 34 h 152"/>
                <a:gd name="T38" fmla="*/ 146 w 160"/>
                <a:gd name="T39" fmla="*/ 36 h 152"/>
                <a:gd name="T40" fmla="*/ 141 w 160"/>
                <a:gd name="T41" fmla="*/ 47 h 152"/>
                <a:gd name="T42" fmla="*/ 79 w 160"/>
                <a:gd name="T43" fmla="*/ 78 h 152"/>
                <a:gd name="T44" fmla="*/ 137 w 160"/>
                <a:gd name="T45" fmla="*/ 3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60" h="152">
                  <a:moveTo>
                    <a:pt x="63" y="0"/>
                  </a:moveTo>
                  <a:cubicBezTo>
                    <a:pt x="63" y="80"/>
                    <a:pt x="63" y="80"/>
                    <a:pt x="63" y="80"/>
                  </a:cubicBezTo>
                  <a:cubicBezTo>
                    <a:pt x="46" y="81"/>
                    <a:pt x="28" y="80"/>
                    <a:pt x="8" y="74"/>
                  </a:cubicBezTo>
                  <a:cubicBezTo>
                    <a:pt x="5" y="73"/>
                    <a:pt x="2" y="74"/>
                    <a:pt x="1" y="78"/>
                  </a:cubicBezTo>
                  <a:cubicBezTo>
                    <a:pt x="0" y="81"/>
                    <a:pt x="1" y="84"/>
                    <a:pt x="5" y="85"/>
                  </a:cubicBezTo>
                  <a:cubicBezTo>
                    <a:pt x="21" y="90"/>
                    <a:pt x="38" y="92"/>
                    <a:pt x="53" y="92"/>
                  </a:cubicBezTo>
                  <a:cubicBezTo>
                    <a:pt x="56" y="92"/>
                    <a:pt x="59" y="92"/>
                    <a:pt x="63" y="92"/>
                  </a:cubicBezTo>
                  <a:cubicBezTo>
                    <a:pt x="63" y="147"/>
                    <a:pt x="63" y="147"/>
                    <a:pt x="63" y="147"/>
                  </a:cubicBezTo>
                  <a:cubicBezTo>
                    <a:pt x="63" y="150"/>
                    <a:pt x="65" y="152"/>
                    <a:pt x="68" y="152"/>
                  </a:cubicBezTo>
                  <a:cubicBezTo>
                    <a:pt x="71" y="152"/>
                    <a:pt x="74" y="150"/>
                    <a:pt x="74" y="147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110" y="86"/>
                    <a:pt x="137" y="69"/>
                    <a:pt x="150" y="55"/>
                  </a:cubicBezTo>
                  <a:cubicBezTo>
                    <a:pt x="157" y="46"/>
                    <a:pt x="160" y="37"/>
                    <a:pt x="157" y="31"/>
                  </a:cubicBezTo>
                  <a:cubicBezTo>
                    <a:pt x="155" y="26"/>
                    <a:pt x="150" y="21"/>
                    <a:pt x="137" y="22"/>
                  </a:cubicBezTo>
                  <a:cubicBezTo>
                    <a:pt x="106" y="23"/>
                    <a:pt x="86" y="44"/>
                    <a:pt x="75" y="61"/>
                  </a:cubicBezTo>
                  <a:cubicBezTo>
                    <a:pt x="75" y="0"/>
                    <a:pt x="75" y="0"/>
                    <a:pt x="75" y="0"/>
                  </a:cubicBezTo>
                  <a:lnTo>
                    <a:pt x="63" y="0"/>
                  </a:lnTo>
                  <a:close/>
                  <a:moveTo>
                    <a:pt x="137" y="34"/>
                  </a:moveTo>
                  <a:cubicBezTo>
                    <a:pt x="138" y="34"/>
                    <a:pt x="138" y="34"/>
                    <a:pt x="138" y="34"/>
                  </a:cubicBezTo>
                  <a:cubicBezTo>
                    <a:pt x="143" y="34"/>
                    <a:pt x="146" y="35"/>
                    <a:pt x="146" y="36"/>
                  </a:cubicBezTo>
                  <a:cubicBezTo>
                    <a:pt x="147" y="37"/>
                    <a:pt x="146" y="41"/>
                    <a:pt x="141" y="47"/>
                  </a:cubicBezTo>
                  <a:cubicBezTo>
                    <a:pt x="130" y="59"/>
                    <a:pt x="108" y="73"/>
                    <a:pt x="79" y="78"/>
                  </a:cubicBezTo>
                  <a:cubicBezTo>
                    <a:pt x="87" y="63"/>
                    <a:pt x="105" y="35"/>
                    <a:pt x="137" y="3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79" name="Freeform 13"/>
            <p:cNvSpPr>
              <a:spLocks noEditPoints="1"/>
            </p:cNvSpPr>
            <p:nvPr/>
          </p:nvSpPr>
          <p:spPr bwMode="auto">
            <a:xfrm>
              <a:off x="4688199" y="976518"/>
              <a:ext cx="323313" cy="306560"/>
            </a:xfrm>
            <a:custGeom>
              <a:avLst/>
              <a:gdLst>
                <a:gd name="T0" fmla="*/ 63 w 160"/>
                <a:gd name="T1" fmla="*/ 0 h 152"/>
                <a:gd name="T2" fmla="*/ 63 w 160"/>
                <a:gd name="T3" fmla="*/ 80 h 152"/>
                <a:gd name="T4" fmla="*/ 8 w 160"/>
                <a:gd name="T5" fmla="*/ 74 h 152"/>
                <a:gd name="T6" fmla="*/ 1 w 160"/>
                <a:gd name="T7" fmla="*/ 78 h 152"/>
                <a:gd name="T8" fmla="*/ 5 w 160"/>
                <a:gd name="T9" fmla="*/ 85 h 152"/>
                <a:gd name="T10" fmla="*/ 53 w 160"/>
                <a:gd name="T11" fmla="*/ 92 h 152"/>
                <a:gd name="T12" fmla="*/ 63 w 160"/>
                <a:gd name="T13" fmla="*/ 92 h 152"/>
                <a:gd name="T14" fmla="*/ 63 w 160"/>
                <a:gd name="T15" fmla="*/ 147 h 152"/>
                <a:gd name="T16" fmla="*/ 68 w 160"/>
                <a:gd name="T17" fmla="*/ 152 h 152"/>
                <a:gd name="T18" fmla="*/ 74 w 160"/>
                <a:gd name="T19" fmla="*/ 147 h 152"/>
                <a:gd name="T20" fmla="*/ 74 w 160"/>
                <a:gd name="T21" fmla="*/ 91 h 152"/>
                <a:gd name="T22" fmla="*/ 150 w 160"/>
                <a:gd name="T23" fmla="*/ 55 h 152"/>
                <a:gd name="T24" fmla="*/ 157 w 160"/>
                <a:gd name="T25" fmla="*/ 31 h 152"/>
                <a:gd name="T26" fmla="*/ 137 w 160"/>
                <a:gd name="T27" fmla="*/ 22 h 152"/>
                <a:gd name="T28" fmla="*/ 75 w 160"/>
                <a:gd name="T29" fmla="*/ 61 h 152"/>
                <a:gd name="T30" fmla="*/ 75 w 160"/>
                <a:gd name="T31" fmla="*/ 0 h 152"/>
                <a:gd name="T32" fmla="*/ 63 w 160"/>
                <a:gd name="T33" fmla="*/ 0 h 152"/>
                <a:gd name="T34" fmla="*/ 137 w 160"/>
                <a:gd name="T35" fmla="*/ 34 h 152"/>
                <a:gd name="T36" fmla="*/ 138 w 160"/>
                <a:gd name="T37" fmla="*/ 34 h 152"/>
                <a:gd name="T38" fmla="*/ 146 w 160"/>
                <a:gd name="T39" fmla="*/ 36 h 152"/>
                <a:gd name="T40" fmla="*/ 141 w 160"/>
                <a:gd name="T41" fmla="*/ 47 h 152"/>
                <a:gd name="T42" fmla="*/ 79 w 160"/>
                <a:gd name="T43" fmla="*/ 78 h 152"/>
                <a:gd name="T44" fmla="*/ 137 w 160"/>
                <a:gd name="T45" fmla="*/ 3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60" h="152">
                  <a:moveTo>
                    <a:pt x="63" y="0"/>
                  </a:moveTo>
                  <a:cubicBezTo>
                    <a:pt x="63" y="80"/>
                    <a:pt x="63" y="80"/>
                    <a:pt x="63" y="80"/>
                  </a:cubicBezTo>
                  <a:cubicBezTo>
                    <a:pt x="46" y="81"/>
                    <a:pt x="28" y="80"/>
                    <a:pt x="8" y="74"/>
                  </a:cubicBezTo>
                  <a:cubicBezTo>
                    <a:pt x="5" y="73"/>
                    <a:pt x="2" y="74"/>
                    <a:pt x="1" y="78"/>
                  </a:cubicBezTo>
                  <a:cubicBezTo>
                    <a:pt x="0" y="81"/>
                    <a:pt x="1" y="84"/>
                    <a:pt x="5" y="85"/>
                  </a:cubicBezTo>
                  <a:cubicBezTo>
                    <a:pt x="21" y="90"/>
                    <a:pt x="38" y="92"/>
                    <a:pt x="53" y="92"/>
                  </a:cubicBezTo>
                  <a:cubicBezTo>
                    <a:pt x="56" y="92"/>
                    <a:pt x="59" y="92"/>
                    <a:pt x="63" y="92"/>
                  </a:cubicBezTo>
                  <a:cubicBezTo>
                    <a:pt x="63" y="147"/>
                    <a:pt x="63" y="147"/>
                    <a:pt x="63" y="147"/>
                  </a:cubicBezTo>
                  <a:cubicBezTo>
                    <a:pt x="63" y="150"/>
                    <a:pt x="65" y="152"/>
                    <a:pt x="68" y="152"/>
                  </a:cubicBezTo>
                  <a:cubicBezTo>
                    <a:pt x="71" y="152"/>
                    <a:pt x="74" y="150"/>
                    <a:pt x="74" y="147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110" y="86"/>
                    <a:pt x="137" y="69"/>
                    <a:pt x="150" y="55"/>
                  </a:cubicBezTo>
                  <a:cubicBezTo>
                    <a:pt x="157" y="46"/>
                    <a:pt x="160" y="37"/>
                    <a:pt x="157" y="31"/>
                  </a:cubicBezTo>
                  <a:cubicBezTo>
                    <a:pt x="155" y="26"/>
                    <a:pt x="150" y="21"/>
                    <a:pt x="137" y="22"/>
                  </a:cubicBezTo>
                  <a:cubicBezTo>
                    <a:pt x="106" y="23"/>
                    <a:pt x="86" y="44"/>
                    <a:pt x="75" y="61"/>
                  </a:cubicBezTo>
                  <a:cubicBezTo>
                    <a:pt x="75" y="0"/>
                    <a:pt x="75" y="0"/>
                    <a:pt x="75" y="0"/>
                  </a:cubicBezTo>
                  <a:lnTo>
                    <a:pt x="63" y="0"/>
                  </a:lnTo>
                  <a:close/>
                  <a:moveTo>
                    <a:pt x="137" y="34"/>
                  </a:moveTo>
                  <a:cubicBezTo>
                    <a:pt x="138" y="34"/>
                    <a:pt x="138" y="34"/>
                    <a:pt x="138" y="34"/>
                  </a:cubicBezTo>
                  <a:cubicBezTo>
                    <a:pt x="143" y="34"/>
                    <a:pt x="146" y="35"/>
                    <a:pt x="146" y="36"/>
                  </a:cubicBezTo>
                  <a:cubicBezTo>
                    <a:pt x="147" y="37"/>
                    <a:pt x="146" y="41"/>
                    <a:pt x="141" y="47"/>
                  </a:cubicBezTo>
                  <a:cubicBezTo>
                    <a:pt x="130" y="59"/>
                    <a:pt x="108" y="73"/>
                    <a:pt x="79" y="78"/>
                  </a:cubicBezTo>
                  <a:cubicBezTo>
                    <a:pt x="87" y="63"/>
                    <a:pt x="105" y="35"/>
                    <a:pt x="137" y="3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cxnSp>
        <p:nvCxnSpPr>
          <p:cNvPr id="280" name="Straight Connector 279"/>
          <p:cNvCxnSpPr/>
          <p:nvPr/>
        </p:nvCxnSpPr>
        <p:spPr>
          <a:xfrm>
            <a:off x="8992123" y="0"/>
            <a:ext cx="0" cy="4247445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1" name="Freeform 21"/>
          <p:cNvSpPr>
            <a:spLocks noEditPoints="1"/>
          </p:cNvSpPr>
          <p:nvPr/>
        </p:nvSpPr>
        <p:spPr bwMode="auto">
          <a:xfrm>
            <a:off x="7759591" y="584630"/>
            <a:ext cx="3384127" cy="2026652"/>
          </a:xfrm>
          <a:custGeom>
            <a:avLst/>
            <a:gdLst>
              <a:gd name="T0" fmla="*/ 153 w 1121"/>
              <a:gd name="T1" fmla="*/ 519 h 670"/>
              <a:gd name="T2" fmla="*/ 292 w 1121"/>
              <a:gd name="T3" fmla="*/ 555 h 670"/>
              <a:gd name="T4" fmla="*/ 482 w 1121"/>
              <a:gd name="T5" fmla="*/ 645 h 670"/>
              <a:gd name="T6" fmla="*/ 621 w 1121"/>
              <a:gd name="T7" fmla="*/ 547 h 670"/>
              <a:gd name="T8" fmla="*/ 768 w 1121"/>
              <a:gd name="T9" fmla="*/ 605 h 670"/>
              <a:gd name="T10" fmla="*/ 861 w 1121"/>
              <a:gd name="T11" fmla="*/ 504 h 670"/>
              <a:gd name="T12" fmla="*/ 1066 w 1121"/>
              <a:gd name="T13" fmla="*/ 428 h 670"/>
              <a:gd name="T14" fmla="*/ 936 w 1121"/>
              <a:gd name="T15" fmla="*/ 214 h 670"/>
              <a:gd name="T16" fmla="*/ 798 w 1121"/>
              <a:gd name="T17" fmla="*/ 146 h 670"/>
              <a:gd name="T18" fmla="*/ 620 w 1121"/>
              <a:gd name="T19" fmla="*/ 0 h 670"/>
              <a:gd name="T20" fmla="*/ 620 w 1121"/>
              <a:gd name="T21" fmla="*/ 0 h 670"/>
              <a:gd name="T22" fmla="*/ 444 w 1121"/>
              <a:gd name="T23" fmla="*/ 99 h 670"/>
              <a:gd name="T24" fmla="*/ 264 w 1121"/>
              <a:gd name="T25" fmla="*/ 121 h 670"/>
              <a:gd name="T26" fmla="*/ 215 w 1121"/>
              <a:gd name="T27" fmla="*/ 258 h 670"/>
              <a:gd name="T28" fmla="*/ 53 w 1121"/>
              <a:gd name="T29" fmla="*/ 319 h 670"/>
              <a:gd name="T30" fmla="*/ 153 w 1121"/>
              <a:gd name="T31" fmla="*/ 519 h 670"/>
              <a:gd name="T32" fmla="*/ 581 w 1121"/>
              <a:gd name="T33" fmla="*/ 101 h 670"/>
              <a:gd name="T34" fmla="*/ 631 w 1121"/>
              <a:gd name="T35" fmla="*/ 51 h 670"/>
              <a:gd name="T36" fmla="*/ 681 w 1121"/>
              <a:gd name="T37" fmla="*/ 101 h 670"/>
              <a:gd name="T38" fmla="*/ 631 w 1121"/>
              <a:gd name="T39" fmla="*/ 152 h 670"/>
              <a:gd name="T40" fmla="*/ 581 w 1121"/>
              <a:gd name="T41" fmla="*/ 101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121" h="670">
                <a:moveTo>
                  <a:pt x="153" y="519"/>
                </a:moveTo>
                <a:cubicBezTo>
                  <a:pt x="153" y="519"/>
                  <a:pt x="191" y="593"/>
                  <a:pt x="292" y="555"/>
                </a:cubicBezTo>
                <a:cubicBezTo>
                  <a:pt x="292" y="555"/>
                  <a:pt x="340" y="670"/>
                  <a:pt x="482" y="645"/>
                </a:cubicBezTo>
                <a:cubicBezTo>
                  <a:pt x="624" y="619"/>
                  <a:pt x="621" y="547"/>
                  <a:pt x="621" y="547"/>
                </a:cubicBezTo>
                <a:cubicBezTo>
                  <a:pt x="621" y="547"/>
                  <a:pt x="675" y="624"/>
                  <a:pt x="768" y="605"/>
                </a:cubicBezTo>
                <a:cubicBezTo>
                  <a:pt x="861" y="586"/>
                  <a:pt x="861" y="504"/>
                  <a:pt x="861" y="504"/>
                </a:cubicBezTo>
                <a:cubicBezTo>
                  <a:pt x="861" y="504"/>
                  <a:pt x="1007" y="544"/>
                  <a:pt x="1066" y="428"/>
                </a:cubicBezTo>
                <a:cubicBezTo>
                  <a:pt x="1121" y="320"/>
                  <a:pt x="1028" y="193"/>
                  <a:pt x="936" y="214"/>
                </a:cubicBezTo>
                <a:cubicBezTo>
                  <a:pt x="936" y="214"/>
                  <a:pt x="914" y="115"/>
                  <a:pt x="798" y="146"/>
                </a:cubicBezTo>
                <a:cubicBezTo>
                  <a:pt x="798" y="146"/>
                  <a:pt x="780" y="0"/>
                  <a:pt x="620" y="0"/>
                </a:cubicBezTo>
                <a:cubicBezTo>
                  <a:pt x="620" y="0"/>
                  <a:pt x="620" y="0"/>
                  <a:pt x="620" y="0"/>
                </a:cubicBezTo>
                <a:cubicBezTo>
                  <a:pt x="476" y="0"/>
                  <a:pt x="444" y="99"/>
                  <a:pt x="444" y="99"/>
                </a:cubicBezTo>
                <a:cubicBezTo>
                  <a:pt x="444" y="99"/>
                  <a:pt x="337" y="51"/>
                  <a:pt x="264" y="121"/>
                </a:cubicBezTo>
                <a:cubicBezTo>
                  <a:pt x="192" y="191"/>
                  <a:pt x="215" y="258"/>
                  <a:pt x="215" y="258"/>
                </a:cubicBezTo>
                <a:cubicBezTo>
                  <a:pt x="215" y="258"/>
                  <a:pt x="107" y="243"/>
                  <a:pt x="53" y="319"/>
                </a:cubicBezTo>
                <a:cubicBezTo>
                  <a:pt x="0" y="396"/>
                  <a:pt x="67" y="524"/>
                  <a:pt x="153" y="519"/>
                </a:cubicBezTo>
                <a:close/>
                <a:moveTo>
                  <a:pt x="581" y="101"/>
                </a:moveTo>
                <a:cubicBezTo>
                  <a:pt x="581" y="73"/>
                  <a:pt x="603" y="51"/>
                  <a:pt x="631" y="51"/>
                </a:cubicBezTo>
                <a:cubicBezTo>
                  <a:pt x="659" y="51"/>
                  <a:pt x="681" y="73"/>
                  <a:pt x="681" y="101"/>
                </a:cubicBezTo>
                <a:cubicBezTo>
                  <a:pt x="681" y="129"/>
                  <a:pt x="659" y="152"/>
                  <a:pt x="631" y="152"/>
                </a:cubicBezTo>
                <a:cubicBezTo>
                  <a:pt x="603" y="152"/>
                  <a:pt x="581" y="129"/>
                  <a:pt x="581" y="101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48000">
                <a:srgbClr val="EFF0F1"/>
              </a:gs>
              <a:gs pos="100000">
                <a:srgbClr val="FFFFFF"/>
              </a:gs>
            </a:gsLst>
            <a:lin ang="16200000" scaled="1"/>
            <a:tileRect/>
          </a:gradFill>
          <a:ln>
            <a:solidFill>
              <a:schemeClr val="bg1"/>
            </a:solidFill>
          </a:ln>
          <a:effectLst>
            <a:outerShdw blurRad="241300" dist="127000" dir="7800000" sx="95000" sy="95000" algn="tr" rotWithShape="0">
              <a:prstClr val="black">
                <a:alpha val="38000"/>
              </a:prstClr>
            </a:outerShdw>
          </a:effectLst>
        </p:spPr>
        <p:txBody>
          <a:bodyPr vert="horz" wrap="square" lIns="121920" tIns="60960" rIns="121920" bIns="6096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282" name="Group 281"/>
          <p:cNvGrpSpPr/>
          <p:nvPr/>
        </p:nvGrpSpPr>
        <p:grpSpPr>
          <a:xfrm>
            <a:off x="9347180" y="259745"/>
            <a:ext cx="611787" cy="514247"/>
            <a:chOff x="4646805" y="976518"/>
            <a:chExt cx="364707" cy="306560"/>
          </a:xfrm>
          <a:solidFill>
            <a:schemeClr val="bg1"/>
          </a:solidFill>
        </p:grpSpPr>
        <p:sp>
          <p:nvSpPr>
            <p:cNvPr id="283" name="Freeform 13"/>
            <p:cNvSpPr>
              <a:spLocks noEditPoints="1"/>
            </p:cNvSpPr>
            <p:nvPr/>
          </p:nvSpPr>
          <p:spPr bwMode="auto">
            <a:xfrm flipH="1">
              <a:off x="4646805" y="976518"/>
              <a:ext cx="323313" cy="306560"/>
            </a:xfrm>
            <a:custGeom>
              <a:avLst/>
              <a:gdLst>
                <a:gd name="T0" fmla="*/ 63 w 160"/>
                <a:gd name="T1" fmla="*/ 0 h 152"/>
                <a:gd name="T2" fmla="*/ 63 w 160"/>
                <a:gd name="T3" fmla="*/ 80 h 152"/>
                <a:gd name="T4" fmla="*/ 8 w 160"/>
                <a:gd name="T5" fmla="*/ 74 h 152"/>
                <a:gd name="T6" fmla="*/ 1 w 160"/>
                <a:gd name="T7" fmla="*/ 78 h 152"/>
                <a:gd name="T8" fmla="*/ 5 w 160"/>
                <a:gd name="T9" fmla="*/ 85 h 152"/>
                <a:gd name="T10" fmla="*/ 53 w 160"/>
                <a:gd name="T11" fmla="*/ 92 h 152"/>
                <a:gd name="T12" fmla="*/ 63 w 160"/>
                <a:gd name="T13" fmla="*/ 92 h 152"/>
                <a:gd name="T14" fmla="*/ 63 w 160"/>
                <a:gd name="T15" fmla="*/ 147 h 152"/>
                <a:gd name="T16" fmla="*/ 68 w 160"/>
                <a:gd name="T17" fmla="*/ 152 h 152"/>
                <a:gd name="T18" fmla="*/ 74 w 160"/>
                <a:gd name="T19" fmla="*/ 147 h 152"/>
                <a:gd name="T20" fmla="*/ 74 w 160"/>
                <a:gd name="T21" fmla="*/ 91 h 152"/>
                <a:gd name="T22" fmla="*/ 150 w 160"/>
                <a:gd name="T23" fmla="*/ 55 h 152"/>
                <a:gd name="T24" fmla="*/ 157 w 160"/>
                <a:gd name="T25" fmla="*/ 31 h 152"/>
                <a:gd name="T26" fmla="*/ 137 w 160"/>
                <a:gd name="T27" fmla="*/ 22 h 152"/>
                <a:gd name="T28" fmla="*/ 75 w 160"/>
                <a:gd name="T29" fmla="*/ 61 h 152"/>
                <a:gd name="T30" fmla="*/ 75 w 160"/>
                <a:gd name="T31" fmla="*/ 0 h 152"/>
                <a:gd name="T32" fmla="*/ 63 w 160"/>
                <a:gd name="T33" fmla="*/ 0 h 152"/>
                <a:gd name="T34" fmla="*/ 137 w 160"/>
                <a:gd name="T35" fmla="*/ 34 h 152"/>
                <a:gd name="T36" fmla="*/ 138 w 160"/>
                <a:gd name="T37" fmla="*/ 34 h 152"/>
                <a:gd name="T38" fmla="*/ 146 w 160"/>
                <a:gd name="T39" fmla="*/ 36 h 152"/>
                <a:gd name="T40" fmla="*/ 141 w 160"/>
                <a:gd name="T41" fmla="*/ 47 h 152"/>
                <a:gd name="T42" fmla="*/ 79 w 160"/>
                <a:gd name="T43" fmla="*/ 78 h 152"/>
                <a:gd name="T44" fmla="*/ 137 w 160"/>
                <a:gd name="T45" fmla="*/ 3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60" h="152">
                  <a:moveTo>
                    <a:pt x="63" y="0"/>
                  </a:moveTo>
                  <a:cubicBezTo>
                    <a:pt x="63" y="80"/>
                    <a:pt x="63" y="80"/>
                    <a:pt x="63" y="80"/>
                  </a:cubicBezTo>
                  <a:cubicBezTo>
                    <a:pt x="46" y="81"/>
                    <a:pt x="28" y="80"/>
                    <a:pt x="8" y="74"/>
                  </a:cubicBezTo>
                  <a:cubicBezTo>
                    <a:pt x="5" y="73"/>
                    <a:pt x="2" y="74"/>
                    <a:pt x="1" y="78"/>
                  </a:cubicBezTo>
                  <a:cubicBezTo>
                    <a:pt x="0" y="81"/>
                    <a:pt x="1" y="84"/>
                    <a:pt x="5" y="85"/>
                  </a:cubicBezTo>
                  <a:cubicBezTo>
                    <a:pt x="21" y="90"/>
                    <a:pt x="38" y="92"/>
                    <a:pt x="53" y="92"/>
                  </a:cubicBezTo>
                  <a:cubicBezTo>
                    <a:pt x="56" y="92"/>
                    <a:pt x="59" y="92"/>
                    <a:pt x="63" y="92"/>
                  </a:cubicBezTo>
                  <a:cubicBezTo>
                    <a:pt x="63" y="147"/>
                    <a:pt x="63" y="147"/>
                    <a:pt x="63" y="147"/>
                  </a:cubicBezTo>
                  <a:cubicBezTo>
                    <a:pt x="63" y="150"/>
                    <a:pt x="65" y="152"/>
                    <a:pt x="68" y="152"/>
                  </a:cubicBezTo>
                  <a:cubicBezTo>
                    <a:pt x="71" y="152"/>
                    <a:pt x="74" y="150"/>
                    <a:pt x="74" y="147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110" y="86"/>
                    <a:pt x="137" y="69"/>
                    <a:pt x="150" y="55"/>
                  </a:cubicBezTo>
                  <a:cubicBezTo>
                    <a:pt x="157" y="46"/>
                    <a:pt x="160" y="37"/>
                    <a:pt x="157" y="31"/>
                  </a:cubicBezTo>
                  <a:cubicBezTo>
                    <a:pt x="155" y="26"/>
                    <a:pt x="150" y="21"/>
                    <a:pt x="137" y="22"/>
                  </a:cubicBezTo>
                  <a:cubicBezTo>
                    <a:pt x="106" y="23"/>
                    <a:pt x="86" y="44"/>
                    <a:pt x="75" y="61"/>
                  </a:cubicBezTo>
                  <a:cubicBezTo>
                    <a:pt x="75" y="0"/>
                    <a:pt x="75" y="0"/>
                    <a:pt x="75" y="0"/>
                  </a:cubicBezTo>
                  <a:lnTo>
                    <a:pt x="63" y="0"/>
                  </a:lnTo>
                  <a:close/>
                  <a:moveTo>
                    <a:pt x="137" y="34"/>
                  </a:moveTo>
                  <a:cubicBezTo>
                    <a:pt x="138" y="34"/>
                    <a:pt x="138" y="34"/>
                    <a:pt x="138" y="34"/>
                  </a:cubicBezTo>
                  <a:cubicBezTo>
                    <a:pt x="143" y="34"/>
                    <a:pt x="146" y="35"/>
                    <a:pt x="146" y="36"/>
                  </a:cubicBezTo>
                  <a:cubicBezTo>
                    <a:pt x="147" y="37"/>
                    <a:pt x="146" y="41"/>
                    <a:pt x="141" y="47"/>
                  </a:cubicBezTo>
                  <a:cubicBezTo>
                    <a:pt x="130" y="59"/>
                    <a:pt x="108" y="73"/>
                    <a:pt x="79" y="78"/>
                  </a:cubicBezTo>
                  <a:cubicBezTo>
                    <a:pt x="87" y="63"/>
                    <a:pt x="105" y="35"/>
                    <a:pt x="137" y="3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84" name="Freeform 13"/>
            <p:cNvSpPr>
              <a:spLocks noEditPoints="1"/>
            </p:cNvSpPr>
            <p:nvPr/>
          </p:nvSpPr>
          <p:spPr bwMode="auto">
            <a:xfrm>
              <a:off x="4688199" y="976518"/>
              <a:ext cx="323313" cy="306560"/>
            </a:xfrm>
            <a:custGeom>
              <a:avLst/>
              <a:gdLst>
                <a:gd name="T0" fmla="*/ 63 w 160"/>
                <a:gd name="T1" fmla="*/ 0 h 152"/>
                <a:gd name="T2" fmla="*/ 63 w 160"/>
                <a:gd name="T3" fmla="*/ 80 h 152"/>
                <a:gd name="T4" fmla="*/ 8 w 160"/>
                <a:gd name="T5" fmla="*/ 74 h 152"/>
                <a:gd name="T6" fmla="*/ 1 w 160"/>
                <a:gd name="T7" fmla="*/ 78 h 152"/>
                <a:gd name="T8" fmla="*/ 5 w 160"/>
                <a:gd name="T9" fmla="*/ 85 h 152"/>
                <a:gd name="T10" fmla="*/ 53 w 160"/>
                <a:gd name="T11" fmla="*/ 92 h 152"/>
                <a:gd name="T12" fmla="*/ 63 w 160"/>
                <a:gd name="T13" fmla="*/ 92 h 152"/>
                <a:gd name="T14" fmla="*/ 63 w 160"/>
                <a:gd name="T15" fmla="*/ 147 h 152"/>
                <a:gd name="T16" fmla="*/ 68 w 160"/>
                <a:gd name="T17" fmla="*/ 152 h 152"/>
                <a:gd name="T18" fmla="*/ 74 w 160"/>
                <a:gd name="T19" fmla="*/ 147 h 152"/>
                <a:gd name="T20" fmla="*/ 74 w 160"/>
                <a:gd name="T21" fmla="*/ 91 h 152"/>
                <a:gd name="T22" fmla="*/ 150 w 160"/>
                <a:gd name="T23" fmla="*/ 55 h 152"/>
                <a:gd name="T24" fmla="*/ 157 w 160"/>
                <a:gd name="T25" fmla="*/ 31 h 152"/>
                <a:gd name="T26" fmla="*/ 137 w 160"/>
                <a:gd name="T27" fmla="*/ 22 h 152"/>
                <a:gd name="T28" fmla="*/ 75 w 160"/>
                <a:gd name="T29" fmla="*/ 61 h 152"/>
                <a:gd name="T30" fmla="*/ 75 w 160"/>
                <a:gd name="T31" fmla="*/ 0 h 152"/>
                <a:gd name="T32" fmla="*/ 63 w 160"/>
                <a:gd name="T33" fmla="*/ 0 h 152"/>
                <a:gd name="T34" fmla="*/ 137 w 160"/>
                <a:gd name="T35" fmla="*/ 34 h 152"/>
                <a:gd name="T36" fmla="*/ 138 w 160"/>
                <a:gd name="T37" fmla="*/ 34 h 152"/>
                <a:gd name="T38" fmla="*/ 146 w 160"/>
                <a:gd name="T39" fmla="*/ 36 h 152"/>
                <a:gd name="T40" fmla="*/ 141 w 160"/>
                <a:gd name="T41" fmla="*/ 47 h 152"/>
                <a:gd name="T42" fmla="*/ 79 w 160"/>
                <a:gd name="T43" fmla="*/ 78 h 152"/>
                <a:gd name="T44" fmla="*/ 137 w 160"/>
                <a:gd name="T45" fmla="*/ 3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60" h="152">
                  <a:moveTo>
                    <a:pt x="63" y="0"/>
                  </a:moveTo>
                  <a:cubicBezTo>
                    <a:pt x="63" y="80"/>
                    <a:pt x="63" y="80"/>
                    <a:pt x="63" y="80"/>
                  </a:cubicBezTo>
                  <a:cubicBezTo>
                    <a:pt x="46" y="81"/>
                    <a:pt x="28" y="80"/>
                    <a:pt x="8" y="74"/>
                  </a:cubicBezTo>
                  <a:cubicBezTo>
                    <a:pt x="5" y="73"/>
                    <a:pt x="2" y="74"/>
                    <a:pt x="1" y="78"/>
                  </a:cubicBezTo>
                  <a:cubicBezTo>
                    <a:pt x="0" y="81"/>
                    <a:pt x="1" y="84"/>
                    <a:pt x="5" y="85"/>
                  </a:cubicBezTo>
                  <a:cubicBezTo>
                    <a:pt x="21" y="90"/>
                    <a:pt x="38" y="92"/>
                    <a:pt x="53" y="92"/>
                  </a:cubicBezTo>
                  <a:cubicBezTo>
                    <a:pt x="56" y="92"/>
                    <a:pt x="59" y="92"/>
                    <a:pt x="63" y="92"/>
                  </a:cubicBezTo>
                  <a:cubicBezTo>
                    <a:pt x="63" y="147"/>
                    <a:pt x="63" y="147"/>
                    <a:pt x="63" y="147"/>
                  </a:cubicBezTo>
                  <a:cubicBezTo>
                    <a:pt x="63" y="150"/>
                    <a:pt x="65" y="152"/>
                    <a:pt x="68" y="152"/>
                  </a:cubicBezTo>
                  <a:cubicBezTo>
                    <a:pt x="71" y="152"/>
                    <a:pt x="74" y="150"/>
                    <a:pt x="74" y="147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110" y="86"/>
                    <a:pt x="137" y="69"/>
                    <a:pt x="150" y="55"/>
                  </a:cubicBezTo>
                  <a:cubicBezTo>
                    <a:pt x="157" y="46"/>
                    <a:pt x="160" y="37"/>
                    <a:pt x="157" y="31"/>
                  </a:cubicBezTo>
                  <a:cubicBezTo>
                    <a:pt x="155" y="26"/>
                    <a:pt x="150" y="21"/>
                    <a:pt x="137" y="22"/>
                  </a:cubicBezTo>
                  <a:cubicBezTo>
                    <a:pt x="106" y="23"/>
                    <a:pt x="86" y="44"/>
                    <a:pt x="75" y="61"/>
                  </a:cubicBezTo>
                  <a:cubicBezTo>
                    <a:pt x="75" y="0"/>
                    <a:pt x="75" y="0"/>
                    <a:pt x="75" y="0"/>
                  </a:cubicBezTo>
                  <a:lnTo>
                    <a:pt x="63" y="0"/>
                  </a:lnTo>
                  <a:close/>
                  <a:moveTo>
                    <a:pt x="137" y="34"/>
                  </a:moveTo>
                  <a:cubicBezTo>
                    <a:pt x="138" y="34"/>
                    <a:pt x="138" y="34"/>
                    <a:pt x="138" y="34"/>
                  </a:cubicBezTo>
                  <a:cubicBezTo>
                    <a:pt x="143" y="34"/>
                    <a:pt x="146" y="35"/>
                    <a:pt x="146" y="36"/>
                  </a:cubicBezTo>
                  <a:cubicBezTo>
                    <a:pt x="147" y="37"/>
                    <a:pt x="146" y="41"/>
                    <a:pt x="141" y="47"/>
                  </a:cubicBezTo>
                  <a:cubicBezTo>
                    <a:pt x="130" y="59"/>
                    <a:pt x="108" y="73"/>
                    <a:pt x="79" y="78"/>
                  </a:cubicBezTo>
                  <a:cubicBezTo>
                    <a:pt x="87" y="63"/>
                    <a:pt x="105" y="35"/>
                    <a:pt x="137" y="3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cxnSp>
        <p:nvCxnSpPr>
          <p:cNvPr id="285" name="Straight Connector 284"/>
          <p:cNvCxnSpPr/>
          <p:nvPr/>
        </p:nvCxnSpPr>
        <p:spPr>
          <a:xfrm>
            <a:off x="9653071" y="2"/>
            <a:ext cx="0" cy="516865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6" name="Group 285"/>
          <p:cNvGrpSpPr/>
          <p:nvPr/>
        </p:nvGrpSpPr>
        <p:grpSpPr>
          <a:xfrm>
            <a:off x="2049412" y="3864337"/>
            <a:ext cx="611781" cy="514247"/>
            <a:chOff x="4646808" y="976518"/>
            <a:chExt cx="364704" cy="306560"/>
          </a:xfrm>
          <a:solidFill>
            <a:schemeClr val="bg1"/>
          </a:solidFill>
        </p:grpSpPr>
        <p:sp>
          <p:nvSpPr>
            <p:cNvPr id="287" name="Freeform 13"/>
            <p:cNvSpPr>
              <a:spLocks noEditPoints="1"/>
            </p:cNvSpPr>
            <p:nvPr/>
          </p:nvSpPr>
          <p:spPr bwMode="auto">
            <a:xfrm flipH="1">
              <a:off x="4646808" y="976518"/>
              <a:ext cx="323313" cy="306560"/>
            </a:xfrm>
            <a:custGeom>
              <a:avLst/>
              <a:gdLst>
                <a:gd name="T0" fmla="*/ 63 w 160"/>
                <a:gd name="T1" fmla="*/ 0 h 152"/>
                <a:gd name="T2" fmla="*/ 63 w 160"/>
                <a:gd name="T3" fmla="*/ 80 h 152"/>
                <a:gd name="T4" fmla="*/ 8 w 160"/>
                <a:gd name="T5" fmla="*/ 74 h 152"/>
                <a:gd name="T6" fmla="*/ 1 w 160"/>
                <a:gd name="T7" fmla="*/ 78 h 152"/>
                <a:gd name="T8" fmla="*/ 5 w 160"/>
                <a:gd name="T9" fmla="*/ 85 h 152"/>
                <a:gd name="T10" fmla="*/ 53 w 160"/>
                <a:gd name="T11" fmla="*/ 92 h 152"/>
                <a:gd name="T12" fmla="*/ 63 w 160"/>
                <a:gd name="T13" fmla="*/ 92 h 152"/>
                <a:gd name="T14" fmla="*/ 63 w 160"/>
                <a:gd name="T15" fmla="*/ 147 h 152"/>
                <a:gd name="T16" fmla="*/ 68 w 160"/>
                <a:gd name="T17" fmla="*/ 152 h 152"/>
                <a:gd name="T18" fmla="*/ 74 w 160"/>
                <a:gd name="T19" fmla="*/ 147 h 152"/>
                <a:gd name="T20" fmla="*/ 74 w 160"/>
                <a:gd name="T21" fmla="*/ 91 h 152"/>
                <a:gd name="T22" fmla="*/ 150 w 160"/>
                <a:gd name="T23" fmla="*/ 55 h 152"/>
                <a:gd name="T24" fmla="*/ 157 w 160"/>
                <a:gd name="T25" fmla="*/ 31 h 152"/>
                <a:gd name="T26" fmla="*/ 137 w 160"/>
                <a:gd name="T27" fmla="*/ 22 h 152"/>
                <a:gd name="T28" fmla="*/ 75 w 160"/>
                <a:gd name="T29" fmla="*/ 61 h 152"/>
                <a:gd name="T30" fmla="*/ 75 w 160"/>
                <a:gd name="T31" fmla="*/ 0 h 152"/>
                <a:gd name="T32" fmla="*/ 63 w 160"/>
                <a:gd name="T33" fmla="*/ 0 h 152"/>
                <a:gd name="T34" fmla="*/ 137 w 160"/>
                <a:gd name="T35" fmla="*/ 34 h 152"/>
                <a:gd name="T36" fmla="*/ 138 w 160"/>
                <a:gd name="T37" fmla="*/ 34 h 152"/>
                <a:gd name="T38" fmla="*/ 146 w 160"/>
                <a:gd name="T39" fmla="*/ 36 h 152"/>
                <a:gd name="T40" fmla="*/ 141 w 160"/>
                <a:gd name="T41" fmla="*/ 47 h 152"/>
                <a:gd name="T42" fmla="*/ 79 w 160"/>
                <a:gd name="T43" fmla="*/ 78 h 152"/>
                <a:gd name="T44" fmla="*/ 137 w 160"/>
                <a:gd name="T45" fmla="*/ 3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60" h="152">
                  <a:moveTo>
                    <a:pt x="63" y="0"/>
                  </a:moveTo>
                  <a:cubicBezTo>
                    <a:pt x="63" y="80"/>
                    <a:pt x="63" y="80"/>
                    <a:pt x="63" y="80"/>
                  </a:cubicBezTo>
                  <a:cubicBezTo>
                    <a:pt x="46" y="81"/>
                    <a:pt x="28" y="80"/>
                    <a:pt x="8" y="74"/>
                  </a:cubicBezTo>
                  <a:cubicBezTo>
                    <a:pt x="5" y="73"/>
                    <a:pt x="2" y="74"/>
                    <a:pt x="1" y="78"/>
                  </a:cubicBezTo>
                  <a:cubicBezTo>
                    <a:pt x="0" y="81"/>
                    <a:pt x="1" y="84"/>
                    <a:pt x="5" y="85"/>
                  </a:cubicBezTo>
                  <a:cubicBezTo>
                    <a:pt x="21" y="90"/>
                    <a:pt x="38" y="92"/>
                    <a:pt x="53" y="92"/>
                  </a:cubicBezTo>
                  <a:cubicBezTo>
                    <a:pt x="56" y="92"/>
                    <a:pt x="59" y="92"/>
                    <a:pt x="63" y="92"/>
                  </a:cubicBezTo>
                  <a:cubicBezTo>
                    <a:pt x="63" y="147"/>
                    <a:pt x="63" y="147"/>
                    <a:pt x="63" y="147"/>
                  </a:cubicBezTo>
                  <a:cubicBezTo>
                    <a:pt x="63" y="150"/>
                    <a:pt x="65" y="152"/>
                    <a:pt x="68" y="152"/>
                  </a:cubicBezTo>
                  <a:cubicBezTo>
                    <a:pt x="71" y="152"/>
                    <a:pt x="74" y="150"/>
                    <a:pt x="74" y="147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110" y="86"/>
                    <a:pt x="137" y="69"/>
                    <a:pt x="150" y="55"/>
                  </a:cubicBezTo>
                  <a:cubicBezTo>
                    <a:pt x="157" y="46"/>
                    <a:pt x="160" y="37"/>
                    <a:pt x="157" y="31"/>
                  </a:cubicBezTo>
                  <a:cubicBezTo>
                    <a:pt x="155" y="26"/>
                    <a:pt x="150" y="21"/>
                    <a:pt x="137" y="22"/>
                  </a:cubicBezTo>
                  <a:cubicBezTo>
                    <a:pt x="106" y="23"/>
                    <a:pt x="86" y="44"/>
                    <a:pt x="75" y="61"/>
                  </a:cubicBezTo>
                  <a:cubicBezTo>
                    <a:pt x="75" y="0"/>
                    <a:pt x="75" y="0"/>
                    <a:pt x="75" y="0"/>
                  </a:cubicBezTo>
                  <a:lnTo>
                    <a:pt x="63" y="0"/>
                  </a:lnTo>
                  <a:close/>
                  <a:moveTo>
                    <a:pt x="137" y="34"/>
                  </a:moveTo>
                  <a:cubicBezTo>
                    <a:pt x="138" y="34"/>
                    <a:pt x="138" y="34"/>
                    <a:pt x="138" y="34"/>
                  </a:cubicBezTo>
                  <a:cubicBezTo>
                    <a:pt x="143" y="34"/>
                    <a:pt x="146" y="35"/>
                    <a:pt x="146" y="36"/>
                  </a:cubicBezTo>
                  <a:cubicBezTo>
                    <a:pt x="147" y="37"/>
                    <a:pt x="146" y="41"/>
                    <a:pt x="141" y="47"/>
                  </a:cubicBezTo>
                  <a:cubicBezTo>
                    <a:pt x="130" y="59"/>
                    <a:pt x="108" y="73"/>
                    <a:pt x="79" y="78"/>
                  </a:cubicBezTo>
                  <a:cubicBezTo>
                    <a:pt x="87" y="63"/>
                    <a:pt x="105" y="35"/>
                    <a:pt x="137" y="3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88" name="Freeform 13"/>
            <p:cNvSpPr>
              <a:spLocks noEditPoints="1"/>
            </p:cNvSpPr>
            <p:nvPr/>
          </p:nvSpPr>
          <p:spPr bwMode="auto">
            <a:xfrm>
              <a:off x="4688199" y="976518"/>
              <a:ext cx="323313" cy="306560"/>
            </a:xfrm>
            <a:custGeom>
              <a:avLst/>
              <a:gdLst>
                <a:gd name="T0" fmla="*/ 63 w 160"/>
                <a:gd name="T1" fmla="*/ 0 h 152"/>
                <a:gd name="T2" fmla="*/ 63 w 160"/>
                <a:gd name="T3" fmla="*/ 80 h 152"/>
                <a:gd name="T4" fmla="*/ 8 w 160"/>
                <a:gd name="T5" fmla="*/ 74 h 152"/>
                <a:gd name="T6" fmla="*/ 1 w 160"/>
                <a:gd name="T7" fmla="*/ 78 h 152"/>
                <a:gd name="T8" fmla="*/ 5 w 160"/>
                <a:gd name="T9" fmla="*/ 85 h 152"/>
                <a:gd name="T10" fmla="*/ 53 w 160"/>
                <a:gd name="T11" fmla="*/ 92 h 152"/>
                <a:gd name="T12" fmla="*/ 63 w 160"/>
                <a:gd name="T13" fmla="*/ 92 h 152"/>
                <a:gd name="T14" fmla="*/ 63 w 160"/>
                <a:gd name="T15" fmla="*/ 147 h 152"/>
                <a:gd name="T16" fmla="*/ 68 w 160"/>
                <a:gd name="T17" fmla="*/ 152 h 152"/>
                <a:gd name="T18" fmla="*/ 74 w 160"/>
                <a:gd name="T19" fmla="*/ 147 h 152"/>
                <a:gd name="T20" fmla="*/ 74 w 160"/>
                <a:gd name="T21" fmla="*/ 91 h 152"/>
                <a:gd name="T22" fmla="*/ 150 w 160"/>
                <a:gd name="T23" fmla="*/ 55 h 152"/>
                <a:gd name="T24" fmla="*/ 157 w 160"/>
                <a:gd name="T25" fmla="*/ 31 h 152"/>
                <a:gd name="T26" fmla="*/ 137 w 160"/>
                <a:gd name="T27" fmla="*/ 22 h 152"/>
                <a:gd name="T28" fmla="*/ 75 w 160"/>
                <a:gd name="T29" fmla="*/ 61 h 152"/>
                <a:gd name="T30" fmla="*/ 75 w 160"/>
                <a:gd name="T31" fmla="*/ 0 h 152"/>
                <a:gd name="T32" fmla="*/ 63 w 160"/>
                <a:gd name="T33" fmla="*/ 0 h 152"/>
                <a:gd name="T34" fmla="*/ 137 w 160"/>
                <a:gd name="T35" fmla="*/ 34 h 152"/>
                <a:gd name="T36" fmla="*/ 138 w 160"/>
                <a:gd name="T37" fmla="*/ 34 h 152"/>
                <a:gd name="T38" fmla="*/ 146 w 160"/>
                <a:gd name="T39" fmla="*/ 36 h 152"/>
                <a:gd name="T40" fmla="*/ 141 w 160"/>
                <a:gd name="T41" fmla="*/ 47 h 152"/>
                <a:gd name="T42" fmla="*/ 79 w 160"/>
                <a:gd name="T43" fmla="*/ 78 h 152"/>
                <a:gd name="T44" fmla="*/ 137 w 160"/>
                <a:gd name="T45" fmla="*/ 3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60" h="152">
                  <a:moveTo>
                    <a:pt x="63" y="0"/>
                  </a:moveTo>
                  <a:cubicBezTo>
                    <a:pt x="63" y="80"/>
                    <a:pt x="63" y="80"/>
                    <a:pt x="63" y="80"/>
                  </a:cubicBezTo>
                  <a:cubicBezTo>
                    <a:pt x="46" y="81"/>
                    <a:pt x="28" y="80"/>
                    <a:pt x="8" y="74"/>
                  </a:cubicBezTo>
                  <a:cubicBezTo>
                    <a:pt x="5" y="73"/>
                    <a:pt x="2" y="74"/>
                    <a:pt x="1" y="78"/>
                  </a:cubicBezTo>
                  <a:cubicBezTo>
                    <a:pt x="0" y="81"/>
                    <a:pt x="1" y="84"/>
                    <a:pt x="5" y="85"/>
                  </a:cubicBezTo>
                  <a:cubicBezTo>
                    <a:pt x="21" y="90"/>
                    <a:pt x="38" y="92"/>
                    <a:pt x="53" y="92"/>
                  </a:cubicBezTo>
                  <a:cubicBezTo>
                    <a:pt x="56" y="92"/>
                    <a:pt x="59" y="92"/>
                    <a:pt x="63" y="92"/>
                  </a:cubicBezTo>
                  <a:cubicBezTo>
                    <a:pt x="63" y="147"/>
                    <a:pt x="63" y="147"/>
                    <a:pt x="63" y="147"/>
                  </a:cubicBezTo>
                  <a:cubicBezTo>
                    <a:pt x="63" y="150"/>
                    <a:pt x="65" y="152"/>
                    <a:pt x="68" y="152"/>
                  </a:cubicBezTo>
                  <a:cubicBezTo>
                    <a:pt x="71" y="152"/>
                    <a:pt x="74" y="150"/>
                    <a:pt x="74" y="147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110" y="86"/>
                    <a:pt x="137" y="69"/>
                    <a:pt x="150" y="55"/>
                  </a:cubicBezTo>
                  <a:cubicBezTo>
                    <a:pt x="157" y="46"/>
                    <a:pt x="160" y="37"/>
                    <a:pt x="157" y="31"/>
                  </a:cubicBezTo>
                  <a:cubicBezTo>
                    <a:pt x="155" y="26"/>
                    <a:pt x="150" y="21"/>
                    <a:pt x="137" y="22"/>
                  </a:cubicBezTo>
                  <a:cubicBezTo>
                    <a:pt x="106" y="23"/>
                    <a:pt x="86" y="44"/>
                    <a:pt x="75" y="61"/>
                  </a:cubicBezTo>
                  <a:cubicBezTo>
                    <a:pt x="75" y="0"/>
                    <a:pt x="75" y="0"/>
                    <a:pt x="75" y="0"/>
                  </a:cubicBezTo>
                  <a:lnTo>
                    <a:pt x="63" y="0"/>
                  </a:lnTo>
                  <a:close/>
                  <a:moveTo>
                    <a:pt x="137" y="34"/>
                  </a:moveTo>
                  <a:cubicBezTo>
                    <a:pt x="138" y="34"/>
                    <a:pt x="138" y="34"/>
                    <a:pt x="138" y="34"/>
                  </a:cubicBezTo>
                  <a:cubicBezTo>
                    <a:pt x="143" y="34"/>
                    <a:pt x="146" y="35"/>
                    <a:pt x="146" y="36"/>
                  </a:cubicBezTo>
                  <a:cubicBezTo>
                    <a:pt x="147" y="37"/>
                    <a:pt x="146" y="41"/>
                    <a:pt x="141" y="47"/>
                  </a:cubicBezTo>
                  <a:cubicBezTo>
                    <a:pt x="130" y="59"/>
                    <a:pt x="108" y="73"/>
                    <a:pt x="79" y="78"/>
                  </a:cubicBezTo>
                  <a:cubicBezTo>
                    <a:pt x="87" y="63"/>
                    <a:pt x="105" y="35"/>
                    <a:pt x="137" y="3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cxnSp>
        <p:nvCxnSpPr>
          <p:cNvPr id="289" name="Straight Connector 288"/>
          <p:cNvCxnSpPr/>
          <p:nvPr/>
        </p:nvCxnSpPr>
        <p:spPr>
          <a:xfrm flipH="1">
            <a:off x="2355303" y="2"/>
            <a:ext cx="8887" cy="4121457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0" name="Freeform 29"/>
          <p:cNvSpPr>
            <a:spLocks noEditPoints="1"/>
          </p:cNvSpPr>
          <p:nvPr/>
        </p:nvSpPr>
        <p:spPr bwMode="auto">
          <a:xfrm>
            <a:off x="1482857" y="1227247"/>
            <a:ext cx="4011211" cy="2193500"/>
          </a:xfrm>
          <a:custGeom>
            <a:avLst/>
            <a:gdLst>
              <a:gd name="T0" fmla="*/ 51 w 1217"/>
              <a:gd name="T1" fmla="*/ 385 h 664"/>
              <a:gd name="T2" fmla="*/ 201 w 1217"/>
              <a:gd name="T3" fmla="*/ 436 h 664"/>
              <a:gd name="T4" fmla="*/ 250 w 1217"/>
              <a:gd name="T5" fmla="*/ 560 h 664"/>
              <a:gd name="T6" fmla="*/ 414 w 1217"/>
              <a:gd name="T7" fmla="*/ 575 h 664"/>
              <a:gd name="T8" fmla="*/ 578 w 1217"/>
              <a:gd name="T9" fmla="*/ 660 h 664"/>
              <a:gd name="T10" fmla="*/ 722 w 1217"/>
              <a:gd name="T11" fmla="*/ 568 h 664"/>
              <a:gd name="T12" fmla="*/ 784 w 1217"/>
              <a:gd name="T13" fmla="*/ 584 h 664"/>
              <a:gd name="T14" fmla="*/ 954 w 1217"/>
              <a:gd name="T15" fmla="*/ 496 h 664"/>
              <a:gd name="T16" fmla="*/ 1080 w 1217"/>
              <a:gd name="T17" fmla="*/ 460 h 664"/>
              <a:gd name="T18" fmla="*/ 1166 w 1217"/>
              <a:gd name="T19" fmla="*/ 275 h 664"/>
              <a:gd name="T20" fmla="*/ 1016 w 1217"/>
              <a:gd name="T21" fmla="*/ 224 h 664"/>
              <a:gd name="T22" fmla="*/ 967 w 1217"/>
              <a:gd name="T23" fmla="*/ 100 h 664"/>
              <a:gd name="T24" fmla="*/ 803 w 1217"/>
              <a:gd name="T25" fmla="*/ 85 h 664"/>
              <a:gd name="T26" fmla="*/ 648 w 1217"/>
              <a:gd name="T27" fmla="*/ 0 h 664"/>
              <a:gd name="T28" fmla="*/ 639 w 1217"/>
              <a:gd name="T29" fmla="*/ 0 h 664"/>
              <a:gd name="T30" fmla="*/ 495 w 1217"/>
              <a:gd name="T31" fmla="*/ 91 h 664"/>
              <a:gd name="T32" fmla="*/ 433 w 1217"/>
              <a:gd name="T33" fmla="*/ 76 h 664"/>
              <a:gd name="T34" fmla="*/ 262 w 1217"/>
              <a:gd name="T35" fmla="*/ 163 h 664"/>
              <a:gd name="T36" fmla="*/ 137 w 1217"/>
              <a:gd name="T37" fmla="*/ 199 h 664"/>
              <a:gd name="T38" fmla="*/ 51 w 1217"/>
              <a:gd name="T39" fmla="*/ 385 h 664"/>
              <a:gd name="T40" fmla="*/ 587 w 1217"/>
              <a:gd name="T41" fmla="*/ 96 h 664"/>
              <a:gd name="T42" fmla="*/ 638 w 1217"/>
              <a:gd name="T43" fmla="*/ 45 h 664"/>
              <a:gd name="T44" fmla="*/ 689 w 1217"/>
              <a:gd name="T45" fmla="*/ 96 h 664"/>
              <a:gd name="T46" fmla="*/ 638 w 1217"/>
              <a:gd name="T47" fmla="*/ 147 h 664"/>
              <a:gd name="T48" fmla="*/ 587 w 1217"/>
              <a:gd name="T49" fmla="*/ 96 h 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217" h="664">
                <a:moveTo>
                  <a:pt x="51" y="385"/>
                </a:moveTo>
                <a:cubicBezTo>
                  <a:pt x="103" y="453"/>
                  <a:pt x="201" y="436"/>
                  <a:pt x="201" y="436"/>
                </a:cubicBezTo>
                <a:cubicBezTo>
                  <a:pt x="201" y="436"/>
                  <a:pt x="181" y="498"/>
                  <a:pt x="250" y="560"/>
                </a:cubicBezTo>
                <a:cubicBezTo>
                  <a:pt x="318" y="622"/>
                  <a:pt x="414" y="575"/>
                  <a:pt x="414" y="575"/>
                </a:cubicBezTo>
                <a:cubicBezTo>
                  <a:pt x="414" y="575"/>
                  <a:pt x="446" y="664"/>
                  <a:pt x="578" y="660"/>
                </a:cubicBezTo>
                <a:cubicBezTo>
                  <a:pt x="666" y="657"/>
                  <a:pt x="705" y="607"/>
                  <a:pt x="722" y="568"/>
                </a:cubicBezTo>
                <a:cubicBezTo>
                  <a:pt x="739" y="575"/>
                  <a:pt x="759" y="580"/>
                  <a:pt x="784" y="584"/>
                </a:cubicBezTo>
                <a:cubicBezTo>
                  <a:pt x="914" y="603"/>
                  <a:pt x="954" y="496"/>
                  <a:pt x="954" y="496"/>
                </a:cubicBezTo>
                <a:cubicBezTo>
                  <a:pt x="1048" y="528"/>
                  <a:pt x="1080" y="460"/>
                  <a:pt x="1080" y="460"/>
                </a:cubicBezTo>
                <a:cubicBezTo>
                  <a:pt x="1159" y="462"/>
                  <a:pt x="1217" y="343"/>
                  <a:pt x="1166" y="275"/>
                </a:cubicBezTo>
                <a:cubicBezTo>
                  <a:pt x="1114" y="206"/>
                  <a:pt x="1016" y="224"/>
                  <a:pt x="1016" y="224"/>
                </a:cubicBezTo>
                <a:cubicBezTo>
                  <a:pt x="1016" y="224"/>
                  <a:pt x="1036" y="162"/>
                  <a:pt x="967" y="100"/>
                </a:cubicBezTo>
                <a:cubicBezTo>
                  <a:pt x="899" y="38"/>
                  <a:pt x="803" y="85"/>
                  <a:pt x="803" y="85"/>
                </a:cubicBezTo>
                <a:cubicBezTo>
                  <a:pt x="803" y="85"/>
                  <a:pt x="773" y="0"/>
                  <a:pt x="648" y="0"/>
                </a:cubicBezTo>
                <a:cubicBezTo>
                  <a:pt x="645" y="0"/>
                  <a:pt x="642" y="0"/>
                  <a:pt x="639" y="0"/>
                </a:cubicBezTo>
                <a:cubicBezTo>
                  <a:pt x="551" y="2"/>
                  <a:pt x="512" y="52"/>
                  <a:pt x="495" y="91"/>
                </a:cubicBezTo>
                <a:cubicBezTo>
                  <a:pt x="478" y="85"/>
                  <a:pt x="458" y="79"/>
                  <a:pt x="433" y="76"/>
                </a:cubicBezTo>
                <a:cubicBezTo>
                  <a:pt x="303" y="57"/>
                  <a:pt x="262" y="163"/>
                  <a:pt x="262" y="163"/>
                </a:cubicBezTo>
                <a:cubicBezTo>
                  <a:pt x="169" y="131"/>
                  <a:pt x="137" y="199"/>
                  <a:pt x="137" y="199"/>
                </a:cubicBezTo>
                <a:cubicBezTo>
                  <a:pt x="58" y="197"/>
                  <a:pt x="0" y="317"/>
                  <a:pt x="51" y="385"/>
                </a:cubicBezTo>
                <a:close/>
                <a:moveTo>
                  <a:pt x="587" y="96"/>
                </a:moveTo>
                <a:cubicBezTo>
                  <a:pt x="587" y="68"/>
                  <a:pt x="610" y="45"/>
                  <a:pt x="638" y="45"/>
                </a:cubicBezTo>
                <a:cubicBezTo>
                  <a:pt x="666" y="45"/>
                  <a:pt x="689" y="68"/>
                  <a:pt x="689" y="96"/>
                </a:cubicBezTo>
                <a:cubicBezTo>
                  <a:pt x="689" y="124"/>
                  <a:pt x="666" y="147"/>
                  <a:pt x="638" y="147"/>
                </a:cubicBezTo>
                <a:cubicBezTo>
                  <a:pt x="610" y="147"/>
                  <a:pt x="587" y="124"/>
                  <a:pt x="587" y="96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55000">
                <a:srgbClr val="EFF0F1"/>
              </a:gs>
              <a:gs pos="100000">
                <a:srgbClr val="FFFFFF"/>
              </a:gs>
            </a:gsLst>
            <a:path path="circle">
              <a:fillToRect l="100000" t="100000"/>
            </a:path>
            <a:tileRect r="-100000" b="-100000"/>
          </a:gradFill>
          <a:ln w="12700">
            <a:solidFill>
              <a:schemeClr val="bg1"/>
            </a:solidFill>
          </a:ln>
          <a:effectLst>
            <a:outerShdw blurRad="215900" dist="139700" dir="3000000" algn="tl" rotWithShape="0">
              <a:prstClr val="black">
                <a:alpha val="19000"/>
              </a:prstClr>
            </a:outerShdw>
          </a:effectLst>
        </p:spPr>
        <p:txBody>
          <a:bodyPr vert="horz" wrap="square" lIns="121920" tIns="60960" rIns="121920" bIns="6096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291" name="Group 290"/>
          <p:cNvGrpSpPr/>
          <p:nvPr/>
        </p:nvGrpSpPr>
        <p:grpSpPr>
          <a:xfrm>
            <a:off x="3293988" y="916482"/>
            <a:ext cx="611787" cy="514247"/>
            <a:chOff x="4646805" y="976518"/>
            <a:chExt cx="364707" cy="306560"/>
          </a:xfrm>
          <a:solidFill>
            <a:schemeClr val="bg1"/>
          </a:solidFill>
        </p:grpSpPr>
        <p:sp>
          <p:nvSpPr>
            <p:cNvPr id="292" name="Freeform 13"/>
            <p:cNvSpPr>
              <a:spLocks noEditPoints="1"/>
            </p:cNvSpPr>
            <p:nvPr/>
          </p:nvSpPr>
          <p:spPr bwMode="auto">
            <a:xfrm flipH="1">
              <a:off x="4646805" y="976518"/>
              <a:ext cx="323313" cy="306560"/>
            </a:xfrm>
            <a:custGeom>
              <a:avLst/>
              <a:gdLst>
                <a:gd name="T0" fmla="*/ 63 w 160"/>
                <a:gd name="T1" fmla="*/ 0 h 152"/>
                <a:gd name="T2" fmla="*/ 63 w 160"/>
                <a:gd name="T3" fmla="*/ 80 h 152"/>
                <a:gd name="T4" fmla="*/ 8 w 160"/>
                <a:gd name="T5" fmla="*/ 74 h 152"/>
                <a:gd name="T6" fmla="*/ 1 w 160"/>
                <a:gd name="T7" fmla="*/ 78 h 152"/>
                <a:gd name="T8" fmla="*/ 5 w 160"/>
                <a:gd name="T9" fmla="*/ 85 h 152"/>
                <a:gd name="T10" fmla="*/ 53 w 160"/>
                <a:gd name="T11" fmla="*/ 92 h 152"/>
                <a:gd name="T12" fmla="*/ 63 w 160"/>
                <a:gd name="T13" fmla="*/ 92 h 152"/>
                <a:gd name="T14" fmla="*/ 63 w 160"/>
                <a:gd name="T15" fmla="*/ 147 h 152"/>
                <a:gd name="T16" fmla="*/ 68 w 160"/>
                <a:gd name="T17" fmla="*/ 152 h 152"/>
                <a:gd name="T18" fmla="*/ 74 w 160"/>
                <a:gd name="T19" fmla="*/ 147 h 152"/>
                <a:gd name="T20" fmla="*/ 74 w 160"/>
                <a:gd name="T21" fmla="*/ 91 h 152"/>
                <a:gd name="T22" fmla="*/ 150 w 160"/>
                <a:gd name="T23" fmla="*/ 55 h 152"/>
                <a:gd name="T24" fmla="*/ 157 w 160"/>
                <a:gd name="T25" fmla="*/ 31 h 152"/>
                <a:gd name="T26" fmla="*/ 137 w 160"/>
                <a:gd name="T27" fmla="*/ 22 h 152"/>
                <a:gd name="T28" fmla="*/ 75 w 160"/>
                <a:gd name="T29" fmla="*/ 61 h 152"/>
                <a:gd name="T30" fmla="*/ 75 w 160"/>
                <a:gd name="T31" fmla="*/ 0 h 152"/>
                <a:gd name="T32" fmla="*/ 63 w 160"/>
                <a:gd name="T33" fmla="*/ 0 h 152"/>
                <a:gd name="T34" fmla="*/ 137 w 160"/>
                <a:gd name="T35" fmla="*/ 34 h 152"/>
                <a:gd name="T36" fmla="*/ 138 w 160"/>
                <a:gd name="T37" fmla="*/ 34 h 152"/>
                <a:gd name="T38" fmla="*/ 146 w 160"/>
                <a:gd name="T39" fmla="*/ 36 h 152"/>
                <a:gd name="T40" fmla="*/ 141 w 160"/>
                <a:gd name="T41" fmla="*/ 47 h 152"/>
                <a:gd name="T42" fmla="*/ 79 w 160"/>
                <a:gd name="T43" fmla="*/ 78 h 152"/>
                <a:gd name="T44" fmla="*/ 137 w 160"/>
                <a:gd name="T45" fmla="*/ 3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60" h="152">
                  <a:moveTo>
                    <a:pt x="63" y="0"/>
                  </a:moveTo>
                  <a:cubicBezTo>
                    <a:pt x="63" y="80"/>
                    <a:pt x="63" y="80"/>
                    <a:pt x="63" y="80"/>
                  </a:cubicBezTo>
                  <a:cubicBezTo>
                    <a:pt x="46" y="81"/>
                    <a:pt x="28" y="80"/>
                    <a:pt x="8" y="74"/>
                  </a:cubicBezTo>
                  <a:cubicBezTo>
                    <a:pt x="5" y="73"/>
                    <a:pt x="2" y="74"/>
                    <a:pt x="1" y="78"/>
                  </a:cubicBezTo>
                  <a:cubicBezTo>
                    <a:pt x="0" y="81"/>
                    <a:pt x="1" y="84"/>
                    <a:pt x="5" y="85"/>
                  </a:cubicBezTo>
                  <a:cubicBezTo>
                    <a:pt x="21" y="90"/>
                    <a:pt x="38" y="92"/>
                    <a:pt x="53" y="92"/>
                  </a:cubicBezTo>
                  <a:cubicBezTo>
                    <a:pt x="56" y="92"/>
                    <a:pt x="59" y="92"/>
                    <a:pt x="63" y="92"/>
                  </a:cubicBezTo>
                  <a:cubicBezTo>
                    <a:pt x="63" y="147"/>
                    <a:pt x="63" y="147"/>
                    <a:pt x="63" y="147"/>
                  </a:cubicBezTo>
                  <a:cubicBezTo>
                    <a:pt x="63" y="150"/>
                    <a:pt x="65" y="152"/>
                    <a:pt x="68" y="152"/>
                  </a:cubicBezTo>
                  <a:cubicBezTo>
                    <a:pt x="71" y="152"/>
                    <a:pt x="74" y="150"/>
                    <a:pt x="74" y="147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110" y="86"/>
                    <a:pt x="137" y="69"/>
                    <a:pt x="150" y="55"/>
                  </a:cubicBezTo>
                  <a:cubicBezTo>
                    <a:pt x="157" y="46"/>
                    <a:pt x="160" y="37"/>
                    <a:pt x="157" y="31"/>
                  </a:cubicBezTo>
                  <a:cubicBezTo>
                    <a:pt x="155" y="26"/>
                    <a:pt x="150" y="21"/>
                    <a:pt x="137" y="22"/>
                  </a:cubicBezTo>
                  <a:cubicBezTo>
                    <a:pt x="106" y="23"/>
                    <a:pt x="86" y="44"/>
                    <a:pt x="75" y="61"/>
                  </a:cubicBezTo>
                  <a:cubicBezTo>
                    <a:pt x="75" y="0"/>
                    <a:pt x="75" y="0"/>
                    <a:pt x="75" y="0"/>
                  </a:cubicBezTo>
                  <a:lnTo>
                    <a:pt x="63" y="0"/>
                  </a:lnTo>
                  <a:close/>
                  <a:moveTo>
                    <a:pt x="137" y="34"/>
                  </a:moveTo>
                  <a:cubicBezTo>
                    <a:pt x="138" y="34"/>
                    <a:pt x="138" y="34"/>
                    <a:pt x="138" y="34"/>
                  </a:cubicBezTo>
                  <a:cubicBezTo>
                    <a:pt x="143" y="34"/>
                    <a:pt x="146" y="35"/>
                    <a:pt x="146" y="36"/>
                  </a:cubicBezTo>
                  <a:cubicBezTo>
                    <a:pt x="147" y="37"/>
                    <a:pt x="146" y="41"/>
                    <a:pt x="141" y="47"/>
                  </a:cubicBezTo>
                  <a:cubicBezTo>
                    <a:pt x="130" y="59"/>
                    <a:pt x="108" y="73"/>
                    <a:pt x="79" y="78"/>
                  </a:cubicBezTo>
                  <a:cubicBezTo>
                    <a:pt x="87" y="63"/>
                    <a:pt x="105" y="35"/>
                    <a:pt x="137" y="3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93" name="Freeform 13"/>
            <p:cNvSpPr>
              <a:spLocks noEditPoints="1"/>
            </p:cNvSpPr>
            <p:nvPr/>
          </p:nvSpPr>
          <p:spPr bwMode="auto">
            <a:xfrm>
              <a:off x="4688199" y="976518"/>
              <a:ext cx="323313" cy="306560"/>
            </a:xfrm>
            <a:custGeom>
              <a:avLst/>
              <a:gdLst>
                <a:gd name="T0" fmla="*/ 63 w 160"/>
                <a:gd name="T1" fmla="*/ 0 h 152"/>
                <a:gd name="T2" fmla="*/ 63 w 160"/>
                <a:gd name="T3" fmla="*/ 80 h 152"/>
                <a:gd name="T4" fmla="*/ 8 w 160"/>
                <a:gd name="T5" fmla="*/ 74 h 152"/>
                <a:gd name="T6" fmla="*/ 1 w 160"/>
                <a:gd name="T7" fmla="*/ 78 h 152"/>
                <a:gd name="T8" fmla="*/ 5 w 160"/>
                <a:gd name="T9" fmla="*/ 85 h 152"/>
                <a:gd name="T10" fmla="*/ 53 w 160"/>
                <a:gd name="T11" fmla="*/ 92 h 152"/>
                <a:gd name="T12" fmla="*/ 63 w 160"/>
                <a:gd name="T13" fmla="*/ 92 h 152"/>
                <a:gd name="T14" fmla="*/ 63 w 160"/>
                <a:gd name="T15" fmla="*/ 147 h 152"/>
                <a:gd name="T16" fmla="*/ 68 w 160"/>
                <a:gd name="T17" fmla="*/ 152 h 152"/>
                <a:gd name="T18" fmla="*/ 74 w 160"/>
                <a:gd name="T19" fmla="*/ 147 h 152"/>
                <a:gd name="T20" fmla="*/ 74 w 160"/>
                <a:gd name="T21" fmla="*/ 91 h 152"/>
                <a:gd name="T22" fmla="*/ 150 w 160"/>
                <a:gd name="T23" fmla="*/ 55 h 152"/>
                <a:gd name="T24" fmla="*/ 157 w 160"/>
                <a:gd name="T25" fmla="*/ 31 h 152"/>
                <a:gd name="T26" fmla="*/ 137 w 160"/>
                <a:gd name="T27" fmla="*/ 22 h 152"/>
                <a:gd name="T28" fmla="*/ 75 w 160"/>
                <a:gd name="T29" fmla="*/ 61 h 152"/>
                <a:gd name="T30" fmla="*/ 75 w 160"/>
                <a:gd name="T31" fmla="*/ 0 h 152"/>
                <a:gd name="T32" fmla="*/ 63 w 160"/>
                <a:gd name="T33" fmla="*/ 0 h 152"/>
                <a:gd name="T34" fmla="*/ 137 w 160"/>
                <a:gd name="T35" fmla="*/ 34 h 152"/>
                <a:gd name="T36" fmla="*/ 138 w 160"/>
                <a:gd name="T37" fmla="*/ 34 h 152"/>
                <a:gd name="T38" fmla="*/ 146 w 160"/>
                <a:gd name="T39" fmla="*/ 36 h 152"/>
                <a:gd name="T40" fmla="*/ 141 w 160"/>
                <a:gd name="T41" fmla="*/ 47 h 152"/>
                <a:gd name="T42" fmla="*/ 79 w 160"/>
                <a:gd name="T43" fmla="*/ 78 h 152"/>
                <a:gd name="T44" fmla="*/ 137 w 160"/>
                <a:gd name="T45" fmla="*/ 3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60" h="152">
                  <a:moveTo>
                    <a:pt x="63" y="0"/>
                  </a:moveTo>
                  <a:cubicBezTo>
                    <a:pt x="63" y="80"/>
                    <a:pt x="63" y="80"/>
                    <a:pt x="63" y="80"/>
                  </a:cubicBezTo>
                  <a:cubicBezTo>
                    <a:pt x="46" y="81"/>
                    <a:pt x="28" y="80"/>
                    <a:pt x="8" y="74"/>
                  </a:cubicBezTo>
                  <a:cubicBezTo>
                    <a:pt x="5" y="73"/>
                    <a:pt x="2" y="74"/>
                    <a:pt x="1" y="78"/>
                  </a:cubicBezTo>
                  <a:cubicBezTo>
                    <a:pt x="0" y="81"/>
                    <a:pt x="1" y="84"/>
                    <a:pt x="5" y="85"/>
                  </a:cubicBezTo>
                  <a:cubicBezTo>
                    <a:pt x="21" y="90"/>
                    <a:pt x="38" y="92"/>
                    <a:pt x="53" y="92"/>
                  </a:cubicBezTo>
                  <a:cubicBezTo>
                    <a:pt x="56" y="92"/>
                    <a:pt x="59" y="92"/>
                    <a:pt x="63" y="92"/>
                  </a:cubicBezTo>
                  <a:cubicBezTo>
                    <a:pt x="63" y="147"/>
                    <a:pt x="63" y="147"/>
                    <a:pt x="63" y="147"/>
                  </a:cubicBezTo>
                  <a:cubicBezTo>
                    <a:pt x="63" y="150"/>
                    <a:pt x="65" y="152"/>
                    <a:pt x="68" y="152"/>
                  </a:cubicBezTo>
                  <a:cubicBezTo>
                    <a:pt x="71" y="152"/>
                    <a:pt x="74" y="150"/>
                    <a:pt x="74" y="147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110" y="86"/>
                    <a:pt x="137" y="69"/>
                    <a:pt x="150" y="55"/>
                  </a:cubicBezTo>
                  <a:cubicBezTo>
                    <a:pt x="157" y="46"/>
                    <a:pt x="160" y="37"/>
                    <a:pt x="157" y="31"/>
                  </a:cubicBezTo>
                  <a:cubicBezTo>
                    <a:pt x="155" y="26"/>
                    <a:pt x="150" y="21"/>
                    <a:pt x="137" y="22"/>
                  </a:cubicBezTo>
                  <a:cubicBezTo>
                    <a:pt x="106" y="23"/>
                    <a:pt x="86" y="44"/>
                    <a:pt x="75" y="61"/>
                  </a:cubicBezTo>
                  <a:cubicBezTo>
                    <a:pt x="75" y="0"/>
                    <a:pt x="75" y="0"/>
                    <a:pt x="75" y="0"/>
                  </a:cubicBezTo>
                  <a:lnTo>
                    <a:pt x="63" y="0"/>
                  </a:lnTo>
                  <a:close/>
                  <a:moveTo>
                    <a:pt x="137" y="34"/>
                  </a:moveTo>
                  <a:cubicBezTo>
                    <a:pt x="138" y="34"/>
                    <a:pt x="138" y="34"/>
                    <a:pt x="138" y="34"/>
                  </a:cubicBezTo>
                  <a:cubicBezTo>
                    <a:pt x="143" y="34"/>
                    <a:pt x="146" y="35"/>
                    <a:pt x="146" y="36"/>
                  </a:cubicBezTo>
                  <a:cubicBezTo>
                    <a:pt x="147" y="37"/>
                    <a:pt x="146" y="41"/>
                    <a:pt x="141" y="47"/>
                  </a:cubicBezTo>
                  <a:cubicBezTo>
                    <a:pt x="130" y="59"/>
                    <a:pt x="108" y="73"/>
                    <a:pt x="79" y="78"/>
                  </a:cubicBezTo>
                  <a:cubicBezTo>
                    <a:pt x="87" y="63"/>
                    <a:pt x="105" y="35"/>
                    <a:pt x="137" y="3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cxnSp>
        <p:nvCxnSpPr>
          <p:cNvPr id="294" name="Straight Connector 293"/>
          <p:cNvCxnSpPr/>
          <p:nvPr/>
        </p:nvCxnSpPr>
        <p:spPr>
          <a:xfrm>
            <a:off x="3599879" y="1"/>
            <a:ext cx="0" cy="117360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288289" y="3600141"/>
            <a:ext cx="1598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8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Aa楷体" panose="02000500000000000000" pitchFamily="2" charset="-122"/>
              </a:rPr>
              <a:t>Brainstroming</a:t>
            </a:r>
            <a:endParaRPr kumimoji="0" lang="id-ID" sz="18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Aa楷体" panose="02000500000000000000" pitchFamily="2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854632" y="3885425"/>
            <a:ext cx="24658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category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, Lorem Ipsum is not simply random text.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404293" y="4899514"/>
            <a:ext cx="7986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Aa楷体" panose="02000500000000000000" pitchFamily="2" charset="-122"/>
              </a:rPr>
              <a:t>Design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Aa楷体" panose="02000500000000000000" pitchFamily="2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404293" y="5159398"/>
            <a:ext cx="24658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category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, Lorem Ipsum is not simply random text.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860719" y="4706277"/>
            <a:ext cx="9925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Aa楷体" panose="02000500000000000000" pitchFamily="2" charset="-122"/>
              </a:rPr>
              <a:t>Promotion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Aa楷体" panose="02000500000000000000" pitchFamily="2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860719" y="4932913"/>
            <a:ext cx="20270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category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, Lorem Ipsum is not simply random text.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773332" y="1265645"/>
            <a:ext cx="9444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Aa楷体" panose="02000500000000000000" pitchFamily="2" charset="-122"/>
              </a:rPr>
              <a:t>Prototype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Aa楷体" panose="02000500000000000000" pitchFamily="2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773332" y="1489855"/>
            <a:ext cx="213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category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, Lorem Ipsum is not simply random text.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799352" y="2184706"/>
            <a:ext cx="12250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Aa楷体" panose="02000500000000000000" pitchFamily="2" charset="-122"/>
              </a:rPr>
              <a:t>Development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Aa楷体" panose="02000500000000000000" pitchFamily="2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345059" y="2416764"/>
            <a:ext cx="213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category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, Lorem Ipsum is not simply random text.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45" name="Group 44"/>
          <p:cNvGrpSpPr/>
          <p:nvPr/>
        </p:nvGrpSpPr>
        <p:grpSpPr>
          <a:xfrm>
            <a:off x="3212766" y="1759072"/>
            <a:ext cx="397830" cy="421941"/>
            <a:chOff x="7404100" y="3633788"/>
            <a:chExt cx="628651" cy="666751"/>
          </a:xfrm>
          <a:solidFill>
            <a:schemeClr val="accent2"/>
          </a:solidFill>
        </p:grpSpPr>
        <p:sp>
          <p:nvSpPr>
            <p:cNvPr id="46" name="Freeform 20"/>
            <p:cNvSpPr>
              <a:spLocks noEditPoints="1"/>
            </p:cNvSpPr>
            <p:nvPr/>
          </p:nvSpPr>
          <p:spPr bwMode="auto">
            <a:xfrm>
              <a:off x="7404100" y="3870326"/>
              <a:ext cx="427038" cy="430213"/>
            </a:xfrm>
            <a:custGeom>
              <a:avLst/>
              <a:gdLst>
                <a:gd name="T0" fmla="*/ 115 w 136"/>
                <a:gd name="T1" fmla="*/ 94 h 137"/>
                <a:gd name="T2" fmla="*/ 119 w 136"/>
                <a:gd name="T3" fmla="*/ 83 h 137"/>
                <a:gd name="T4" fmla="*/ 136 w 136"/>
                <a:gd name="T5" fmla="*/ 77 h 137"/>
                <a:gd name="T6" fmla="*/ 136 w 136"/>
                <a:gd name="T7" fmla="*/ 68 h 137"/>
                <a:gd name="T8" fmla="*/ 136 w 136"/>
                <a:gd name="T9" fmla="*/ 60 h 137"/>
                <a:gd name="T10" fmla="*/ 119 w 136"/>
                <a:gd name="T11" fmla="*/ 54 h 137"/>
                <a:gd name="T12" fmla="*/ 115 w 136"/>
                <a:gd name="T13" fmla="*/ 43 h 137"/>
                <a:gd name="T14" fmla="*/ 122 w 136"/>
                <a:gd name="T15" fmla="*/ 27 h 137"/>
                <a:gd name="T16" fmla="*/ 110 w 136"/>
                <a:gd name="T17" fmla="*/ 14 h 137"/>
                <a:gd name="T18" fmla="*/ 94 w 136"/>
                <a:gd name="T19" fmla="*/ 22 h 137"/>
                <a:gd name="T20" fmla="*/ 83 w 136"/>
                <a:gd name="T21" fmla="*/ 18 h 137"/>
                <a:gd name="T22" fmla="*/ 77 w 136"/>
                <a:gd name="T23" fmla="*/ 1 h 137"/>
                <a:gd name="T24" fmla="*/ 68 w 136"/>
                <a:gd name="T25" fmla="*/ 0 h 137"/>
                <a:gd name="T26" fmla="*/ 59 w 136"/>
                <a:gd name="T27" fmla="*/ 1 h 137"/>
                <a:gd name="T28" fmla="*/ 53 w 136"/>
                <a:gd name="T29" fmla="*/ 18 h 137"/>
                <a:gd name="T30" fmla="*/ 43 w 136"/>
                <a:gd name="T31" fmla="*/ 22 h 137"/>
                <a:gd name="T32" fmla="*/ 26 w 136"/>
                <a:gd name="T33" fmla="*/ 14 h 137"/>
                <a:gd name="T34" fmla="*/ 14 w 136"/>
                <a:gd name="T35" fmla="*/ 27 h 137"/>
                <a:gd name="T36" fmla="*/ 22 w 136"/>
                <a:gd name="T37" fmla="*/ 43 h 137"/>
                <a:gd name="T38" fmla="*/ 17 w 136"/>
                <a:gd name="T39" fmla="*/ 54 h 137"/>
                <a:gd name="T40" fmla="*/ 0 w 136"/>
                <a:gd name="T41" fmla="*/ 60 h 137"/>
                <a:gd name="T42" fmla="*/ 0 w 136"/>
                <a:gd name="T43" fmla="*/ 68 h 137"/>
                <a:gd name="T44" fmla="*/ 0 w 136"/>
                <a:gd name="T45" fmla="*/ 77 h 137"/>
                <a:gd name="T46" fmla="*/ 17 w 136"/>
                <a:gd name="T47" fmla="*/ 83 h 137"/>
                <a:gd name="T48" fmla="*/ 22 w 136"/>
                <a:gd name="T49" fmla="*/ 94 h 137"/>
                <a:gd name="T50" fmla="*/ 14 w 136"/>
                <a:gd name="T51" fmla="*/ 110 h 137"/>
                <a:gd name="T52" fmla="*/ 26 w 136"/>
                <a:gd name="T53" fmla="*/ 123 h 137"/>
                <a:gd name="T54" fmla="*/ 43 w 136"/>
                <a:gd name="T55" fmla="*/ 115 h 137"/>
                <a:gd name="T56" fmla="*/ 53 w 136"/>
                <a:gd name="T57" fmla="*/ 119 h 137"/>
                <a:gd name="T58" fmla="*/ 59 w 136"/>
                <a:gd name="T59" fmla="*/ 136 h 137"/>
                <a:gd name="T60" fmla="*/ 68 w 136"/>
                <a:gd name="T61" fmla="*/ 137 h 137"/>
                <a:gd name="T62" fmla="*/ 77 w 136"/>
                <a:gd name="T63" fmla="*/ 136 h 137"/>
                <a:gd name="T64" fmla="*/ 83 w 136"/>
                <a:gd name="T65" fmla="*/ 119 h 137"/>
                <a:gd name="T66" fmla="*/ 94 w 136"/>
                <a:gd name="T67" fmla="*/ 115 h 137"/>
                <a:gd name="T68" fmla="*/ 110 w 136"/>
                <a:gd name="T69" fmla="*/ 123 h 137"/>
                <a:gd name="T70" fmla="*/ 122 w 136"/>
                <a:gd name="T71" fmla="*/ 110 h 137"/>
                <a:gd name="T72" fmla="*/ 115 w 136"/>
                <a:gd name="T73" fmla="*/ 94 h 137"/>
                <a:gd name="T74" fmla="*/ 68 w 136"/>
                <a:gd name="T75" fmla="*/ 92 h 137"/>
                <a:gd name="T76" fmla="*/ 44 w 136"/>
                <a:gd name="T77" fmla="*/ 68 h 137"/>
                <a:gd name="T78" fmla="*/ 68 w 136"/>
                <a:gd name="T79" fmla="*/ 45 h 137"/>
                <a:gd name="T80" fmla="*/ 92 w 136"/>
                <a:gd name="T81" fmla="*/ 68 h 137"/>
                <a:gd name="T82" fmla="*/ 68 w 136"/>
                <a:gd name="T83" fmla="*/ 92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36" h="137">
                  <a:moveTo>
                    <a:pt x="115" y="94"/>
                  </a:moveTo>
                  <a:cubicBezTo>
                    <a:pt x="116" y="91"/>
                    <a:pt x="118" y="87"/>
                    <a:pt x="119" y="83"/>
                  </a:cubicBezTo>
                  <a:cubicBezTo>
                    <a:pt x="136" y="77"/>
                    <a:pt x="136" y="77"/>
                    <a:pt x="136" y="77"/>
                  </a:cubicBezTo>
                  <a:cubicBezTo>
                    <a:pt x="136" y="74"/>
                    <a:pt x="136" y="71"/>
                    <a:pt x="136" y="68"/>
                  </a:cubicBezTo>
                  <a:cubicBezTo>
                    <a:pt x="136" y="65"/>
                    <a:pt x="136" y="63"/>
                    <a:pt x="136" y="60"/>
                  </a:cubicBezTo>
                  <a:cubicBezTo>
                    <a:pt x="119" y="54"/>
                    <a:pt x="119" y="54"/>
                    <a:pt x="119" y="54"/>
                  </a:cubicBezTo>
                  <a:cubicBezTo>
                    <a:pt x="118" y="50"/>
                    <a:pt x="116" y="46"/>
                    <a:pt x="115" y="43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19" y="22"/>
                    <a:pt x="115" y="18"/>
                    <a:pt x="110" y="14"/>
                  </a:cubicBezTo>
                  <a:cubicBezTo>
                    <a:pt x="94" y="22"/>
                    <a:pt x="94" y="22"/>
                    <a:pt x="94" y="22"/>
                  </a:cubicBezTo>
                  <a:cubicBezTo>
                    <a:pt x="90" y="20"/>
                    <a:pt x="87" y="19"/>
                    <a:pt x="83" y="18"/>
                  </a:cubicBezTo>
                  <a:cubicBezTo>
                    <a:pt x="77" y="1"/>
                    <a:pt x="77" y="1"/>
                    <a:pt x="77" y="1"/>
                  </a:cubicBezTo>
                  <a:cubicBezTo>
                    <a:pt x="74" y="0"/>
                    <a:pt x="71" y="0"/>
                    <a:pt x="68" y="0"/>
                  </a:cubicBezTo>
                  <a:cubicBezTo>
                    <a:pt x="65" y="0"/>
                    <a:pt x="62" y="0"/>
                    <a:pt x="59" y="1"/>
                  </a:cubicBezTo>
                  <a:cubicBezTo>
                    <a:pt x="53" y="18"/>
                    <a:pt x="53" y="18"/>
                    <a:pt x="53" y="18"/>
                  </a:cubicBezTo>
                  <a:cubicBezTo>
                    <a:pt x="50" y="19"/>
                    <a:pt x="46" y="20"/>
                    <a:pt x="43" y="22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8"/>
                    <a:pt x="18" y="22"/>
                    <a:pt x="14" y="27"/>
                  </a:cubicBezTo>
                  <a:cubicBezTo>
                    <a:pt x="22" y="43"/>
                    <a:pt x="22" y="43"/>
                    <a:pt x="22" y="43"/>
                  </a:cubicBezTo>
                  <a:cubicBezTo>
                    <a:pt x="20" y="46"/>
                    <a:pt x="18" y="50"/>
                    <a:pt x="17" y="54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3"/>
                    <a:pt x="0" y="65"/>
                    <a:pt x="0" y="68"/>
                  </a:cubicBezTo>
                  <a:cubicBezTo>
                    <a:pt x="0" y="71"/>
                    <a:pt x="0" y="74"/>
                    <a:pt x="0" y="77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18" y="87"/>
                    <a:pt x="20" y="91"/>
                    <a:pt x="22" y="94"/>
                  </a:cubicBezTo>
                  <a:cubicBezTo>
                    <a:pt x="14" y="110"/>
                    <a:pt x="14" y="110"/>
                    <a:pt x="14" y="110"/>
                  </a:cubicBezTo>
                  <a:cubicBezTo>
                    <a:pt x="18" y="115"/>
                    <a:pt x="22" y="119"/>
                    <a:pt x="26" y="123"/>
                  </a:cubicBezTo>
                  <a:cubicBezTo>
                    <a:pt x="43" y="115"/>
                    <a:pt x="43" y="115"/>
                    <a:pt x="43" y="115"/>
                  </a:cubicBezTo>
                  <a:cubicBezTo>
                    <a:pt x="46" y="117"/>
                    <a:pt x="50" y="118"/>
                    <a:pt x="53" y="119"/>
                  </a:cubicBezTo>
                  <a:cubicBezTo>
                    <a:pt x="59" y="136"/>
                    <a:pt x="59" y="136"/>
                    <a:pt x="59" y="136"/>
                  </a:cubicBezTo>
                  <a:cubicBezTo>
                    <a:pt x="62" y="137"/>
                    <a:pt x="65" y="137"/>
                    <a:pt x="68" y="137"/>
                  </a:cubicBezTo>
                  <a:cubicBezTo>
                    <a:pt x="71" y="137"/>
                    <a:pt x="74" y="137"/>
                    <a:pt x="77" y="136"/>
                  </a:cubicBezTo>
                  <a:cubicBezTo>
                    <a:pt x="83" y="119"/>
                    <a:pt x="83" y="119"/>
                    <a:pt x="83" y="119"/>
                  </a:cubicBezTo>
                  <a:cubicBezTo>
                    <a:pt x="87" y="118"/>
                    <a:pt x="90" y="117"/>
                    <a:pt x="94" y="115"/>
                  </a:cubicBezTo>
                  <a:cubicBezTo>
                    <a:pt x="110" y="123"/>
                    <a:pt x="110" y="123"/>
                    <a:pt x="110" y="123"/>
                  </a:cubicBezTo>
                  <a:cubicBezTo>
                    <a:pt x="115" y="119"/>
                    <a:pt x="119" y="115"/>
                    <a:pt x="122" y="110"/>
                  </a:cubicBezTo>
                  <a:lnTo>
                    <a:pt x="115" y="94"/>
                  </a:lnTo>
                  <a:close/>
                  <a:moveTo>
                    <a:pt x="68" y="92"/>
                  </a:moveTo>
                  <a:cubicBezTo>
                    <a:pt x="55" y="92"/>
                    <a:pt x="44" y="82"/>
                    <a:pt x="44" y="68"/>
                  </a:cubicBezTo>
                  <a:cubicBezTo>
                    <a:pt x="44" y="55"/>
                    <a:pt x="55" y="45"/>
                    <a:pt x="68" y="45"/>
                  </a:cubicBezTo>
                  <a:cubicBezTo>
                    <a:pt x="81" y="45"/>
                    <a:pt x="92" y="55"/>
                    <a:pt x="92" y="68"/>
                  </a:cubicBezTo>
                  <a:cubicBezTo>
                    <a:pt x="92" y="82"/>
                    <a:pt x="81" y="92"/>
                    <a:pt x="68" y="9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7" name="Freeform 21"/>
            <p:cNvSpPr>
              <a:spLocks noEditPoints="1"/>
            </p:cNvSpPr>
            <p:nvPr/>
          </p:nvSpPr>
          <p:spPr bwMode="auto">
            <a:xfrm>
              <a:off x="7608888" y="3633788"/>
              <a:ext cx="282575" cy="282575"/>
            </a:xfrm>
            <a:custGeom>
              <a:avLst/>
              <a:gdLst>
                <a:gd name="T0" fmla="*/ 4 w 90"/>
                <a:gd name="T1" fmla="*/ 67 h 90"/>
                <a:gd name="T2" fmla="*/ 16 w 90"/>
                <a:gd name="T3" fmla="*/ 67 h 90"/>
                <a:gd name="T4" fmla="*/ 22 w 90"/>
                <a:gd name="T5" fmla="*/ 73 h 90"/>
                <a:gd name="T6" fmla="*/ 21 w 90"/>
                <a:gd name="T7" fmla="*/ 85 h 90"/>
                <a:gd name="T8" fmla="*/ 26 w 90"/>
                <a:gd name="T9" fmla="*/ 88 h 90"/>
                <a:gd name="T10" fmla="*/ 32 w 90"/>
                <a:gd name="T11" fmla="*/ 90 h 90"/>
                <a:gd name="T12" fmla="*/ 40 w 90"/>
                <a:gd name="T13" fmla="*/ 81 h 90"/>
                <a:gd name="T14" fmla="*/ 48 w 90"/>
                <a:gd name="T15" fmla="*/ 81 h 90"/>
                <a:gd name="T16" fmla="*/ 56 w 90"/>
                <a:gd name="T17" fmla="*/ 90 h 90"/>
                <a:gd name="T18" fmla="*/ 67 w 90"/>
                <a:gd name="T19" fmla="*/ 86 h 90"/>
                <a:gd name="T20" fmla="*/ 67 w 90"/>
                <a:gd name="T21" fmla="*/ 74 h 90"/>
                <a:gd name="T22" fmla="*/ 73 w 90"/>
                <a:gd name="T23" fmla="*/ 68 h 90"/>
                <a:gd name="T24" fmla="*/ 85 w 90"/>
                <a:gd name="T25" fmla="*/ 69 h 90"/>
                <a:gd name="T26" fmla="*/ 87 w 90"/>
                <a:gd name="T27" fmla="*/ 64 h 90"/>
                <a:gd name="T28" fmla="*/ 89 w 90"/>
                <a:gd name="T29" fmla="*/ 58 h 90"/>
                <a:gd name="T30" fmla="*/ 81 w 90"/>
                <a:gd name="T31" fmla="*/ 50 h 90"/>
                <a:gd name="T32" fmla="*/ 81 w 90"/>
                <a:gd name="T33" fmla="*/ 42 h 90"/>
                <a:gd name="T34" fmla="*/ 90 w 90"/>
                <a:gd name="T35" fmla="*/ 34 h 90"/>
                <a:gd name="T36" fmla="*/ 86 w 90"/>
                <a:gd name="T37" fmla="*/ 23 h 90"/>
                <a:gd name="T38" fmla="*/ 73 w 90"/>
                <a:gd name="T39" fmla="*/ 23 h 90"/>
                <a:gd name="T40" fmla="*/ 68 w 90"/>
                <a:gd name="T41" fmla="*/ 17 h 90"/>
                <a:gd name="T42" fmla="*/ 69 w 90"/>
                <a:gd name="T43" fmla="*/ 5 h 90"/>
                <a:gd name="T44" fmla="*/ 63 w 90"/>
                <a:gd name="T45" fmla="*/ 3 h 90"/>
                <a:gd name="T46" fmla="*/ 58 w 90"/>
                <a:gd name="T47" fmla="*/ 0 h 90"/>
                <a:gd name="T48" fmla="*/ 49 w 90"/>
                <a:gd name="T49" fmla="*/ 9 h 90"/>
                <a:gd name="T50" fmla="*/ 41 w 90"/>
                <a:gd name="T51" fmla="*/ 9 h 90"/>
                <a:gd name="T52" fmla="*/ 33 w 90"/>
                <a:gd name="T53" fmla="*/ 0 h 90"/>
                <a:gd name="T54" fmla="*/ 22 w 90"/>
                <a:gd name="T55" fmla="*/ 4 h 90"/>
                <a:gd name="T56" fmla="*/ 23 w 90"/>
                <a:gd name="T57" fmla="*/ 17 h 90"/>
                <a:gd name="T58" fmla="*/ 17 w 90"/>
                <a:gd name="T59" fmla="*/ 22 h 90"/>
                <a:gd name="T60" fmla="*/ 5 w 90"/>
                <a:gd name="T61" fmla="*/ 21 h 90"/>
                <a:gd name="T62" fmla="*/ 2 w 90"/>
                <a:gd name="T63" fmla="*/ 27 h 90"/>
                <a:gd name="T64" fmla="*/ 0 w 90"/>
                <a:gd name="T65" fmla="*/ 32 h 90"/>
                <a:gd name="T66" fmla="*/ 9 w 90"/>
                <a:gd name="T67" fmla="*/ 40 h 90"/>
                <a:gd name="T68" fmla="*/ 9 w 90"/>
                <a:gd name="T69" fmla="*/ 48 h 90"/>
                <a:gd name="T70" fmla="*/ 0 w 90"/>
                <a:gd name="T71" fmla="*/ 56 h 90"/>
                <a:gd name="T72" fmla="*/ 4 w 90"/>
                <a:gd name="T73" fmla="*/ 67 h 90"/>
                <a:gd name="T74" fmla="*/ 30 w 90"/>
                <a:gd name="T75" fmla="*/ 39 h 90"/>
                <a:gd name="T76" fmla="*/ 51 w 90"/>
                <a:gd name="T77" fmla="*/ 30 h 90"/>
                <a:gd name="T78" fmla="*/ 60 w 90"/>
                <a:gd name="T79" fmla="*/ 52 h 90"/>
                <a:gd name="T80" fmla="*/ 38 w 90"/>
                <a:gd name="T81" fmla="*/ 60 h 90"/>
                <a:gd name="T82" fmla="*/ 30 w 90"/>
                <a:gd name="T83" fmla="*/ 39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90" h="90">
                  <a:moveTo>
                    <a:pt x="4" y="67"/>
                  </a:moveTo>
                  <a:cubicBezTo>
                    <a:pt x="16" y="67"/>
                    <a:pt x="16" y="67"/>
                    <a:pt x="16" y="67"/>
                  </a:cubicBezTo>
                  <a:cubicBezTo>
                    <a:pt x="18" y="69"/>
                    <a:pt x="20" y="71"/>
                    <a:pt x="22" y="73"/>
                  </a:cubicBezTo>
                  <a:cubicBezTo>
                    <a:pt x="21" y="85"/>
                    <a:pt x="21" y="85"/>
                    <a:pt x="21" y="85"/>
                  </a:cubicBezTo>
                  <a:cubicBezTo>
                    <a:pt x="23" y="86"/>
                    <a:pt x="25" y="87"/>
                    <a:pt x="26" y="88"/>
                  </a:cubicBezTo>
                  <a:cubicBezTo>
                    <a:pt x="28" y="88"/>
                    <a:pt x="30" y="89"/>
                    <a:pt x="32" y="90"/>
                  </a:cubicBezTo>
                  <a:cubicBezTo>
                    <a:pt x="40" y="81"/>
                    <a:pt x="40" y="81"/>
                    <a:pt x="40" y="81"/>
                  </a:cubicBezTo>
                  <a:cubicBezTo>
                    <a:pt x="43" y="81"/>
                    <a:pt x="46" y="81"/>
                    <a:pt x="48" y="81"/>
                  </a:cubicBezTo>
                  <a:cubicBezTo>
                    <a:pt x="56" y="90"/>
                    <a:pt x="56" y="90"/>
                    <a:pt x="56" y="90"/>
                  </a:cubicBezTo>
                  <a:cubicBezTo>
                    <a:pt x="60" y="89"/>
                    <a:pt x="64" y="88"/>
                    <a:pt x="67" y="86"/>
                  </a:cubicBezTo>
                  <a:cubicBezTo>
                    <a:pt x="67" y="74"/>
                    <a:pt x="67" y="74"/>
                    <a:pt x="67" y="74"/>
                  </a:cubicBezTo>
                  <a:cubicBezTo>
                    <a:pt x="69" y="72"/>
                    <a:pt x="71" y="70"/>
                    <a:pt x="73" y="68"/>
                  </a:cubicBezTo>
                  <a:cubicBezTo>
                    <a:pt x="85" y="69"/>
                    <a:pt x="85" y="69"/>
                    <a:pt x="85" y="69"/>
                  </a:cubicBezTo>
                  <a:cubicBezTo>
                    <a:pt x="86" y="67"/>
                    <a:pt x="87" y="65"/>
                    <a:pt x="87" y="64"/>
                  </a:cubicBezTo>
                  <a:cubicBezTo>
                    <a:pt x="88" y="62"/>
                    <a:pt x="89" y="60"/>
                    <a:pt x="89" y="58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81" y="47"/>
                    <a:pt x="81" y="44"/>
                    <a:pt x="81" y="42"/>
                  </a:cubicBezTo>
                  <a:cubicBezTo>
                    <a:pt x="90" y="34"/>
                    <a:pt x="90" y="34"/>
                    <a:pt x="90" y="34"/>
                  </a:cubicBezTo>
                  <a:cubicBezTo>
                    <a:pt x="89" y="30"/>
                    <a:pt x="87" y="26"/>
                    <a:pt x="86" y="2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2" y="21"/>
                    <a:pt x="70" y="19"/>
                    <a:pt x="68" y="17"/>
                  </a:cubicBezTo>
                  <a:cubicBezTo>
                    <a:pt x="69" y="5"/>
                    <a:pt x="69" y="5"/>
                    <a:pt x="69" y="5"/>
                  </a:cubicBezTo>
                  <a:cubicBezTo>
                    <a:pt x="67" y="4"/>
                    <a:pt x="65" y="3"/>
                    <a:pt x="63" y="3"/>
                  </a:cubicBezTo>
                  <a:cubicBezTo>
                    <a:pt x="62" y="2"/>
                    <a:pt x="60" y="1"/>
                    <a:pt x="58" y="0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7" y="9"/>
                    <a:pt x="44" y="9"/>
                    <a:pt x="41" y="9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0" y="1"/>
                    <a:pt x="26" y="3"/>
                    <a:pt x="22" y="4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1" y="18"/>
                    <a:pt x="19" y="20"/>
                    <a:pt x="17" y="2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4" y="23"/>
                    <a:pt x="3" y="25"/>
                    <a:pt x="2" y="27"/>
                  </a:cubicBezTo>
                  <a:cubicBezTo>
                    <a:pt x="2" y="28"/>
                    <a:pt x="1" y="30"/>
                    <a:pt x="0" y="32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9" y="43"/>
                    <a:pt x="9" y="46"/>
                    <a:pt x="9" y="48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1" y="60"/>
                    <a:pt x="2" y="64"/>
                    <a:pt x="4" y="67"/>
                  </a:cubicBezTo>
                  <a:close/>
                  <a:moveTo>
                    <a:pt x="30" y="39"/>
                  </a:moveTo>
                  <a:cubicBezTo>
                    <a:pt x="34" y="30"/>
                    <a:pt x="43" y="27"/>
                    <a:pt x="51" y="30"/>
                  </a:cubicBezTo>
                  <a:cubicBezTo>
                    <a:pt x="60" y="34"/>
                    <a:pt x="63" y="43"/>
                    <a:pt x="60" y="52"/>
                  </a:cubicBezTo>
                  <a:cubicBezTo>
                    <a:pt x="56" y="60"/>
                    <a:pt x="47" y="63"/>
                    <a:pt x="38" y="60"/>
                  </a:cubicBezTo>
                  <a:cubicBezTo>
                    <a:pt x="30" y="56"/>
                    <a:pt x="26" y="47"/>
                    <a:pt x="30" y="3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8" name="Freeform 22"/>
            <p:cNvSpPr>
              <a:spLocks noEditPoints="1"/>
            </p:cNvSpPr>
            <p:nvPr/>
          </p:nvSpPr>
          <p:spPr bwMode="auto">
            <a:xfrm>
              <a:off x="7805738" y="3832226"/>
              <a:ext cx="227013" cy="228600"/>
            </a:xfrm>
            <a:custGeom>
              <a:avLst/>
              <a:gdLst>
                <a:gd name="T0" fmla="*/ 63 w 72"/>
                <a:gd name="T1" fmla="*/ 44 h 73"/>
                <a:gd name="T2" fmla="*/ 72 w 72"/>
                <a:gd name="T3" fmla="*/ 41 h 73"/>
                <a:gd name="T4" fmla="*/ 72 w 72"/>
                <a:gd name="T5" fmla="*/ 36 h 73"/>
                <a:gd name="T6" fmla="*/ 72 w 72"/>
                <a:gd name="T7" fmla="*/ 31 h 73"/>
                <a:gd name="T8" fmla="*/ 63 w 72"/>
                <a:gd name="T9" fmla="*/ 28 h 73"/>
                <a:gd name="T10" fmla="*/ 60 w 72"/>
                <a:gd name="T11" fmla="*/ 23 h 73"/>
                <a:gd name="T12" fmla="*/ 64 w 72"/>
                <a:gd name="T13" fmla="*/ 14 h 73"/>
                <a:gd name="T14" fmla="*/ 58 w 72"/>
                <a:gd name="T15" fmla="*/ 8 h 73"/>
                <a:gd name="T16" fmla="*/ 49 w 72"/>
                <a:gd name="T17" fmla="*/ 12 h 73"/>
                <a:gd name="T18" fmla="*/ 43 w 72"/>
                <a:gd name="T19" fmla="*/ 10 h 73"/>
                <a:gd name="T20" fmla="*/ 40 w 72"/>
                <a:gd name="T21" fmla="*/ 1 h 73"/>
                <a:gd name="T22" fmla="*/ 35 w 72"/>
                <a:gd name="T23" fmla="*/ 0 h 73"/>
                <a:gd name="T24" fmla="*/ 31 w 72"/>
                <a:gd name="T25" fmla="*/ 1 h 73"/>
                <a:gd name="T26" fmla="*/ 28 w 72"/>
                <a:gd name="T27" fmla="*/ 10 h 73"/>
                <a:gd name="T28" fmla="*/ 22 w 72"/>
                <a:gd name="T29" fmla="*/ 12 h 73"/>
                <a:gd name="T30" fmla="*/ 13 w 72"/>
                <a:gd name="T31" fmla="*/ 8 h 73"/>
                <a:gd name="T32" fmla="*/ 7 w 72"/>
                <a:gd name="T33" fmla="*/ 15 h 73"/>
                <a:gd name="T34" fmla="*/ 11 w 72"/>
                <a:gd name="T35" fmla="*/ 24 h 73"/>
                <a:gd name="T36" fmla="*/ 9 w 72"/>
                <a:gd name="T37" fmla="*/ 29 h 73"/>
                <a:gd name="T38" fmla="*/ 0 w 72"/>
                <a:gd name="T39" fmla="*/ 33 h 73"/>
                <a:gd name="T40" fmla="*/ 0 w 72"/>
                <a:gd name="T41" fmla="*/ 37 h 73"/>
                <a:gd name="T42" fmla="*/ 0 w 72"/>
                <a:gd name="T43" fmla="*/ 42 h 73"/>
                <a:gd name="T44" fmla="*/ 9 w 72"/>
                <a:gd name="T45" fmla="*/ 45 h 73"/>
                <a:gd name="T46" fmla="*/ 12 w 72"/>
                <a:gd name="T47" fmla="*/ 51 h 73"/>
                <a:gd name="T48" fmla="*/ 8 w 72"/>
                <a:gd name="T49" fmla="*/ 59 h 73"/>
                <a:gd name="T50" fmla="*/ 15 w 72"/>
                <a:gd name="T51" fmla="*/ 66 h 73"/>
                <a:gd name="T52" fmla="*/ 23 w 72"/>
                <a:gd name="T53" fmla="*/ 62 h 73"/>
                <a:gd name="T54" fmla="*/ 29 w 72"/>
                <a:gd name="T55" fmla="*/ 64 h 73"/>
                <a:gd name="T56" fmla="*/ 32 w 72"/>
                <a:gd name="T57" fmla="*/ 73 h 73"/>
                <a:gd name="T58" fmla="*/ 37 w 72"/>
                <a:gd name="T59" fmla="*/ 73 h 73"/>
                <a:gd name="T60" fmla="*/ 41 w 72"/>
                <a:gd name="T61" fmla="*/ 72 h 73"/>
                <a:gd name="T62" fmla="*/ 44 w 72"/>
                <a:gd name="T63" fmla="*/ 63 h 73"/>
                <a:gd name="T64" fmla="*/ 50 w 72"/>
                <a:gd name="T65" fmla="*/ 61 h 73"/>
                <a:gd name="T66" fmla="*/ 59 w 72"/>
                <a:gd name="T67" fmla="*/ 65 h 73"/>
                <a:gd name="T68" fmla="*/ 65 w 72"/>
                <a:gd name="T69" fmla="*/ 58 h 73"/>
                <a:gd name="T70" fmla="*/ 61 w 72"/>
                <a:gd name="T71" fmla="*/ 50 h 73"/>
                <a:gd name="T72" fmla="*/ 63 w 72"/>
                <a:gd name="T73" fmla="*/ 44 h 73"/>
                <a:gd name="T74" fmla="*/ 36 w 72"/>
                <a:gd name="T75" fmla="*/ 49 h 73"/>
                <a:gd name="T76" fmla="*/ 23 w 72"/>
                <a:gd name="T77" fmla="*/ 37 h 73"/>
                <a:gd name="T78" fmla="*/ 36 w 72"/>
                <a:gd name="T79" fmla="*/ 24 h 73"/>
                <a:gd name="T80" fmla="*/ 49 w 72"/>
                <a:gd name="T81" fmla="*/ 36 h 73"/>
                <a:gd name="T82" fmla="*/ 36 w 72"/>
                <a:gd name="T83" fmla="*/ 49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72" h="73">
                  <a:moveTo>
                    <a:pt x="63" y="44"/>
                  </a:moveTo>
                  <a:cubicBezTo>
                    <a:pt x="72" y="41"/>
                    <a:pt x="72" y="41"/>
                    <a:pt x="72" y="41"/>
                  </a:cubicBezTo>
                  <a:cubicBezTo>
                    <a:pt x="72" y="39"/>
                    <a:pt x="72" y="37"/>
                    <a:pt x="72" y="36"/>
                  </a:cubicBezTo>
                  <a:cubicBezTo>
                    <a:pt x="72" y="34"/>
                    <a:pt x="72" y="33"/>
                    <a:pt x="72" y="31"/>
                  </a:cubicBezTo>
                  <a:cubicBezTo>
                    <a:pt x="63" y="28"/>
                    <a:pt x="63" y="28"/>
                    <a:pt x="63" y="28"/>
                  </a:cubicBezTo>
                  <a:cubicBezTo>
                    <a:pt x="62" y="26"/>
                    <a:pt x="61" y="24"/>
                    <a:pt x="60" y="23"/>
                  </a:cubicBezTo>
                  <a:cubicBezTo>
                    <a:pt x="64" y="14"/>
                    <a:pt x="64" y="14"/>
                    <a:pt x="64" y="14"/>
                  </a:cubicBezTo>
                  <a:cubicBezTo>
                    <a:pt x="62" y="12"/>
                    <a:pt x="60" y="9"/>
                    <a:pt x="58" y="8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7" y="11"/>
                    <a:pt x="45" y="10"/>
                    <a:pt x="43" y="10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38" y="0"/>
                    <a:pt x="37" y="0"/>
                    <a:pt x="35" y="0"/>
                  </a:cubicBezTo>
                  <a:cubicBezTo>
                    <a:pt x="34" y="0"/>
                    <a:pt x="32" y="1"/>
                    <a:pt x="31" y="1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6" y="10"/>
                    <a:pt x="24" y="11"/>
                    <a:pt x="22" y="12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1" y="10"/>
                    <a:pt x="9" y="13"/>
                    <a:pt x="7" y="1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0" y="25"/>
                    <a:pt x="10" y="27"/>
                    <a:pt x="9" y="29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4"/>
                    <a:pt x="0" y="36"/>
                    <a:pt x="0" y="37"/>
                  </a:cubicBezTo>
                  <a:cubicBezTo>
                    <a:pt x="0" y="39"/>
                    <a:pt x="0" y="41"/>
                    <a:pt x="0" y="42"/>
                  </a:cubicBezTo>
                  <a:cubicBezTo>
                    <a:pt x="9" y="45"/>
                    <a:pt x="9" y="45"/>
                    <a:pt x="9" y="45"/>
                  </a:cubicBezTo>
                  <a:cubicBezTo>
                    <a:pt x="10" y="47"/>
                    <a:pt x="11" y="49"/>
                    <a:pt x="12" y="51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10" y="62"/>
                    <a:pt x="12" y="64"/>
                    <a:pt x="15" y="66"/>
                  </a:cubicBezTo>
                  <a:cubicBezTo>
                    <a:pt x="23" y="62"/>
                    <a:pt x="23" y="62"/>
                    <a:pt x="23" y="62"/>
                  </a:cubicBezTo>
                  <a:cubicBezTo>
                    <a:pt x="25" y="62"/>
                    <a:pt x="27" y="63"/>
                    <a:pt x="29" y="64"/>
                  </a:cubicBezTo>
                  <a:cubicBezTo>
                    <a:pt x="32" y="73"/>
                    <a:pt x="32" y="73"/>
                    <a:pt x="32" y="73"/>
                  </a:cubicBezTo>
                  <a:cubicBezTo>
                    <a:pt x="34" y="73"/>
                    <a:pt x="35" y="73"/>
                    <a:pt x="37" y="73"/>
                  </a:cubicBezTo>
                  <a:cubicBezTo>
                    <a:pt x="38" y="73"/>
                    <a:pt x="40" y="73"/>
                    <a:pt x="41" y="72"/>
                  </a:cubicBezTo>
                  <a:cubicBezTo>
                    <a:pt x="44" y="63"/>
                    <a:pt x="44" y="63"/>
                    <a:pt x="44" y="63"/>
                  </a:cubicBezTo>
                  <a:cubicBezTo>
                    <a:pt x="46" y="63"/>
                    <a:pt x="48" y="62"/>
                    <a:pt x="50" y="61"/>
                  </a:cubicBezTo>
                  <a:cubicBezTo>
                    <a:pt x="59" y="65"/>
                    <a:pt x="59" y="65"/>
                    <a:pt x="59" y="65"/>
                  </a:cubicBezTo>
                  <a:cubicBezTo>
                    <a:pt x="61" y="63"/>
                    <a:pt x="63" y="61"/>
                    <a:pt x="65" y="58"/>
                  </a:cubicBezTo>
                  <a:cubicBezTo>
                    <a:pt x="61" y="50"/>
                    <a:pt x="61" y="50"/>
                    <a:pt x="61" y="50"/>
                  </a:cubicBezTo>
                  <a:cubicBezTo>
                    <a:pt x="62" y="48"/>
                    <a:pt x="63" y="46"/>
                    <a:pt x="63" y="44"/>
                  </a:cubicBezTo>
                  <a:close/>
                  <a:moveTo>
                    <a:pt x="36" y="49"/>
                  </a:moveTo>
                  <a:cubicBezTo>
                    <a:pt x="29" y="49"/>
                    <a:pt x="24" y="44"/>
                    <a:pt x="23" y="37"/>
                  </a:cubicBezTo>
                  <a:cubicBezTo>
                    <a:pt x="23" y="30"/>
                    <a:pt x="29" y="24"/>
                    <a:pt x="36" y="24"/>
                  </a:cubicBezTo>
                  <a:cubicBezTo>
                    <a:pt x="43" y="24"/>
                    <a:pt x="49" y="29"/>
                    <a:pt x="49" y="36"/>
                  </a:cubicBezTo>
                  <a:cubicBezTo>
                    <a:pt x="49" y="43"/>
                    <a:pt x="43" y="49"/>
                    <a:pt x="36" y="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8168568" y="1446522"/>
            <a:ext cx="464363" cy="482071"/>
            <a:chOff x="5719763" y="3041650"/>
            <a:chExt cx="749300" cy="777875"/>
          </a:xfrm>
          <a:solidFill>
            <a:schemeClr val="accent3"/>
          </a:solidFill>
        </p:grpSpPr>
        <p:sp>
          <p:nvSpPr>
            <p:cNvPr id="50" name="Oval 5"/>
            <p:cNvSpPr>
              <a:spLocks noChangeArrowheads="1"/>
            </p:cNvSpPr>
            <p:nvPr/>
          </p:nvSpPr>
          <p:spPr bwMode="auto">
            <a:xfrm>
              <a:off x="6035675" y="3368675"/>
              <a:ext cx="120650" cy="1206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51" name="Oval 6"/>
            <p:cNvSpPr>
              <a:spLocks noChangeArrowheads="1"/>
            </p:cNvSpPr>
            <p:nvPr/>
          </p:nvSpPr>
          <p:spPr bwMode="auto">
            <a:xfrm>
              <a:off x="6281738" y="3186113"/>
              <a:ext cx="84138" cy="8413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52" name="Oval 7"/>
            <p:cNvSpPr>
              <a:spLocks noChangeArrowheads="1"/>
            </p:cNvSpPr>
            <p:nvPr/>
          </p:nvSpPr>
          <p:spPr bwMode="auto">
            <a:xfrm>
              <a:off x="5730875" y="3319463"/>
              <a:ext cx="84138" cy="825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53" name="Freeform 8"/>
            <p:cNvSpPr>
              <a:spLocks noEditPoints="1"/>
            </p:cNvSpPr>
            <p:nvPr/>
          </p:nvSpPr>
          <p:spPr bwMode="auto">
            <a:xfrm>
              <a:off x="5719763" y="3041650"/>
              <a:ext cx="749300" cy="777875"/>
            </a:xfrm>
            <a:custGeom>
              <a:avLst/>
              <a:gdLst>
                <a:gd name="T0" fmla="*/ 176 w 197"/>
                <a:gd name="T1" fmla="*/ 101 h 205"/>
                <a:gd name="T2" fmla="*/ 174 w 197"/>
                <a:gd name="T3" fmla="*/ 46 h 205"/>
                <a:gd name="T4" fmla="*/ 172 w 197"/>
                <a:gd name="T5" fmla="*/ 56 h 205"/>
                <a:gd name="T6" fmla="*/ 169 w 197"/>
                <a:gd name="T7" fmla="*/ 94 h 205"/>
                <a:gd name="T8" fmla="*/ 140 w 197"/>
                <a:gd name="T9" fmla="*/ 76 h 205"/>
                <a:gd name="T10" fmla="*/ 146 w 197"/>
                <a:gd name="T11" fmla="*/ 54 h 205"/>
                <a:gd name="T12" fmla="*/ 145 w 197"/>
                <a:gd name="T13" fmla="*/ 44 h 205"/>
                <a:gd name="T14" fmla="*/ 130 w 197"/>
                <a:gd name="T15" fmla="*/ 31 h 205"/>
                <a:gd name="T16" fmla="*/ 67 w 197"/>
                <a:gd name="T17" fmla="*/ 31 h 205"/>
                <a:gd name="T18" fmla="*/ 41 w 197"/>
                <a:gd name="T19" fmla="*/ 44 h 205"/>
                <a:gd name="T20" fmla="*/ 4 w 197"/>
                <a:gd name="T21" fmla="*/ 73 h 205"/>
                <a:gd name="T22" fmla="*/ 15 w 197"/>
                <a:gd name="T23" fmla="*/ 63 h 205"/>
                <a:gd name="T24" fmla="*/ 61 w 197"/>
                <a:gd name="T25" fmla="*/ 56 h 205"/>
                <a:gd name="T26" fmla="*/ 30 w 197"/>
                <a:gd name="T27" fmla="*/ 95 h 205"/>
                <a:gd name="T28" fmla="*/ 27 w 197"/>
                <a:gd name="T29" fmla="*/ 92 h 205"/>
                <a:gd name="T30" fmla="*/ 21 w 197"/>
                <a:gd name="T31" fmla="*/ 101 h 205"/>
                <a:gd name="T32" fmla="*/ 21 w 197"/>
                <a:gd name="T33" fmla="*/ 104 h 205"/>
                <a:gd name="T34" fmla="*/ 41 w 197"/>
                <a:gd name="T35" fmla="*/ 161 h 205"/>
                <a:gd name="T36" fmla="*/ 67 w 197"/>
                <a:gd name="T37" fmla="*/ 173 h 205"/>
                <a:gd name="T38" fmla="*/ 118 w 197"/>
                <a:gd name="T39" fmla="*/ 194 h 205"/>
                <a:gd name="T40" fmla="*/ 99 w 197"/>
                <a:gd name="T41" fmla="*/ 195 h 205"/>
                <a:gd name="T42" fmla="*/ 99 w 197"/>
                <a:gd name="T43" fmla="*/ 148 h 205"/>
                <a:gd name="T44" fmla="*/ 122 w 197"/>
                <a:gd name="T45" fmla="*/ 165 h 205"/>
                <a:gd name="T46" fmla="*/ 135 w 197"/>
                <a:gd name="T47" fmla="*/ 158 h 205"/>
                <a:gd name="T48" fmla="*/ 157 w 197"/>
                <a:gd name="T49" fmla="*/ 161 h 205"/>
                <a:gd name="T50" fmla="*/ 176 w 197"/>
                <a:gd name="T51" fmla="*/ 104 h 205"/>
                <a:gd name="T52" fmla="*/ 56 w 197"/>
                <a:gd name="T53" fmla="*/ 88 h 205"/>
                <a:gd name="T54" fmla="*/ 56 w 197"/>
                <a:gd name="T55" fmla="*/ 116 h 205"/>
                <a:gd name="T56" fmla="*/ 56 w 197"/>
                <a:gd name="T57" fmla="*/ 88 h 205"/>
                <a:gd name="T58" fmla="*/ 15 w 197"/>
                <a:gd name="T59" fmla="*/ 141 h 205"/>
                <a:gd name="T60" fmla="*/ 57 w 197"/>
                <a:gd name="T61" fmla="*/ 129 h 205"/>
                <a:gd name="T62" fmla="*/ 41 w 197"/>
                <a:gd name="T63" fmla="*/ 151 h 205"/>
                <a:gd name="T64" fmla="*/ 117 w 197"/>
                <a:gd name="T65" fmla="*/ 63 h 205"/>
                <a:gd name="T66" fmla="*/ 127 w 197"/>
                <a:gd name="T67" fmla="*/ 58 h 205"/>
                <a:gd name="T68" fmla="*/ 99 w 197"/>
                <a:gd name="T69" fmla="*/ 10 h 205"/>
                <a:gd name="T70" fmla="*/ 99 w 197"/>
                <a:gd name="T71" fmla="*/ 56 h 205"/>
                <a:gd name="T72" fmla="*/ 99 w 197"/>
                <a:gd name="T73" fmla="*/ 10 h 205"/>
                <a:gd name="T74" fmla="*/ 85 w 197"/>
                <a:gd name="T75" fmla="*/ 62 h 205"/>
                <a:gd name="T76" fmla="*/ 68 w 197"/>
                <a:gd name="T77" fmla="*/ 70 h 205"/>
                <a:gd name="T78" fmla="*/ 70 w 197"/>
                <a:gd name="T79" fmla="*/ 147 h 205"/>
                <a:gd name="T80" fmla="*/ 81 w 197"/>
                <a:gd name="T81" fmla="*/ 141 h 205"/>
                <a:gd name="T82" fmla="*/ 70 w 197"/>
                <a:gd name="T83" fmla="*/ 147 h 205"/>
                <a:gd name="T84" fmla="*/ 113 w 197"/>
                <a:gd name="T85" fmla="*/ 143 h 205"/>
                <a:gd name="T86" fmla="*/ 129 w 197"/>
                <a:gd name="T87" fmla="*/ 135 h 205"/>
                <a:gd name="T88" fmla="*/ 131 w 197"/>
                <a:gd name="T89" fmla="*/ 123 h 205"/>
                <a:gd name="T90" fmla="*/ 99 w 197"/>
                <a:gd name="T91" fmla="*/ 138 h 205"/>
                <a:gd name="T92" fmla="*/ 67 w 197"/>
                <a:gd name="T93" fmla="*/ 123 h 205"/>
                <a:gd name="T94" fmla="*/ 67 w 197"/>
                <a:gd name="T95" fmla="*/ 82 h 205"/>
                <a:gd name="T96" fmla="*/ 99 w 197"/>
                <a:gd name="T97" fmla="*/ 67 h 205"/>
                <a:gd name="T98" fmla="*/ 131 w 197"/>
                <a:gd name="T99" fmla="*/ 82 h 205"/>
                <a:gd name="T100" fmla="*/ 131 w 197"/>
                <a:gd name="T101" fmla="*/ 123 h 205"/>
                <a:gd name="T102" fmla="*/ 160 w 197"/>
                <a:gd name="T103" fmla="*/ 102 h 205"/>
                <a:gd name="T104" fmla="*/ 141 w 197"/>
                <a:gd name="T105" fmla="*/ 102 h 205"/>
                <a:gd name="T106" fmla="*/ 183 w 197"/>
                <a:gd name="T107" fmla="*/ 141 h 205"/>
                <a:gd name="T108" fmla="*/ 157 w 197"/>
                <a:gd name="T109" fmla="*/ 151 h 205"/>
                <a:gd name="T110" fmla="*/ 140 w 197"/>
                <a:gd name="T111" fmla="*/ 129 h 205"/>
                <a:gd name="T112" fmla="*/ 183 w 197"/>
                <a:gd name="T113" fmla="*/ 141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97" h="205">
                  <a:moveTo>
                    <a:pt x="175" y="102"/>
                  </a:moveTo>
                  <a:cubicBezTo>
                    <a:pt x="175" y="102"/>
                    <a:pt x="176" y="101"/>
                    <a:pt x="176" y="101"/>
                  </a:cubicBezTo>
                  <a:cubicBezTo>
                    <a:pt x="192" y="85"/>
                    <a:pt x="197" y="70"/>
                    <a:pt x="192" y="59"/>
                  </a:cubicBezTo>
                  <a:cubicBezTo>
                    <a:pt x="190" y="54"/>
                    <a:pt x="185" y="49"/>
                    <a:pt x="174" y="46"/>
                  </a:cubicBezTo>
                  <a:cubicBezTo>
                    <a:pt x="174" y="47"/>
                    <a:pt x="174" y="48"/>
                    <a:pt x="174" y="49"/>
                  </a:cubicBezTo>
                  <a:cubicBezTo>
                    <a:pt x="174" y="51"/>
                    <a:pt x="173" y="54"/>
                    <a:pt x="172" y="56"/>
                  </a:cubicBezTo>
                  <a:cubicBezTo>
                    <a:pt x="178" y="57"/>
                    <a:pt x="181" y="60"/>
                    <a:pt x="183" y="63"/>
                  </a:cubicBezTo>
                  <a:cubicBezTo>
                    <a:pt x="186" y="70"/>
                    <a:pt x="181" y="82"/>
                    <a:pt x="169" y="94"/>
                  </a:cubicBezTo>
                  <a:cubicBezTo>
                    <a:pt x="169" y="94"/>
                    <a:pt x="168" y="95"/>
                    <a:pt x="168" y="95"/>
                  </a:cubicBezTo>
                  <a:cubicBezTo>
                    <a:pt x="160" y="89"/>
                    <a:pt x="150" y="82"/>
                    <a:pt x="140" y="76"/>
                  </a:cubicBezTo>
                  <a:cubicBezTo>
                    <a:pt x="139" y="69"/>
                    <a:pt x="138" y="62"/>
                    <a:pt x="137" y="56"/>
                  </a:cubicBezTo>
                  <a:cubicBezTo>
                    <a:pt x="140" y="55"/>
                    <a:pt x="143" y="55"/>
                    <a:pt x="146" y="54"/>
                  </a:cubicBezTo>
                  <a:cubicBezTo>
                    <a:pt x="145" y="53"/>
                    <a:pt x="145" y="51"/>
                    <a:pt x="145" y="49"/>
                  </a:cubicBezTo>
                  <a:cubicBezTo>
                    <a:pt x="145" y="47"/>
                    <a:pt x="145" y="46"/>
                    <a:pt x="145" y="44"/>
                  </a:cubicBezTo>
                  <a:cubicBezTo>
                    <a:pt x="142" y="45"/>
                    <a:pt x="138" y="45"/>
                    <a:pt x="135" y="46"/>
                  </a:cubicBezTo>
                  <a:cubicBezTo>
                    <a:pt x="133" y="41"/>
                    <a:pt x="132" y="36"/>
                    <a:pt x="130" y="31"/>
                  </a:cubicBezTo>
                  <a:cubicBezTo>
                    <a:pt x="122" y="11"/>
                    <a:pt x="111" y="0"/>
                    <a:pt x="99" y="0"/>
                  </a:cubicBezTo>
                  <a:cubicBezTo>
                    <a:pt x="86" y="0"/>
                    <a:pt x="75" y="11"/>
                    <a:pt x="67" y="31"/>
                  </a:cubicBezTo>
                  <a:cubicBezTo>
                    <a:pt x="66" y="36"/>
                    <a:pt x="64" y="41"/>
                    <a:pt x="63" y="46"/>
                  </a:cubicBezTo>
                  <a:cubicBezTo>
                    <a:pt x="55" y="45"/>
                    <a:pt x="48" y="44"/>
                    <a:pt x="41" y="44"/>
                  </a:cubicBezTo>
                  <a:cubicBezTo>
                    <a:pt x="18" y="44"/>
                    <a:pt x="9" y="52"/>
                    <a:pt x="6" y="59"/>
                  </a:cubicBezTo>
                  <a:cubicBezTo>
                    <a:pt x="4" y="63"/>
                    <a:pt x="3" y="68"/>
                    <a:pt x="4" y="73"/>
                  </a:cubicBezTo>
                  <a:cubicBezTo>
                    <a:pt x="7" y="71"/>
                    <a:pt x="10" y="69"/>
                    <a:pt x="14" y="69"/>
                  </a:cubicBezTo>
                  <a:cubicBezTo>
                    <a:pt x="14" y="67"/>
                    <a:pt x="14" y="65"/>
                    <a:pt x="15" y="63"/>
                  </a:cubicBezTo>
                  <a:cubicBezTo>
                    <a:pt x="17" y="57"/>
                    <a:pt x="27" y="54"/>
                    <a:pt x="41" y="54"/>
                  </a:cubicBezTo>
                  <a:cubicBezTo>
                    <a:pt x="47" y="54"/>
                    <a:pt x="53" y="54"/>
                    <a:pt x="61" y="56"/>
                  </a:cubicBezTo>
                  <a:cubicBezTo>
                    <a:pt x="59" y="62"/>
                    <a:pt x="58" y="69"/>
                    <a:pt x="57" y="76"/>
                  </a:cubicBezTo>
                  <a:cubicBezTo>
                    <a:pt x="47" y="82"/>
                    <a:pt x="38" y="89"/>
                    <a:pt x="30" y="95"/>
                  </a:cubicBezTo>
                  <a:cubicBezTo>
                    <a:pt x="29" y="95"/>
                    <a:pt x="29" y="94"/>
                    <a:pt x="29" y="94"/>
                  </a:cubicBezTo>
                  <a:cubicBezTo>
                    <a:pt x="28" y="93"/>
                    <a:pt x="27" y="93"/>
                    <a:pt x="27" y="92"/>
                  </a:cubicBezTo>
                  <a:cubicBezTo>
                    <a:pt x="25" y="95"/>
                    <a:pt x="22" y="97"/>
                    <a:pt x="19" y="98"/>
                  </a:cubicBezTo>
                  <a:cubicBezTo>
                    <a:pt x="19" y="99"/>
                    <a:pt x="20" y="100"/>
                    <a:pt x="21" y="101"/>
                  </a:cubicBezTo>
                  <a:cubicBezTo>
                    <a:pt x="22" y="101"/>
                    <a:pt x="22" y="102"/>
                    <a:pt x="23" y="102"/>
                  </a:cubicBezTo>
                  <a:cubicBezTo>
                    <a:pt x="22" y="103"/>
                    <a:pt x="22" y="103"/>
                    <a:pt x="21" y="104"/>
                  </a:cubicBezTo>
                  <a:cubicBezTo>
                    <a:pt x="6" y="119"/>
                    <a:pt x="0" y="134"/>
                    <a:pt x="6" y="145"/>
                  </a:cubicBezTo>
                  <a:cubicBezTo>
                    <a:pt x="9" y="152"/>
                    <a:pt x="18" y="161"/>
                    <a:pt x="41" y="161"/>
                  </a:cubicBezTo>
                  <a:cubicBezTo>
                    <a:pt x="48" y="161"/>
                    <a:pt x="55" y="160"/>
                    <a:pt x="63" y="158"/>
                  </a:cubicBezTo>
                  <a:cubicBezTo>
                    <a:pt x="64" y="164"/>
                    <a:pt x="66" y="169"/>
                    <a:pt x="67" y="173"/>
                  </a:cubicBezTo>
                  <a:cubicBezTo>
                    <a:pt x="75" y="194"/>
                    <a:pt x="86" y="205"/>
                    <a:pt x="99" y="205"/>
                  </a:cubicBezTo>
                  <a:cubicBezTo>
                    <a:pt x="106" y="205"/>
                    <a:pt x="112" y="201"/>
                    <a:pt x="118" y="194"/>
                  </a:cubicBezTo>
                  <a:cubicBezTo>
                    <a:pt x="115" y="193"/>
                    <a:pt x="112" y="191"/>
                    <a:pt x="110" y="188"/>
                  </a:cubicBezTo>
                  <a:cubicBezTo>
                    <a:pt x="106" y="193"/>
                    <a:pt x="103" y="195"/>
                    <a:pt x="99" y="195"/>
                  </a:cubicBezTo>
                  <a:cubicBezTo>
                    <a:pt x="89" y="195"/>
                    <a:pt x="79" y="180"/>
                    <a:pt x="73" y="156"/>
                  </a:cubicBezTo>
                  <a:cubicBezTo>
                    <a:pt x="81" y="154"/>
                    <a:pt x="90" y="152"/>
                    <a:pt x="99" y="148"/>
                  </a:cubicBezTo>
                  <a:cubicBezTo>
                    <a:pt x="108" y="152"/>
                    <a:pt x="116" y="154"/>
                    <a:pt x="125" y="156"/>
                  </a:cubicBezTo>
                  <a:cubicBezTo>
                    <a:pt x="124" y="160"/>
                    <a:pt x="123" y="162"/>
                    <a:pt x="122" y="165"/>
                  </a:cubicBezTo>
                  <a:cubicBezTo>
                    <a:pt x="126" y="165"/>
                    <a:pt x="129" y="167"/>
                    <a:pt x="132" y="169"/>
                  </a:cubicBezTo>
                  <a:cubicBezTo>
                    <a:pt x="133" y="165"/>
                    <a:pt x="134" y="162"/>
                    <a:pt x="135" y="158"/>
                  </a:cubicBezTo>
                  <a:cubicBezTo>
                    <a:pt x="143" y="160"/>
                    <a:pt x="150" y="161"/>
                    <a:pt x="157" y="161"/>
                  </a:cubicBezTo>
                  <a:cubicBezTo>
                    <a:pt x="157" y="161"/>
                    <a:pt x="157" y="161"/>
                    <a:pt x="157" y="161"/>
                  </a:cubicBezTo>
                  <a:cubicBezTo>
                    <a:pt x="180" y="161"/>
                    <a:pt x="189" y="152"/>
                    <a:pt x="192" y="145"/>
                  </a:cubicBezTo>
                  <a:cubicBezTo>
                    <a:pt x="197" y="134"/>
                    <a:pt x="192" y="119"/>
                    <a:pt x="176" y="104"/>
                  </a:cubicBezTo>
                  <a:cubicBezTo>
                    <a:pt x="176" y="103"/>
                    <a:pt x="175" y="103"/>
                    <a:pt x="175" y="102"/>
                  </a:cubicBezTo>
                  <a:close/>
                  <a:moveTo>
                    <a:pt x="56" y="88"/>
                  </a:moveTo>
                  <a:cubicBezTo>
                    <a:pt x="56" y="93"/>
                    <a:pt x="56" y="97"/>
                    <a:pt x="56" y="102"/>
                  </a:cubicBezTo>
                  <a:cubicBezTo>
                    <a:pt x="56" y="107"/>
                    <a:pt x="56" y="112"/>
                    <a:pt x="56" y="116"/>
                  </a:cubicBezTo>
                  <a:cubicBezTo>
                    <a:pt x="49" y="112"/>
                    <a:pt x="43" y="107"/>
                    <a:pt x="37" y="102"/>
                  </a:cubicBezTo>
                  <a:cubicBezTo>
                    <a:pt x="43" y="98"/>
                    <a:pt x="49" y="93"/>
                    <a:pt x="56" y="88"/>
                  </a:cubicBezTo>
                  <a:close/>
                  <a:moveTo>
                    <a:pt x="41" y="151"/>
                  </a:moveTo>
                  <a:cubicBezTo>
                    <a:pt x="27" y="151"/>
                    <a:pt x="17" y="147"/>
                    <a:pt x="15" y="141"/>
                  </a:cubicBezTo>
                  <a:cubicBezTo>
                    <a:pt x="11" y="134"/>
                    <a:pt x="17" y="122"/>
                    <a:pt x="30" y="109"/>
                  </a:cubicBezTo>
                  <a:cubicBezTo>
                    <a:pt x="38" y="116"/>
                    <a:pt x="47" y="122"/>
                    <a:pt x="57" y="129"/>
                  </a:cubicBezTo>
                  <a:cubicBezTo>
                    <a:pt x="58" y="136"/>
                    <a:pt x="59" y="142"/>
                    <a:pt x="61" y="149"/>
                  </a:cubicBezTo>
                  <a:cubicBezTo>
                    <a:pt x="53" y="150"/>
                    <a:pt x="47" y="151"/>
                    <a:pt x="41" y="151"/>
                  </a:cubicBezTo>
                  <a:close/>
                  <a:moveTo>
                    <a:pt x="129" y="70"/>
                  </a:moveTo>
                  <a:cubicBezTo>
                    <a:pt x="125" y="68"/>
                    <a:pt x="121" y="65"/>
                    <a:pt x="117" y="63"/>
                  </a:cubicBezTo>
                  <a:cubicBezTo>
                    <a:pt x="115" y="63"/>
                    <a:pt x="114" y="62"/>
                    <a:pt x="113" y="62"/>
                  </a:cubicBezTo>
                  <a:cubicBezTo>
                    <a:pt x="118" y="60"/>
                    <a:pt x="123" y="59"/>
                    <a:pt x="127" y="58"/>
                  </a:cubicBezTo>
                  <a:cubicBezTo>
                    <a:pt x="128" y="62"/>
                    <a:pt x="129" y="66"/>
                    <a:pt x="129" y="70"/>
                  </a:cubicBezTo>
                  <a:close/>
                  <a:moveTo>
                    <a:pt x="99" y="10"/>
                  </a:moveTo>
                  <a:cubicBezTo>
                    <a:pt x="108" y="10"/>
                    <a:pt x="119" y="24"/>
                    <a:pt x="125" y="48"/>
                  </a:cubicBezTo>
                  <a:cubicBezTo>
                    <a:pt x="116" y="50"/>
                    <a:pt x="108" y="53"/>
                    <a:pt x="99" y="56"/>
                  </a:cubicBezTo>
                  <a:cubicBezTo>
                    <a:pt x="90" y="53"/>
                    <a:pt x="81" y="50"/>
                    <a:pt x="73" y="48"/>
                  </a:cubicBezTo>
                  <a:cubicBezTo>
                    <a:pt x="79" y="24"/>
                    <a:pt x="89" y="10"/>
                    <a:pt x="99" y="10"/>
                  </a:cubicBezTo>
                  <a:close/>
                  <a:moveTo>
                    <a:pt x="70" y="58"/>
                  </a:moveTo>
                  <a:cubicBezTo>
                    <a:pt x="75" y="59"/>
                    <a:pt x="80" y="60"/>
                    <a:pt x="85" y="62"/>
                  </a:cubicBezTo>
                  <a:cubicBezTo>
                    <a:pt x="83" y="62"/>
                    <a:pt x="82" y="63"/>
                    <a:pt x="81" y="63"/>
                  </a:cubicBezTo>
                  <a:cubicBezTo>
                    <a:pt x="77" y="65"/>
                    <a:pt x="72" y="68"/>
                    <a:pt x="68" y="70"/>
                  </a:cubicBezTo>
                  <a:cubicBezTo>
                    <a:pt x="69" y="66"/>
                    <a:pt x="70" y="62"/>
                    <a:pt x="70" y="58"/>
                  </a:cubicBezTo>
                  <a:close/>
                  <a:moveTo>
                    <a:pt x="70" y="147"/>
                  </a:moveTo>
                  <a:cubicBezTo>
                    <a:pt x="70" y="143"/>
                    <a:pt x="69" y="139"/>
                    <a:pt x="68" y="135"/>
                  </a:cubicBezTo>
                  <a:cubicBezTo>
                    <a:pt x="72" y="137"/>
                    <a:pt x="77" y="139"/>
                    <a:pt x="81" y="141"/>
                  </a:cubicBezTo>
                  <a:cubicBezTo>
                    <a:pt x="82" y="142"/>
                    <a:pt x="83" y="142"/>
                    <a:pt x="85" y="143"/>
                  </a:cubicBezTo>
                  <a:cubicBezTo>
                    <a:pt x="80" y="144"/>
                    <a:pt x="75" y="146"/>
                    <a:pt x="70" y="147"/>
                  </a:cubicBezTo>
                  <a:close/>
                  <a:moveTo>
                    <a:pt x="127" y="147"/>
                  </a:moveTo>
                  <a:cubicBezTo>
                    <a:pt x="123" y="146"/>
                    <a:pt x="118" y="144"/>
                    <a:pt x="113" y="143"/>
                  </a:cubicBezTo>
                  <a:cubicBezTo>
                    <a:pt x="114" y="142"/>
                    <a:pt x="115" y="142"/>
                    <a:pt x="117" y="141"/>
                  </a:cubicBezTo>
                  <a:cubicBezTo>
                    <a:pt x="121" y="139"/>
                    <a:pt x="125" y="137"/>
                    <a:pt x="129" y="135"/>
                  </a:cubicBezTo>
                  <a:cubicBezTo>
                    <a:pt x="129" y="139"/>
                    <a:pt x="128" y="143"/>
                    <a:pt x="127" y="147"/>
                  </a:cubicBezTo>
                  <a:close/>
                  <a:moveTo>
                    <a:pt x="131" y="123"/>
                  </a:moveTo>
                  <a:cubicBezTo>
                    <a:pt x="125" y="126"/>
                    <a:pt x="119" y="129"/>
                    <a:pt x="113" y="132"/>
                  </a:cubicBezTo>
                  <a:cubicBezTo>
                    <a:pt x="108" y="134"/>
                    <a:pt x="103" y="136"/>
                    <a:pt x="99" y="138"/>
                  </a:cubicBezTo>
                  <a:cubicBezTo>
                    <a:pt x="94" y="136"/>
                    <a:pt x="90" y="134"/>
                    <a:pt x="85" y="132"/>
                  </a:cubicBezTo>
                  <a:cubicBezTo>
                    <a:pt x="79" y="129"/>
                    <a:pt x="73" y="126"/>
                    <a:pt x="67" y="123"/>
                  </a:cubicBezTo>
                  <a:cubicBezTo>
                    <a:pt x="66" y="116"/>
                    <a:pt x="66" y="109"/>
                    <a:pt x="66" y="102"/>
                  </a:cubicBezTo>
                  <a:cubicBezTo>
                    <a:pt x="66" y="95"/>
                    <a:pt x="66" y="88"/>
                    <a:pt x="67" y="82"/>
                  </a:cubicBezTo>
                  <a:cubicBezTo>
                    <a:pt x="73" y="79"/>
                    <a:pt x="79" y="76"/>
                    <a:pt x="85" y="73"/>
                  </a:cubicBezTo>
                  <a:cubicBezTo>
                    <a:pt x="90" y="70"/>
                    <a:pt x="94" y="68"/>
                    <a:pt x="99" y="67"/>
                  </a:cubicBezTo>
                  <a:cubicBezTo>
                    <a:pt x="103" y="68"/>
                    <a:pt x="108" y="70"/>
                    <a:pt x="113" y="73"/>
                  </a:cubicBezTo>
                  <a:cubicBezTo>
                    <a:pt x="119" y="76"/>
                    <a:pt x="125" y="79"/>
                    <a:pt x="131" y="82"/>
                  </a:cubicBezTo>
                  <a:cubicBezTo>
                    <a:pt x="131" y="88"/>
                    <a:pt x="131" y="95"/>
                    <a:pt x="131" y="102"/>
                  </a:cubicBezTo>
                  <a:cubicBezTo>
                    <a:pt x="131" y="109"/>
                    <a:pt x="131" y="116"/>
                    <a:pt x="131" y="123"/>
                  </a:cubicBezTo>
                  <a:close/>
                  <a:moveTo>
                    <a:pt x="141" y="88"/>
                  </a:moveTo>
                  <a:cubicBezTo>
                    <a:pt x="148" y="93"/>
                    <a:pt x="155" y="98"/>
                    <a:pt x="160" y="102"/>
                  </a:cubicBezTo>
                  <a:cubicBezTo>
                    <a:pt x="154" y="107"/>
                    <a:pt x="148" y="112"/>
                    <a:pt x="141" y="116"/>
                  </a:cubicBezTo>
                  <a:cubicBezTo>
                    <a:pt x="141" y="112"/>
                    <a:pt x="141" y="107"/>
                    <a:pt x="141" y="102"/>
                  </a:cubicBezTo>
                  <a:cubicBezTo>
                    <a:pt x="141" y="97"/>
                    <a:pt x="141" y="93"/>
                    <a:pt x="141" y="88"/>
                  </a:cubicBezTo>
                  <a:close/>
                  <a:moveTo>
                    <a:pt x="183" y="141"/>
                  </a:moveTo>
                  <a:cubicBezTo>
                    <a:pt x="180" y="147"/>
                    <a:pt x="171" y="151"/>
                    <a:pt x="157" y="151"/>
                  </a:cubicBezTo>
                  <a:cubicBezTo>
                    <a:pt x="157" y="151"/>
                    <a:pt x="157" y="151"/>
                    <a:pt x="157" y="151"/>
                  </a:cubicBezTo>
                  <a:cubicBezTo>
                    <a:pt x="151" y="151"/>
                    <a:pt x="144" y="150"/>
                    <a:pt x="137" y="149"/>
                  </a:cubicBezTo>
                  <a:cubicBezTo>
                    <a:pt x="138" y="142"/>
                    <a:pt x="139" y="136"/>
                    <a:pt x="140" y="129"/>
                  </a:cubicBezTo>
                  <a:cubicBezTo>
                    <a:pt x="150" y="122"/>
                    <a:pt x="160" y="116"/>
                    <a:pt x="168" y="109"/>
                  </a:cubicBezTo>
                  <a:cubicBezTo>
                    <a:pt x="181" y="122"/>
                    <a:pt x="186" y="134"/>
                    <a:pt x="183" y="1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54" name="Oval 9"/>
            <p:cNvSpPr>
              <a:spLocks noChangeArrowheads="1"/>
            </p:cNvSpPr>
            <p:nvPr/>
          </p:nvSpPr>
          <p:spPr bwMode="auto">
            <a:xfrm>
              <a:off x="6142038" y="3683000"/>
              <a:ext cx="84138" cy="8413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5864006" y="3020864"/>
            <a:ext cx="462818" cy="527354"/>
            <a:chOff x="8196263" y="4981575"/>
            <a:chExt cx="796925" cy="908050"/>
          </a:xfrm>
          <a:solidFill>
            <a:schemeClr val="accent1"/>
          </a:solidFill>
        </p:grpSpPr>
        <p:sp>
          <p:nvSpPr>
            <p:cNvPr id="56" name="Freeform 5"/>
            <p:cNvSpPr>
              <a:spLocks noEditPoints="1"/>
            </p:cNvSpPr>
            <p:nvPr/>
          </p:nvSpPr>
          <p:spPr bwMode="auto">
            <a:xfrm>
              <a:off x="8196263" y="4981575"/>
              <a:ext cx="796925" cy="908050"/>
            </a:xfrm>
            <a:custGeom>
              <a:avLst/>
              <a:gdLst>
                <a:gd name="T0" fmla="*/ 666 w 907"/>
                <a:gd name="T1" fmla="*/ 33 h 1034"/>
                <a:gd name="T2" fmla="*/ 236 w 907"/>
                <a:gd name="T3" fmla="*/ 68 h 1034"/>
                <a:gd name="T4" fmla="*/ 77 w 907"/>
                <a:gd name="T5" fmla="*/ 272 h 1034"/>
                <a:gd name="T6" fmla="*/ 78 w 907"/>
                <a:gd name="T7" fmla="*/ 399 h 1034"/>
                <a:gd name="T8" fmla="*/ 81 w 907"/>
                <a:gd name="T9" fmla="*/ 411 h 1034"/>
                <a:gd name="T10" fmla="*/ 44 w 907"/>
                <a:gd name="T11" fmla="*/ 468 h 1034"/>
                <a:gd name="T12" fmla="*/ 16 w 907"/>
                <a:gd name="T13" fmla="*/ 509 h 1034"/>
                <a:gd name="T14" fmla="*/ 16 w 907"/>
                <a:gd name="T15" fmla="*/ 510 h 1034"/>
                <a:gd name="T16" fmla="*/ 42 w 907"/>
                <a:gd name="T17" fmla="*/ 624 h 1034"/>
                <a:gd name="T18" fmla="*/ 57 w 907"/>
                <a:gd name="T19" fmla="*/ 677 h 1034"/>
                <a:gd name="T20" fmla="*/ 86 w 907"/>
                <a:gd name="T21" fmla="*/ 749 h 1034"/>
                <a:gd name="T22" fmla="*/ 85 w 907"/>
                <a:gd name="T23" fmla="*/ 800 h 1034"/>
                <a:gd name="T24" fmla="*/ 195 w 907"/>
                <a:gd name="T25" fmla="*/ 892 h 1034"/>
                <a:gd name="T26" fmla="*/ 281 w 907"/>
                <a:gd name="T27" fmla="*/ 958 h 1034"/>
                <a:gd name="T28" fmla="*/ 713 w 907"/>
                <a:gd name="T29" fmla="*/ 1034 h 1034"/>
                <a:gd name="T30" fmla="*/ 791 w 907"/>
                <a:gd name="T31" fmla="*/ 940 h 1034"/>
                <a:gd name="T32" fmla="*/ 766 w 907"/>
                <a:gd name="T33" fmla="*/ 735 h 1034"/>
                <a:gd name="T34" fmla="*/ 896 w 907"/>
                <a:gd name="T35" fmla="*/ 481 h 1034"/>
                <a:gd name="T36" fmla="*/ 814 w 907"/>
                <a:gd name="T37" fmla="*/ 136 h 1034"/>
                <a:gd name="T38" fmla="*/ 723 w 907"/>
                <a:gd name="T39" fmla="*/ 699 h 1034"/>
                <a:gd name="T40" fmla="*/ 736 w 907"/>
                <a:gd name="T41" fmla="*/ 949 h 1034"/>
                <a:gd name="T42" fmla="*/ 713 w 907"/>
                <a:gd name="T43" fmla="*/ 978 h 1034"/>
                <a:gd name="T44" fmla="*/ 337 w 907"/>
                <a:gd name="T45" fmla="*/ 955 h 1034"/>
                <a:gd name="T46" fmla="*/ 300 w 907"/>
                <a:gd name="T47" fmla="*/ 814 h 1034"/>
                <a:gd name="T48" fmla="*/ 195 w 907"/>
                <a:gd name="T49" fmla="*/ 837 h 1034"/>
                <a:gd name="T50" fmla="*/ 116 w 907"/>
                <a:gd name="T51" fmla="*/ 697 h 1034"/>
                <a:gd name="T52" fmla="*/ 126 w 907"/>
                <a:gd name="T53" fmla="*/ 655 h 1034"/>
                <a:gd name="T54" fmla="*/ 99 w 907"/>
                <a:gd name="T55" fmla="*/ 640 h 1034"/>
                <a:gd name="T56" fmla="*/ 108 w 907"/>
                <a:gd name="T57" fmla="*/ 598 h 1034"/>
                <a:gd name="T58" fmla="*/ 75 w 907"/>
                <a:gd name="T59" fmla="*/ 579 h 1034"/>
                <a:gd name="T60" fmla="*/ 63 w 907"/>
                <a:gd name="T61" fmla="*/ 539 h 1034"/>
                <a:gd name="T62" fmla="*/ 128 w 907"/>
                <a:gd name="T63" fmla="*/ 440 h 1034"/>
                <a:gd name="T64" fmla="*/ 132 w 907"/>
                <a:gd name="T65" fmla="*/ 387 h 1034"/>
                <a:gd name="T66" fmla="*/ 131 w 907"/>
                <a:gd name="T67" fmla="*/ 286 h 1034"/>
                <a:gd name="T68" fmla="*/ 841 w 907"/>
                <a:gd name="T69" fmla="*/ 473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07" h="1034">
                  <a:moveTo>
                    <a:pt x="814" y="136"/>
                  </a:moveTo>
                  <a:cubicBezTo>
                    <a:pt x="775" y="91"/>
                    <a:pt x="726" y="56"/>
                    <a:pt x="666" y="33"/>
                  </a:cubicBezTo>
                  <a:cubicBezTo>
                    <a:pt x="613" y="11"/>
                    <a:pt x="552" y="0"/>
                    <a:pt x="490" y="0"/>
                  </a:cubicBezTo>
                  <a:cubicBezTo>
                    <a:pt x="399" y="0"/>
                    <a:pt x="308" y="24"/>
                    <a:pt x="236" y="68"/>
                  </a:cubicBezTo>
                  <a:cubicBezTo>
                    <a:pt x="196" y="92"/>
                    <a:pt x="163" y="120"/>
                    <a:pt x="137" y="153"/>
                  </a:cubicBezTo>
                  <a:cubicBezTo>
                    <a:pt x="108" y="189"/>
                    <a:pt x="88" y="229"/>
                    <a:pt x="77" y="272"/>
                  </a:cubicBezTo>
                  <a:cubicBezTo>
                    <a:pt x="68" y="310"/>
                    <a:pt x="67" y="352"/>
                    <a:pt x="75" y="387"/>
                  </a:cubicBezTo>
                  <a:cubicBezTo>
                    <a:pt x="78" y="399"/>
                    <a:pt x="78" y="399"/>
                    <a:pt x="78" y="399"/>
                  </a:cubicBezTo>
                  <a:cubicBezTo>
                    <a:pt x="78" y="403"/>
                    <a:pt x="79" y="406"/>
                    <a:pt x="80" y="409"/>
                  </a:cubicBezTo>
                  <a:cubicBezTo>
                    <a:pt x="80" y="410"/>
                    <a:pt x="80" y="410"/>
                    <a:pt x="81" y="411"/>
                  </a:cubicBezTo>
                  <a:cubicBezTo>
                    <a:pt x="78" y="416"/>
                    <a:pt x="78" y="416"/>
                    <a:pt x="78" y="416"/>
                  </a:cubicBezTo>
                  <a:cubicBezTo>
                    <a:pt x="70" y="433"/>
                    <a:pt x="58" y="450"/>
                    <a:pt x="44" y="468"/>
                  </a:cubicBezTo>
                  <a:cubicBezTo>
                    <a:pt x="35" y="481"/>
                    <a:pt x="25" y="494"/>
                    <a:pt x="16" y="509"/>
                  </a:cubicBezTo>
                  <a:cubicBezTo>
                    <a:pt x="16" y="509"/>
                    <a:pt x="16" y="509"/>
                    <a:pt x="16" y="509"/>
                  </a:cubicBezTo>
                  <a:cubicBezTo>
                    <a:pt x="16" y="509"/>
                    <a:pt x="16" y="509"/>
                    <a:pt x="16" y="509"/>
                  </a:cubicBezTo>
                  <a:cubicBezTo>
                    <a:pt x="16" y="510"/>
                    <a:pt x="16" y="510"/>
                    <a:pt x="16" y="510"/>
                  </a:cubicBezTo>
                  <a:cubicBezTo>
                    <a:pt x="3" y="530"/>
                    <a:pt x="0" y="555"/>
                    <a:pt x="7" y="578"/>
                  </a:cubicBezTo>
                  <a:cubicBezTo>
                    <a:pt x="12" y="597"/>
                    <a:pt x="25" y="613"/>
                    <a:pt x="42" y="624"/>
                  </a:cubicBezTo>
                  <a:cubicBezTo>
                    <a:pt x="40" y="638"/>
                    <a:pt x="43" y="652"/>
                    <a:pt x="49" y="665"/>
                  </a:cubicBezTo>
                  <a:cubicBezTo>
                    <a:pt x="51" y="669"/>
                    <a:pt x="54" y="674"/>
                    <a:pt x="57" y="677"/>
                  </a:cubicBezTo>
                  <a:cubicBezTo>
                    <a:pt x="55" y="696"/>
                    <a:pt x="60" y="714"/>
                    <a:pt x="71" y="730"/>
                  </a:cubicBezTo>
                  <a:cubicBezTo>
                    <a:pt x="86" y="749"/>
                    <a:pt x="86" y="749"/>
                    <a:pt x="86" y="749"/>
                  </a:cubicBezTo>
                  <a:cubicBezTo>
                    <a:pt x="86" y="752"/>
                    <a:pt x="86" y="755"/>
                    <a:pt x="85" y="758"/>
                  </a:cubicBezTo>
                  <a:cubicBezTo>
                    <a:pt x="85" y="770"/>
                    <a:pt x="84" y="785"/>
                    <a:pt x="85" y="800"/>
                  </a:cubicBezTo>
                  <a:cubicBezTo>
                    <a:pt x="88" y="825"/>
                    <a:pt x="97" y="845"/>
                    <a:pt x="112" y="860"/>
                  </a:cubicBezTo>
                  <a:cubicBezTo>
                    <a:pt x="132" y="881"/>
                    <a:pt x="160" y="892"/>
                    <a:pt x="195" y="892"/>
                  </a:cubicBezTo>
                  <a:cubicBezTo>
                    <a:pt x="218" y="892"/>
                    <a:pt x="244" y="888"/>
                    <a:pt x="276" y="879"/>
                  </a:cubicBezTo>
                  <a:cubicBezTo>
                    <a:pt x="278" y="899"/>
                    <a:pt x="280" y="925"/>
                    <a:pt x="281" y="958"/>
                  </a:cubicBezTo>
                  <a:cubicBezTo>
                    <a:pt x="283" y="1000"/>
                    <a:pt x="318" y="1034"/>
                    <a:pt x="361" y="1034"/>
                  </a:cubicBezTo>
                  <a:cubicBezTo>
                    <a:pt x="713" y="1034"/>
                    <a:pt x="713" y="1034"/>
                    <a:pt x="713" y="1034"/>
                  </a:cubicBezTo>
                  <a:cubicBezTo>
                    <a:pt x="736" y="1034"/>
                    <a:pt x="759" y="1023"/>
                    <a:pt x="774" y="1005"/>
                  </a:cubicBezTo>
                  <a:cubicBezTo>
                    <a:pt x="789" y="987"/>
                    <a:pt x="795" y="963"/>
                    <a:pt x="791" y="940"/>
                  </a:cubicBezTo>
                  <a:cubicBezTo>
                    <a:pt x="759" y="759"/>
                    <a:pt x="759" y="759"/>
                    <a:pt x="759" y="759"/>
                  </a:cubicBezTo>
                  <a:cubicBezTo>
                    <a:pt x="758" y="751"/>
                    <a:pt x="760" y="742"/>
                    <a:pt x="766" y="735"/>
                  </a:cubicBezTo>
                  <a:cubicBezTo>
                    <a:pt x="792" y="704"/>
                    <a:pt x="821" y="668"/>
                    <a:pt x="845" y="625"/>
                  </a:cubicBezTo>
                  <a:cubicBezTo>
                    <a:pt x="872" y="578"/>
                    <a:pt x="888" y="531"/>
                    <a:pt x="896" y="481"/>
                  </a:cubicBezTo>
                  <a:cubicBezTo>
                    <a:pt x="907" y="410"/>
                    <a:pt x="905" y="344"/>
                    <a:pt x="890" y="285"/>
                  </a:cubicBezTo>
                  <a:cubicBezTo>
                    <a:pt x="876" y="228"/>
                    <a:pt x="850" y="178"/>
                    <a:pt x="814" y="136"/>
                  </a:cubicBezTo>
                  <a:close/>
                  <a:moveTo>
                    <a:pt x="841" y="473"/>
                  </a:moveTo>
                  <a:cubicBezTo>
                    <a:pt x="826" y="567"/>
                    <a:pt x="777" y="635"/>
                    <a:pt x="723" y="699"/>
                  </a:cubicBezTo>
                  <a:cubicBezTo>
                    <a:pt x="707" y="718"/>
                    <a:pt x="700" y="744"/>
                    <a:pt x="704" y="769"/>
                  </a:cubicBezTo>
                  <a:cubicBezTo>
                    <a:pt x="736" y="949"/>
                    <a:pt x="736" y="949"/>
                    <a:pt x="736" y="949"/>
                  </a:cubicBezTo>
                  <a:cubicBezTo>
                    <a:pt x="738" y="956"/>
                    <a:pt x="736" y="964"/>
                    <a:pt x="731" y="969"/>
                  </a:cubicBezTo>
                  <a:cubicBezTo>
                    <a:pt x="727" y="975"/>
                    <a:pt x="720" y="978"/>
                    <a:pt x="713" y="978"/>
                  </a:cubicBezTo>
                  <a:cubicBezTo>
                    <a:pt x="361" y="978"/>
                    <a:pt x="361" y="978"/>
                    <a:pt x="361" y="978"/>
                  </a:cubicBezTo>
                  <a:cubicBezTo>
                    <a:pt x="348" y="978"/>
                    <a:pt x="337" y="968"/>
                    <a:pt x="337" y="955"/>
                  </a:cubicBezTo>
                  <a:cubicBezTo>
                    <a:pt x="334" y="894"/>
                    <a:pt x="330" y="856"/>
                    <a:pt x="328" y="835"/>
                  </a:cubicBezTo>
                  <a:cubicBezTo>
                    <a:pt x="327" y="825"/>
                    <a:pt x="314" y="814"/>
                    <a:pt x="300" y="814"/>
                  </a:cubicBezTo>
                  <a:cubicBezTo>
                    <a:pt x="297" y="814"/>
                    <a:pt x="295" y="815"/>
                    <a:pt x="292" y="816"/>
                  </a:cubicBezTo>
                  <a:cubicBezTo>
                    <a:pt x="249" y="830"/>
                    <a:pt x="217" y="837"/>
                    <a:pt x="195" y="837"/>
                  </a:cubicBezTo>
                  <a:cubicBezTo>
                    <a:pt x="109" y="837"/>
                    <a:pt x="154" y="748"/>
                    <a:pt x="137" y="725"/>
                  </a:cubicBezTo>
                  <a:cubicBezTo>
                    <a:pt x="116" y="697"/>
                    <a:pt x="116" y="697"/>
                    <a:pt x="116" y="697"/>
                  </a:cubicBezTo>
                  <a:cubicBezTo>
                    <a:pt x="111" y="689"/>
                    <a:pt x="111" y="680"/>
                    <a:pt x="115" y="672"/>
                  </a:cubicBezTo>
                  <a:cubicBezTo>
                    <a:pt x="126" y="655"/>
                    <a:pt x="126" y="655"/>
                    <a:pt x="126" y="655"/>
                  </a:cubicBezTo>
                  <a:cubicBezTo>
                    <a:pt x="112" y="652"/>
                    <a:pt x="112" y="652"/>
                    <a:pt x="112" y="652"/>
                  </a:cubicBezTo>
                  <a:cubicBezTo>
                    <a:pt x="107" y="650"/>
                    <a:pt x="102" y="646"/>
                    <a:pt x="99" y="640"/>
                  </a:cubicBezTo>
                  <a:cubicBezTo>
                    <a:pt x="96" y="635"/>
                    <a:pt x="96" y="629"/>
                    <a:pt x="98" y="623"/>
                  </a:cubicBezTo>
                  <a:cubicBezTo>
                    <a:pt x="108" y="598"/>
                    <a:pt x="108" y="598"/>
                    <a:pt x="108" y="598"/>
                  </a:cubicBezTo>
                  <a:cubicBezTo>
                    <a:pt x="109" y="596"/>
                    <a:pt x="108" y="593"/>
                    <a:pt x="106" y="592"/>
                  </a:cubicBezTo>
                  <a:cubicBezTo>
                    <a:pt x="75" y="579"/>
                    <a:pt x="75" y="579"/>
                    <a:pt x="75" y="579"/>
                  </a:cubicBezTo>
                  <a:cubicBezTo>
                    <a:pt x="68" y="575"/>
                    <a:pt x="62" y="569"/>
                    <a:pt x="60" y="562"/>
                  </a:cubicBezTo>
                  <a:cubicBezTo>
                    <a:pt x="58" y="554"/>
                    <a:pt x="59" y="546"/>
                    <a:pt x="63" y="539"/>
                  </a:cubicBezTo>
                  <a:cubicBezTo>
                    <a:pt x="63" y="538"/>
                    <a:pt x="63" y="538"/>
                    <a:pt x="63" y="538"/>
                  </a:cubicBezTo>
                  <a:cubicBezTo>
                    <a:pt x="84" y="505"/>
                    <a:pt x="111" y="475"/>
                    <a:pt x="128" y="440"/>
                  </a:cubicBezTo>
                  <a:cubicBezTo>
                    <a:pt x="136" y="425"/>
                    <a:pt x="136" y="425"/>
                    <a:pt x="136" y="425"/>
                  </a:cubicBezTo>
                  <a:cubicBezTo>
                    <a:pt x="141" y="415"/>
                    <a:pt x="134" y="398"/>
                    <a:pt x="132" y="387"/>
                  </a:cubicBezTo>
                  <a:cubicBezTo>
                    <a:pt x="129" y="375"/>
                    <a:pt x="129" y="375"/>
                    <a:pt x="129" y="375"/>
                  </a:cubicBezTo>
                  <a:cubicBezTo>
                    <a:pt x="123" y="347"/>
                    <a:pt x="124" y="313"/>
                    <a:pt x="131" y="286"/>
                  </a:cubicBezTo>
                  <a:cubicBezTo>
                    <a:pt x="168" y="139"/>
                    <a:pt x="330" y="56"/>
                    <a:pt x="490" y="56"/>
                  </a:cubicBezTo>
                  <a:cubicBezTo>
                    <a:pt x="689" y="56"/>
                    <a:pt x="885" y="183"/>
                    <a:pt x="841" y="47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57" name="Freeform 6"/>
            <p:cNvSpPr>
              <a:spLocks noEditPoints="1"/>
            </p:cNvSpPr>
            <p:nvPr/>
          </p:nvSpPr>
          <p:spPr bwMode="auto">
            <a:xfrm>
              <a:off x="8596313" y="5100638"/>
              <a:ext cx="296863" cy="295275"/>
            </a:xfrm>
            <a:custGeom>
              <a:avLst/>
              <a:gdLst>
                <a:gd name="T0" fmla="*/ 192 w 337"/>
                <a:gd name="T1" fmla="*/ 36 h 336"/>
                <a:gd name="T2" fmla="*/ 234 w 337"/>
                <a:gd name="T3" fmla="*/ 68 h 336"/>
                <a:gd name="T4" fmla="*/ 253 w 337"/>
                <a:gd name="T5" fmla="*/ 54 h 336"/>
                <a:gd name="T6" fmla="*/ 279 w 337"/>
                <a:gd name="T7" fmla="*/ 74 h 336"/>
                <a:gd name="T8" fmla="*/ 268 w 337"/>
                <a:gd name="T9" fmla="*/ 102 h 336"/>
                <a:gd name="T10" fmla="*/ 301 w 337"/>
                <a:gd name="T11" fmla="*/ 144 h 336"/>
                <a:gd name="T12" fmla="*/ 313 w 337"/>
                <a:gd name="T13" fmla="*/ 180 h 336"/>
                <a:gd name="T14" fmla="*/ 286 w 337"/>
                <a:gd name="T15" fmla="*/ 192 h 336"/>
                <a:gd name="T16" fmla="*/ 279 w 337"/>
                <a:gd name="T17" fmla="*/ 244 h 336"/>
                <a:gd name="T18" fmla="*/ 262 w 337"/>
                <a:gd name="T19" fmla="*/ 278 h 336"/>
                <a:gd name="T20" fmla="*/ 245 w 337"/>
                <a:gd name="T21" fmla="*/ 278 h 336"/>
                <a:gd name="T22" fmla="*/ 192 w 337"/>
                <a:gd name="T23" fmla="*/ 286 h 336"/>
                <a:gd name="T24" fmla="*/ 180 w 337"/>
                <a:gd name="T25" fmla="*/ 312 h 336"/>
                <a:gd name="T26" fmla="*/ 144 w 337"/>
                <a:gd name="T27" fmla="*/ 300 h 336"/>
                <a:gd name="T28" fmla="*/ 102 w 337"/>
                <a:gd name="T29" fmla="*/ 268 h 336"/>
                <a:gd name="T30" fmla="*/ 84 w 337"/>
                <a:gd name="T31" fmla="*/ 282 h 336"/>
                <a:gd name="T32" fmla="*/ 58 w 337"/>
                <a:gd name="T33" fmla="*/ 261 h 336"/>
                <a:gd name="T34" fmla="*/ 69 w 337"/>
                <a:gd name="T35" fmla="*/ 234 h 336"/>
                <a:gd name="T36" fmla="*/ 36 w 337"/>
                <a:gd name="T37" fmla="*/ 192 h 336"/>
                <a:gd name="T38" fmla="*/ 24 w 337"/>
                <a:gd name="T39" fmla="*/ 156 h 336"/>
                <a:gd name="T40" fmla="*/ 51 w 337"/>
                <a:gd name="T41" fmla="*/ 144 h 336"/>
                <a:gd name="T42" fmla="*/ 58 w 337"/>
                <a:gd name="T43" fmla="*/ 91 h 336"/>
                <a:gd name="T44" fmla="*/ 75 w 337"/>
                <a:gd name="T45" fmla="*/ 57 h 336"/>
                <a:gd name="T46" fmla="*/ 92 w 337"/>
                <a:gd name="T47" fmla="*/ 57 h 336"/>
                <a:gd name="T48" fmla="*/ 144 w 337"/>
                <a:gd name="T49" fmla="*/ 50 h 336"/>
                <a:gd name="T50" fmla="*/ 156 w 337"/>
                <a:gd name="T51" fmla="*/ 24 h 336"/>
                <a:gd name="T52" fmla="*/ 180 w 337"/>
                <a:gd name="T53" fmla="*/ 0 h 336"/>
                <a:gd name="T54" fmla="*/ 121 w 337"/>
                <a:gd name="T55" fmla="*/ 32 h 336"/>
                <a:gd name="T56" fmla="*/ 84 w 337"/>
                <a:gd name="T57" fmla="*/ 30 h 336"/>
                <a:gd name="T58" fmla="*/ 41 w 337"/>
                <a:gd name="T59" fmla="*/ 57 h 336"/>
                <a:gd name="T60" fmla="*/ 39 w 337"/>
                <a:gd name="T61" fmla="*/ 106 h 336"/>
                <a:gd name="T62" fmla="*/ 0 w 337"/>
                <a:gd name="T63" fmla="*/ 156 h 336"/>
                <a:gd name="T64" fmla="*/ 33 w 337"/>
                <a:gd name="T65" fmla="*/ 216 h 336"/>
                <a:gd name="T66" fmla="*/ 31 w 337"/>
                <a:gd name="T67" fmla="*/ 253 h 336"/>
                <a:gd name="T68" fmla="*/ 58 w 337"/>
                <a:gd name="T69" fmla="*/ 295 h 336"/>
                <a:gd name="T70" fmla="*/ 106 w 337"/>
                <a:gd name="T71" fmla="*/ 298 h 336"/>
                <a:gd name="T72" fmla="*/ 156 w 337"/>
                <a:gd name="T73" fmla="*/ 336 h 336"/>
                <a:gd name="T74" fmla="*/ 216 w 337"/>
                <a:gd name="T75" fmla="*/ 304 h 336"/>
                <a:gd name="T76" fmla="*/ 253 w 337"/>
                <a:gd name="T77" fmla="*/ 306 h 336"/>
                <a:gd name="T78" fmla="*/ 296 w 337"/>
                <a:gd name="T79" fmla="*/ 278 h 336"/>
                <a:gd name="T80" fmla="*/ 298 w 337"/>
                <a:gd name="T81" fmla="*/ 230 h 336"/>
                <a:gd name="T82" fmla="*/ 337 w 337"/>
                <a:gd name="T83" fmla="*/ 180 h 336"/>
                <a:gd name="T84" fmla="*/ 304 w 337"/>
                <a:gd name="T85" fmla="*/ 120 h 336"/>
                <a:gd name="T86" fmla="*/ 306 w 337"/>
                <a:gd name="T87" fmla="*/ 83 h 336"/>
                <a:gd name="T88" fmla="*/ 279 w 337"/>
                <a:gd name="T89" fmla="*/ 40 h 336"/>
                <a:gd name="T90" fmla="*/ 231 w 337"/>
                <a:gd name="T91" fmla="*/ 38 h 336"/>
                <a:gd name="T92" fmla="*/ 180 w 337"/>
                <a:gd name="T93" fmla="*/ 0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37" h="336">
                  <a:moveTo>
                    <a:pt x="180" y="24"/>
                  </a:moveTo>
                  <a:cubicBezTo>
                    <a:pt x="187" y="24"/>
                    <a:pt x="192" y="29"/>
                    <a:pt x="192" y="36"/>
                  </a:cubicBezTo>
                  <a:cubicBezTo>
                    <a:pt x="192" y="50"/>
                    <a:pt x="192" y="50"/>
                    <a:pt x="192" y="50"/>
                  </a:cubicBezTo>
                  <a:cubicBezTo>
                    <a:pt x="208" y="53"/>
                    <a:pt x="222" y="60"/>
                    <a:pt x="234" y="68"/>
                  </a:cubicBezTo>
                  <a:cubicBezTo>
                    <a:pt x="245" y="57"/>
                    <a:pt x="245" y="57"/>
                    <a:pt x="245" y="57"/>
                  </a:cubicBezTo>
                  <a:cubicBezTo>
                    <a:pt x="247" y="55"/>
                    <a:pt x="250" y="54"/>
                    <a:pt x="253" y="54"/>
                  </a:cubicBezTo>
                  <a:cubicBezTo>
                    <a:pt x="256" y="54"/>
                    <a:pt x="260" y="55"/>
                    <a:pt x="262" y="57"/>
                  </a:cubicBezTo>
                  <a:cubicBezTo>
                    <a:pt x="279" y="74"/>
                    <a:pt x="279" y="74"/>
                    <a:pt x="279" y="74"/>
                  </a:cubicBezTo>
                  <a:cubicBezTo>
                    <a:pt x="284" y="79"/>
                    <a:pt x="284" y="87"/>
                    <a:pt x="279" y="91"/>
                  </a:cubicBezTo>
                  <a:cubicBezTo>
                    <a:pt x="268" y="102"/>
                    <a:pt x="268" y="102"/>
                    <a:pt x="268" y="102"/>
                  </a:cubicBezTo>
                  <a:cubicBezTo>
                    <a:pt x="277" y="114"/>
                    <a:pt x="283" y="129"/>
                    <a:pt x="286" y="144"/>
                  </a:cubicBezTo>
                  <a:cubicBezTo>
                    <a:pt x="301" y="144"/>
                    <a:pt x="301" y="144"/>
                    <a:pt x="301" y="144"/>
                  </a:cubicBezTo>
                  <a:cubicBezTo>
                    <a:pt x="307" y="144"/>
                    <a:pt x="313" y="149"/>
                    <a:pt x="313" y="156"/>
                  </a:cubicBezTo>
                  <a:cubicBezTo>
                    <a:pt x="313" y="180"/>
                    <a:pt x="313" y="180"/>
                    <a:pt x="313" y="180"/>
                  </a:cubicBezTo>
                  <a:cubicBezTo>
                    <a:pt x="313" y="187"/>
                    <a:pt x="307" y="192"/>
                    <a:pt x="301" y="192"/>
                  </a:cubicBezTo>
                  <a:cubicBezTo>
                    <a:pt x="286" y="192"/>
                    <a:pt x="286" y="192"/>
                    <a:pt x="286" y="192"/>
                  </a:cubicBezTo>
                  <a:cubicBezTo>
                    <a:pt x="283" y="207"/>
                    <a:pt x="277" y="221"/>
                    <a:pt x="268" y="234"/>
                  </a:cubicBezTo>
                  <a:cubicBezTo>
                    <a:pt x="279" y="244"/>
                    <a:pt x="279" y="244"/>
                    <a:pt x="279" y="244"/>
                  </a:cubicBezTo>
                  <a:cubicBezTo>
                    <a:pt x="284" y="249"/>
                    <a:pt x="284" y="257"/>
                    <a:pt x="279" y="261"/>
                  </a:cubicBezTo>
                  <a:cubicBezTo>
                    <a:pt x="262" y="278"/>
                    <a:pt x="262" y="278"/>
                    <a:pt x="262" y="278"/>
                  </a:cubicBezTo>
                  <a:cubicBezTo>
                    <a:pt x="260" y="281"/>
                    <a:pt x="256" y="282"/>
                    <a:pt x="253" y="282"/>
                  </a:cubicBezTo>
                  <a:cubicBezTo>
                    <a:pt x="250" y="282"/>
                    <a:pt x="247" y="281"/>
                    <a:pt x="245" y="278"/>
                  </a:cubicBezTo>
                  <a:cubicBezTo>
                    <a:pt x="234" y="268"/>
                    <a:pt x="234" y="268"/>
                    <a:pt x="234" y="268"/>
                  </a:cubicBezTo>
                  <a:cubicBezTo>
                    <a:pt x="222" y="276"/>
                    <a:pt x="208" y="282"/>
                    <a:pt x="192" y="286"/>
                  </a:cubicBezTo>
                  <a:cubicBezTo>
                    <a:pt x="192" y="300"/>
                    <a:pt x="192" y="300"/>
                    <a:pt x="192" y="300"/>
                  </a:cubicBezTo>
                  <a:cubicBezTo>
                    <a:pt x="192" y="307"/>
                    <a:pt x="187" y="312"/>
                    <a:pt x="180" y="312"/>
                  </a:cubicBezTo>
                  <a:cubicBezTo>
                    <a:pt x="156" y="312"/>
                    <a:pt x="156" y="312"/>
                    <a:pt x="156" y="312"/>
                  </a:cubicBezTo>
                  <a:cubicBezTo>
                    <a:pt x="150" y="312"/>
                    <a:pt x="144" y="307"/>
                    <a:pt x="144" y="300"/>
                  </a:cubicBezTo>
                  <a:cubicBezTo>
                    <a:pt x="144" y="286"/>
                    <a:pt x="144" y="286"/>
                    <a:pt x="144" y="286"/>
                  </a:cubicBezTo>
                  <a:cubicBezTo>
                    <a:pt x="129" y="282"/>
                    <a:pt x="115" y="276"/>
                    <a:pt x="102" y="268"/>
                  </a:cubicBezTo>
                  <a:cubicBezTo>
                    <a:pt x="92" y="278"/>
                    <a:pt x="92" y="278"/>
                    <a:pt x="92" y="278"/>
                  </a:cubicBezTo>
                  <a:cubicBezTo>
                    <a:pt x="90" y="281"/>
                    <a:pt x="87" y="282"/>
                    <a:pt x="84" y="282"/>
                  </a:cubicBezTo>
                  <a:cubicBezTo>
                    <a:pt x="80" y="282"/>
                    <a:pt x="77" y="281"/>
                    <a:pt x="75" y="278"/>
                  </a:cubicBezTo>
                  <a:cubicBezTo>
                    <a:pt x="58" y="261"/>
                    <a:pt x="58" y="261"/>
                    <a:pt x="58" y="261"/>
                  </a:cubicBezTo>
                  <a:cubicBezTo>
                    <a:pt x="53" y="257"/>
                    <a:pt x="53" y="249"/>
                    <a:pt x="58" y="244"/>
                  </a:cubicBezTo>
                  <a:cubicBezTo>
                    <a:pt x="69" y="234"/>
                    <a:pt x="69" y="234"/>
                    <a:pt x="69" y="234"/>
                  </a:cubicBezTo>
                  <a:cubicBezTo>
                    <a:pt x="60" y="221"/>
                    <a:pt x="54" y="207"/>
                    <a:pt x="51" y="192"/>
                  </a:cubicBezTo>
                  <a:cubicBezTo>
                    <a:pt x="36" y="192"/>
                    <a:pt x="36" y="192"/>
                    <a:pt x="36" y="192"/>
                  </a:cubicBezTo>
                  <a:cubicBezTo>
                    <a:pt x="30" y="192"/>
                    <a:pt x="24" y="187"/>
                    <a:pt x="24" y="180"/>
                  </a:cubicBezTo>
                  <a:cubicBezTo>
                    <a:pt x="24" y="156"/>
                    <a:pt x="24" y="156"/>
                    <a:pt x="24" y="156"/>
                  </a:cubicBezTo>
                  <a:cubicBezTo>
                    <a:pt x="24" y="149"/>
                    <a:pt x="30" y="144"/>
                    <a:pt x="36" y="144"/>
                  </a:cubicBezTo>
                  <a:cubicBezTo>
                    <a:pt x="51" y="144"/>
                    <a:pt x="51" y="144"/>
                    <a:pt x="51" y="144"/>
                  </a:cubicBezTo>
                  <a:cubicBezTo>
                    <a:pt x="54" y="129"/>
                    <a:pt x="60" y="114"/>
                    <a:pt x="69" y="102"/>
                  </a:cubicBezTo>
                  <a:cubicBezTo>
                    <a:pt x="58" y="91"/>
                    <a:pt x="58" y="91"/>
                    <a:pt x="58" y="91"/>
                  </a:cubicBezTo>
                  <a:cubicBezTo>
                    <a:pt x="53" y="87"/>
                    <a:pt x="53" y="79"/>
                    <a:pt x="58" y="74"/>
                  </a:cubicBezTo>
                  <a:cubicBezTo>
                    <a:pt x="75" y="57"/>
                    <a:pt x="75" y="57"/>
                    <a:pt x="75" y="57"/>
                  </a:cubicBezTo>
                  <a:cubicBezTo>
                    <a:pt x="77" y="55"/>
                    <a:pt x="80" y="54"/>
                    <a:pt x="84" y="54"/>
                  </a:cubicBezTo>
                  <a:cubicBezTo>
                    <a:pt x="87" y="54"/>
                    <a:pt x="90" y="55"/>
                    <a:pt x="92" y="57"/>
                  </a:cubicBezTo>
                  <a:cubicBezTo>
                    <a:pt x="102" y="68"/>
                    <a:pt x="102" y="68"/>
                    <a:pt x="102" y="68"/>
                  </a:cubicBezTo>
                  <a:cubicBezTo>
                    <a:pt x="115" y="60"/>
                    <a:pt x="129" y="53"/>
                    <a:pt x="144" y="50"/>
                  </a:cubicBezTo>
                  <a:cubicBezTo>
                    <a:pt x="144" y="36"/>
                    <a:pt x="144" y="36"/>
                    <a:pt x="144" y="36"/>
                  </a:cubicBezTo>
                  <a:cubicBezTo>
                    <a:pt x="144" y="29"/>
                    <a:pt x="150" y="24"/>
                    <a:pt x="156" y="24"/>
                  </a:cubicBezTo>
                  <a:cubicBezTo>
                    <a:pt x="180" y="24"/>
                    <a:pt x="180" y="24"/>
                    <a:pt x="180" y="24"/>
                  </a:cubicBezTo>
                  <a:moveTo>
                    <a:pt x="180" y="0"/>
                  </a:moveTo>
                  <a:cubicBezTo>
                    <a:pt x="156" y="0"/>
                    <a:pt x="156" y="0"/>
                    <a:pt x="156" y="0"/>
                  </a:cubicBezTo>
                  <a:cubicBezTo>
                    <a:pt x="138" y="0"/>
                    <a:pt x="123" y="14"/>
                    <a:pt x="121" y="32"/>
                  </a:cubicBezTo>
                  <a:cubicBezTo>
                    <a:pt x="116" y="34"/>
                    <a:pt x="111" y="36"/>
                    <a:pt x="106" y="38"/>
                  </a:cubicBezTo>
                  <a:cubicBezTo>
                    <a:pt x="100" y="33"/>
                    <a:pt x="92" y="30"/>
                    <a:pt x="84" y="30"/>
                  </a:cubicBezTo>
                  <a:cubicBezTo>
                    <a:pt x="74" y="30"/>
                    <a:pt x="65" y="34"/>
                    <a:pt x="58" y="40"/>
                  </a:cubicBezTo>
                  <a:cubicBezTo>
                    <a:pt x="41" y="57"/>
                    <a:pt x="41" y="57"/>
                    <a:pt x="41" y="57"/>
                  </a:cubicBezTo>
                  <a:cubicBezTo>
                    <a:pt x="34" y="64"/>
                    <a:pt x="31" y="73"/>
                    <a:pt x="31" y="83"/>
                  </a:cubicBezTo>
                  <a:cubicBezTo>
                    <a:pt x="31" y="91"/>
                    <a:pt x="33" y="99"/>
                    <a:pt x="39" y="106"/>
                  </a:cubicBezTo>
                  <a:cubicBezTo>
                    <a:pt x="36" y="110"/>
                    <a:pt x="34" y="115"/>
                    <a:pt x="33" y="120"/>
                  </a:cubicBezTo>
                  <a:cubicBezTo>
                    <a:pt x="15" y="122"/>
                    <a:pt x="0" y="137"/>
                    <a:pt x="0" y="156"/>
                  </a:cubicBezTo>
                  <a:cubicBezTo>
                    <a:pt x="0" y="180"/>
                    <a:pt x="0" y="180"/>
                    <a:pt x="0" y="180"/>
                  </a:cubicBezTo>
                  <a:cubicBezTo>
                    <a:pt x="0" y="199"/>
                    <a:pt x="15" y="214"/>
                    <a:pt x="33" y="216"/>
                  </a:cubicBezTo>
                  <a:cubicBezTo>
                    <a:pt x="34" y="221"/>
                    <a:pt x="36" y="225"/>
                    <a:pt x="39" y="230"/>
                  </a:cubicBezTo>
                  <a:cubicBezTo>
                    <a:pt x="33" y="236"/>
                    <a:pt x="31" y="244"/>
                    <a:pt x="31" y="253"/>
                  </a:cubicBezTo>
                  <a:cubicBezTo>
                    <a:pt x="31" y="262"/>
                    <a:pt x="34" y="271"/>
                    <a:pt x="41" y="278"/>
                  </a:cubicBezTo>
                  <a:cubicBezTo>
                    <a:pt x="58" y="295"/>
                    <a:pt x="58" y="295"/>
                    <a:pt x="58" y="295"/>
                  </a:cubicBezTo>
                  <a:cubicBezTo>
                    <a:pt x="65" y="302"/>
                    <a:pt x="74" y="306"/>
                    <a:pt x="84" y="306"/>
                  </a:cubicBezTo>
                  <a:cubicBezTo>
                    <a:pt x="92" y="306"/>
                    <a:pt x="100" y="303"/>
                    <a:pt x="106" y="298"/>
                  </a:cubicBezTo>
                  <a:cubicBezTo>
                    <a:pt x="111" y="300"/>
                    <a:pt x="116" y="302"/>
                    <a:pt x="121" y="304"/>
                  </a:cubicBezTo>
                  <a:cubicBezTo>
                    <a:pt x="123" y="322"/>
                    <a:pt x="138" y="336"/>
                    <a:pt x="156" y="336"/>
                  </a:cubicBezTo>
                  <a:cubicBezTo>
                    <a:pt x="180" y="336"/>
                    <a:pt x="180" y="336"/>
                    <a:pt x="180" y="336"/>
                  </a:cubicBezTo>
                  <a:cubicBezTo>
                    <a:pt x="199" y="336"/>
                    <a:pt x="214" y="322"/>
                    <a:pt x="216" y="304"/>
                  </a:cubicBezTo>
                  <a:cubicBezTo>
                    <a:pt x="221" y="302"/>
                    <a:pt x="226" y="300"/>
                    <a:pt x="231" y="298"/>
                  </a:cubicBezTo>
                  <a:cubicBezTo>
                    <a:pt x="237" y="303"/>
                    <a:pt x="245" y="306"/>
                    <a:pt x="253" y="306"/>
                  </a:cubicBezTo>
                  <a:cubicBezTo>
                    <a:pt x="263" y="306"/>
                    <a:pt x="272" y="302"/>
                    <a:pt x="279" y="295"/>
                  </a:cubicBezTo>
                  <a:cubicBezTo>
                    <a:pt x="296" y="278"/>
                    <a:pt x="296" y="278"/>
                    <a:pt x="296" y="278"/>
                  </a:cubicBezTo>
                  <a:cubicBezTo>
                    <a:pt x="303" y="271"/>
                    <a:pt x="306" y="262"/>
                    <a:pt x="306" y="253"/>
                  </a:cubicBezTo>
                  <a:cubicBezTo>
                    <a:pt x="306" y="244"/>
                    <a:pt x="304" y="236"/>
                    <a:pt x="298" y="230"/>
                  </a:cubicBezTo>
                  <a:cubicBezTo>
                    <a:pt x="301" y="225"/>
                    <a:pt x="303" y="221"/>
                    <a:pt x="304" y="216"/>
                  </a:cubicBezTo>
                  <a:cubicBezTo>
                    <a:pt x="322" y="214"/>
                    <a:pt x="337" y="199"/>
                    <a:pt x="337" y="180"/>
                  </a:cubicBezTo>
                  <a:cubicBezTo>
                    <a:pt x="337" y="156"/>
                    <a:pt x="337" y="156"/>
                    <a:pt x="337" y="156"/>
                  </a:cubicBezTo>
                  <a:cubicBezTo>
                    <a:pt x="337" y="137"/>
                    <a:pt x="322" y="122"/>
                    <a:pt x="304" y="120"/>
                  </a:cubicBezTo>
                  <a:cubicBezTo>
                    <a:pt x="303" y="115"/>
                    <a:pt x="301" y="110"/>
                    <a:pt x="298" y="106"/>
                  </a:cubicBezTo>
                  <a:cubicBezTo>
                    <a:pt x="304" y="99"/>
                    <a:pt x="306" y="91"/>
                    <a:pt x="306" y="83"/>
                  </a:cubicBezTo>
                  <a:cubicBezTo>
                    <a:pt x="306" y="73"/>
                    <a:pt x="303" y="64"/>
                    <a:pt x="296" y="57"/>
                  </a:cubicBezTo>
                  <a:cubicBezTo>
                    <a:pt x="279" y="40"/>
                    <a:pt x="279" y="40"/>
                    <a:pt x="279" y="40"/>
                  </a:cubicBezTo>
                  <a:cubicBezTo>
                    <a:pt x="272" y="34"/>
                    <a:pt x="263" y="30"/>
                    <a:pt x="253" y="30"/>
                  </a:cubicBezTo>
                  <a:cubicBezTo>
                    <a:pt x="245" y="30"/>
                    <a:pt x="237" y="33"/>
                    <a:pt x="231" y="38"/>
                  </a:cubicBezTo>
                  <a:cubicBezTo>
                    <a:pt x="226" y="36"/>
                    <a:pt x="221" y="34"/>
                    <a:pt x="216" y="32"/>
                  </a:cubicBezTo>
                  <a:cubicBezTo>
                    <a:pt x="214" y="14"/>
                    <a:pt x="199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58" name="Freeform 7"/>
            <p:cNvSpPr>
              <a:spLocks noEditPoints="1"/>
            </p:cNvSpPr>
            <p:nvPr/>
          </p:nvSpPr>
          <p:spPr bwMode="auto">
            <a:xfrm>
              <a:off x="8675688" y="5180013"/>
              <a:ext cx="138113" cy="136525"/>
            </a:xfrm>
            <a:custGeom>
              <a:avLst/>
              <a:gdLst>
                <a:gd name="T0" fmla="*/ 78 w 157"/>
                <a:gd name="T1" fmla="*/ 156 h 156"/>
                <a:gd name="T2" fmla="*/ 0 w 157"/>
                <a:gd name="T3" fmla="*/ 78 h 156"/>
                <a:gd name="T4" fmla="*/ 78 w 157"/>
                <a:gd name="T5" fmla="*/ 0 h 156"/>
                <a:gd name="T6" fmla="*/ 157 w 157"/>
                <a:gd name="T7" fmla="*/ 78 h 156"/>
                <a:gd name="T8" fmla="*/ 78 w 157"/>
                <a:gd name="T9" fmla="*/ 156 h 156"/>
                <a:gd name="T10" fmla="*/ 78 w 157"/>
                <a:gd name="T11" fmla="*/ 12 h 156"/>
                <a:gd name="T12" fmla="*/ 12 w 157"/>
                <a:gd name="T13" fmla="*/ 78 h 156"/>
                <a:gd name="T14" fmla="*/ 78 w 157"/>
                <a:gd name="T15" fmla="*/ 144 h 156"/>
                <a:gd name="T16" fmla="*/ 145 w 157"/>
                <a:gd name="T17" fmla="*/ 78 h 156"/>
                <a:gd name="T18" fmla="*/ 78 w 157"/>
                <a:gd name="T19" fmla="*/ 12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7" h="156">
                  <a:moveTo>
                    <a:pt x="78" y="156"/>
                  </a:moveTo>
                  <a:cubicBezTo>
                    <a:pt x="35" y="156"/>
                    <a:pt x="0" y="121"/>
                    <a:pt x="0" y="78"/>
                  </a:cubicBezTo>
                  <a:cubicBezTo>
                    <a:pt x="0" y="35"/>
                    <a:pt x="35" y="0"/>
                    <a:pt x="78" y="0"/>
                  </a:cubicBezTo>
                  <a:cubicBezTo>
                    <a:pt x="122" y="0"/>
                    <a:pt x="157" y="35"/>
                    <a:pt x="157" y="78"/>
                  </a:cubicBezTo>
                  <a:cubicBezTo>
                    <a:pt x="157" y="121"/>
                    <a:pt x="122" y="156"/>
                    <a:pt x="78" y="156"/>
                  </a:cubicBezTo>
                  <a:close/>
                  <a:moveTo>
                    <a:pt x="78" y="12"/>
                  </a:moveTo>
                  <a:cubicBezTo>
                    <a:pt x="42" y="12"/>
                    <a:pt x="12" y="41"/>
                    <a:pt x="12" y="78"/>
                  </a:cubicBezTo>
                  <a:cubicBezTo>
                    <a:pt x="12" y="114"/>
                    <a:pt x="42" y="144"/>
                    <a:pt x="78" y="144"/>
                  </a:cubicBezTo>
                  <a:cubicBezTo>
                    <a:pt x="115" y="144"/>
                    <a:pt x="145" y="114"/>
                    <a:pt x="145" y="78"/>
                  </a:cubicBezTo>
                  <a:cubicBezTo>
                    <a:pt x="145" y="41"/>
                    <a:pt x="115" y="12"/>
                    <a:pt x="7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59" name="Freeform 8"/>
            <p:cNvSpPr>
              <a:spLocks noEditPoints="1"/>
            </p:cNvSpPr>
            <p:nvPr/>
          </p:nvSpPr>
          <p:spPr bwMode="auto">
            <a:xfrm>
              <a:off x="8707438" y="5211763"/>
              <a:ext cx="74613" cy="73025"/>
            </a:xfrm>
            <a:custGeom>
              <a:avLst/>
              <a:gdLst>
                <a:gd name="T0" fmla="*/ 42 w 85"/>
                <a:gd name="T1" fmla="*/ 84 h 84"/>
                <a:gd name="T2" fmla="*/ 0 w 85"/>
                <a:gd name="T3" fmla="*/ 42 h 84"/>
                <a:gd name="T4" fmla="*/ 42 w 85"/>
                <a:gd name="T5" fmla="*/ 0 h 84"/>
                <a:gd name="T6" fmla="*/ 85 w 85"/>
                <a:gd name="T7" fmla="*/ 42 h 84"/>
                <a:gd name="T8" fmla="*/ 42 w 85"/>
                <a:gd name="T9" fmla="*/ 84 h 84"/>
                <a:gd name="T10" fmla="*/ 42 w 85"/>
                <a:gd name="T11" fmla="*/ 12 h 84"/>
                <a:gd name="T12" fmla="*/ 12 w 85"/>
                <a:gd name="T13" fmla="*/ 42 h 84"/>
                <a:gd name="T14" fmla="*/ 42 w 85"/>
                <a:gd name="T15" fmla="*/ 72 h 84"/>
                <a:gd name="T16" fmla="*/ 73 w 85"/>
                <a:gd name="T17" fmla="*/ 42 h 84"/>
                <a:gd name="T18" fmla="*/ 42 w 85"/>
                <a:gd name="T19" fmla="*/ 1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5" h="84">
                  <a:moveTo>
                    <a:pt x="42" y="84"/>
                  </a:moveTo>
                  <a:cubicBezTo>
                    <a:pt x="19" y="84"/>
                    <a:pt x="0" y="65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66" y="0"/>
                    <a:pt x="85" y="19"/>
                    <a:pt x="85" y="42"/>
                  </a:cubicBezTo>
                  <a:cubicBezTo>
                    <a:pt x="85" y="65"/>
                    <a:pt x="66" y="84"/>
                    <a:pt x="42" y="84"/>
                  </a:cubicBezTo>
                  <a:close/>
                  <a:moveTo>
                    <a:pt x="42" y="12"/>
                  </a:moveTo>
                  <a:cubicBezTo>
                    <a:pt x="26" y="12"/>
                    <a:pt x="12" y="25"/>
                    <a:pt x="12" y="42"/>
                  </a:cubicBezTo>
                  <a:cubicBezTo>
                    <a:pt x="12" y="58"/>
                    <a:pt x="26" y="72"/>
                    <a:pt x="42" y="72"/>
                  </a:cubicBezTo>
                  <a:cubicBezTo>
                    <a:pt x="59" y="72"/>
                    <a:pt x="73" y="58"/>
                    <a:pt x="73" y="42"/>
                  </a:cubicBezTo>
                  <a:cubicBezTo>
                    <a:pt x="73" y="25"/>
                    <a:pt x="59" y="12"/>
                    <a:pt x="4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60" name="Freeform 9"/>
            <p:cNvSpPr>
              <a:spLocks noEditPoints="1"/>
            </p:cNvSpPr>
            <p:nvPr/>
          </p:nvSpPr>
          <p:spPr bwMode="auto">
            <a:xfrm>
              <a:off x="8416926" y="5081588"/>
              <a:ext cx="187325" cy="187325"/>
            </a:xfrm>
            <a:custGeom>
              <a:avLst/>
              <a:gdLst>
                <a:gd name="T0" fmla="*/ 121 w 213"/>
                <a:gd name="T1" fmla="*/ 23 h 213"/>
                <a:gd name="T2" fmla="*/ 148 w 213"/>
                <a:gd name="T3" fmla="*/ 44 h 213"/>
                <a:gd name="T4" fmla="*/ 160 w 213"/>
                <a:gd name="T5" fmla="*/ 35 h 213"/>
                <a:gd name="T6" fmla="*/ 176 w 213"/>
                <a:gd name="T7" fmla="*/ 48 h 213"/>
                <a:gd name="T8" fmla="*/ 170 w 213"/>
                <a:gd name="T9" fmla="*/ 65 h 213"/>
                <a:gd name="T10" fmla="*/ 190 w 213"/>
                <a:gd name="T11" fmla="*/ 92 h 213"/>
                <a:gd name="T12" fmla="*/ 198 w 213"/>
                <a:gd name="T13" fmla="*/ 115 h 213"/>
                <a:gd name="T14" fmla="*/ 181 w 213"/>
                <a:gd name="T15" fmla="*/ 122 h 213"/>
                <a:gd name="T16" fmla="*/ 176 w 213"/>
                <a:gd name="T17" fmla="*/ 155 h 213"/>
                <a:gd name="T18" fmla="*/ 165 w 213"/>
                <a:gd name="T19" fmla="*/ 177 h 213"/>
                <a:gd name="T20" fmla="*/ 155 w 213"/>
                <a:gd name="T21" fmla="*/ 177 h 213"/>
                <a:gd name="T22" fmla="*/ 121 w 213"/>
                <a:gd name="T23" fmla="*/ 182 h 213"/>
                <a:gd name="T24" fmla="*/ 114 w 213"/>
                <a:gd name="T25" fmla="*/ 198 h 213"/>
                <a:gd name="T26" fmla="*/ 91 w 213"/>
                <a:gd name="T27" fmla="*/ 191 h 213"/>
                <a:gd name="T28" fmla="*/ 64 w 213"/>
                <a:gd name="T29" fmla="*/ 170 h 213"/>
                <a:gd name="T30" fmla="*/ 52 w 213"/>
                <a:gd name="T31" fmla="*/ 179 h 213"/>
                <a:gd name="T32" fmla="*/ 36 w 213"/>
                <a:gd name="T33" fmla="*/ 166 h 213"/>
                <a:gd name="T34" fmla="*/ 43 w 213"/>
                <a:gd name="T35" fmla="*/ 149 h 213"/>
                <a:gd name="T36" fmla="*/ 22 w 213"/>
                <a:gd name="T37" fmla="*/ 122 h 213"/>
                <a:gd name="T38" fmla="*/ 15 w 213"/>
                <a:gd name="T39" fmla="*/ 99 h 213"/>
                <a:gd name="T40" fmla="*/ 32 w 213"/>
                <a:gd name="T41" fmla="*/ 92 h 213"/>
                <a:gd name="T42" fmla="*/ 36 w 213"/>
                <a:gd name="T43" fmla="*/ 59 h 213"/>
                <a:gd name="T44" fmla="*/ 47 w 213"/>
                <a:gd name="T45" fmla="*/ 37 h 213"/>
                <a:gd name="T46" fmla="*/ 58 w 213"/>
                <a:gd name="T47" fmla="*/ 37 h 213"/>
                <a:gd name="T48" fmla="*/ 91 w 213"/>
                <a:gd name="T49" fmla="*/ 32 h 213"/>
                <a:gd name="T50" fmla="*/ 99 w 213"/>
                <a:gd name="T51" fmla="*/ 16 h 213"/>
                <a:gd name="T52" fmla="*/ 114 w 213"/>
                <a:gd name="T53" fmla="*/ 0 h 213"/>
                <a:gd name="T54" fmla="*/ 76 w 213"/>
                <a:gd name="T55" fmla="*/ 21 h 213"/>
                <a:gd name="T56" fmla="*/ 52 w 213"/>
                <a:gd name="T57" fmla="*/ 20 h 213"/>
                <a:gd name="T58" fmla="*/ 25 w 213"/>
                <a:gd name="T59" fmla="*/ 37 h 213"/>
                <a:gd name="T60" fmla="*/ 24 w 213"/>
                <a:gd name="T61" fmla="*/ 68 h 213"/>
                <a:gd name="T62" fmla="*/ 0 w 213"/>
                <a:gd name="T63" fmla="*/ 99 h 213"/>
                <a:gd name="T64" fmla="*/ 20 w 213"/>
                <a:gd name="T65" fmla="*/ 137 h 213"/>
                <a:gd name="T66" fmla="*/ 19 w 213"/>
                <a:gd name="T67" fmla="*/ 161 h 213"/>
                <a:gd name="T68" fmla="*/ 36 w 213"/>
                <a:gd name="T69" fmla="*/ 188 h 213"/>
                <a:gd name="T70" fmla="*/ 67 w 213"/>
                <a:gd name="T71" fmla="*/ 189 h 213"/>
                <a:gd name="T72" fmla="*/ 99 w 213"/>
                <a:gd name="T73" fmla="*/ 213 h 213"/>
                <a:gd name="T74" fmla="*/ 137 w 213"/>
                <a:gd name="T75" fmla="*/ 193 h 213"/>
                <a:gd name="T76" fmla="*/ 160 w 213"/>
                <a:gd name="T77" fmla="*/ 194 h 213"/>
                <a:gd name="T78" fmla="*/ 187 w 213"/>
                <a:gd name="T79" fmla="*/ 177 h 213"/>
                <a:gd name="T80" fmla="*/ 188 w 213"/>
                <a:gd name="T81" fmla="*/ 146 h 213"/>
                <a:gd name="T82" fmla="*/ 213 w 213"/>
                <a:gd name="T83" fmla="*/ 115 h 213"/>
                <a:gd name="T84" fmla="*/ 192 w 213"/>
                <a:gd name="T85" fmla="*/ 77 h 213"/>
                <a:gd name="T86" fmla="*/ 194 w 213"/>
                <a:gd name="T87" fmla="*/ 53 h 213"/>
                <a:gd name="T88" fmla="*/ 176 w 213"/>
                <a:gd name="T89" fmla="*/ 26 h 213"/>
                <a:gd name="T90" fmla="*/ 146 w 213"/>
                <a:gd name="T91" fmla="*/ 25 h 213"/>
                <a:gd name="T92" fmla="*/ 114 w 213"/>
                <a:gd name="T93" fmla="*/ 0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13" h="213">
                  <a:moveTo>
                    <a:pt x="114" y="16"/>
                  </a:moveTo>
                  <a:cubicBezTo>
                    <a:pt x="118" y="16"/>
                    <a:pt x="121" y="19"/>
                    <a:pt x="121" y="23"/>
                  </a:cubicBezTo>
                  <a:cubicBezTo>
                    <a:pt x="121" y="32"/>
                    <a:pt x="121" y="32"/>
                    <a:pt x="121" y="32"/>
                  </a:cubicBezTo>
                  <a:cubicBezTo>
                    <a:pt x="131" y="34"/>
                    <a:pt x="140" y="38"/>
                    <a:pt x="148" y="44"/>
                  </a:cubicBezTo>
                  <a:cubicBezTo>
                    <a:pt x="155" y="37"/>
                    <a:pt x="155" y="37"/>
                    <a:pt x="155" y="37"/>
                  </a:cubicBezTo>
                  <a:cubicBezTo>
                    <a:pt x="156" y="35"/>
                    <a:pt x="158" y="35"/>
                    <a:pt x="160" y="35"/>
                  </a:cubicBezTo>
                  <a:cubicBezTo>
                    <a:pt x="162" y="35"/>
                    <a:pt x="164" y="35"/>
                    <a:pt x="165" y="37"/>
                  </a:cubicBezTo>
                  <a:cubicBezTo>
                    <a:pt x="176" y="48"/>
                    <a:pt x="176" y="48"/>
                    <a:pt x="176" y="48"/>
                  </a:cubicBezTo>
                  <a:cubicBezTo>
                    <a:pt x="179" y="51"/>
                    <a:pt x="179" y="56"/>
                    <a:pt x="176" y="59"/>
                  </a:cubicBezTo>
                  <a:cubicBezTo>
                    <a:pt x="170" y="65"/>
                    <a:pt x="170" y="65"/>
                    <a:pt x="170" y="65"/>
                  </a:cubicBezTo>
                  <a:cubicBezTo>
                    <a:pt x="175" y="73"/>
                    <a:pt x="179" y="82"/>
                    <a:pt x="181" y="92"/>
                  </a:cubicBezTo>
                  <a:cubicBezTo>
                    <a:pt x="190" y="92"/>
                    <a:pt x="190" y="92"/>
                    <a:pt x="190" y="92"/>
                  </a:cubicBezTo>
                  <a:cubicBezTo>
                    <a:pt x="194" y="92"/>
                    <a:pt x="198" y="95"/>
                    <a:pt x="198" y="99"/>
                  </a:cubicBezTo>
                  <a:cubicBezTo>
                    <a:pt x="198" y="115"/>
                    <a:pt x="198" y="115"/>
                    <a:pt x="198" y="115"/>
                  </a:cubicBezTo>
                  <a:cubicBezTo>
                    <a:pt x="198" y="119"/>
                    <a:pt x="194" y="122"/>
                    <a:pt x="190" y="122"/>
                  </a:cubicBezTo>
                  <a:cubicBezTo>
                    <a:pt x="181" y="122"/>
                    <a:pt x="181" y="122"/>
                    <a:pt x="181" y="122"/>
                  </a:cubicBezTo>
                  <a:cubicBezTo>
                    <a:pt x="179" y="132"/>
                    <a:pt x="175" y="141"/>
                    <a:pt x="170" y="149"/>
                  </a:cubicBezTo>
                  <a:cubicBezTo>
                    <a:pt x="176" y="155"/>
                    <a:pt x="176" y="155"/>
                    <a:pt x="176" y="155"/>
                  </a:cubicBezTo>
                  <a:cubicBezTo>
                    <a:pt x="179" y="158"/>
                    <a:pt x="179" y="163"/>
                    <a:pt x="176" y="166"/>
                  </a:cubicBezTo>
                  <a:cubicBezTo>
                    <a:pt x="165" y="177"/>
                    <a:pt x="165" y="177"/>
                    <a:pt x="165" y="177"/>
                  </a:cubicBezTo>
                  <a:cubicBezTo>
                    <a:pt x="164" y="178"/>
                    <a:pt x="162" y="179"/>
                    <a:pt x="160" y="179"/>
                  </a:cubicBezTo>
                  <a:cubicBezTo>
                    <a:pt x="158" y="179"/>
                    <a:pt x="156" y="178"/>
                    <a:pt x="155" y="177"/>
                  </a:cubicBezTo>
                  <a:cubicBezTo>
                    <a:pt x="148" y="170"/>
                    <a:pt x="148" y="170"/>
                    <a:pt x="148" y="170"/>
                  </a:cubicBezTo>
                  <a:cubicBezTo>
                    <a:pt x="140" y="176"/>
                    <a:pt x="131" y="180"/>
                    <a:pt x="121" y="182"/>
                  </a:cubicBezTo>
                  <a:cubicBezTo>
                    <a:pt x="121" y="191"/>
                    <a:pt x="121" y="191"/>
                    <a:pt x="121" y="191"/>
                  </a:cubicBezTo>
                  <a:cubicBezTo>
                    <a:pt x="121" y="195"/>
                    <a:pt x="118" y="198"/>
                    <a:pt x="114" y="198"/>
                  </a:cubicBezTo>
                  <a:cubicBezTo>
                    <a:pt x="99" y="198"/>
                    <a:pt x="99" y="198"/>
                    <a:pt x="99" y="198"/>
                  </a:cubicBezTo>
                  <a:cubicBezTo>
                    <a:pt x="94" y="198"/>
                    <a:pt x="91" y="195"/>
                    <a:pt x="91" y="191"/>
                  </a:cubicBezTo>
                  <a:cubicBezTo>
                    <a:pt x="91" y="182"/>
                    <a:pt x="91" y="182"/>
                    <a:pt x="91" y="182"/>
                  </a:cubicBezTo>
                  <a:cubicBezTo>
                    <a:pt x="81" y="180"/>
                    <a:pt x="72" y="176"/>
                    <a:pt x="64" y="170"/>
                  </a:cubicBezTo>
                  <a:cubicBezTo>
                    <a:pt x="58" y="177"/>
                    <a:pt x="58" y="177"/>
                    <a:pt x="58" y="177"/>
                  </a:cubicBezTo>
                  <a:cubicBezTo>
                    <a:pt x="56" y="178"/>
                    <a:pt x="54" y="179"/>
                    <a:pt x="52" y="179"/>
                  </a:cubicBezTo>
                  <a:cubicBezTo>
                    <a:pt x="50" y="179"/>
                    <a:pt x="48" y="178"/>
                    <a:pt x="47" y="177"/>
                  </a:cubicBezTo>
                  <a:cubicBezTo>
                    <a:pt x="36" y="166"/>
                    <a:pt x="36" y="166"/>
                    <a:pt x="36" y="166"/>
                  </a:cubicBezTo>
                  <a:cubicBezTo>
                    <a:pt x="33" y="163"/>
                    <a:pt x="33" y="158"/>
                    <a:pt x="36" y="155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38" y="141"/>
                    <a:pt x="34" y="132"/>
                    <a:pt x="32" y="122"/>
                  </a:cubicBezTo>
                  <a:cubicBezTo>
                    <a:pt x="22" y="122"/>
                    <a:pt x="22" y="122"/>
                    <a:pt x="22" y="122"/>
                  </a:cubicBezTo>
                  <a:cubicBezTo>
                    <a:pt x="18" y="122"/>
                    <a:pt x="15" y="119"/>
                    <a:pt x="15" y="115"/>
                  </a:cubicBezTo>
                  <a:cubicBezTo>
                    <a:pt x="15" y="99"/>
                    <a:pt x="15" y="99"/>
                    <a:pt x="15" y="99"/>
                  </a:cubicBezTo>
                  <a:cubicBezTo>
                    <a:pt x="15" y="95"/>
                    <a:pt x="18" y="92"/>
                    <a:pt x="22" y="92"/>
                  </a:cubicBezTo>
                  <a:cubicBezTo>
                    <a:pt x="32" y="92"/>
                    <a:pt x="32" y="92"/>
                    <a:pt x="32" y="92"/>
                  </a:cubicBezTo>
                  <a:cubicBezTo>
                    <a:pt x="34" y="82"/>
                    <a:pt x="38" y="73"/>
                    <a:pt x="43" y="65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33" y="56"/>
                    <a:pt x="33" y="51"/>
                    <a:pt x="36" y="48"/>
                  </a:cubicBezTo>
                  <a:cubicBezTo>
                    <a:pt x="47" y="37"/>
                    <a:pt x="47" y="37"/>
                    <a:pt x="47" y="37"/>
                  </a:cubicBezTo>
                  <a:cubicBezTo>
                    <a:pt x="48" y="35"/>
                    <a:pt x="50" y="35"/>
                    <a:pt x="52" y="35"/>
                  </a:cubicBezTo>
                  <a:cubicBezTo>
                    <a:pt x="54" y="35"/>
                    <a:pt x="56" y="35"/>
                    <a:pt x="58" y="37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72" y="38"/>
                    <a:pt x="81" y="34"/>
                    <a:pt x="91" y="32"/>
                  </a:cubicBezTo>
                  <a:cubicBezTo>
                    <a:pt x="91" y="23"/>
                    <a:pt x="91" y="23"/>
                    <a:pt x="91" y="23"/>
                  </a:cubicBezTo>
                  <a:cubicBezTo>
                    <a:pt x="91" y="19"/>
                    <a:pt x="94" y="16"/>
                    <a:pt x="99" y="16"/>
                  </a:cubicBezTo>
                  <a:cubicBezTo>
                    <a:pt x="114" y="16"/>
                    <a:pt x="114" y="16"/>
                    <a:pt x="114" y="16"/>
                  </a:cubicBezTo>
                  <a:moveTo>
                    <a:pt x="114" y="0"/>
                  </a:moveTo>
                  <a:cubicBezTo>
                    <a:pt x="99" y="0"/>
                    <a:pt x="99" y="0"/>
                    <a:pt x="99" y="0"/>
                  </a:cubicBezTo>
                  <a:cubicBezTo>
                    <a:pt x="87" y="0"/>
                    <a:pt x="77" y="9"/>
                    <a:pt x="76" y="21"/>
                  </a:cubicBezTo>
                  <a:cubicBezTo>
                    <a:pt x="73" y="22"/>
                    <a:pt x="70" y="23"/>
                    <a:pt x="67" y="25"/>
                  </a:cubicBezTo>
                  <a:cubicBezTo>
                    <a:pt x="63" y="21"/>
                    <a:pt x="58" y="20"/>
                    <a:pt x="52" y="20"/>
                  </a:cubicBezTo>
                  <a:cubicBezTo>
                    <a:pt x="46" y="20"/>
                    <a:pt x="41" y="22"/>
                    <a:pt x="36" y="26"/>
                  </a:cubicBezTo>
                  <a:cubicBezTo>
                    <a:pt x="25" y="37"/>
                    <a:pt x="25" y="37"/>
                    <a:pt x="25" y="37"/>
                  </a:cubicBezTo>
                  <a:cubicBezTo>
                    <a:pt x="21" y="41"/>
                    <a:pt x="19" y="47"/>
                    <a:pt x="19" y="53"/>
                  </a:cubicBezTo>
                  <a:cubicBezTo>
                    <a:pt x="19" y="58"/>
                    <a:pt x="21" y="64"/>
                    <a:pt x="24" y="68"/>
                  </a:cubicBezTo>
                  <a:cubicBezTo>
                    <a:pt x="23" y="71"/>
                    <a:pt x="21" y="74"/>
                    <a:pt x="20" y="77"/>
                  </a:cubicBezTo>
                  <a:cubicBezTo>
                    <a:pt x="9" y="78"/>
                    <a:pt x="0" y="88"/>
                    <a:pt x="0" y="99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26"/>
                    <a:pt x="9" y="136"/>
                    <a:pt x="20" y="137"/>
                  </a:cubicBezTo>
                  <a:cubicBezTo>
                    <a:pt x="21" y="140"/>
                    <a:pt x="23" y="143"/>
                    <a:pt x="24" y="146"/>
                  </a:cubicBezTo>
                  <a:cubicBezTo>
                    <a:pt x="21" y="150"/>
                    <a:pt x="19" y="155"/>
                    <a:pt x="19" y="161"/>
                  </a:cubicBezTo>
                  <a:cubicBezTo>
                    <a:pt x="19" y="167"/>
                    <a:pt x="21" y="173"/>
                    <a:pt x="25" y="177"/>
                  </a:cubicBezTo>
                  <a:cubicBezTo>
                    <a:pt x="36" y="188"/>
                    <a:pt x="36" y="188"/>
                    <a:pt x="36" y="188"/>
                  </a:cubicBezTo>
                  <a:cubicBezTo>
                    <a:pt x="41" y="192"/>
                    <a:pt x="46" y="194"/>
                    <a:pt x="52" y="194"/>
                  </a:cubicBezTo>
                  <a:cubicBezTo>
                    <a:pt x="58" y="194"/>
                    <a:pt x="63" y="193"/>
                    <a:pt x="67" y="189"/>
                  </a:cubicBezTo>
                  <a:cubicBezTo>
                    <a:pt x="70" y="191"/>
                    <a:pt x="73" y="192"/>
                    <a:pt x="76" y="193"/>
                  </a:cubicBezTo>
                  <a:cubicBezTo>
                    <a:pt x="77" y="205"/>
                    <a:pt x="87" y="213"/>
                    <a:pt x="99" y="213"/>
                  </a:cubicBezTo>
                  <a:cubicBezTo>
                    <a:pt x="114" y="213"/>
                    <a:pt x="114" y="213"/>
                    <a:pt x="114" y="213"/>
                  </a:cubicBezTo>
                  <a:cubicBezTo>
                    <a:pt x="126" y="213"/>
                    <a:pt x="135" y="205"/>
                    <a:pt x="137" y="193"/>
                  </a:cubicBezTo>
                  <a:cubicBezTo>
                    <a:pt x="140" y="192"/>
                    <a:pt x="143" y="191"/>
                    <a:pt x="146" y="189"/>
                  </a:cubicBezTo>
                  <a:cubicBezTo>
                    <a:pt x="150" y="193"/>
                    <a:pt x="155" y="194"/>
                    <a:pt x="160" y="194"/>
                  </a:cubicBezTo>
                  <a:cubicBezTo>
                    <a:pt x="166" y="194"/>
                    <a:pt x="172" y="192"/>
                    <a:pt x="176" y="188"/>
                  </a:cubicBezTo>
                  <a:cubicBezTo>
                    <a:pt x="187" y="177"/>
                    <a:pt x="187" y="177"/>
                    <a:pt x="187" y="177"/>
                  </a:cubicBezTo>
                  <a:cubicBezTo>
                    <a:pt x="191" y="173"/>
                    <a:pt x="194" y="167"/>
                    <a:pt x="194" y="161"/>
                  </a:cubicBezTo>
                  <a:cubicBezTo>
                    <a:pt x="194" y="155"/>
                    <a:pt x="192" y="150"/>
                    <a:pt x="188" y="146"/>
                  </a:cubicBezTo>
                  <a:cubicBezTo>
                    <a:pt x="190" y="143"/>
                    <a:pt x="191" y="140"/>
                    <a:pt x="192" y="137"/>
                  </a:cubicBezTo>
                  <a:cubicBezTo>
                    <a:pt x="204" y="136"/>
                    <a:pt x="213" y="126"/>
                    <a:pt x="213" y="115"/>
                  </a:cubicBezTo>
                  <a:cubicBezTo>
                    <a:pt x="213" y="99"/>
                    <a:pt x="213" y="99"/>
                    <a:pt x="213" y="99"/>
                  </a:cubicBezTo>
                  <a:cubicBezTo>
                    <a:pt x="213" y="88"/>
                    <a:pt x="204" y="78"/>
                    <a:pt x="192" y="77"/>
                  </a:cubicBezTo>
                  <a:cubicBezTo>
                    <a:pt x="191" y="74"/>
                    <a:pt x="190" y="71"/>
                    <a:pt x="188" y="68"/>
                  </a:cubicBezTo>
                  <a:cubicBezTo>
                    <a:pt x="192" y="64"/>
                    <a:pt x="194" y="58"/>
                    <a:pt x="194" y="53"/>
                  </a:cubicBezTo>
                  <a:cubicBezTo>
                    <a:pt x="194" y="47"/>
                    <a:pt x="191" y="41"/>
                    <a:pt x="187" y="37"/>
                  </a:cubicBezTo>
                  <a:cubicBezTo>
                    <a:pt x="176" y="26"/>
                    <a:pt x="176" y="26"/>
                    <a:pt x="176" y="26"/>
                  </a:cubicBezTo>
                  <a:cubicBezTo>
                    <a:pt x="172" y="22"/>
                    <a:pt x="166" y="20"/>
                    <a:pt x="160" y="20"/>
                  </a:cubicBezTo>
                  <a:cubicBezTo>
                    <a:pt x="155" y="20"/>
                    <a:pt x="150" y="21"/>
                    <a:pt x="146" y="25"/>
                  </a:cubicBezTo>
                  <a:cubicBezTo>
                    <a:pt x="143" y="23"/>
                    <a:pt x="140" y="22"/>
                    <a:pt x="137" y="21"/>
                  </a:cubicBezTo>
                  <a:cubicBezTo>
                    <a:pt x="135" y="9"/>
                    <a:pt x="126" y="0"/>
                    <a:pt x="11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61" name="Freeform 10"/>
            <p:cNvSpPr>
              <a:spLocks noEditPoints="1"/>
            </p:cNvSpPr>
            <p:nvPr/>
          </p:nvSpPr>
          <p:spPr bwMode="auto">
            <a:xfrm>
              <a:off x="8467726" y="5132388"/>
              <a:ext cx="87313" cy="85725"/>
            </a:xfrm>
            <a:custGeom>
              <a:avLst/>
              <a:gdLst>
                <a:gd name="T0" fmla="*/ 49 w 99"/>
                <a:gd name="T1" fmla="*/ 99 h 99"/>
                <a:gd name="T2" fmla="*/ 0 w 99"/>
                <a:gd name="T3" fmla="*/ 50 h 99"/>
                <a:gd name="T4" fmla="*/ 49 w 99"/>
                <a:gd name="T5" fmla="*/ 0 h 99"/>
                <a:gd name="T6" fmla="*/ 99 w 99"/>
                <a:gd name="T7" fmla="*/ 50 h 99"/>
                <a:gd name="T8" fmla="*/ 49 w 99"/>
                <a:gd name="T9" fmla="*/ 99 h 99"/>
                <a:gd name="T10" fmla="*/ 49 w 99"/>
                <a:gd name="T11" fmla="*/ 8 h 99"/>
                <a:gd name="T12" fmla="*/ 7 w 99"/>
                <a:gd name="T13" fmla="*/ 50 h 99"/>
                <a:gd name="T14" fmla="*/ 49 w 99"/>
                <a:gd name="T15" fmla="*/ 92 h 99"/>
                <a:gd name="T16" fmla="*/ 91 w 99"/>
                <a:gd name="T17" fmla="*/ 50 h 99"/>
                <a:gd name="T18" fmla="*/ 49 w 99"/>
                <a:gd name="T19" fmla="*/ 8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9" h="99">
                  <a:moveTo>
                    <a:pt x="49" y="99"/>
                  </a:moveTo>
                  <a:cubicBezTo>
                    <a:pt x="22" y="99"/>
                    <a:pt x="0" y="77"/>
                    <a:pt x="0" y="50"/>
                  </a:cubicBezTo>
                  <a:cubicBezTo>
                    <a:pt x="0" y="23"/>
                    <a:pt x="22" y="0"/>
                    <a:pt x="49" y="0"/>
                  </a:cubicBezTo>
                  <a:cubicBezTo>
                    <a:pt x="76" y="0"/>
                    <a:pt x="99" y="23"/>
                    <a:pt x="99" y="50"/>
                  </a:cubicBezTo>
                  <a:cubicBezTo>
                    <a:pt x="99" y="77"/>
                    <a:pt x="76" y="99"/>
                    <a:pt x="49" y="99"/>
                  </a:cubicBezTo>
                  <a:close/>
                  <a:moveTo>
                    <a:pt x="49" y="8"/>
                  </a:moveTo>
                  <a:cubicBezTo>
                    <a:pt x="26" y="8"/>
                    <a:pt x="7" y="27"/>
                    <a:pt x="7" y="50"/>
                  </a:cubicBezTo>
                  <a:cubicBezTo>
                    <a:pt x="7" y="73"/>
                    <a:pt x="26" y="92"/>
                    <a:pt x="49" y="92"/>
                  </a:cubicBezTo>
                  <a:cubicBezTo>
                    <a:pt x="72" y="92"/>
                    <a:pt x="91" y="73"/>
                    <a:pt x="91" y="50"/>
                  </a:cubicBezTo>
                  <a:cubicBezTo>
                    <a:pt x="91" y="27"/>
                    <a:pt x="72" y="8"/>
                    <a:pt x="49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62" name="Freeform 11"/>
            <p:cNvSpPr>
              <a:spLocks noEditPoints="1"/>
            </p:cNvSpPr>
            <p:nvPr/>
          </p:nvSpPr>
          <p:spPr bwMode="auto">
            <a:xfrm>
              <a:off x="8488363" y="5151438"/>
              <a:ext cx="46038" cy="47625"/>
            </a:xfrm>
            <a:custGeom>
              <a:avLst/>
              <a:gdLst>
                <a:gd name="T0" fmla="*/ 26 w 53"/>
                <a:gd name="T1" fmla="*/ 54 h 54"/>
                <a:gd name="T2" fmla="*/ 0 w 53"/>
                <a:gd name="T3" fmla="*/ 27 h 54"/>
                <a:gd name="T4" fmla="*/ 26 w 53"/>
                <a:gd name="T5" fmla="*/ 0 h 54"/>
                <a:gd name="T6" fmla="*/ 53 w 53"/>
                <a:gd name="T7" fmla="*/ 27 h 54"/>
                <a:gd name="T8" fmla="*/ 26 w 53"/>
                <a:gd name="T9" fmla="*/ 54 h 54"/>
                <a:gd name="T10" fmla="*/ 26 w 53"/>
                <a:gd name="T11" fmla="*/ 8 h 54"/>
                <a:gd name="T12" fmla="*/ 7 w 53"/>
                <a:gd name="T13" fmla="*/ 27 h 54"/>
                <a:gd name="T14" fmla="*/ 26 w 53"/>
                <a:gd name="T15" fmla="*/ 46 h 54"/>
                <a:gd name="T16" fmla="*/ 45 w 53"/>
                <a:gd name="T17" fmla="*/ 27 h 54"/>
                <a:gd name="T18" fmla="*/ 26 w 53"/>
                <a:gd name="T19" fmla="*/ 8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" h="54">
                  <a:moveTo>
                    <a:pt x="26" y="54"/>
                  </a:moveTo>
                  <a:cubicBezTo>
                    <a:pt x="12" y="54"/>
                    <a:pt x="0" y="42"/>
                    <a:pt x="0" y="27"/>
                  </a:cubicBezTo>
                  <a:cubicBezTo>
                    <a:pt x="0" y="12"/>
                    <a:pt x="12" y="0"/>
                    <a:pt x="26" y="0"/>
                  </a:cubicBezTo>
                  <a:cubicBezTo>
                    <a:pt x="41" y="0"/>
                    <a:pt x="53" y="12"/>
                    <a:pt x="53" y="27"/>
                  </a:cubicBezTo>
                  <a:cubicBezTo>
                    <a:pt x="53" y="42"/>
                    <a:pt x="41" y="54"/>
                    <a:pt x="26" y="54"/>
                  </a:cubicBezTo>
                  <a:close/>
                  <a:moveTo>
                    <a:pt x="26" y="8"/>
                  </a:moveTo>
                  <a:cubicBezTo>
                    <a:pt x="16" y="8"/>
                    <a:pt x="7" y="16"/>
                    <a:pt x="7" y="27"/>
                  </a:cubicBezTo>
                  <a:cubicBezTo>
                    <a:pt x="7" y="37"/>
                    <a:pt x="16" y="46"/>
                    <a:pt x="26" y="46"/>
                  </a:cubicBezTo>
                  <a:cubicBezTo>
                    <a:pt x="37" y="46"/>
                    <a:pt x="45" y="37"/>
                    <a:pt x="45" y="27"/>
                  </a:cubicBezTo>
                  <a:cubicBezTo>
                    <a:pt x="45" y="16"/>
                    <a:pt x="37" y="8"/>
                    <a:pt x="2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7932269" y="5111703"/>
            <a:ext cx="357108" cy="352148"/>
            <a:chOff x="5978526" y="184151"/>
            <a:chExt cx="228600" cy="225425"/>
          </a:xfrm>
          <a:solidFill>
            <a:schemeClr val="accent4"/>
          </a:solidFill>
        </p:grpSpPr>
        <p:sp>
          <p:nvSpPr>
            <p:cNvPr id="64" name="Freeform 14"/>
            <p:cNvSpPr/>
            <p:nvPr/>
          </p:nvSpPr>
          <p:spPr bwMode="auto">
            <a:xfrm>
              <a:off x="5978526" y="334963"/>
              <a:ext cx="74613" cy="74613"/>
            </a:xfrm>
            <a:custGeom>
              <a:avLst/>
              <a:gdLst>
                <a:gd name="T0" fmla="*/ 7 w 47"/>
                <a:gd name="T1" fmla="*/ 0 h 47"/>
                <a:gd name="T2" fmla="*/ 2 w 47"/>
                <a:gd name="T3" fmla="*/ 23 h 47"/>
                <a:gd name="T4" fmla="*/ 0 w 47"/>
                <a:gd name="T5" fmla="*/ 47 h 47"/>
                <a:gd name="T6" fmla="*/ 23 w 47"/>
                <a:gd name="T7" fmla="*/ 45 h 47"/>
                <a:gd name="T8" fmla="*/ 47 w 47"/>
                <a:gd name="T9" fmla="*/ 40 h 47"/>
                <a:gd name="T10" fmla="*/ 26 w 47"/>
                <a:gd name="T11" fmla="*/ 21 h 47"/>
                <a:gd name="T12" fmla="*/ 7 w 47"/>
                <a:gd name="T13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" h="47">
                  <a:moveTo>
                    <a:pt x="7" y="0"/>
                  </a:moveTo>
                  <a:lnTo>
                    <a:pt x="2" y="23"/>
                  </a:lnTo>
                  <a:lnTo>
                    <a:pt x="0" y="47"/>
                  </a:lnTo>
                  <a:lnTo>
                    <a:pt x="23" y="45"/>
                  </a:lnTo>
                  <a:lnTo>
                    <a:pt x="47" y="40"/>
                  </a:lnTo>
                  <a:lnTo>
                    <a:pt x="26" y="21"/>
                  </a:lnTo>
                  <a:lnTo>
                    <a:pt x="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65" name="Freeform 15"/>
            <p:cNvSpPr/>
            <p:nvPr/>
          </p:nvSpPr>
          <p:spPr bwMode="auto">
            <a:xfrm>
              <a:off x="6000751" y="217488"/>
              <a:ext cx="165100" cy="169863"/>
            </a:xfrm>
            <a:custGeom>
              <a:avLst/>
              <a:gdLst>
                <a:gd name="T0" fmla="*/ 38 w 104"/>
                <a:gd name="T1" fmla="*/ 95 h 107"/>
                <a:gd name="T2" fmla="*/ 33 w 104"/>
                <a:gd name="T3" fmla="*/ 88 h 107"/>
                <a:gd name="T4" fmla="*/ 92 w 104"/>
                <a:gd name="T5" fmla="*/ 29 h 107"/>
                <a:gd name="T6" fmla="*/ 78 w 104"/>
                <a:gd name="T7" fmla="*/ 15 h 107"/>
                <a:gd name="T8" fmla="*/ 19 w 104"/>
                <a:gd name="T9" fmla="*/ 74 h 107"/>
                <a:gd name="T10" fmla="*/ 12 w 104"/>
                <a:gd name="T11" fmla="*/ 67 h 107"/>
                <a:gd name="T12" fmla="*/ 71 w 104"/>
                <a:gd name="T13" fmla="*/ 7 h 107"/>
                <a:gd name="T14" fmla="*/ 66 w 104"/>
                <a:gd name="T15" fmla="*/ 0 h 107"/>
                <a:gd name="T16" fmla="*/ 0 w 104"/>
                <a:gd name="T17" fmla="*/ 67 h 107"/>
                <a:gd name="T18" fmla="*/ 38 w 104"/>
                <a:gd name="T19" fmla="*/ 107 h 107"/>
                <a:gd name="T20" fmla="*/ 104 w 104"/>
                <a:gd name="T21" fmla="*/ 41 h 107"/>
                <a:gd name="T22" fmla="*/ 99 w 104"/>
                <a:gd name="T23" fmla="*/ 33 h 107"/>
                <a:gd name="T24" fmla="*/ 38 w 104"/>
                <a:gd name="T25" fmla="*/ 95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4" h="107">
                  <a:moveTo>
                    <a:pt x="38" y="95"/>
                  </a:moveTo>
                  <a:lnTo>
                    <a:pt x="33" y="88"/>
                  </a:lnTo>
                  <a:lnTo>
                    <a:pt x="92" y="29"/>
                  </a:lnTo>
                  <a:lnTo>
                    <a:pt x="78" y="15"/>
                  </a:lnTo>
                  <a:lnTo>
                    <a:pt x="19" y="74"/>
                  </a:lnTo>
                  <a:lnTo>
                    <a:pt x="12" y="67"/>
                  </a:lnTo>
                  <a:lnTo>
                    <a:pt x="71" y="7"/>
                  </a:lnTo>
                  <a:lnTo>
                    <a:pt x="66" y="0"/>
                  </a:lnTo>
                  <a:lnTo>
                    <a:pt x="0" y="67"/>
                  </a:lnTo>
                  <a:lnTo>
                    <a:pt x="38" y="107"/>
                  </a:lnTo>
                  <a:lnTo>
                    <a:pt x="104" y="41"/>
                  </a:lnTo>
                  <a:lnTo>
                    <a:pt x="99" y="33"/>
                  </a:lnTo>
                  <a:lnTo>
                    <a:pt x="38" y="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66" name="Freeform 16"/>
            <p:cNvSpPr/>
            <p:nvPr/>
          </p:nvSpPr>
          <p:spPr bwMode="auto">
            <a:xfrm>
              <a:off x="6116638" y="184151"/>
              <a:ext cx="90488" cy="90488"/>
            </a:xfrm>
            <a:custGeom>
              <a:avLst/>
              <a:gdLst>
                <a:gd name="T0" fmla="*/ 22 w 24"/>
                <a:gd name="T1" fmla="*/ 12 h 24"/>
                <a:gd name="T2" fmla="*/ 11 w 24"/>
                <a:gd name="T3" fmla="*/ 1 h 24"/>
                <a:gd name="T4" fmla="*/ 5 w 24"/>
                <a:gd name="T5" fmla="*/ 1 h 24"/>
                <a:gd name="T6" fmla="*/ 5 w 24"/>
                <a:gd name="T7" fmla="*/ 1 h 24"/>
                <a:gd name="T8" fmla="*/ 5 w 24"/>
                <a:gd name="T9" fmla="*/ 1 h 24"/>
                <a:gd name="T10" fmla="*/ 0 w 24"/>
                <a:gd name="T11" fmla="*/ 7 h 24"/>
                <a:gd name="T12" fmla="*/ 17 w 24"/>
                <a:gd name="T13" fmla="*/ 24 h 24"/>
                <a:gd name="T14" fmla="*/ 22 w 24"/>
                <a:gd name="T15" fmla="*/ 18 h 24"/>
                <a:gd name="T16" fmla="*/ 22 w 24"/>
                <a:gd name="T17" fmla="*/ 18 h 24"/>
                <a:gd name="T18" fmla="*/ 22 w 24"/>
                <a:gd name="T19" fmla="*/ 18 h 24"/>
                <a:gd name="T20" fmla="*/ 22 w 24"/>
                <a:gd name="T21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4" h="24">
                  <a:moveTo>
                    <a:pt x="22" y="12"/>
                  </a:moveTo>
                  <a:cubicBezTo>
                    <a:pt x="11" y="1"/>
                    <a:pt x="11" y="1"/>
                    <a:pt x="11" y="1"/>
                  </a:cubicBezTo>
                  <a:cubicBezTo>
                    <a:pt x="9" y="0"/>
                    <a:pt x="7" y="0"/>
                    <a:pt x="5" y="1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6"/>
                    <a:pt x="24" y="14"/>
                    <a:pt x="2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67" name="Freeform 47"/>
          <p:cNvSpPr>
            <a:spLocks noEditPoints="1"/>
          </p:cNvSpPr>
          <p:nvPr/>
        </p:nvSpPr>
        <p:spPr bwMode="auto">
          <a:xfrm>
            <a:off x="1375178" y="4911701"/>
            <a:ext cx="400024" cy="400024"/>
          </a:xfrm>
          <a:custGeom>
            <a:avLst/>
            <a:gdLst>
              <a:gd name="T0" fmla="*/ 81 w 128"/>
              <a:gd name="T1" fmla="*/ 14 h 128"/>
              <a:gd name="T2" fmla="*/ 53 w 128"/>
              <a:gd name="T3" fmla="*/ 36 h 128"/>
              <a:gd name="T4" fmla="*/ 33 w 128"/>
              <a:gd name="T5" fmla="*/ 36 h 128"/>
              <a:gd name="T6" fmla="*/ 0 w 128"/>
              <a:gd name="T7" fmla="*/ 56 h 128"/>
              <a:gd name="T8" fmla="*/ 24 w 128"/>
              <a:gd name="T9" fmla="*/ 84 h 128"/>
              <a:gd name="T10" fmla="*/ 32 w 128"/>
              <a:gd name="T11" fmla="*/ 128 h 128"/>
              <a:gd name="T12" fmla="*/ 56 w 128"/>
              <a:gd name="T13" fmla="*/ 120 h 128"/>
              <a:gd name="T14" fmla="*/ 52 w 128"/>
              <a:gd name="T15" fmla="*/ 108 h 128"/>
              <a:gd name="T16" fmla="*/ 52 w 128"/>
              <a:gd name="T17" fmla="*/ 80 h 128"/>
              <a:gd name="T18" fmla="*/ 53 w 128"/>
              <a:gd name="T19" fmla="*/ 78 h 128"/>
              <a:gd name="T20" fmla="*/ 54 w 128"/>
              <a:gd name="T21" fmla="*/ 77 h 128"/>
              <a:gd name="T22" fmla="*/ 55 w 128"/>
              <a:gd name="T23" fmla="*/ 76 h 128"/>
              <a:gd name="T24" fmla="*/ 81 w 128"/>
              <a:gd name="T25" fmla="*/ 98 h 128"/>
              <a:gd name="T26" fmla="*/ 128 w 128"/>
              <a:gd name="T27" fmla="*/ 56 h 128"/>
              <a:gd name="T28" fmla="*/ 80 w 128"/>
              <a:gd name="T29" fmla="*/ 56 h 128"/>
              <a:gd name="T30" fmla="*/ 92 w 128"/>
              <a:gd name="T31" fmla="*/ 44 h 128"/>
              <a:gd name="T32" fmla="*/ 92 w 128"/>
              <a:gd name="T33" fmla="*/ 68 h 128"/>
              <a:gd name="T34" fmla="*/ 80 w 128"/>
              <a:gd name="T35" fmla="*/ 56 h 128"/>
              <a:gd name="T36" fmla="*/ 16 w 128"/>
              <a:gd name="T37" fmla="*/ 44 h 128"/>
              <a:gd name="T38" fmla="*/ 40 w 128"/>
              <a:gd name="T39" fmla="*/ 56 h 128"/>
              <a:gd name="T40" fmla="*/ 16 w 128"/>
              <a:gd name="T41" fmla="*/ 68 h 128"/>
              <a:gd name="T42" fmla="*/ 48 w 128"/>
              <a:gd name="T43" fmla="*/ 120 h 128"/>
              <a:gd name="T44" fmla="*/ 32 w 128"/>
              <a:gd name="T45" fmla="*/ 84 h 128"/>
              <a:gd name="T46" fmla="*/ 33 w 128"/>
              <a:gd name="T47" fmla="*/ 76 h 128"/>
              <a:gd name="T48" fmla="*/ 45 w 128"/>
              <a:gd name="T49" fmla="*/ 76 h 128"/>
              <a:gd name="T50" fmla="*/ 44 w 128"/>
              <a:gd name="T51" fmla="*/ 108 h 128"/>
              <a:gd name="T52" fmla="*/ 48 w 128"/>
              <a:gd name="T53" fmla="*/ 117 h 128"/>
              <a:gd name="T54" fmla="*/ 53 w 128"/>
              <a:gd name="T55" fmla="*/ 68 h 128"/>
              <a:gd name="T56" fmla="*/ 52 w 128"/>
              <a:gd name="T57" fmla="*/ 68 h 128"/>
              <a:gd name="T58" fmla="*/ 52 w 128"/>
              <a:gd name="T59" fmla="*/ 44 h 128"/>
              <a:gd name="T60" fmla="*/ 74 w 128"/>
              <a:gd name="T61" fmla="*/ 36 h 128"/>
              <a:gd name="T62" fmla="*/ 74 w 128"/>
              <a:gd name="T63" fmla="*/ 76 h 128"/>
              <a:gd name="T64" fmla="*/ 100 w 128"/>
              <a:gd name="T65" fmla="*/ 104 h 128"/>
              <a:gd name="T66" fmla="*/ 92 w 128"/>
              <a:gd name="T67" fmla="*/ 76 h 128"/>
              <a:gd name="T68" fmla="*/ 92 w 128"/>
              <a:gd name="T69" fmla="*/ 36 h 128"/>
              <a:gd name="T70" fmla="*/ 100 w 128"/>
              <a:gd name="T71" fmla="*/ 8 h 128"/>
              <a:gd name="T72" fmla="*/ 100 w 128"/>
              <a:gd name="T73" fmla="*/ 104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28" h="128">
                <a:moveTo>
                  <a:pt x="100" y="0"/>
                </a:moveTo>
                <a:cubicBezTo>
                  <a:pt x="92" y="0"/>
                  <a:pt x="85" y="6"/>
                  <a:pt x="81" y="14"/>
                </a:cubicBezTo>
                <a:cubicBezTo>
                  <a:pt x="81" y="14"/>
                  <a:pt x="81" y="14"/>
                  <a:pt x="81" y="14"/>
                </a:cubicBezTo>
                <a:cubicBezTo>
                  <a:pt x="74" y="27"/>
                  <a:pt x="64" y="36"/>
                  <a:pt x="53" y="36"/>
                </a:cubicBezTo>
                <a:cubicBezTo>
                  <a:pt x="50" y="36"/>
                  <a:pt x="50" y="36"/>
                  <a:pt x="50" y="36"/>
                </a:cubicBezTo>
                <a:cubicBezTo>
                  <a:pt x="33" y="36"/>
                  <a:pt x="33" y="36"/>
                  <a:pt x="33" y="36"/>
                </a:cubicBezTo>
                <a:cubicBezTo>
                  <a:pt x="16" y="36"/>
                  <a:pt x="16" y="36"/>
                  <a:pt x="16" y="36"/>
                </a:cubicBezTo>
                <a:cubicBezTo>
                  <a:pt x="7" y="36"/>
                  <a:pt x="0" y="45"/>
                  <a:pt x="0" y="56"/>
                </a:cubicBezTo>
                <a:cubicBezTo>
                  <a:pt x="0" y="67"/>
                  <a:pt x="7" y="76"/>
                  <a:pt x="16" y="76"/>
                </a:cubicBezTo>
                <a:cubicBezTo>
                  <a:pt x="20" y="76"/>
                  <a:pt x="24" y="80"/>
                  <a:pt x="24" y="84"/>
                </a:cubicBezTo>
                <a:cubicBezTo>
                  <a:pt x="24" y="120"/>
                  <a:pt x="24" y="120"/>
                  <a:pt x="24" y="120"/>
                </a:cubicBezTo>
                <a:cubicBezTo>
                  <a:pt x="24" y="124"/>
                  <a:pt x="28" y="128"/>
                  <a:pt x="32" y="128"/>
                </a:cubicBezTo>
                <a:cubicBezTo>
                  <a:pt x="48" y="128"/>
                  <a:pt x="48" y="128"/>
                  <a:pt x="48" y="128"/>
                </a:cubicBezTo>
                <a:cubicBezTo>
                  <a:pt x="52" y="128"/>
                  <a:pt x="56" y="124"/>
                  <a:pt x="56" y="120"/>
                </a:cubicBezTo>
                <a:cubicBezTo>
                  <a:pt x="56" y="116"/>
                  <a:pt x="56" y="116"/>
                  <a:pt x="56" y="116"/>
                </a:cubicBezTo>
                <a:cubicBezTo>
                  <a:pt x="56" y="112"/>
                  <a:pt x="52" y="110"/>
                  <a:pt x="52" y="108"/>
                </a:cubicBezTo>
                <a:cubicBezTo>
                  <a:pt x="52" y="80"/>
                  <a:pt x="52" y="80"/>
                  <a:pt x="52" y="80"/>
                </a:cubicBezTo>
                <a:cubicBezTo>
                  <a:pt x="52" y="80"/>
                  <a:pt x="52" y="80"/>
                  <a:pt x="52" y="80"/>
                </a:cubicBezTo>
                <a:cubicBezTo>
                  <a:pt x="52" y="79"/>
                  <a:pt x="52" y="79"/>
                  <a:pt x="53" y="78"/>
                </a:cubicBezTo>
                <a:cubicBezTo>
                  <a:pt x="53" y="78"/>
                  <a:pt x="53" y="78"/>
                  <a:pt x="53" y="78"/>
                </a:cubicBezTo>
                <a:cubicBezTo>
                  <a:pt x="53" y="77"/>
                  <a:pt x="53" y="77"/>
                  <a:pt x="54" y="77"/>
                </a:cubicBezTo>
                <a:cubicBezTo>
                  <a:pt x="54" y="77"/>
                  <a:pt x="54" y="77"/>
                  <a:pt x="54" y="77"/>
                </a:cubicBezTo>
                <a:cubicBezTo>
                  <a:pt x="54" y="77"/>
                  <a:pt x="54" y="77"/>
                  <a:pt x="54" y="77"/>
                </a:cubicBezTo>
                <a:cubicBezTo>
                  <a:pt x="54" y="76"/>
                  <a:pt x="55" y="76"/>
                  <a:pt x="55" y="76"/>
                </a:cubicBezTo>
                <a:cubicBezTo>
                  <a:pt x="65" y="77"/>
                  <a:pt x="74" y="85"/>
                  <a:pt x="81" y="98"/>
                </a:cubicBezTo>
                <a:cubicBezTo>
                  <a:pt x="81" y="98"/>
                  <a:pt x="81" y="98"/>
                  <a:pt x="81" y="98"/>
                </a:cubicBezTo>
                <a:cubicBezTo>
                  <a:pt x="85" y="106"/>
                  <a:pt x="92" y="112"/>
                  <a:pt x="100" y="112"/>
                </a:cubicBezTo>
                <a:cubicBezTo>
                  <a:pt x="118" y="112"/>
                  <a:pt x="128" y="84"/>
                  <a:pt x="128" y="56"/>
                </a:cubicBezTo>
                <a:cubicBezTo>
                  <a:pt x="128" y="28"/>
                  <a:pt x="118" y="0"/>
                  <a:pt x="100" y="0"/>
                </a:cubicBezTo>
                <a:close/>
                <a:moveTo>
                  <a:pt x="80" y="56"/>
                </a:moveTo>
                <a:cubicBezTo>
                  <a:pt x="80" y="52"/>
                  <a:pt x="80" y="48"/>
                  <a:pt x="81" y="44"/>
                </a:cubicBezTo>
                <a:cubicBezTo>
                  <a:pt x="92" y="44"/>
                  <a:pt x="92" y="44"/>
                  <a:pt x="92" y="44"/>
                </a:cubicBezTo>
                <a:cubicBezTo>
                  <a:pt x="96" y="44"/>
                  <a:pt x="100" y="49"/>
                  <a:pt x="100" y="56"/>
                </a:cubicBezTo>
                <a:cubicBezTo>
                  <a:pt x="100" y="63"/>
                  <a:pt x="96" y="68"/>
                  <a:pt x="92" y="68"/>
                </a:cubicBezTo>
                <a:cubicBezTo>
                  <a:pt x="81" y="68"/>
                  <a:pt x="81" y="68"/>
                  <a:pt x="81" y="68"/>
                </a:cubicBezTo>
                <a:cubicBezTo>
                  <a:pt x="80" y="64"/>
                  <a:pt x="80" y="60"/>
                  <a:pt x="80" y="56"/>
                </a:cubicBezTo>
                <a:close/>
                <a:moveTo>
                  <a:pt x="8" y="56"/>
                </a:moveTo>
                <a:cubicBezTo>
                  <a:pt x="8" y="49"/>
                  <a:pt x="12" y="44"/>
                  <a:pt x="16" y="44"/>
                </a:cubicBezTo>
                <a:cubicBezTo>
                  <a:pt x="44" y="44"/>
                  <a:pt x="44" y="44"/>
                  <a:pt x="44" y="44"/>
                </a:cubicBezTo>
                <a:cubicBezTo>
                  <a:pt x="42" y="47"/>
                  <a:pt x="40" y="51"/>
                  <a:pt x="40" y="56"/>
                </a:cubicBezTo>
                <a:cubicBezTo>
                  <a:pt x="40" y="61"/>
                  <a:pt x="42" y="65"/>
                  <a:pt x="44" y="68"/>
                </a:cubicBezTo>
                <a:cubicBezTo>
                  <a:pt x="16" y="68"/>
                  <a:pt x="16" y="68"/>
                  <a:pt x="16" y="68"/>
                </a:cubicBezTo>
                <a:cubicBezTo>
                  <a:pt x="12" y="68"/>
                  <a:pt x="8" y="63"/>
                  <a:pt x="8" y="56"/>
                </a:cubicBezTo>
                <a:close/>
                <a:moveTo>
                  <a:pt x="48" y="120"/>
                </a:moveTo>
                <a:cubicBezTo>
                  <a:pt x="32" y="120"/>
                  <a:pt x="32" y="120"/>
                  <a:pt x="32" y="120"/>
                </a:cubicBezTo>
                <a:cubicBezTo>
                  <a:pt x="32" y="84"/>
                  <a:pt x="32" y="84"/>
                  <a:pt x="32" y="84"/>
                </a:cubicBezTo>
                <a:cubicBezTo>
                  <a:pt x="32" y="81"/>
                  <a:pt x="31" y="78"/>
                  <a:pt x="30" y="76"/>
                </a:cubicBezTo>
                <a:cubicBezTo>
                  <a:pt x="33" y="76"/>
                  <a:pt x="33" y="76"/>
                  <a:pt x="33" y="76"/>
                </a:cubicBezTo>
                <a:cubicBezTo>
                  <a:pt x="33" y="76"/>
                  <a:pt x="33" y="76"/>
                  <a:pt x="33" y="76"/>
                </a:cubicBezTo>
                <a:cubicBezTo>
                  <a:pt x="45" y="76"/>
                  <a:pt x="45" y="76"/>
                  <a:pt x="45" y="76"/>
                </a:cubicBezTo>
                <a:cubicBezTo>
                  <a:pt x="44" y="77"/>
                  <a:pt x="44" y="79"/>
                  <a:pt x="44" y="80"/>
                </a:cubicBezTo>
                <a:cubicBezTo>
                  <a:pt x="44" y="108"/>
                  <a:pt x="44" y="108"/>
                  <a:pt x="44" y="108"/>
                </a:cubicBezTo>
                <a:cubicBezTo>
                  <a:pt x="44" y="112"/>
                  <a:pt x="46" y="114"/>
                  <a:pt x="47" y="116"/>
                </a:cubicBezTo>
                <a:cubicBezTo>
                  <a:pt x="48" y="116"/>
                  <a:pt x="48" y="116"/>
                  <a:pt x="48" y="117"/>
                </a:cubicBezTo>
                <a:lnTo>
                  <a:pt x="48" y="120"/>
                </a:lnTo>
                <a:close/>
                <a:moveTo>
                  <a:pt x="53" y="68"/>
                </a:moveTo>
                <a:cubicBezTo>
                  <a:pt x="52" y="68"/>
                  <a:pt x="52" y="68"/>
                  <a:pt x="52" y="68"/>
                </a:cubicBezTo>
                <a:cubicBezTo>
                  <a:pt x="52" y="68"/>
                  <a:pt x="52" y="68"/>
                  <a:pt x="52" y="68"/>
                </a:cubicBezTo>
                <a:cubicBezTo>
                  <a:pt x="48" y="68"/>
                  <a:pt x="44" y="63"/>
                  <a:pt x="44" y="56"/>
                </a:cubicBezTo>
                <a:cubicBezTo>
                  <a:pt x="44" y="49"/>
                  <a:pt x="48" y="44"/>
                  <a:pt x="52" y="44"/>
                </a:cubicBezTo>
                <a:cubicBezTo>
                  <a:pt x="53" y="44"/>
                  <a:pt x="53" y="44"/>
                  <a:pt x="53" y="44"/>
                </a:cubicBezTo>
                <a:cubicBezTo>
                  <a:pt x="60" y="44"/>
                  <a:pt x="68" y="41"/>
                  <a:pt x="74" y="36"/>
                </a:cubicBezTo>
                <a:cubicBezTo>
                  <a:pt x="73" y="42"/>
                  <a:pt x="72" y="49"/>
                  <a:pt x="72" y="56"/>
                </a:cubicBezTo>
                <a:cubicBezTo>
                  <a:pt x="72" y="63"/>
                  <a:pt x="73" y="70"/>
                  <a:pt x="74" y="76"/>
                </a:cubicBezTo>
                <a:cubicBezTo>
                  <a:pt x="68" y="71"/>
                  <a:pt x="60" y="68"/>
                  <a:pt x="53" y="68"/>
                </a:cubicBezTo>
                <a:close/>
                <a:moveTo>
                  <a:pt x="100" y="104"/>
                </a:moveTo>
                <a:cubicBezTo>
                  <a:pt x="92" y="104"/>
                  <a:pt x="85" y="93"/>
                  <a:pt x="82" y="76"/>
                </a:cubicBezTo>
                <a:cubicBezTo>
                  <a:pt x="92" y="76"/>
                  <a:pt x="92" y="76"/>
                  <a:pt x="92" y="76"/>
                </a:cubicBezTo>
                <a:cubicBezTo>
                  <a:pt x="101" y="76"/>
                  <a:pt x="108" y="67"/>
                  <a:pt x="108" y="56"/>
                </a:cubicBezTo>
                <a:cubicBezTo>
                  <a:pt x="108" y="45"/>
                  <a:pt x="101" y="36"/>
                  <a:pt x="92" y="36"/>
                </a:cubicBezTo>
                <a:cubicBezTo>
                  <a:pt x="82" y="36"/>
                  <a:pt x="82" y="36"/>
                  <a:pt x="82" y="36"/>
                </a:cubicBezTo>
                <a:cubicBezTo>
                  <a:pt x="85" y="19"/>
                  <a:pt x="92" y="8"/>
                  <a:pt x="100" y="8"/>
                </a:cubicBezTo>
                <a:cubicBezTo>
                  <a:pt x="111" y="8"/>
                  <a:pt x="120" y="29"/>
                  <a:pt x="120" y="56"/>
                </a:cubicBezTo>
                <a:cubicBezTo>
                  <a:pt x="120" y="83"/>
                  <a:pt x="111" y="104"/>
                  <a:pt x="100" y="10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"/>
                            </p:stCondLst>
                            <p:childTnLst>
                              <p:par>
                                <p:cTn id="53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500"/>
                            </p:stCondLst>
                            <p:childTnLst>
                              <p:par>
                                <p:cTn id="5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000"/>
                            </p:stCondLst>
                            <p:childTnLst>
                              <p:par>
                                <p:cTn id="6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500"/>
                            </p:stCondLst>
                            <p:childTnLst>
                              <p:par>
                                <p:cTn id="78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6000"/>
                            </p:stCondLst>
                            <p:childTnLst>
                              <p:par>
                                <p:cTn id="8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6500"/>
                            </p:stCondLst>
                            <p:childTnLst>
                              <p:par>
                                <p:cTn id="8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750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8000"/>
                            </p:stCondLst>
                            <p:childTnLst>
                              <p:par>
                                <p:cTn id="103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8500"/>
                            </p:stCondLst>
                            <p:childTnLst>
                              <p:par>
                                <p:cTn id="10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9000"/>
                            </p:stCondLst>
                            <p:childTnLst>
                              <p:par>
                                <p:cTn id="1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0000"/>
                            </p:stCondLst>
                            <p:childTnLst>
                              <p:par>
                                <p:cTn id="1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" grpId="0" bldLvl="0" animBg="1"/>
      <p:bldP spid="271" grpId="0" bldLvl="0" animBg="1"/>
      <p:bldP spid="272" grpId="0" bldLvl="0" animBg="1"/>
      <p:bldP spid="281" grpId="0" bldLvl="0" animBg="1"/>
      <p:bldP spid="290" grpId="0" bldLvl="0" animBg="1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67" grpId="0" bldLvl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55"/>
          <p:cNvSpPr>
            <a:spLocks noGrp="1"/>
          </p:cNvSpPr>
          <p:nvPr>
            <p:ph type="title" idx="4294967295"/>
          </p:nvPr>
        </p:nvSpPr>
        <p:spPr>
          <a:xfrm>
            <a:off x="845761" y="623789"/>
            <a:ext cx="10515600" cy="911682"/>
          </a:xfrm>
        </p:spPr>
        <p:txBody>
          <a:bodyPr/>
          <a:lstStyle/>
          <a:p>
            <a:r>
              <a:rPr lang="id-ID" dirty="0"/>
              <a:t>Step-by-Step Process</a:t>
            </a:r>
            <a:endParaRPr lang="id-ID" dirty="0"/>
          </a:p>
        </p:txBody>
      </p:sp>
      <p:sp>
        <p:nvSpPr>
          <p:cNvPr id="57" name="Text Placeholder 56"/>
          <p:cNvSpPr>
            <a:spLocks noGrp="1"/>
          </p:cNvSpPr>
          <p:nvPr>
            <p:ph type="body" sz="quarter" idx="4294967295"/>
          </p:nvPr>
        </p:nvSpPr>
        <p:spPr>
          <a:xfrm>
            <a:off x="845761" y="1341975"/>
            <a:ext cx="10515600" cy="366712"/>
          </a:xfrm>
        </p:spPr>
        <p:txBody>
          <a:bodyPr>
            <a:normAutofit fontScale="77500" lnSpcReduction="20000"/>
          </a:bodyPr>
          <a:lstStyle/>
          <a:p>
            <a:r>
              <a:rPr lang="id-ID" dirty="0"/>
              <a:t>Plane with Ribbon</a:t>
            </a:r>
            <a:endParaRPr lang="id-ID" dirty="0"/>
          </a:p>
        </p:txBody>
      </p:sp>
      <p:sp>
        <p:nvSpPr>
          <p:cNvPr id="11" name="Freeform 5"/>
          <p:cNvSpPr/>
          <p:nvPr/>
        </p:nvSpPr>
        <p:spPr bwMode="auto">
          <a:xfrm>
            <a:off x="241953" y="1937027"/>
            <a:ext cx="1028999" cy="671406"/>
          </a:xfrm>
          <a:custGeom>
            <a:avLst/>
            <a:gdLst>
              <a:gd name="T0" fmla="*/ 589 w 589"/>
              <a:gd name="T1" fmla="*/ 0 h 371"/>
              <a:gd name="T2" fmla="*/ 589 w 589"/>
              <a:gd name="T3" fmla="*/ 371 h 371"/>
              <a:gd name="T4" fmla="*/ 0 w 589"/>
              <a:gd name="T5" fmla="*/ 371 h 371"/>
              <a:gd name="T6" fmla="*/ 113 w 589"/>
              <a:gd name="T7" fmla="*/ 186 h 371"/>
              <a:gd name="T8" fmla="*/ 0 w 589"/>
              <a:gd name="T9" fmla="*/ 0 h 371"/>
              <a:gd name="T10" fmla="*/ 589 w 589"/>
              <a:gd name="T11" fmla="*/ 0 h 3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89" h="371">
                <a:moveTo>
                  <a:pt x="589" y="0"/>
                </a:moveTo>
                <a:lnTo>
                  <a:pt x="589" y="371"/>
                </a:lnTo>
                <a:lnTo>
                  <a:pt x="0" y="371"/>
                </a:lnTo>
                <a:lnTo>
                  <a:pt x="113" y="186"/>
                </a:lnTo>
                <a:lnTo>
                  <a:pt x="0" y="0"/>
                </a:lnTo>
                <a:lnTo>
                  <a:pt x="58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2" name="Freeform 6"/>
          <p:cNvSpPr/>
          <p:nvPr/>
        </p:nvSpPr>
        <p:spPr bwMode="auto">
          <a:xfrm>
            <a:off x="919800" y="1937027"/>
            <a:ext cx="351153" cy="349277"/>
          </a:xfrm>
          <a:custGeom>
            <a:avLst/>
            <a:gdLst>
              <a:gd name="T0" fmla="*/ 201 w 201"/>
              <a:gd name="T1" fmla="*/ 193 h 193"/>
              <a:gd name="T2" fmla="*/ 201 w 201"/>
              <a:gd name="T3" fmla="*/ 0 h 193"/>
              <a:gd name="T4" fmla="*/ 0 w 201"/>
              <a:gd name="T5" fmla="*/ 178 h 193"/>
              <a:gd name="T6" fmla="*/ 201 w 201"/>
              <a:gd name="T7" fmla="*/ 193 h 1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1" h="193">
                <a:moveTo>
                  <a:pt x="201" y="193"/>
                </a:moveTo>
                <a:lnTo>
                  <a:pt x="201" y="0"/>
                </a:lnTo>
                <a:lnTo>
                  <a:pt x="0" y="178"/>
                </a:lnTo>
                <a:lnTo>
                  <a:pt x="201" y="193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53000">
                <a:schemeClr val="accent1">
                  <a:lumMod val="75000"/>
                </a:schemeClr>
              </a:gs>
            </a:gsLst>
            <a:lin ang="189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3" name="Freeform 12"/>
          <p:cNvSpPr/>
          <p:nvPr/>
        </p:nvSpPr>
        <p:spPr bwMode="auto">
          <a:xfrm>
            <a:off x="1994721" y="2240540"/>
            <a:ext cx="4388919" cy="1652290"/>
          </a:xfrm>
          <a:custGeom>
            <a:avLst/>
            <a:gdLst>
              <a:gd name="T0" fmla="*/ 0 w 3467"/>
              <a:gd name="T1" fmla="*/ 1260 h 1260"/>
              <a:gd name="T2" fmla="*/ 3467 w 3467"/>
              <a:gd name="T3" fmla="*/ 512 h 1260"/>
              <a:gd name="T4" fmla="*/ 3467 w 3467"/>
              <a:gd name="T5" fmla="*/ 0 h 1260"/>
              <a:gd name="T6" fmla="*/ 0 w 3467"/>
              <a:gd name="T7" fmla="*/ 745 h 1260"/>
              <a:gd name="T8" fmla="*/ 0 w 3467"/>
              <a:gd name="T9" fmla="*/ 1260 h 12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67" h="1260">
                <a:moveTo>
                  <a:pt x="0" y="1260"/>
                </a:moveTo>
                <a:lnTo>
                  <a:pt x="3467" y="512"/>
                </a:lnTo>
                <a:lnTo>
                  <a:pt x="3467" y="0"/>
                </a:lnTo>
                <a:lnTo>
                  <a:pt x="0" y="745"/>
                </a:lnTo>
                <a:lnTo>
                  <a:pt x="0" y="126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3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4" name="Freeform 13"/>
          <p:cNvSpPr/>
          <p:nvPr/>
        </p:nvSpPr>
        <p:spPr bwMode="auto">
          <a:xfrm>
            <a:off x="2608688" y="3220111"/>
            <a:ext cx="4016741" cy="1652290"/>
          </a:xfrm>
          <a:custGeom>
            <a:avLst/>
            <a:gdLst>
              <a:gd name="T0" fmla="*/ 2 w 3173"/>
              <a:gd name="T1" fmla="*/ 1260 h 1260"/>
              <a:gd name="T2" fmla="*/ 3173 w 3173"/>
              <a:gd name="T3" fmla="*/ 515 h 1260"/>
              <a:gd name="T4" fmla="*/ 3173 w 3173"/>
              <a:gd name="T5" fmla="*/ 0 h 1260"/>
              <a:gd name="T6" fmla="*/ 0 w 3173"/>
              <a:gd name="T7" fmla="*/ 748 h 1260"/>
              <a:gd name="T8" fmla="*/ 2 w 3173"/>
              <a:gd name="T9" fmla="*/ 1260 h 12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173" h="1260">
                <a:moveTo>
                  <a:pt x="2" y="1260"/>
                </a:moveTo>
                <a:lnTo>
                  <a:pt x="3173" y="515"/>
                </a:lnTo>
                <a:lnTo>
                  <a:pt x="3173" y="0"/>
                </a:lnTo>
                <a:lnTo>
                  <a:pt x="0" y="748"/>
                </a:lnTo>
                <a:lnTo>
                  <a:pt x="2" y="126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53000">
                <a:schemeClr val="accent2">
                  <a:lumMod val="75000"/>
                </a:schemeClr>
              </a:gs>
            </a:gsLst>
            <a:lin ang="189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5" name="Freeform 14"/>
          <p:cNvSpPr/>
          <p:nvPr/>
        </p:nvSpPr>
        <p:spPr bwMode="auto">
          <a:xfrm>
            <a:off x="3225188" y="4200994"/>
            <a:ext cx="4030665" cy="1675894"/>
          </a:xfrm>
          <a:custGeom>
            <a:avLst/>
            <a:gdLst>
              <a:gd name="T0" fmla="*/ 2 w 3184"/>
              <a:gd name="T1" fmla="*/ 1278 h 1278"/>
              <a:gd name="T2" fmla="*/ 3184 w 3184"/>
              <a:gd name="T3" fmla="*/ 512 h 1278"/>
              <a:gd name="T4" fmla="*/ 3184 w 3184"/>
              <a:gd name="T5" fmla="*/ 0 h 1278"/>
              <a:gd name="T6" fmla="*/ 0 w 3184"/>
              <a:gd name="T7" fmla="*/ 766 h 1278"/>
              <a:gd name="T8" fmla="*/ 2 w 3184"/>
              <a:gd name="T9" fmla="*/ 1278 h 1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184" h="1278">
                <a:moveTo>
                  <a:pt x="2" y="1278"/>
                </a:moveTo>
                <a:lnTo>
                  <a:pt x="3184" y="512"/>
                </a:lnTo>
                <a:lnTo>
                  <a:pt x="3184" y="0"/>
                </a:lnTo>
                <a:lnTo>
                  <a:pt x="0" y="766"/>
                </a:lnTo>
                <a:lnTo>
                  <a:pt x="2" y="1278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53000">
                <a:schemeClr val="accent3">
                  <a:lumMod val="75000"/>
                </a:schemeClr>
              </a:gs>
            </a:gsLst>
            <a:lin ang="189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3225188" y="5202859"/>
            <a:ext cx="6553629" cy="674029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60000"/>
                  <a:lumOff val="40000"/>
                </a:schemeClr>
              </a:gs>
              <a:gs pos="16000">
                <a:schemeClr val="accent4"/>
              </a:gs>
            </a:gsLst>
            <a:lin ang="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927933" y="2240540"/>
            <a:ext cx="5455705" cy="67140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6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992189" y="3217488"/>
            <a:ext cx="4645899" cy="675341"/>
          </a:xfrm>
          <a:prstGeom prst="rect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6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2608688" y="4200994"/>
            <a:ext cx="4647165" cy="671406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16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187668" y="2244961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Description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187668" y="2445307"/>
            <a:ext cx="247485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categories business and personal presentation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668157" y="3243262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Description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668157" y="3443608"/>
            <a:ext cx="247485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categories business and personal presentation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325829" y="4225794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Description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325829" y="4426141"/>
            <a:ext cx="247485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categories business and personal presentation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150570" y="522332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Description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150570" y="5423672"/>
            <a:ext cx="247485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categories business and personal presentation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2272590" y="3432651"/>
            <a:ext cx="301287" cy="259646"/>
            <a:chOff x="11266488" y="4143375"/>
            <a:chExt cx="377825" cy="314326"/>
          </a:xfrm>
          <a:solidFill>
            <a:schemeClr val="bg1"/>
          </a:solidFill>
        </p:grpSpPr>
        <p:sp>
          <p:nvSpPr>
            <p:cNvPr id="29" name="Oval 9"/>
            <p:cNvSpPr>
              <a:spLocks noChangeArrowheads="1"/>
            </p:cNvSpPr>
            <p:nvPr/>
          </p:nvSpPr>
          <p:spPr bwMode="auto">
            <a:xfrm>
              <a:off x="11417301" y="4379913"/>
              <a:ext cx="76200" cy="777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0" name="Freeform 10"/>
            <p:cNvSpPr/>
            <p:nvPr/>
          </p:nvSpPr>
          <p:spPr bwMode="auto">
            <a:xfrm>
              <a:off x="11350626" y="4291013"/>
              <a:ext cx="209550" cy="77788"/>
            </a:xfrm>
            <a:custGeom>
              <a:avLst/>
              <a:gdLst>
                <a:gd name="T0" fmla="*/ 50 w 54"/>
                <a:gd name="T1" fmla="*/ 20 h 20"/>
                <a:gd name="T2" fmla="*/ 46 w 54"/>
                <a:gd name="T3" fmla="*/ 18 h 20"/>
                <a:gd name="T4" fmla="*/ 27 w 54"/>
                <a:gd name="T5" fmla="*/ 8 h 20"/>
                <a:gd name="T6" fmla="*/ 8 w 54"/>
                <a:gd name="T7" fmla="*/ 18 h 20"/>
                <a:gd name="T8" fmla="*/ 2 w 54"/>
                <a:gd name="T9" fmla="*/ 19 h 20"/>
                <a:gd name="T10" fmla="*/ 1 w 54"/>
                <a:gd name="T11" fmla="*/ 13 h 20"/>
                <a:gd name="T12" fmla="*/ 27 w 54"/>
                <a:gd name="T13" fmla="*/ 0 h 20"/>
                <a:gd name="T14" fmla="*/ 53 w 54"/>
                <a:gd name="T15" fmla="*/ 13 h 20"/>
                <a:gd name="T16" fmla="*/ 52 w 54"/>
                <a:gd name="T17" fmla="*/ 19 h 20"/>
                <a:gd name="T18" fmla="*/ 50 w 54"/>
                <a:gd name="T1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4" h="20">
                  <a:moveTo>
                    <a:pt x="50" y="20"/>
                  </a:moveTo>
                  <a:cubicBezTo>
                    <a:pt x="48" y="20"/>
                    <a:pt x="47" y="19"/>
                    <a:pt x="46" y="18"/>
                  </a:cubicBezTo>
                  <a:cubicBezTo>
                    <a:pt x="42" y="12"/>
                    <a:pt x="35" y="8"/>
                    <a:pt x="27" y="8"/>
                  </a:cubicBezTo>
                  <a:cubicBezTo>
                    <a:pt x="19" y="8"/>
                    <a:pt x="12" y="12"/>
                    <a:pt x="8" y="18"/>
                  </a:cubicBezTo>
                  <a:cubicBezTo>
                    <a:pt x="6" y="20"/>
                    <a:pt x="4" y="20"/>
                    <a:pt x="2" y="19"/>
                  </a:cubicBezTo>
                  <a:cubicBezTo>
                    <a:pt x="0" y="17"/>
                    <a:pt x="0" y="15"/>
                    <a:pt x="1" y="13"/>
                  </a:cubicBezTo>
                  <a:cubicBezTo>
                    <a:pt x="7" y="5"/>
                    <a:pt x="17" y="0"/>
                    <a:pt x="27" y="0"/>
                  </a:cubicBezTo>
                  <a:cubicBezTo>
                    <a:pt x="37" y="0"/>
                    <a:pt x="47" y="5"/>
                    <a:pt x="53" y="13"/>
                  </a:cubicBezTo>
                  <a:cubicBezTo>
                    <a:pt x="54" y="15"/>
                    <a:pt x="54" y="17"/>
                    <a:pt x="52" y="19"/>
                  </a:cubicBezTo>
                  <a:cubicBezTo>
                    <a:pt x="51" y="19"/>
                    <a:pt x="50" y="20"/>
                    <a:pt x="50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1" name="Freeform 11"/>
            <p:cNvSpPr/>
            <p:nvPr/>
          </p:nvSpPr>
          <p:spPr bwMode="auto">
            <a:xfrm>
              <a:off x="11266488" y="4143375"/>
              <a:ext cx="377825" cy="100013"/>
            </a:xfrm>
            <a:custGeom>
              <a:avLst/>
              <a:gdLst>
                <a:gd name="T0" fmla="*/ 4 w 98"/>
                <a:gd name="T1" fmla="*/ 26 h 26"/>
                <a:gd name="T2" fmla="*/ 1 w 98"/>
                <a:gd name="T3" fmla="*/ 25 h 26"/>
                <a:gd name="T4" fmla="*/ 2 w 98"/>
                <a:gd name="T5" fmla="*/ 19 h 26"/>
                <a:gd name="T6" fmla="*/ 49 w 98"/>
                <a:gd name="T7" fmla="*/ 0 h 26"/>
                <a:gd name="T8" fmla="*/ 96 w 98"/>
                <a:gd name="T9" fmla="*/ 19 h 26"/>
                <a:gd name="T10" fmla="*/ 97 w 98"/>
                <a:gd name="T11" fmla="*/ 25 h 26"/>
                <a:gd name="T12" fmla="*/ 91 w 98"/>
                <a:gd name="T13" fmla="*/ 25 h 26"/>
                <a:gd name="T14" fmla="*/ 49 w 98"/>
                <a:gd name="T15" fmla="*/ 8 h 26"/>
                <a:gd name="T16" fmla="*/ 7 w 98"/>
                <a:gd name="T17" fmla="*/ 25 h 26"/>
                <a:gd name="T18" fmla="*/ 4 w 98"/>
                <a:gd name="T19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8" h="26">
                  <a:moveTo>
                    <a:pt x="4" y="26"/>
                  </a:moveTo>
                  <a:cubicBezTo>
                    <a:pt x="3" y="26"/>
                    <a:pt x="2" y="25"/>
                    <a:pt x="1" y="25"/>
                  </a:cubicBezTo>
                  <a:cubicBezTo>
                    <a:pt x="0" y="23"/>
                    <a:pt x="0" y="20"/>
                    <a:pt x="2" y="19"/>
                  </a:cubicBezTo>
                  <a:cubicBezTo>
                    <a:pt x="15" y="7"/>
                    <a:pt x="31" y="0"/>
                    <a:pt x="49" y="0"/>
                  </a:cubicBezTo>
                  <a:cubicBezTo>
                    <a:pt x="67" y="0"/>
                    <a:pt x="83" y="7"/>
                    <a:pt x="96" y="19"/>
                  </a:cubicBezTo>
                  <a:cubicBezTo>
                    <a:pt x="98" y="20"/>
                    <a:pt x="98" y="23"/>
                    <a:pt x="97" y="25"/>
                  </a:cubicBezTo>
                  <a:cubicBezTo>
                    <a:pt x="95" y="26"/>
                    <a:pt x="93" y="26"/>
                    <a:pt x="91" y="25"/>
                  </a:cubicBezTo>
                  <a:cubicBezTo>
                    <a:pt x="79" y="14"/>
                    <a:pt x="65" y="8"/>
                    <a:pt x="49" y="8"/>
                  </a:cubicBezTo>
                  <a:cubicBezTo>
                    <a:pt x="33" y="8"/>
                    <a:pt x="19" y="14"/>
                    <a:pt x="7" y="25"/>
                  </a:cubicBezTo>
                  <a:cubicBezTo>
                    <a:pt x="6" y="26"/>
                    <a:pt x="5" y="26"/>
                    <a:pt x="4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2" name="Freeform 12"/>
            <p:cNvSpPr/>
            <p:nvPr/>
          </p:nvSpPr>
          <p:spPr bwMode="auto">
            <a:xfrm>
              <a:off x="11307763" y="4216400"/>
              <a:ext cx="295275" cy="90488"/>
            </a:xfrm>
            <a:custGeom>
              <a:avLst/>
              <a:gdLst>
                <a:gd name="T0" fmla="*/ 72 w 76"/>
                <a:gd name="T1" fmla="*/ 22 h 23"/>
                <a:gd name="T2" fmla="*/ 69 w 76"/>
                <a:gd name="T3" fmla="*/ 21 h 23"/>
                <a:gd name="T4" fmla="*/ 38 w 76"/>
                <a:gd name="T5" fmla="*/ 8 h 23"/>
                <a:gd name="T6" fmla="*/ 7 w 76"/>
                <a:gd name="T7" fmla="*/ 21 h 23"/>
                <a:gd name="T8" fmla="*/ 1 w 76"/>
                <a:gd name="T9" fmla="*/ 21 h 23"/>
                <a:gd name="T10" fmla="*/ 1 w 76"/>
                <a:gd name="T11" fmla="*/ 15 h 23"/>
                <a:gd name="T12" fmla="*/ 38 w 76"/>
                <a:gd name="T13" fmla="*/ 0 h 23"/>
                <a:gd name="T14" fmla="*/ 75 w 76"/>
                <a:gd name="T15" fmla="*/ 15 h 23"/>
                <a:gd name="T16" fmla="*/ 75 w 76"/>
                <a:gd name="T17" fmla="*/ 21 h 23"/>
                <a:gd name="T18" fmla="*/ 72 w 76"/>
                <a:gd name="T19" fmla="*/ 2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6" h="23">
                  <a:moveTo>
                    <a:pt x="72" y="22"/>
                  </a:moveTo>
                  <a:cubicBezTo>
                    <a:pt x="71" y="22"/>
                    <a:pt x="70" y="22"/>
                    <a:pt x="69" y="21"/>
                  </a:cubicBezTo>
                  <a:cubicBezTo>
                    <a:pt x="61" y="13"/>
                    <a:pt x="50" y="8"/>
                    <a:pt x="38" y="8"/>
                  </a:cubicBezTo>
                  <a:cubicBezTo>
                    <a:pt x="26" y="8"/>
                    <a:pt x="15" y="13"/>
                    <a:pt x="7" y="21"/>
                  </a:cubicBezTo>
                  <a:cubicBezTo>
                    <a:pt x="5" y="23"/>
                    <a:pt x="3" y="23"/>
                    <a:pt x="1" y="21"/>
                  </a:cubicBezTo>
                  <a:cubicBezTo>
                    <a:pt x="0" y="19"/>
                    <a:pt x="0" y="17"/>
                    <a:pt x="1" y="15"/>
                  </a:cubicBezTo>
                  <a:cubicBezTo>
                    <a:pt x="11" y="6"/>
                    <a:pt x="24" y="0"/>
                    <a:pt x="38" y="0"/>
                  </a:cubicBezTo>
                  <a:cubicBezTo>
                    <a:pt x="52" y="0"/>
                    <a:pt x="65" y="6"/>
                    <a:pt x="75" y="15"/>
                  </a:cubicBezTo>
                  <a:cubicBezTo>
                    <a:pt x="76" y="17"/>
                    <a:pt x="76" y="19"/>
                    <a:pt x="75" y="21"/>
                  </a:cubicBezTo>
                  <a:cubicBezTo>
                    <a:pt x="74" y="22"/>
                    <a:pt x="73" y="22"/>
                    <a:pt x="72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33" name="Group 32"/>
          <p:cNvGrpSpPr/>
          <p:nvPr/>
        </p:nvGrpSpPr>
        <p:grpSpPr>
          <a:xfrm rot="21545399">
            <a:off x="1849431" y="2358373"/>
            <a:ext cx="254252" cy="397548"/>
            <a:chOff x="2289175" y="1751013"/>
            <a:chExt cx="168275" cy="254001"/>
          </a:xfrm>
          <a:solidFill>
            <a:schemeClr val="bg1"/>
          </a:solidFill>
        </p:grpSpPr>
        <p:sp>
          <p:nvSpPr>
            <p:cNvPr id="34" name="Freeform 110"/>
            <p:cNvSpPr>
              <a:spLocks noEditPoints="1"/>
            </p:cNvSpPr>
            <p:nvPr/>
          </p:nvSpPr>
          <p:spPr bwMode="auto">
            <a:xfrm>
              <a:off x="2289175" y="1812926"/>
              <a:ext cx="168275" cy="192088"/>
            </a:xfrm>
            <a:custGeom>
              <a:avLst/>
              <a:gdLst>
                <a:gd name="T0" fmla="*/ 32 w 63"/>
                <a:gd name="T1" fmla="*/ 56 h 72"/>
                <a:gd name="T2" fmla="*/ 48 w 63"/>
                <a:gd name="T3" fmla="*/ 72 h 72"/>
                <a:gd name="T4" fmla="*/ 63 w 63"/>
                <a:gd name="T5" fmla="*/ 72 h 72"/>
                <a:gd name="T6" fmla="*/ 33 w 63"/>
                <a:gd name="T7" fmla="*/ 15 h 72"/>
                <a:gd name="T8" fmla="*/ 39 w 63"/>
                <a:gd name="T9" fmla="*/ 7 h 72"/>
                <a:gd name="T10" fmla="*/ 32 w 63"/>
                <a:gd name="T11" fmla="*/ 0 h 72"/>
                <a:gd name="T12" fmla="*/ 24 w 63"/>
                <a:gd name="T13" fmla="*/ 7 h 72"/>
                <a:gd name="T14" fmla="*/ 31 w 63"/>
                <a:gd name="T15" fmla="*/ 15 h 72"/>
                <a:gd name="T16" fmla="*/ 0 w 63"/>
                <a:gd name="T17" fmla="*/ 72 h 72"/>
                <a:gd name="T18" fmla="*/ 16 w 63"/>
                <a:gd name="T19" fmla="*/ 72 h 72"/>
                <a:gd name="T20" fmla="*/ 32 w 63"/>
                <a:gd name="T21" fmla="*/ 56 h 72"/>
                <a:gd name="T22" fmla="*/ 32 w 63"/>
                <a:gd name="T23" fmla="*/ 33 h 72"/>
                <a:gd name="T24" fmla="*/ 32 w 63"/>
                <a:gd name="T25" fmla="*/ 32 h 72"/>
                <a:gd name="T26" fmla="*/ 32 w 63"/>
                <a:gd name="T27" fmla="*/ 33 h 72"/>
                <a:gd name="T28" fmla="*/ 41 w 63"/>
                <a:gd name="T29" fmla="*/ 52 h 72"/>
                <a:gd name="T30" fmla="*/ 32 w 63"/>
                <a:gd name="T31" fmla="*/ 50 h 72"/>
                <a:gd name="T32" fmla="*/ 23 w 63"/>
                <a:gd name="T33" fmla="*/ 52 h 72"/>
                <a:gd name="T34" fmla="*/ 32 w 63"/>
                <a:gd name="T35" fmla="*/ 33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3" h="72">
                  <a:moveTo>
                    <a:pt x="32" y="56"/>
                  </a:moveTo>
                  <a:cubicBezTo>
                    <a:pt x="41" y="56"/>
                    <a:pt x="48" y="63"/>
                    <a:pt x="48" y="72"/>
                  </a:cubicBezTo>
                  <a:cubicBezTo>
                    <a:pt x="63" y="72"/>
                    <a:pt x="63" y="72"/>
                    <a:pt x="63" y="72"/>
                  </a:cubicBezTo>
                  <a:cubicBezTo>
                    <a:pt x="44" y="51"/>
                    <a:pt x="36" y="26"/>
                    <a:pt x="33" y="15"/>
                  </a:cubicBezTo>
                  <a:cubicBezTo>
                    <a:pt x="37" y="14"/>
                    <a:pt x="39" y="11"/>
                    <a:pt x="39" y="7"/>
                  </a:cubicBezTo>
                  <a:cubicBezTo>
                    <a:pt x="39" y="3"/>
                    <a:pt x="36" y="0"/>
                    <a:pt x="32" y="0"/>
                  </a:cubicBezTo>
                  <a:cubicBezTo>
                    <a:pt x="28" y="0"/>
                    <a:pt x="24" y="3"/>
                    <a:pt x="24" y="7"/>
                  </a:cubicBezTo>
                  <a:cubicBezTo>
                    <a:pt x="24" y="11"/>
                    <a:pt x="27" y="14"/>
                    <a:pt x="31" y="15"/>
                  </a:cubicBezTo>
                  <a:cubicBezTo>
                    <a:pt x="28" y="26"/>
                    <a:pt x="20" y="51"/>
                    <a:pt x="0" y="72"/>
                  </a:cubicBezTo>
                  <a:cubicBezTo>
                    <a:pt x="16" y="72"/>
                    <a:pt x="16" y="72"/>
                    <a:pt x="16" y="72"/>
                  </a:cubicBezTo>
                  <a:cubicBezTo>
                    <a:pt x="16" y="63"/>
                    <a:pt x="23" y="56"/>
                    <a:pt x="32" y="56"/>
                  </a:cubicBezTo>
                  <a:close/>
                  <a:moveTo>
                    <a:pt x="32" y="33"/>
                  </a:moveTo>
                  <a:cubicBezTo>
                    <a:pt x="32" y="32"/>
                    <a:pt x="32" y="32"/>
                    <a:pt x="32" y="32"/>
                  </a:cubicBezTo>
                  <a:cubicBezTo>
                    <a:pt x="32" y="32"/>
                    <a:pt x="32" y="32"/>
                    <a:pt x="32" y="33"/>
                  </a:cubicBezTo>
                  <a:cubicBezTo>
                    <a:pt x="35" y="39"/>
                    <a:pt x="38" y="46"/>
                    <a:pt x="41" y="52"/>
                  </a:cubicBezTo>
                  <a:cubicBezTo>
                    <a:pt x="38" y="50"/>
                    <a:pt x="35" y="50"/>
                    <a:pt x="32" y="50"/>
                  </a:cubicBezTo>
                  <a:cubicBezTo>
                    <a:pt x="29" y="50"/>
                    <a:pt x="26" y="50"/>
                    <a:pt x="23" y="52"/>
                  </a:cubicBezTo>
                  <a:cubicBezTo>
                    <a:pt x="26" y="46"/>
                    <a:pt x="29" y="39"/>
                    <a:pt x="32" y="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5" name="Freeform 111"/>
            <p:cNvSpPr/>
            <p:nvPr/>
          </p:nvSpPr>
          <p:spPr bwMode="auto">
            <a:xfrm>
              <a:off x="2290763" y="1751013"/>
              <a:ext cx="166687" cy="155575"/>
            </a:xfrm>
            <a:custGeom>
              <a:avLst/>
              <a:gdLst>
                <a:gd name="T0" fmla="*/ 15 w 62"/>
                <a:gd name="T1" fmla="*/ 57 h 58"/>
                <a:gd name="T2" fmla="*/ 18 w 62"/>
                <a:gd name="T3" fmla="*/ 57 h 58"/>
                <a:gd name="T4" fmla="*/ 17 w 62"/>
                <a:gd name="T5" fmla="*/ 54 h 58"/>
                <a:gd name="T6" fmla="*/ 3 w 62"/>
                <a:gd name="T7" fmla="*/ 30 h 58"/>
                <a:gd name="T8" fmla="*/ 31 w 62"/>
                <a:gd name="T9" fmla="*/ 3 h 58"/>
                <a:gd name="T10" fmla="*/ 59 w 62"/>
                <a:gd name="T11" fmla="*/ 30 h 58"/>
                <a:gd name="T12" fmla="*/ 45 w 62"/>
                <a:gd name="T13" fmla="*/ 54 h 58"/>
                <a:gd name="T14" fmla="*/ 44 w 62"/>
                <a:gd name="T15" fmla="*/ 57 h 58"/>
                <a:gd name="T16" fmla="*/ 45 w 62"/>
                <a:gd name="T17" fmla="*/ 57 h 58"/>
                <a:gd name="T18" fmla="*/ 46 w 62"/>
                <a:gd name="T19" fmla="*/ 57 h 58"/>
                <a:gd name="T20" fmla="*/ 57 w 62"/>
                <a:gd name="T21" fmla="*/ 46 h 58"/>
                <a:gd name="T22" fmla="*/ 62 w 62"/>
                <a:gd name="T23" fmla="*/ 30 h 58"/>
                <a:gd name="T24" fmla="*/ 31 w 62"/>
                <a:gd name="T25" fmla="*/ 0 h 58"/>
                <a:gd name="T26" fmla="*/ 0 w 62"/>
                <a:gd name="T27" fmla="*/ 30 h 58"/>
                <a:gd name="T28" fmla="*/ 4 w 62"/>
                <a:gd name="T29" fmla="*/ 46 h 58"/>
                <a:gd name="T30" fmla="*/ 15 w 62"/>
                <a:gd name="T31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2" h="58">
                  <a:moveTo>
                    <a:pt x="15" y="57"/>
                  </a:moveTo>
                  <a:cubicBezTo>
                    <a:pt x="16" y="58"/>
                    <a:pt x="17" y="57"/>
                    <a:pt x="18" y="57"/>
                  </a:cubicBezTo>
                  <a:cubicBezTo>
                    <a:pt x="18" y="56"/>
                    <a:pt x="18" y="55"/>
                    <a:pt x="17" y="54"/>
                  </a:cubicBezTo>
                  <a:cubicBezTo>
                    <a:pt x="8" y="50"/>
                    <a:pt x="3" y="40"/>
                    <a:pt x="3" y="30"/>
                  </a:cubicBezTo>
                  <a:cubicBezTo>
                    <a:pt x="3" y="15"/>
                    <a:pt x="16" y="3"/>
                    <a:pt x="31" y="3"/>
                  </a:cubicBezTo>
                  <a:cubicBezTo>
                    <a:pt x="46" y="3"/>
                    <a:pt x="59" y="15"/>
                    <a:pt x="59" y="30"/>
                  </a:cubicBezTo>
                  <a:cubicBezTo>
                    <a:pt x="59" y="40"/>
                    <a:pt x="53" y="50"/>
                    <a:pt x="45" y="54"/>
                  </a:cubicBezTo>
                  <a:cubicBezTo>
                    <a:pt x="44" y="55"/>
                    <a:pt x="44" y="56"/>
                    <a:pt x="44" y="57"/>
                  </a:cubicBezTo>
                  <a:cubicBezTo>
                    <a:pt x="44" y="57"/>
                    <a:pt x="45" y="57"/>
                    <a:pt x="45" y="57"/>
                  </a:cubicBezTo>
                  <a:cubicBezTo>
                    <a:pt x="46" y="57"/>
                    <a:pt x="46" y="57"/>
                    <a:pt x="46" y="57"/>
                  </a:cubicBezTo>
                  <a:cubicBezTo>
                    <a:pt x="51" y="54"/>
                    <a:pt x="55" y="51"/>
                    <a:pt x="57" y="46"/>
                  </a:cubicBezTo>
                  <a:cubicBezTo>
                    <a:pt x="60" y="41"/>
                    <a:pt x="62" y="36"/>
                    <a:pt x="62" y="30"/>
                  </a:cubicBezTo>
                  <a:cubicBezTo>
                    <a:pt x="62" y="14"/>
                    <a:pt x="48" y="0"/>
                    <a:pt x="31" y="0"/>
                  </a:cubicBezTo>
                  <a:cubicBezTo>
                    <a:pt x="14" y="0"/>
                    <a:pt x="0" y="14"/>
                    <a:pt x="0" y="30"/>
                  </a:cubicBezTo>
                  <a:cubicBezTo>
                    <a:pt x="0" y="36"/>
                    <a:pt x="2" y="41"/>
                    <a:pt x="4" y="46"/>
                  </a:cubicBezTo>
                  <a:cubicBezTo>
                    <a:pt x="7" y="51"/>
                    <a:pt x="11" y="54"/>
                    <a:pt x="15" y="5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6" name="Freeform 112"/>
            <p:cNvSpPr/>
            <p:nvPr/>
          </p:nvSpPr>
          <p:spPr bwMode="auto">
            <a:xfrm>
              <a:off x="2309813" y="1770063"/>
              <a:ext cx="125412" cy="117475"/>
            </a:xfrm>
            <a:custGeom>
              <a:avLst/>
              <a:gdLst>
                <a:gd name="T0" fmla="*/ 36 w 47"/>
                <a:gd name="T1" fmla="*/ 44 h 44"/>
                <a:gd name="T2" fmla="*/ 44 w 47"/>
                <a:gd name="T3" fmla="*/ 35 h 44"/>
                <a:gd name="T4" fmla="*/ 47 w 47"/>
                <a:gd name="T5" fmla="*/ 23 h 44"/>
                <a:gd name="T6" fmla="*/ 24 w 47"/>
                <a:gd name="T7" fmla="*/ 0 h 44"/>
                <a:gd name="T8" fmla="*/ 0 w 47"/>
                <a:gd name="T9" fmla="*/ 23 h 44"/>
                <a:gd name="T10" fmla="*/ 3 w 47"/>
                <a:gd name="T11" fmla="*/ 35 h 44"/>
                <a:gd name="T12" fmla="*/ 11 w 47"/>
                <a:gd name="T13" fmla="*/ 44 h 44"/>
                <a:gd name="T14" fmla="*/ 12 w 47"/>
                <a:gd name="T15" fmla="*/ 44 h 44"/>
                <a:gd name="T16" fmla="*/ 14 w 47"/>
                <a:gd name="T17" fmla="*/ 43 h 44"/>
                <a:gd name="T18" fmla="*/ 13 w 47"/>
                <a:gd name="T19" fmla="*/ 41 h 44"/>
                <a:gd name="T20" fmla="*/ 3 w 47"/>
                <a:gd name="T21" fmla="*/ 23 h 44"/>
                <a:gd name="T22" fmla="*/ 24 w 47"/>
                <a:gd name="T23" fmla="*/ 3 h 44"/>
                <a:gd name="T24" fmla="*/ 44 w 47"/>
                <a:gd name="T25" fmla="*/ 23 h 44"/>
                <a:gd name="T26" fmla="*/ 35 w 47"/>
                <a:gd name="T27" fmla="*/ 41 h 44"/>
                <a:gd name="T28" fmla="*/ 34 w 47"/>
                <a:gd name="T29" fmla="*/ 43 h 44"/>
                <a:gd name="T30" fmla="*/ 36 w 47"/>
                <a:gd name="T31" fmla="*/ 4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7" h="44">
                  <a:moveTo>
                    <a:pt x="36" y="44"/>
                  </a:moveTo>
                  <a:cubicBezTo>
                    <a:pt x="40" y="41"/>
                    <a:pt x="42" y="39"/>
                    <a:pt x="44" y="35"/>
                  </a:cubicBezTo>
                  <a:cubicBezTo>
                    <a:pt x="46" y="32"/>
                    <a:pt x="47" y="28"/>
                    <a:pt x="47" y="23"/>
                  </a:cubicBezTo>
                  <a:cubicBezTo>
                    <a:pt x="47" y="11"/>
                    <a:pt x="37" y="0"/>
                    <a:pt x="24" y="0"/>
                  </a:cubicBezTo>
                  <a:cubicBezTo>
                    <a:pt x="11" y="0"/>
                    <a:pt x="0" y="11"/>
                    <a:pt x="0" y="23"/>
                  </a:cubicBezTo>
                  <a:cubicBezTo>
                    <a:pt x="0" y="28"/>
                    <a:pt x="1" y="32"/>
                    <a:pt x="3" y="35"/>
                  </a:cubicBezTo>
                  <a:cubicBezTo>
                    <a:pt x="5" y="39"/>
                    <a:pt x="8" y="41"/>
                    <a:pt x="11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3" y="44"/>
                    <a:pt x="13" y="43"/>
                    <a:pt x="14" y="43"/>
                  </a:cubicBezTo>
                  <a:cubicBezTo>
                    <a:pt x="14" y="42"/>
                    <a:pt x="14" y="41"/>
                    <a:pt x="13" y="41"/>
                  </a:cubicBezTo>
                  <a:cubicBezTo>
                    <a:pt x="7" y="37"/>
                    <a:pt x="3" y="31"/>
                    <a:pt x="3" y="23"/>
                  </a:cubicBezTo>
                  <a:cubicBezTo>
                    <a:pt x="3" y="12"/>
                    <a:pt x="13" y="3"/>
                    <a:pt x="24" y="3"/>
                  </a:cubicBezTo>
                  <a:cubicBezTo>
                    <a:pt x="35" y="3"/>
                    <a:pt x="44" y="12"/>
                    <a:pt x="44" y="23"/>
                  </a:cubicBezTo>
                  <a:cubicBezTo>
                    <a:pt x="44" y="31"/>
                    <a:pt x="41" y="37"/>
                    <a:pt x="35" y="41"/>
                  </a:cubicBezTo>
                  <a:cubicBezTo>
                    <a:pt x="34" y="41"/>
                    <a:pt x="34" y="42"/>
                    <a:pt x="34" y="43"/>
                  </a:cubicBezTo>
                  <a:cubicBezTo>
                    <a:pt x="35" y="44"/>
                    <a:pt x="35" y="44"/>
                    <a:pt x="36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7" name="Freeform 113"/>
            <p:cNvSpPr/>
            <p:nvPr/>
          </p:nvSpPr>
          <p:spPr bwMode="auto">
            <a:xfrm>
              <a:off x="2332038" y="1789113"/>
              <a:ext cx="85725" cy="79375"/>
            </a:xfrm>
            <a:custGeom>
              <a:avLst/>
              <a:gdLst>
                <a:gd name="T0" fmla="*/ 24 w 32"/>
                <a:gd name="T1" fmla="*/ 27 h 30"/>
                <a:gd name="T2" fmla="*/ 23 w 32"/>
                <a:gd name="T3" fmla="*/ 29 h 30"/>
                <a:gd name="T4" fmla="*/ 25 w 32"/>
                <a:gd name="T5" fmla="*/ 30 h 30"/>
                <a:gd name="T6" fmla="*/ 25 w 32"/>
                <a:gd name="T7" fmla="*/ 30 h 30"/>
                <a:gd name="T8" fmla="*/ 32 w 32"/>
                <a:gd name="T9" fmla="*/ 16 h 30"/>
                <a:gd name="T10" fmla="*/ 16 w 32"/>
                <a:gd name="T11" fmla="*/ 0 h 30"/>
                <a:gd name="T12" fmla="*/ 0 w 32"/>
                <a:gd name="T13" fmla="*/ 16 h 30"/>
                <a:gd name="T14" fmla="*/ 6 w 32"/>
                <a:gd name="T15" fmla="*/ 30 h 30"/>
                <a:gd name="T16" fmla="*/ 8 w 32"/>
                <a:gd name="T17" fmla="*/ 29 h 30"/>
                <a:gd name="T18" fmla="*/ 8 w 32"/>
                <a:gd name="T19" fmla="*/ 27 h 30"/>
                <a:gd name="T20" fmla="*/ 3 w 32"/>
                <a:gd name="T21" fmla="*/ 16 h 30"/>
                <a:gd name="T22" fmla="*/ 16 w 32"/>
                <a:gd name="T23" fmla="*/ 3 h 30"/>
                <a:gd name="T24" fmla="*/ 29 w 32"/>
                <a:gd name="T25" fmla="*/ 16 h 30"/>
                <a:gd name="T26" fmla="*/ 24 w 32"/>
                <a:gd name="T27" fmla="*/ 27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2" h="30">
                  <a:moveTo>
                    <a:pt x="24" y="27"/>
                  </a:moveTo>
                  <a:cubicBezTo>
                    <a:pt x="23" y="28"/>
                    <a:pt x="23" y="29"/>
                    <a:pt x="23" y="29"/>
                  </a:cubicBezTo>
                  <a:cubicBezTo>
                    <a:pt x="24" y="30"/>
                    <a:pt x="24" y="30"/>
                    <a:pt x="25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30" y="27"/>
                    <a:pt x="32" y="22"/>
                    <a:pt x="32" y="16"/>
                  </a:cubicBezTo>
                  <a:cubicBezTo>
                    <a:pt x="32" y="7"/>
                    <a:pt x="25" y="0"/>
                    <a:pt x="16" y="0"/>
                  </a:cubicBezTo>
                  <a:cubicBezTo>
                    <a:pt x="7" y="0"/>
                    <a:pt x="0" y="7"/>
                    <a:pt x="0" y="16"/>
                  </a:cubicBezTo>
                  <a:cubicBezTo>
                    <a:pt x="0" y="22"/>
                    <a:pt x="2" y="27"/>
                    <a:pt x="6" y="30"/>
                  </a:cubicBezTo>
                  <a:cubicBezTo>
                    <a:pt x="7" y="30"/>
                    <a:pt x="8" y="30"/>
                    <a:pt x="8" y="29"/>
                  </a:cubicBezTo>
                  <a:cubicBezTo>
                    <a:pt x="9" y="29"/>
                    <a:pt x="9" y="28"/>
                    <a:pt x="8" y="27"/>
                  </a:cubicBezTo>
                  <a:cubicBezTo>
                    <a:pt x="5" y="25"/>
                    <a:pt x="3" y="21"/>
                    <a:pt x="3" y="16"/>
                  </a:cubicBezTo>
                  <a:cubicBezTo>
                    <a:pt x="3" y="9"/>
                    <a:pt x="9" y="3"/>
                    <a:pt x="16" y="3"/>
                  </a:cubicBezTo>
                  <a:cubicBezTo>
                    <a:pt x="23" y="3"/>
                    <a:pt x="29" y="9"/>
                    <a:pt x="29" y="16"/>
                  </a:cubicBezTo>
                  <a:cubicBezTo>
                    <a:pt x="29" y="21"/>
                    <a:pt x="27" y="25"/>
                    <a:pt x="24" y="2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38" name="Group 37"/>
          <p:cNvGrpSpPr/>
          <p:nvPr/>
        </p:nvGrpSpPr>
        <p:grpSpPr>
          <a:xfrm rot="21545399">
            <a:off x="3796131" y="5367673"/>
            <a:ext cx="237959" cy="393226"/>
            <a:chOff x="3286125" y="3303588"/>
            <a:chExt cx="266700" cy="425451"/>
          </a:xfrm>
          <a:solidFill>
            <a:schemeClr val="bg1"/>
          </a:solidFill>
        </p:grpSpPr>
        <p:sp>
          <p:nvSpPr>
            <p:cNvPr id="39" name="Freeform 47"/>
            <p:cNvSpPr>
              <a:spLocks noEditPoints="1"/>
            </p:cNvSpPr>
            <p:nvPr/>
          </p:nvSpPr>
          <p:spPr bwMode="auto">
            <a:xfrm>
              <a:off x="3286125" y="3384551"/>
              <a:ext cx="266700" cy="265113"/>
            </a:xfrm>
            <a:custGeom>
              <a:avLst/>
              <a:gdLst>
                <a:gd name="T0" fmla="*/ 50 w 100"/>
                <a:gd name="T1" fmla="*/ 0 h 99"/>
                <a:gd name="T2" fmla="*/ 0 w 100"/>
                <a:gd name="T3" fmla="*/ 50 h 99"/>
                <a:gd name="T4" fmla="*/ 50 w 100"/>
                <a:gd name="T5" fmla="*/ 99 h 99"/>
                <a:gd name="T6" fmla="*/ 100 w 100"/>
                <a:gd name="T7" fmla="*/ 50 h 99"/>
                <a:gd name="T8" fmla="*/ 50 w 100"/>
                <a:gd name="T9" fmla="*/ 0 h 99"/>
                <a:gd name="T10" fmla="*/ 50 w 100"/>
                <a:gd name="T11" fmla="*/ 90 h 99"/>
                <a:gd name="T12" fmla="*/ 10 w 100"/>
                <a:gd name="T13" fmla="*/ 50 h 99"/>
                <a:gd name="T14" fmla="*/ 50 w 100"/>
                <a:gd name="T15" fmla="*/ 10 h 99"/>
                <a:gd name="T16" fmla="*/ 90 w 100"/>
                <a:gd name="T17" fmla="*/ 50 h 99"/>
                <a:gd name="T18" fmla="*/ 50 w 100"/>
                <a:gd name="T19" fmla="*/ 9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0" h="99">
                  <a:moveTo>
                    <a:pt x="50" y="0"/>
                  </a:moveTo>
                  <a:cubicBezTo>
                    <a:pt x="23" y="0"/>
                    <a:pt x="0" y="22"/>
                    <a:pt x="0" y="50"/>
                  </a:cubicBezTo>
                  <a:cubicBezTo>
                    <a:pt x="0" y="77"/>
                    <a:pt x="23" y="99"/>
                    <a:pt x="50" y="99"/>
                  </a:cubicBezTo>
                  <a:cubicBezTo>
                    <a:pt x="78" y="99"/>
                    <a:pt x="100" y="77"/>
                    <a:pt x="100" y="50"/>
                  </a:cubicBezTo>
                  <a:cubicBezTo>
                    <a:pt x="100" y="22"/>
                    <a:pt x="78" y="0"/>
                    <a:pt x="50" y="0"/>
                  </a:cubicBezTo>
                  <a:close/>
                  <a:moveTo>
                    <a:pt x="50" y="90"/>
                  </a:moveTo>
                  <a:cubicBezTo>
                    <a:pt x="28" y="90"/>
                    <a:pt x="10" y="72"/>
                    <a:pt x="10" y="50"/>
                  </a:cubicBezTo>
                  <a:cubicBezTo>
                    <a:pt x="10" y="28"/>
                    <a:pt x="28" y="10"/>
                    <a:pt x="50" y="10"/>
                  </a:cubicBezTo>
                  <a:cubicBezTo>
                    <a:pt x="72" y="10"/>
                    <a:pt x="90" y="28"/>
                    <a:pt x="90" y="50"/>
                  </a:cubicBezTo>
                  <a:cubicBezTo>
                    <a:pt x="90" y="72"/>
                    <a:pt x="72" y="90"/>
                    <a:pt x="50" y="9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0" name="Freeform 48"/>
            <p:cNvSpPr/>
            <p:nvPr/>
          </p:nvSpPr>
          <p:spPr bwMode="auto">
            <a:xfrm>
              <a:off x="3338513" y="3303588"/>
              <a:ext cx="161925" cy="74613"/>
            </a:xfrm>
            <a:custGeom>
              <a:avLst/>
              <a:gdLst>
                <a:gd name="T0" fmla="*/ 30 w 60"/>
                <a:gd name="T1" fmla="*/ 20 h 28"/>
                <a:gd name="T2" fmla="*/ 59 w 60"/>
                <a:gd name="T3" fmla="*/ 28 h 28"/>
                <a:gd name="T4" fmla="*/ 60 w 60"/>
                <a:gd name="T5" fmla="*/ 25 h 28"/>
                <a:gd name="T6" fmla="*/ 60 w 60"/>
                <a:gd name="T7" fmla="*/ 10 h 28"/>
                <a:gd name="T8" fmla="*/ 50 w 60"/>
                <a:gd name="T9" fmla="*/ 0 h 28"/>
                <a:gd name="T10" fmla="*/ 10 w 60"/>
                <a:gd name="T11" fmla="*/ 0 h 28"/>
                <a:gd name="T12" fmla="*/ 0 w 60"/>
                <a:gd name="T13" fmla="*/ 10 h 28"/>
                <a:gd name="T14" fmla="*/ 0 w 60"/>
                <a:gd name="T15" fmla="*/ 25 h 28"/>
                <a:gd name="T16" fmla="*/ 1 w 60"/>
                <a:gd name="T17" fmla="*/ 28 h 28"/>
                <a:gd name="T18" fmla="*/ 30 w 60"/>
                <a:gd name="T19" fmla="*/ 2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28">
                  <a:moveTo>
                    <a:pt x="30" y="20"/>
                  </a:moveTo>
                  <a:cubicBezTo>
                    <a:pt x="41" y="20"/>
                    <a:pt x="51" y="23"/>
                    <a:pt x="59" y="28"/>
                  </a:cubicBezTo>
                  <a:cubicBezTo>
                    <a:pt x="60" y="27"/>
                    <a:pt x="60" y="26"/>
                    <a:pt x="60" y="25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5"/>
                    <a:pt x="55" y="0"/>
                    <a:pt x="5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5" y="0"/>
                    <a:pt x="0" y="5"/>
                    <a:pt x="0" y="10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6"/>
                    <a:pt x="0" y="27"/>
                    <a:pt x="1" y="28"/>
                  </a:cubicBezTo>
                  <a:cubicBezTo>
                    <a:pt x="9" y="23"/>
                    <a:pt x="19" y="20"/>
                    <a:pt x="30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1" name="Freeform 49"/>
            <p:cNvSpPr/>
            <p:nvPr/>
          </p:nvSpPr>
          <p:spPr bwMode="auto">
            <a:xfrm>
              <a:off x="3338513" y="3657601"/>
              <a:ext cx="161925" cy="71438"/>
            </a:xfrm>
            <a:custGeom>
              <a:avLst/>
              <a:gdLst>
                <a:gd name="T0" fmla="*/ 30 w 60"/>
                <a:gd name="T1" fmla="*/ 7 h 27"/>
                <a:gd name="T2" fmla="*/ 1 w 60"/>
                <a:gd name="T3" fmla="*/ 0 h 27"/>
                <a:gd name="T4" fmla="*/ 0 w 60"/>
                <a:gd name="T5" fmla="*/ 2 h 27"/>
                <a:gd name="T6" fmla="*/ 0 w 60"/>
                <a:gd name="T7" fmla="*/ 17 h 27"/>
                <a:gd name="T8" fmla="*/ 10 w 60"/>
                <a:gd name="T9" fmla="*/ 27 h 27"/>
                <a:gd name="T10" fmla="*/ 50 w 60"/>
                <a:gd name="T11" fmla="*/ 27 h 27"/>
                <a:gd name="T12" fmla="*/ 60 w 60"/>
                <a:gd name="T13" fmla="*/ 17 h 27"/>
                <a:gd name="T14" fmla="*/ 60 w 60"/>
                <a:gd name="T15" fmla="*/ 2 h 27"/>
                <a:gd name="T16" fmla="*/ 59 w 60"/>
                <a:gd name="T17" fmla="*/ 0 h 27"/>
                <a:gd name="T18" fmla="*/ 30 w 60"/>
                <a:gd name="T19" fmla="*/ 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27">
                  <a:moveTo>
                    <a:pt x="30" y="7"/>
                  </a:moveTo>
                  <a:cubicBezTo>
                    <a:pt x="19" y="7"/>
                    <a:pt x="9" y="5"/>
                    <a:pt x="1" y="0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3"/>
                    <a:pt x="5" y="27"/>
                    <a:pt x="10" y="27"/>
                  </a:cubicBezTo>
                  <a:cubicBezTo>
                    <a:pt x="50" y="27"/>
                    <a:pt x="50" y="27"/>
                    <a:pt x="50" y="27"/>
                  </a:cubicBezTo>
                  <a:cubicBezTo>
                    <a:pt x="55" y="27"/>
                    <a:pt x="60" y="23"/>
                    <a:pt x="60" y="17"/>
                  </a:cubicBezTo>
                  <a:cubicBezTo>
                    <a:pt x="60" y="2"/>
                    <a:pt x="60" y="2"/>
                    <a:pt x="60" y="2"/>
                  </a:cubicBezTo>
                  <a:cubicBezTo>
                    <a:pt x="60" y="1"/>
                    <a:pt x="60" y="1"/>
                    <a:pt x="59" y="0"/>
                  </a:cubicBezTo>
                  <a:cubicBezTo>
                    <a:pt x="51" y="5"/>
                    <a:pt x="41" y="7"/>
                    <a:pt x="30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2" name="Freeform 50"/>
            <p:cNvSpPr/>
            <p:nvPr/>
          </p:nvSpPr>
          <p:spPr bwMode="auto">
            <a:xfrm>
              <a:off x="3408363" y="3440113"/>
              <a:ext cx="68262" cy="93663"/>
            </a:xfrm>
            <a:custGeom>
              <a:avLst/>
              <a:gdLst>
                <a:gd name="T0" fmla="*/ 20 w 25"/>
                <a:gd name="T1" fmla="*/ 25 h 35"/>
                <a:gd name="T2" fmla="*/ 10 w 25"/>
                <a:gd name="T3" fmla="*/ 25 h 35"/>
                <a:gd name="T4" fmla="*/ 10 w 25"/>
                <a:gd name="T5" fmla="*/ 5 h 35"/>
                <a:gd name="T6" fmla="*/ 5 w 25"/>
                <a:gd name="T7" fmla="*/ 0 h 35"/>
                <a:gd name="T8" fmla="*/ 0 w 25"/>
                <a:gd name="T9" fmla="*/ 5 h 35"/>
                <a:gd name="T10" fmla="*/ 0 w 25"/>
                <a:gd name="T11" fmla="*/ 30 h 35"/>
                <a:gd name="T12" fmla="*/ 5 w 25"/>
                <a:gd name="T13" fmla="*/ 35 h 35"/>
                <a:gd name="T14" fmla="*/ 20 w 25"/>
                <a:gd name="T15" fmla="*/ 35 h 35"/>
                <a:gd name="T16" fmla="*/ 25 w 25"/>
                <a:gd name="T17" fmla="*/ 30 h 35"/>
                <a:gd name="T18" fmla="*/ 20 w 25"/>
                <a:gd name="T19" fmla="*/ 2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" h="35">
                  <a:moveTo>
                    <a:pt x="20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10" y="2"/>
                    <a:pt x="8" y="0"/>
                    <a:pt x="5" y="0"/>
                  </a:cubicBezTo>
                  <a:cubicBezTo>
                    <a:pt x="2" y="0"/>
                    <a:pt x="0" y="2"/>
                    <a:pt x="0" y="5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2"/>
                    <a:pt x="2" y="35"/>
                    <a:pt x="5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3" y="35"/>
                    <a:pt x="25" y="32"/>
                    <a:pt x="25" y="30"/>
                  </a:cubicBezTo>
                  <a:cubicBezTo>
                    <a:pt x="25" y="27"/>
                    <a:pt x="23" y="25"/>
                    <a:pt x="20" y="2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43" name="Group 42"/>
          <p:cNvGrpSpPr/>
          <p:nvPr/>
        </p:nvGrpSpPr>
        <p:grpSpPr>
          <a:xfrm rot="2700000">
            <a:off x="2941327" y="4333546"/>
            <a:ext cx="261462" cy="439856"/>
            <a:chOff x="4732338" y="4783138"/>
            <a:chExt cx="703263" cy="1225550"/>
          </a:xfrm>
          <a:solidFill>
            <a:schemeClr val="bg1"/>
          </a:solidFill>
        </p:grpSpPr>
        <p:sp>
          <p:nvSpPr>
            <p:cNvPr id="44" name="Freeform 30"/>
            <p:cNvSpPr>
              <a:spLocks noEditPoints="1"/>
            </p:cNvSpPr>
            <p:nvPr/>
          </p:nvSpPr>
          <p:spPr bwMode="auto">
            <a:xfrm>
              <a:off x="4732338" y="4783138"/>
              <a:ext cx="703263" cy="1173163"/>
            </a:xfrm>
            <a:custGeom>
              <a:avLst/>
              <a:gdLst>
                <a:gd name="T0" fmla="*/ 50 w 184"/>
                <a:gd name="T1" fmla="*/ 310 h 310"/>
                <a:gd name="T2" fmla="*/ 32 w 184"/>
                <a:gd name="T3" fmla="*/ 282 h 310"/>
                <a:gd name="T4" fmla="*/ 10 w 184"/>
                <a:gd name="T5" fmla="*/ 199 h 310"/>
                <a:gd name="T6" fmla="*/ 39 w 184"/>
                <a:gd name="T7" fmla="*/ 171 h 310"/>
                <a:gd name="T8" fmla="*/ 30 w 184"/>
                <a:gd name="T9" fmla="*/ 116 h 310"/>
                <a:gd name="T10" fmla="*/ 36 w 184"/>
                <a:gd name="T11" fmla="*/ 73 h 310"/>
                <a:gd name="T12" fmla="*/ 36 w 184"/>
                <a:gd name="T13" fmla="*/ 72 h 310"/>
                <a:gd name="T14" fmla="*/ 92 w 184"/>
                <a:gd name="T15" fmla="*/ 0 h 310"/>
                <a:gd name="T16" fmla="*/ 148 w 184"/>
                <a:gd name="T17" fmla="*/ 72 h 310"/>
                <a:gd name="T18" fmla="*/ 148 w 184"/>
                <a:gd name="T19" fmla="*/ 73 h 310"/>
                <a:gd name="T20" fmla="*/ 155 w 184"/>
                <a:gd name="T21" fmla="*/ 116 h 310"/>
                <a:gd name="T22" fmla="*/ 145 w 184"/>
                <a:gd name="T23" fmla="*/ 171 h 310"/>
                <a:gd name="T24" fmla="*/ 174 w 184"/>
                <a:gd name="T25" fmla="*/ 199 h 310"/>
                <a:gd name="T26" fmla="*/ 153 w 184"/>
                <a:gd name="T27" fmla="*/ 282 h 310"/>
                <a:gd name="T28" fmla="*/ 134 w 184"/>
                <a:gd name="T29" fmla="*/ 310 h 310"/>
                <a:gd name="T30" fmla="*/ 134 w 184"/>
                <a:gd name="T31" fmla="*/ 276 h 310"/>
                <a:gd name="T32" fmla="*/ 118 w 184"/>
                <a:gd name="T33" fmla="*/ 239 h 310"/>
                <a:gd name="T34" fmla="*/ 118 w 184"/>
                <a:gd name="T35" fmla="*/ 240 h 310"/>
                <a:gd name="T36" fmla="*/ 115 w 184"/>
                <a:gd name="T37" fmla="*/ 246 h 310"/>
                <a:gd name="T38" fmla="*/ 108 w 184"/>
                <a:gd name="T39" fmla="*/ 245 h 310"/>
                <a:gd name="T40" fmla="*/ 76 w 184"/>
                <a:gd name="T41" fmla="*/ 245 h 310"/>
                <a:gd name="T42" fmla="*/ 69 w 184"/>
                <a:gd name="T43" fmla="*/ 246 h 310"/>
                <a:gd name="T44" fmla="*/ 66 w 184"/>
                <a:gd name="T45" fmla="*/ 240 h 310"/>
                <a:gd name="T46" fmla="*/ 66 w 184"/>
                <a:gd name="T47" fmla="*/ 239 h 310"/>
                <a:gd name="T48" fmla="*/ 50 w 184"/>
                <a:gd name="T49" fmla="*/ 276 h 310"/>
                <a:gd name="T50" fmla="*/ 50 w 184"/>
                <a:gd name="T51" fmla="*/ 310 h 310"/>
                <a:gd name="T52" fmla="*/ 55 w 184"/>
                <a:gd name="T53" fmla="*/ 79 h 310"/>
                <a:gd name="T54" fmla="*/ 50 w 184"/>
                <a:gd name="T55" fmla="*/ 116 h 310"/>
                <a:gd name="T56" fmla="*/ 61 w 184"/>
                <a:gd name="T57" fmla="*/ 174 h 310"/>
                <a:gd name="T58" fmla="*/ 64 w 184"/>
                <a:gd name="T59" fmla="*/ 184 h 310"/>
                <a:gd name="T60" fmla="*/ 54 w 184"/>
                <a:gd name="T61" fmla="*/ 187 h 310"/>
                <a:gd name="T62" fmla="*/ 29 w 184"/>
                <a:gd name="T63" fmla="*/ 205 h 310"/>
                <a:gd name="T64" fmla="*/ 36 w 184"/>
                <a:gd name="T65" fmla="*/ 247 h 310"/>
                <a:gd name="T66" fmla="*/ 65 w 184"/>
                <a:gd name="T67" fmla="*/ 215 h 310"/>
                <a:gd name="T68" fmla="*/ 74 w 184"/>
                <a:gd name="T69" fmla="*/ 209 h 310"/>
                <a:gd name="T70" fmla="*/ 79 w 184"/>
                <a:gd name="T71" fmla="*/ 219 h 310"/>
                <a:gd name="T72" fmla="*/ 82 w 184"/>
                <a:gd name="T73" fmla="*/ 225 h 310"/>
                <a:gd name="T74" fmla="*/ 103 w 184"/>
                <a:gd name="T75" fmla="*/ 225 h 310"/>
                <a:gd name="T76" fmla="*/ 105 w 184"/>
                <a:gd name="T77" fmla="*/ 219 h 310"/>
                <a:gd name="T78" fmla="*/ 110 w 184"/>
                <a:gd name="T79" fmla="*/ 209 h 310"/>
                <a:gd name="T80" fmla="*/ 120 w 184"/>
                <a:gd name="T81" fmla="*/ 215 h 310"/>
                <a:gd name="T82" fmla="*/ 148 w 184"/>
                <a:gd name="T83" fmla="*/ 247 h 310"/>
                <a:gd name="T84" fmla="*/ 155 w 184"/>
                <a:gd name="T85" fmla="*/ 205 h 310"/>
                <a:gd name="T86" fmla="*/ 130 w 184"/>
                <a:gd name="T87" fmla="*/ 187 h 310"/>
                <a:gd name="T88" fmla="*/ 120 w 184"/>
                <a:gd name="T89" fmla="*/ 184 h 310"/>
                <a:gd name="T90" fmla="*/ 123 w 184"/>
                <a:gd name="T91" fmla="*/ 174 h 310"/>
                <a:gd name="T92" fmla="*/ 135 w 184"/>
                <a:gd name="T93" fmla="*/ 116 h 310"/>
                <a:gd name="T94" fmla="*/ 129 w 184"/>
                <a:gd name="T95" fmla="*/ 79 h 310"/>
                <a:gd name="T96" fmla="*/ 92 w 184"/>
                <a:gd name="T97" fmla="*/ 21 h 310"/>
                <a:gd name="T98" fmla="*/ 55 w 184"/>
                <a:gd name="T99" fmla="*/ 79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84" h="310">
                  <a:moveTo>
                    <a:pt x="50" y="310"/>
                  </a:moveTo>
                  <a:cubicBezTo>
                    <a:pt x="32" y="282"/>
                    <a:pt x="32" y="282"/>
                    <a:pt x="32" y="282"/>
                  </a:cubicBezTo>
                  <a:cubicBezTo>
                    <a:pt x="28" y="276"/>
                    <a:pt x="0" y="230"/>
                    <a:pt x="10" y="199"/>
                  </a:cubicBezTo>
                  <a:cubicBezTo>
                    <a:pt x="14" y="187"/>
                    <a:pt x="24" y="178"/>
                    <a:pt x="39" y="171"/>
                  </a:cubicBezTo>
                  <a:cubicBezTo>
                    <a:pt x="33" y="151"/>
                    <a:pt x="30" y="132"/>
                    <a:pt x="30" y="116"/>
                  </a:cubicBezTo>
                  <a:cubicBezTo>
                    <a:pt x="30" y="102"/>
                    <a:pt x="32" y="87"/>
                    <a:pt x="36" y="73"/>
                  </a:cubicBezTo>
                  <a:cubicBezTo>
                    <a:pt x="36" y="72"/>
                    <a:pt x="36" y="72"/>
                    <a:pt x="36" y="72"/>
                  </a:cubicBezTo>
                  <a:cubicBezTo>
                    <a:pt x="50" y="35"/>
                    <a:pt x="77" y="0"/>
                    <a:pt x="92" y="0"/>
                  </a:cubicBezTo>
                  <a:cubicBezTo>
                    <a:pt x="107" y="0"/>
                    <a:pt x="134" y="35"/>
                    <a:pt x="148" y="72"/>
                  </a:cubicBezTo>
                  <a:cubicBezTo>
                    <a:pt x="148" y="73"/>
                    <a:pt x="148" y="73"/>
                    <a:pt x="148" y="73"/>
                  </a:cubicBezTo>
                  <a:cubicBezTo>
                    <a:pt x="152" y="87"/>
                    <a:pt x="155" y="102"/>
                    <a:pt x="155" y="116"/>
                  </a:cubicBezTo>
                  <a:cubicBezTo>
                    <a:pt x="155" y="132"/>
                    <a:pt x="152" y="151"/>
                    <a:pt x="145" y="171"/>
                  </a:cubicBezTo>
                  <a:cubicBezTo>
                    <a:pt x="160" y="178"/>
                    <a:pt x="170" y="187"/>
                    <a:pt x="174" y="199"/>
                  </a:cubicBezTo>
                  <a:cubicBezTo>
                    <a:pt x="184" y="230"/>
                    <a:pt x="156" y="276"/>
                    <a:pt x="153" y="282"/>
                  </a:cubicBezTo>
                  <a:cubicBezTo>
                    <a:pt x="134" y="310"/>
                    <a:pt x="134" y="310"/>
                    <a:pt x="134" y="310"/>
                  </a:cubicBezTo>
                  <a:cubicBezTo>
                    <a:pt x="134" y="276"/>
                    <a:pt x="134" y="276"/>
                    <a:pt x="134" y="276"/>
                  </a:cubicBezTo>
                  <a:cubicBezTo>
                    <a:pt x="134" y="262"/>
                    <a:pt x="128" y="248"/>
                    <a:pt x="118" y="239"/>
                  </a:cubicBezTo>
                  <a:cubicBezTo>
                    <a:pt x="118" y="239"/>
                    <a:pt x="118" y="239"/>
                    <a:pt x="118" y="240"/>
                  </a:cubicBezTo>
                  <a:cubicBezTo>
                    <a:pt x="115" y="246"/>
                    <a:pt x="115" y="246"/>
                    <a:pt x="115" y="246"/>
                  </a:cubicBezTo>
                  <a:cubicBezTo>
                    <a:pt x="108" y="245"/>
                    <a:pt x="108" y="245"/>
                    <a:pt x="108" y="245"/>
                  </a:cubicBezTo>
                  <a:cubicBezTo>
                    <a:pt x="98" y="245"/>
                    <a:pt x="87" y="245"/>
                    <a:pt x="76" y="245"/>
                  </a:cubicBezTo>
                  <a:cubicBezTo>
                    <a:pt x="69" y="246"/>
                    <a:pt x="69" y="246"/>
                    <a:pt x="69" y="246"/>
                  </a:cubicBezTo>
                  <a:cubicBezTo>
                    <a:pt x="66" y="240"/>
                    <a:pt x="66" y="240"/>
                    <a:pt x="66" y="240"/>
                  </a:cubicBezTo>
                  <a:cubicBezTo>
                    <a:pt x="66" y="239"/>
                    <a:pt x="66" y="239"/>
                    <a:pt x="66" y="239"/>
                  </a:cubicBezTo>
                  <a:cubicBezTo>
                    <a:pt x="56" y="249"/>
                    <a:pt x="50" y="262"/>
                    <a:pt x="50" y="276"/>
                  </a:cubicBezTo>
                  <a:lnTo>
                    <a:pt x="50" y="310"/>
                  </a:lnTo>
                  <a:close/>
                  <a:moveTo>
                    <a:pt x="55" y="79"/>
                  </a:moveTo>
                  <a:cubicBezTo>
                    <a:pt x="52" y="91"/>
                    <a:pt x="50" y="104"/>
                    <a:pt x="50" y="116"/>
                  </a:cubicBezTo>
                  <a:cubicBezTo>
                    <a:pt x="50" y="132"/>
                    <a:pt x="53" y="152"/>
                    <a:pt x="61" y="174"/>
                  </a:cubicBezTo>
                  <a:cubicBezTo>
                    <a:pt x="64" y="184"/>
                    <a:pt x="64" y="184"/>
                    <a:pt x="64" y="184"/>
                  </a:cubicBezTo>
                  <a:cubicBezTo>
                    <a:pt x="54" y="187"/>
                    <a:pt x="54" y="187"/>
                    <a:pt x="54" y="187"/>
                  </a:cubicBezTo>
                  <a:cubicBezTo>
                    <a:pt x="45" y="190"/>
                    <a:pt x="33" y="196"/>
                    <a:pt x="29" y="205"/>
                  </a:cubicBezTo>
                  <a:cubicBezTo>
                    <a:pt x="26" y="216"/>
                    <a:pt x="30" y="233"/>
                    <a:pt x="36" y="247"/>
                  </a:cubicBezTo>
                  <a:cubicBezTo>
                    <a:pt x="42" y="234"/>
                    <a:pt x="52" y="223"/>
                    <a:pt x="65" y="215"/>
                  </a:cubicBezTo>
                  <a:cubicBezTo>
                    <a:pt x="74" y="209"/>
                    <a:pt x="74" y="209"/>
                    <a:pt x="74" y="209"/>
                  </a:cubicBezTo>
                  <a:cubicBezTo>
                    <a:pt x="79" y="219"/>
                    <a:pt x="79" y="219"/>
                    <a:pt x="79" y="219"/>
                  </a:cubicBezTo>
                  <a:cubicBezTo>
                    <a:pt x="80" y="221"/>
                    <a:pt x="81" y="223"/>
                    <a:pt x="82" y="225"/>
                  </a:cubicBezTo>
                  <a:cubicBezTo>
                    <a:pt x="89" y="225"/>
                    <a:pt x="96" y="225"/>
                    <a:pt x="103" y="225"/>
                  </a:cubicBezTo>
                  <a:cubicBezTo>
                    <a:pt x="104" y="223"/>
                    <a:pt x="105" y="221"/>
                    <a:pt x="105" y="219"/>
                  </a:cubicBezTo>
                  <a:cubicBezTo>
                    <a:pt x="110" y="209"/>
                    <a:pt x="110" y="209"/>
                    <a:pt x="110" y="209"/>
                  </a:cubicBezTo>
                  <a:cubicBezTo>
                    <a:pt x="120" y="215"/>
                    <a:pt x="120" y="215"/>
                    <a:pt x="120" y="215"/>
                  </a:cubicBezTo>
                  <a:cubicBezTo>
                    <a:pt x="133" y="223"/>
                    <a:pt x="142" y="234"/>
                    <a:pt x="148" y="247"/>
                  </a:cubicBezTo>
                  <a:cubicBezTo>
                    <a:pt x="154" y="233"/>
                    <a:pt x="159" y="216"/>
                    <a:pt x="155" y="205"/>
                  </a:cubicBezTo>
                  <a:cubicBezTo>
                    <a:pt x="152" y="196"/>
                    <a:pt x="140" y="190"/>
                    <a:pt x="130" y="187"/>
                  </a:cubicBezTo>
                  <a:cubicBezTo>
                    <a:pt x="120" y="184"/>
                    <a:pt x="120" y="184"/>
                    <a:pt x="120" y="184"/>
                  </a:cubicBezTo>
                  <a:cubicBezTo>
                    <a:pt x="123" y="174"/>
                    <a:pt x="123" y="174"/>
                    <a:pt x="123" y="174"/>
                  </a:cubicBezTo>
                  <a:cubicBezTo>
                    <a:pt x="131" y="152"/>
                    <a:pt x="135" y="132"/>
                    <a:pt x="135" y="116"/>
                  </a:cubicBezTo>
                  <a:cubicBezTo>
                    <a:pt x="135" y="104"/>
                    <a:pt x="133" y="91"/>
                    <a:pt x="129" y="79"/>
                  </a:cubicBezTo>
                  <a:cubicBezTo>
                    <a:pt x="117" y="47"/>
                    <a:pt x="99" y="26"/>
                    <a:pt x="92" y="21"/>
                  </a:cubicBezTo>
                  <a:cubicBezTo>
                    <a:pt x="85" y="26"/>
                    <a:pt x="67" y="47"/>
                    <a:pt x="55" y="7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5" name="Freeform 31"/>
            <p:cNvSpPr>
              <a:spLocks noEditPoints="1"/>
            </p:cNvSpPr>
            <p:nvPr/>
          </p:nvSpPr>
          <p:spPr bwMode="auto">
            <a:xfrm>
              <a:off x="4960938" y="5127626"/>
              <a:ext cx="244475" cy="241300"/>
            </a:xfrm>
            <a:custGeom>
              <a:avLst/>
              <a:gdLst>
                <a:gd name="T0" fmla="*/ 32 w 64"/>
                <a:gd name="T1" fmla="*/ 64 h 64"/>
                <a:gd name="T2" fmla="*/ 0 w 64"/>
                <a:gd name="T3" fmla="*/ 32 h 64"/>
                <a:gd name="T4" fmla="*/ 32 w 64"/>
                <a:gd name="T5" fmla="*/ 0 h 64"/>
                <a:gd name="T6" fmla="*/ 64 w 64"/>
                <a:gd name="T7" fmla="*/ 32 h 64"/>
                <a:gd name="T8" fmla="*/ 32 w 64"/>
                <a:gd name="T9" fmla="*/ 64 h 64"/>
                <a:gd name="T10" fmla="*/ 32 w 64"/>
                <a:gd name="T11" fmla="*/ 12 h 64"/>
                <a:gd name="T12" fmla="*/ 12 w 64"/>
                <a:gd name="T13" fmla="*/ 32 h 64"/>
                <a:gd name="T14" fmla="*/ 32 w 64"/>
                <a:gd name="T15" fmla="*/ 52 h 64"/>
                <a:gd name="T16" fmla="*/ 52 w 64"/>
                <a:gd name="T17" fmla="*/ 32 h 64"/>
                <a:gd name="T18" fmla="*/ 32 w 64"/>
                <a:gd name="T19" fmla="*/ 12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4" h="64">
                  <a:moveTo>
                    <a:pt x="32" y="64"/>
                  </a:moveTo>
                  <a:cubicBezTo>
                    <a:pt x="14" y="64"/>
                    <a:pt x="0" y="50"/>
                    <a:pt x="0" y="32"/>
                  </a:cubicBezTo>
                  <a:cubicBezTo>
                    <a:pt x="0" y="14"/>
                    <a:pt x="14" y="0"/>
                    <a:pt x="32" y="0"/>
                  </a:cubicBezTo>
                  <a:cubicBezTo>
                    <a:pt x="50" y="0"/>
                    <a:pt x="64" y="14"/>
                    <a:pt x="64" y="32"/>
                  </a:cubicBezTo>
                  <a:cubicBezTo>
                    <a:pt x="64" y="50"/>
                    <a:pt x="50" y="64"/>
                    <a:pt x="32" y="64"/>
                  </a:cubicBezTo>
                  <a:close/>
                  <a:moveTo>
                    <a:pt x="32" y="12"/>
                  </a:moveTo>
                  <a:cubicBezTo>
                    <a:pt x="21" y="12"/>
                    <a:pt x="12" y="21"/>
                    <a:pt x="12" y="32"/>
                  </a:cubicBezTo>
                  <a:cubicBezTo>
                    <a:pt x="12" y="43"/>
                    <a:pt x="21" y="52"/>
                    <a:pt x="32" y="52"/>
                  </a:cubicBezTo>
                  <a:cubicBezTo>
                    <a:pt x="43" y="52"/>
                    <a:pt x="52" y="43"/>
                    <a:pt x="52" y="32"/>
                  </a:cubicBezTo>
                  <a:cubicBezTo>
                    <a:pt x="52" y="21"/>
                    <a:pt x="43" y="12"/>
                    <a:pt x="3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6" name="Freeform 32"/>
            <p:cNvSpPr>
              <a:spLocks noEditPoints="1"/>
            </p:cNvSpPr>
            <p:nvPr/>
          </p:nvSpPr>
          <p:spPr bwMode="auto">
            <a:xfrm>
              <a:off x="4973638" y="5649913"/>
              <a:ext cx="225425" cy="358775"/>
            </a:xfrm>
            <a:custGeom>
              <a:avLst/>
              <a:gdLst>
                <a:gd name="T0" fmla="*/ 29 w 59"/>
                <a:gd name="T1" fmla="*/ 95 h 95"/>
                <a:gd name="T2" fmla="*/ 24 w 59"/>
                <a:gd name="T3" fmla="*/ 85 h 95"/>
                <a:gd name="T4" fmla="*/ 0 w 59"/>
                <a:gd name="T5" fmla="*/ 26 h 95"/>
                <a:gd name="T6" fmla="*/ 29 w 59"/>
                <a:gd name="T7" fmla="*/ 0 h 95"/>
                <a:gd name="T8" fmla="*/ 59 w 59"/>
                <a:gd name="T9" fmla="*/ 26 h 95"/>
                <a:gd name="T10" fmla="*/ 34 w 59"/>
                <a:gd name="T11" fmla="*/ 85 h 95"/>
                <a:gd name="T12" fmla="*/ 29 w 59"/>
                <a:gd name="T13" fmla="*/ 95 h 95"/>
                <a:gd name="T14" fmla="*/ 29 w 59"/>
                <a:gd name="T15" fmla="*/ 12 h 95"/>
                <a:gd name="T16" fmla="*/ 12 w 59"/>
                <a:gd name="T17" fmla="*/ 26 h 95"/>
                <a:gd name="T18" fmla="*/ 29 w 59"/>
                <a:gd name="T19" fmla="*/ 69 h 95"/>
                <a:gd name="T20" fmla="*/ 47 w 59"/>
                <a:gd name="T21" fmla="*/ 26 h 95"/>
                <a:gd name="T22" fmla="*/ 29 w 59"/>
                <a:gd name="T23" fmla="*/ 12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9" h="95">
                  <a:moveTo>
                    <a:pt x="29" y="95"/>
                  </a:moveTo>
                  <a:cubicBezTo>
                    <a:pt x="24" y="85"/>
                    <a:pt x="24" y="85"/>
                    <a:pt x="24" y="85"/>
                  </a:cubicBezTo>
                  <a:cubicBezTo>
                    <a:pt x="20" y="77"/>
                    <a:pt x="0" y="38"/>
                    <a:pt x="0" y="26"/>
                  </a:cubicBezTo>
                  <a:cubicBezTo>
                    <a:pt x="0" y="12"/>
                    <a:pt x="13" y="0"/>
                    <a:pt x="29" y="0"/>
                  </a:cubicBezTo>
                  <a:cubicBezTo>
                    <a:pt x="45" y="0"/>
                    <a:pt x="59" y="12"/>
                    <a:pt x="59" y="26"/>
                  </a:cubicBezTo>
                  <a:cubicBezTo>
                    <a:pt x="59" y="38"/>
                    <a:pt x="39" y="77"/>
                    <a:pt x="34" y="85"/>
                  </a:cubicBezTo>
                  <a:lnTo>
                    <a:pt x="29" y="95"/>
                  </a:lnTo>
                  <a:close/>
                  <a:moveTo>
                    <a:pt x="29" y="12"/>
                  </a:moveTo>
                  <a:cubicBezTo>
                    <a:pt x="19" y="12"/>
                    <a:pt x="12" y="18"/>
                    <a:pt x="12" y="26"/>
                  </a:cubicBezTo>
                  <a:cubicBezTo>
                    <a:pt x="12" y="31"/>
                    <a:pt x="20" y="50"/>
                    <a:pt x="29" y="69"/>
                  </a:cubicBezTo>
                  <a:cubicBezTo>
                    <a:pt x="38" y="50"/>
                    <a:pt x="47" y="31"/>
                    <a:pt x="47" y="26"/>
                  </a:cubicBezTo>
                  <a:cubicBezTo>
                    <a:pt x="47" y="18"/>
                    <a:pt x="39" y="12"/>
                    <a:pt x="29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9778817" y="5075725"/>
            <a:ext cx="1463591" cy="971614"/>
            <a:chOff x="7707313" y="2535238"/>
            <a:chExt cx="2824162" cy="1874837"/>
          </a:xfrm>
          <a:solidFill>
            <a:schemeClr val="tx2"/>
          </a:solidFill>
        </p:grpSpPr>
        <p:sp>
          <p:nvSpPr>
            <p:cNvPr id="52" name="Rectangle 11"/>
            <p:cNvSpPr>
              <a:spLocks noChangeArrowheads="1"/>
            </p:cNvSpPr>
            <p:nvPr/>
          </p:nvSpPr>
          <p:spPr bwMode="auto">
            <a:xfrm>
              <a:off x="7712075" y="2674938"/>
              <a:ext cx="55562" cy="156051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53" name="Freeform 12"/>
            <p:cNvSpPr/>
            <p:nvPr/>
          </p:nvSpPr>
          <p:spPr bwMode="auto">
            <a:xfrm>
              <a:off x="7707313" y="2708275"/>
              <a:ext cx="1246187" cy="1482725"/>
            </a:xfrm>
            <a:custGeom>
              <a:avLst/>
              <a:gdLst>
                <a:gd name="T0" fmla="*/ 5 w 785"/>
                <a:gd name="T1" fmla="*/ 910 h 934"/>
                <a:gd name="T2" fmla="*/ 731 w 785"/>
                <a:gd name="T3" fmla="*/ 480 h 934"/>
                <a:gd name="T4" fmla="*/ 0 w 785"/>
                <a:gd name="T5" fmla="*/ 24 h 934"/>
                <a:gd name="T6" fmla="*/ 17 w 785"/>
                <a:gd name="T7" fmla="*/ 0 h 934"/>
                <a:gd name="T8" fmla="*/ 785 w 785"/>
                <a:gd name="T9" fmla="*/ 483 h 934"/>
                <a:gd name="T10" fmla="*/ 19 w 785"/>
                <a:gd name="T11" fmla="*/ 934 h 934"/>
                <a:gd name="T12" fmla="*/ 5 w 785"/>
                <a:gd name="T13" fmla="*/ 910 h 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85" h="934">
                  <a:moveTo>
                    <a:pt x="5" y="910"/>
                  </a:moveTo>
                  <a:lnTo>
                    <a:pt x="731" y="480"/>
                  </a:lnTo>
                  <a:lnTo>
                    <a:pt x="0" y="24"/>
                  </a:lnTo>
                  <a:lnTo>
                    <a:pt x="17" y="0"/>
                  </a:lnTo>
                  <a:lnTo>
                    <a:pt x="785" y="483"/>
                  </a:lnTo>
                  <a:lnTo>
                    <a:pt x="19" y="934"/>
                  </a:lnTo>
                  <a:lnTo>
                    <a:pt x="5" y="9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54" name="Freeform 13"/>
            <p:cNvSpPr/>
            <p:nvPr/>
          </p:nvSpPr>
          <p:spPr bwMode="auto">
            <a:xfrm>
              <a:off x="8893175" y="2535238"/>
              <a:ext cx="1638300" cy="1874837"/>
            </a:xfrm>
            <a:custGeom>
              <a:avLst/>
              <a:gdLst>
                <a:gd name="T0" fmla="*/ 15 w 435"/>
                <a:gd name="T1" fmla="*/ 256 h 497"/>
                <a:gd name="T2" fmla="*/ 20 w 435"/>
                <a:gd name="T3" fmla="*/ 303 h 497"/>
                <a:gd name="T4" fmla="*/ 28 w 435"/>
                <a:gd name="T5" fmla="*/ 347 h 497"/>
                <a:gd name="T6" fmla="*/ 47 w 435"/>
                <a:gd name="T7" fmla="*/ 358 h 497"/>
                <a:gd name="T8" fmla="*/ 54 w 435"/>
                <a:gd name="T9" fmla="*/ 359 h 497"/>
                <a:gd name="T10" fmla="*/ 67 w 435"/>
                <a:gd name="T11" fmla="*/ 355 h 497"/>
                <a:gd name="T12" fmla="*/ 73 w 435"/>
                <a:gd name="T13" fmla="*/ 342 h 497"/>
                <a:gd name="T14" fmla="*/ 77 w 435"/>
                <a:gd name="T15" fmla="*/ 314 h 497"/>
                <a:gd name="T16" fmla="*/ 79 w 435"/>
                <a:gd name="T17" fmla="*/ 278 h 497"/>
                <a:gd name="T18" fmla="*/ 92 w 435"/>
                <a:gd name="T19" fmla="*/ 266 h 497"/>
                <a:gd name="T20" fmla="*/ 121 w 435"/>
                <a:gd name="T21" fmla="*/ 270 h 497"/>
                <a:gd name="T22" fmla="*/ 173 w 435"/>
                <a:gd name="T23" fmla="*/ 276 h 497"/>
                <a:gd name="T24" fmla="*/ 217 w 435"/>
                <a:gd name="T25" fmla="*/ 279 h 497"/>
                <a:gd name="T26" fmla="*/ 226 w 435"/>
                <a:gd name="T27" fmla="*/ 313 h 497"/>
                <a:gd name="T28" fmla="*/ 257 w 435"/>
                <a:gd name="T29" fmla="*/ 489 h 497"/>
                <a:gd name="T30" fmla="*/ 285 w 435"/>
                <a:gd name="T31" fmla="*/ 497 h 497"/>
                <a:gd name="T32" fmla="*/ 312 w 435"/>
                <a:gd name="T33" fmla="*/ 492 h 497"/>
                <a:gd name="T34" fmla="*/ 318 w 435"/>
                <a:gd name="T35" fmla="*/ 464 h 497"/>
                <a:gd name="T36" fmla="*/ 331 w 435"/>
                <a:gd name="T37" fmla="*/ 294 h 497"/>
                <a:gd name="T38" fmla="*/ 347 w 435"/>
                <a:gd name="T39" fmla="*/ 280 h 497"/>
                <a:gd name="T40" fmla="*/ 379 w 435"/>
                <a:gd name="T41" fmla="*/ 278 h 497"/>
                <a:gd name="T42" fmla="*/ 403 w 435"/>
                <a:gd name="T43" fmla="*/ 274 h 497"/>
                <a:gd name="T44" fmla="*/ 412 w 435"/>
                <a:gd name="T45" fmla="*/ 265 h 497"/>
                <a:gd name="T46" fmla="*/ 413 w 435"/>
                <a:gd name="T47" fmla="*/ 271 h 497"/>
                <a:gd name="T48" fmla="*/ 416 w 435"/>
                <a:gd name="T49" fmla="*/ 288 h 497"/>
                <a:gd name="T50" fmla="*/ 420 w 435"/>
                <a:gd name="T51" fmla="*/ 288 h 497"/>
                <a:gd name="T52" fmla="*/ 421 w 435"/>
                <a:gd name="T53" fmla="*/ 278 h 497"/>
                <a:gd name="T54" fmla="*/ 424 w 435"/>
                <a:gd name="T55" fmla="*/ 263 h 497"/>
                <a:gd name="T56" fmla="*/ 433 w 435"/>
                <a:gd name="T57" fmla="*/ 253 h 497"/>
                <a:gd name="T58" fmla="*/ 433 w 435"/>
                <a:gd name="T59" fmla="*/ 244 h 497"/>
                <a:gd name="T60" fmla="*/ 424 w 435"/>
                <a:gd name="T61" fmla="*/ 234 h 497"/>
                <a:gd name="T62" fmla="*/ 420 w 435"/>
                <a:gd name="T63" fmla="*/ 232 h 497"/>
                <a:gd name="T64" fmla="*/ 419 w 435"/>
                <a:gd name="T65" fmla="*/ 208 h 497"/>
                <a:gd name="T66" fmla="*/ 415 w 435"/>
                <a:gd name="T67" fmla="*/ 196 h 497"/>
                <a:gd name="T68" fmla="*/ 411 w 435"/>
                <a:gd name="T69" fmla="*/ 208 h 497"/>
                <a:gd name="T70" fmla="*/ 410 w 435"/>
                <a:gd name="T71" fmla="*/ 228 h 497"/>
                <a:gd name="T72" fmla="*/ 404 w 435"/>
                <a:gd name="T73" fmla="*/ 223 h 497"/>
                <a:gd name="T74" fmla="*/ 379 w 435"/>
                <a:gd name="T75" fmla="*/ 219 h 497"/>
                <a:gd name="T76" fmla="*/ 347 w 435"/>
                <a:gd name="T77" fmla="*/ 217 h 497"/>
                <a:gd name="T78" fmla="*/ 331 w 435"/>
                <a:gd name="T79" fmla="*/ 203 h 497"/>
                <a:gd name="T80" fmla="*/ 318 w 435"/>
                <a:gd name="T81" fmla="*/ 33 h 497"/>
                <a:gd name="T82" fmla="*/ 312 w 435"/>
                <a:gd name="T83" fmla="*/ 5 h 497"/>
                <a:gd name="T84" fmla="*/ 293 w 435"/>
                <a:gd name="T85" fmla="*/ 0 h 497"/>
                <a:gd name="T86" fmla="*/ 268 w 435"/>
                <a:gd name="T87" fmla="*/ 4 h 497"/>
                <a:gd name="T88" fmla="*/ 253 w 435"/>
                <a:gd name="T89" fmla="*/ 23 h 497"/>
                <a:gd name="T90" fmla="*/ 221 w 435"/>
                <a:gd name="T91" fmla="*/ 207 h 497"/>
                <a:gd name="T92" fmla="*/ 209 w 435"/>
                <a:gd name="T93" fmla="*/ 219 h 497"/>
                <a:gd name="T94" fmla="*/ 148 w 435"/>
                <a:gd name="T95" fmla="*/ 224 h 497"/>
                <a:gd name="T96" fmla="*/ 97 w 435"/>
                <a:gd name="T97" fmla="*/ 231 h 497"/>
                <a:gd name="T98" fmla="*/ 80 w 435"/>
                <a:gd name="T99" fmla="*/ 234 h 497"/>
                <a:gd name="T100" fmla="*/ 79 w 435"/>
                <a:gd name="T101" fmla="*/ 208 h 497"/>
                <a:gd name="T102" fmla="*/ 75 w 435"/>
                <a:gd name="T103" fmla="*/ 171 h 497"/>
                <a:gd name="T104" fmla="*/ 72 w 435"/>
                <a:gd name="T105" fmla="*/ 147 h 497"/>
                <a:gd name="T106" fmla="*/ 60 w 435"/>
                <a:gd name="T107" fmla="*/ 139 h 497"/>
                <a:gd name="T108" fmla="*/ 50 w 435"/>
                <a:gd name="T109" fmla="*/ 139 h 497"/>
                <a:gd name="T110" fmla="*/ 36 w 435"/>
                <a:gd name="T111" fmla="*/ 142 h 497"/>
                <a:gd name="T112" fmla="*/ 22 w 435"/>
                <a:gd name="T113" fmla="*/ 183 h 497"/>
                <a:gd name="T114" fmla="*/ 14 w 435"/>
                <a:gd name="T115" fmla="*/ 237 h 497"/>
                <a:gd name="T116" fmla="*/ 0 w 435"/>
                <a:gd name="T117" fmla="*/ 248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35" h="497">
                  <a:moveTo>
                    <a:pt x="0" y="248"/>
                  </a:moveTo>
                  <a:cubicBezTo>
                    <a:pt x="0" y="253"/>
                    <a:pt x="7" y="255"/>
                    <a:pt x="15" y="256"/>
                  </a:cubicBezTo>
                  <a:cubicBezTo>
                    <a:pt x="14" y="257"/>
                    <a:pt x="14" y="259"/>
                    <a:pt x="14" y="261"/>
                  </a:cubicBezTo>
                  <a:cubicBezTo>
                    <a:pt x="20" y="303"/>
                    <a:pt x="20" y="303"/>
                    <a:pt x="20" y="303"/>
                  </a:cubicBezTo>
                  <a:cubicBezTo>
                    <a:pt x="20" y="306"/>
                    <a:pt x="21" y="311"/>
                    <a:pt x="22" y="314"/>
                  </a:cubicBezTo>
                  <a:cubicBezTo>
                    <a:pt x="28" y="347"/>
                    <a:pt x="28" y="347"/>
                    <a:pt x="28" y="347"/>
                  </a:cubicBezTo>
                  <a:cubicBezTo>
                    <a:pt x="28" y="351"/>
                    <a:pt x="32" y="355"/>
                    <a:pt x="36" y="356"/>
                  </a:cubicBezTo>
                  <a:cubicBezTo>
                    <a:pt x="39" y="357"/>
                    <a:pt x="44" y="358"/>
                    <a:pt x="47" y="358"/>
                  </a:cubicBezTo>
                  <a:cubicBezTo>
                    <a:pt x="50" y="358"/>
                    <a:pt x="50" y="358"/>
                    <a:pt x="50" y="358"/>
                  </a:cubicBezTo>
                  <a:cubicBezTo>
                    <a:pt x="51" y="359"/>
                    <a:pt x="53" y="359"/>
                    <a:pt x="54" y="359"/>
                  </a:cubicBezTo>
                  <a:cubicBezTo>
                    <a:pt x="56" y="359"/>
                    <a:pt x="59" y="359"/>
                    <a:pt x="60" y="358"/>
                  </a:cubicBezTo>
                  <a:cubicBezTo>
                    <a:pt x="62" y="357"/>
                    <a:pt x="65" y="356"/>
                    <a:pt x="67" y="355"/>
                  </a:cubicBezTo>
                  <a:cubicBezTo>
                    <a:pt x="68" y="354"/>
                    <a:pt x="71" y="353"/>
                    <a:pt x="72" y="351"/>
                  </a:cubicBezTo>
                  <a:cubicBezTo>
                    <a:pt x="72" y="349"/>
                    <a:pt x="73" y="345"/>
                    <a:pt x="73" y="342"/>
                  </a:cubicBezTo>
                  <a:cubicBezTo>
                    <a:pt x="75" y="326"/>
                    <a:pt x="75" y="326"/>
                    <a:pt x="75" y="326"/>
                  </a:cubicBezTo>
                  <a:cubicBezTo>
                    <a:pt x="76" y="323"/>
                    <a:pt x="76" y="317"/>
                    <a:pt x="77" y="314"/>
                  </a:cubicBezTo>
                  <a:cubicBezTo>
                    <a:pt x="79" y="289"/>
                    <a:pt x="79" y="289"/>
                    <a:pt x="79" y="289"/>
                  </a:cubicBezTo>
                  <a:cubicBezTo>
                    <a:pt x="79" y="286"/>
                    <a:pt x="79" y="281"/>
                    <a:pt x="79" y="278"/>
                  </a:cubicBezTo>
                  <a:cubicBezTo>
                    <a:pt x="80" y="263"/>
                    <a:pt x="80" y="263"/>
                    <a:pt x="80" y="263"/>
                  </a:cubicBezTo>
                  <a:cubicBezTo>
                    <a:pt x="83" y="264"/>
                    <a:pt x="88" y="265"/>
                    <a:pt x="92" y="266"/>
                  </a:cubicBezTo>
                  <a:cubicBezTo>
                    <a:pt x="97" y="267"/>
                    <a:pt x="97" y="267"/>
                    <a:pt x="97" y="267"/>
                  </a:cubicBezTo>
                  <a:cubicBezTo>
                    <a:pt x="104" y="268"/>
                    <a:pt x="115" y="269"/>
                    <a:pt x="121" y="270"/>
                  </a:cubicBezTo>
                  <a:cubicBezTo>
                    <a:pt x="148" y="274"/>
                    <a:pt x="148" y="274"/>
                    <a:pt x="148" y="274"/>
                  </a:cubicBezTo>
                  <a:cubicBezTo>
                    <a:pt x="155" y="274"/>
                    <a:pt x="166" y="276"/>
                    <a:pt x="173" y="276"/>
                  </a:cubicBezTo>
                  <a:cubicBezTo>
                    <a:pt x="209" y="278"/>
                    <a:pt x="209" y="278"/>
                    <a:pt x="209" y="278"/>
                  </a:cubicBezTo>
                  <a:cubicBezTo>
                    <a:pt x="211" y="279"/>
                    <a:pt x="214" y="279"/>
                    <a:pt x="217" y="279"/>
                  </a:cubicBezTo>
                  <a:cubicBezTo>
                    <a:pt x="221" y="291"/>
                    <a:pt x="221" y="291"/>
                    <a:pt x="221" y="291"/>
                  </a:cubicBezTo>
                  <a:cubicBezTo>
                    <a:pt x="222" y="297"/>
                    <a:pt x="225" y="307"/>
                    <a:pt x="226" y="313"/>
                  </a:cubicBezTo>
                  <a:cubicBezTo>
                    <a:pt x="253" y="475"/>
                    <a:pt x="253" y="475"/>
                    <a:pt x="253" y="475"/>
                  </a:cubicBezTo>
                  <a:cubicBezTo>
                    <a:pt x="253" y="476"/>
                    <a:pt x="255" y="487"/>
                    <a:pt x="257" y="489"/>
                  </a:cubicBezTo>
                  <a:cubicBezTo>
                    <a:pt x="259" y="490"/>
                    <a:pt x="264" y="492"/>
                    <a:pt x="268" y="493"/>
                  </a:cubicBezTo>
                  <a:cubicBezTo>
                    <a:pt x="273" y="495"/>
                    <a:pt x="281" y="496"/>
                    <a:pt x="285" y="497"/>
                  </a:cubicBezTo>
                  <a:cubicBezTo>
                    <a:pt x="290" y="497"/>
                    <a:pt x="297" y="497"/>
                    <a:pt x="300" y="497"/>
                  </a:cubicBezTo>
                  <a:cubicBezTo>
                    <a:pt x="304" y="496"/>
                    <a:pt x="309" y="494"/>
                    <a:pt x="312" y="492"/>
                  </a:cubicBezTo>
                  <a:cubicBezTo>
                    <a:pt x="314" y="490"/>
                    <a:pt x="316" y="485"/>
                    <a:pt x="316" y="481"/>
                  </a:cubicBezTo>
                  <a:cubicBezTo>
                    <a:pt x="317" y="478"/>
                    <a:pt x="317" y="470"/>
                    <a:pt x="318" y="464"/>
                  </a:cubicBezTo>
                  <a:cubicBezTo>
                    <a:pt x="326" y="316"/>
                    <a:pt x="326" y="316"/>
                    <a:pt x="326" y="316"/>
                  </a:cubicBezTo>
                  <a:cubicBezTo>
                    <a:pt x="326" y="310"/>
                    <a:pt x="328" y="300"/>
                    <a:pt x="331" y="294"/>
                  </a:cubicBezTo>
                  <a:cubicBezTo>
                    <a:pt x="335" y="280"/>
                    <a:pt x="335" y="280"/>
                    <a:pt x="335" y="280"/>
                  </a:cubicBezTo>
                  <a:cubicBezTo>
                    <a:pt x="340" y="280"/>
                    <a:pt x="344" y="280"/>
                    <a:pt x="347" y="280"/>
                  </a:cubicBezTo>
                  <a:cubicBezTo>
                    <a:pt x="355" y="280"/>
                    <a:pt x="355" y="280"/>
                    <a:pt x="355" y="280"/>
                  </a:cubicBezTo>
                  <a:cubicBezTo>
                    <a:pt x="362" y="279"/>
                    <a:pt x="373" y="279"/>
                    <a:pt x="379" y="278"/>
                  </a:cubicBezTo>
                  <a:cubicBezTo>
                    <a:pt x="387" y="277"/>
                    <a:pt x="387" y="277"/>
                    <a:pt x="387" y="277"/>
                  </a:cubicBezTo>
                  <a:cubicBezTo>
                    <a:pt x="393" y="276"/>
                    <a:pt x="401" y="275"/>
                    <a:pt x="403" y="274"/>
                  </a:cubicBezTo>
                  <a:cubicBezTo>
                    <a:pt x="406" y="273"/>
                    <a:pt x="408" y="272"/>
                    <a:pt x="409" y="270"/>
                  </a:cubicBezTo>
                  <a:cubicBezTo>
                    <a:pt x="410" y="269"/>
                    <a:pt x="411" y="267"/>
                    <a:pt x="412" y="265"/>
                  </a:cubicBezTo>
                  <a:cubicBezTo>
                    <a:pt x="412" y="265"/>
                    <a:pt x="412" y="265"/>
                    <a:pt x="412" y="265"/>
                  </a:cubicBezTo>
                  <a:cubicBezTo>
                    <a:pt x="413" y="271"/>
                    <a:pt x="413" y="271"/>
                    <a:pt x="413" y="271"/>
                  </a:cubicBezTo>
                  <a:cubicBezTo>
                    <a:pt x="413" y="273"/>
                    <a:pt x="414" y="275"/>
                    <a:pt x="414" y="276"/>
                  </a:cubicBezTo>
                  <a:cubicBezTo>
                    <a:pt x="416" y="288"/>
                    <a:pt x="416" y="288"/>
                    <a:pt x="416" y="288"/>
                  </a:cubicBezTo>
                  <a:cubicBezTo>
                    <a:pt x="416" y="289"/>
                    <a:pt x="416" y="291"/>
                    <a:pt x="418" y="291"/>
                  </a:cubicBezTo>
                  <a:cubicBezTo>
                    <a:pt x="419" y="291"/>
                    <a:pt x="420" y="290"/>
                    <a:pt x="420" y="288"/>
                  </a:cubicBezTo>
                  <a:cubicBezTo>
                    <a:pt x="421" y="282"/>
                    <a:pt x="421" y="282"/>
                    <a:pt x="421" y="282"/>
                  </a:cubicBezTo>
                  <a:cubicBezTo>
                    <a:pt x="421" y="281"/>
                    <a:pt x="421" y="279"/>
                    <a:pt x="421" y="278"/>
                  </a:cubicBezTo>
                  <a:cubicBezTo>
                    <a:pt x="421" y="264"/>
                    <a:pt x="421" y="264"/>
                    <a:pt x="421" y="264"/>
                  </a:cubicBezTo>
                  <a:cubicBezTo>
                    <a:pt x="422" y="263"/>
                    <a:pt x="423" y="263"/>
                    <a:pt x="424" y="263"/>
                  </a:cubicBezTo>
                  <a:cubicBezTo>
                    <a:pt x="426" y="262"/>
                    <a:pt x="429" y="260"/>
                    <a:pt x="431" y="258"/>
                  </a:cubicBezTo>
                  <a:cubicBezTo>
                    <a:pt x="432" y="257"/>
                    <a:pt x="433" y="255"/>
                    <a:pt x="433" y="253"/>
                  </a:cubicBezTo>
                  <a:cubicBezTo>
                    <a:pt x="434" y="253"/>
                    <a:pt x="435" y="251"/>
                    <a:pt x="435" y="248"/>
                  </a:cubicBezTo>
                  <a:cubicBezTo>
                    <a:pt x="435" y="246"/>
                    <a:pt x="434" y="244"/>
                    <a:pt x="433" y="244"/>
                  </a:cubicBezTo>
                  <a:cubicBezTo>
                    <a:pt x="433" y="242"/>
                    <a:pt x="432" y="240"/>
                    <a:pt x="431" y="239"/>
                  </a:cubicBezTo>
                  <a:cubicBezTo>
                    <a:pt x="429" y="237"/>
                    <a:pt x="426" y="235"/>
                    <a:pt x="424" y="234"/>
                  </a:cubicBezTo>
                  <a:cubicBezTo>
                    <a:pt x="423" y="234"/>
                    <a:pt x="421" y="234"/>
                    <a:pt x="420" y="234"/>
                  </a:cubicBezTo>
                  <a:cubicBezTo>
                    <a:pt x="420" y="233"/>
                    <a:pt x="420" y="233"/>
                    <a:pt x="420" y="232"/>
                  </a:cubicBezTo>
                  <a:cubicBezTo>
                    <a:pt x="419" y="213"/>
                    <a:pt x="419" y="213"/>
                    <a:pt x="419" y="213"/>
                  </a:cubicBezTo>
                  <a:cubicBezTo>
                    <a:pt x="419" y="211"/>
                    <a:pt x="419" y="209"/>
                    <a:pt x="419" y="208"/>
                  </a:cubicBezTo>
                  <a:cubicBezTo>
                    <a:pt x="417" y="199"/>
                    <a:pt x="417" y="199"/>
                    <a:pt x="417" y="199"/>
                  </a:cubicBezTo>
                  <a:cubicBezTo>
                    <a:pt x="417" y="197"/>
                    <a:pt x="416" y="196"/>
                    <a:pt x="415" y="196"/>
                  </a:cubicBezTo>
                  <a:cubicBezTo>
                    <a:pt x="414" y="196"/>
                    <a:pt x="413" y="197"/>
                    <a:pt x="413" y="199"/>
                  </a:cubicBezTo>
                  <a:cubicBezTo>
                    <a:pt x="411" y="208"/>
                    <a:pt x="411" y="208"/>
                    <a:pt x="411" y="208"/>
                  </a:cubicBezTo>
                  <a:cubicBezTo>
                    <a:pt x="411" y="210"/>
                    <a:pt x="411" y="212"/>
                    <a:pt x="411" y="213"/>
                  </a:cubicBezTo>
                  <a:cubicBezTo>
                    <a:pt x="410" y="228"/>
                    <a:pt x="410" y="228"/>
                    <a:pt x="410" y="228"/>
                  </a:cubicBezTo>
                  <a:cubicBezTo>
                    <a:pt x="410" y="228"/>
                    <a:pt x="410" y="228"/>
                    <a:pt x="410" y="227"/>
                  </a:cubicBezTo>
                  <a:cubicBezTo>
                    <a:pt x="408" y="226"/>
                    <a:pt x="406" y="224"/>
                    <a:pt x="404" y="223"/>
                  </a:cubicBezTo>
                  <a:cubicBezTo>
                    <a:pt x="401" y="222"/>
                    <a:pt x="393" y="221"/>
                    <a:pt x="387" y="220"/>
                  </a:cubicBezTo>
                  <a:cubicBezTo>
                    <a:pt x="379" y="219"/>
                    <a:pt x="379" y="219"/>
                    <a:pt x="379" y="219"/>
                  </a:cubicBezTo>
                  <a:cubicBezTo>
                    <a:pt x="373" y="219"/>
                    <a:pt x="362" y="218"/>
                    <a:pt x="355" y="218"/>
                  </a:cubicBezTo>
                  <a:cubicBezTo>
                    <a:pt x="347" y="217"/>
                    <a:pt x="347" y="217"/>
                    <a:pt x="347" y="217"/>
                  </a:cubicBezTo>
                  <a:cubicBezTo>
                    <a:pt x="344" y="217"/>
                    <a:pt x="340" y="217"/>
                    <a:pt x="336" y="217"/>
                  </a:cubicBezTo>
                  <a:cubicBezTo>
                    <a:pt x="331" y="203"/>
                    <a:pt x="331" y="203"/>
                    <a:pt x="331" y="203"/>
                  </a:cubicBezTo>
                  <a:cubicBezTo>
                    <a:pt x="329" y="197"/>
                    <a:pt x="327" y="187"/>
                    <a:pt x="326" y="181"/>
                  </a:cubicBezTo>
                  <a:cubicBezTo>
                    <a:pt x="318" y="33"/>
                    <a:pt x="318" y="33"/>
                    <a:pt x="318" y="33"/>
                  </a:cubicBezTo>
                  <a:cubicBezTo>
                    <a:pt x="317" y="27"/>
                    <a:pt x="317" y="19"/>
                    <a:pt x="316" y="16"/>
                  </a:cubicBezTo>
                  <a:cubicBezTo>
                    <a:pt x="316" y="12"/>
                    <a:pt x="314" y="8"/>
                    <a:pt x="312" y="5"/>
                  </a:cubicBezTo>
                  <a:cubicBezTo>
                    <a:pt x="309" y="3"/>
                    <a:pt x="304" y="1"/>
                    <a:pt x="300" y="0"/>
                  </a:cubicBezTo>
                  <a:cubicBezTo>
                    <a:pt x="299" y="0"/>
                    <a:pt x="296" y="0"/>
                    <a:pt x="293" y="0"/>
                  </a:cubicBezTo>
                  <a:cubicBezTo>
                    <a:pt x="290" y="0"/>
                    <a:pt x="288" y="0"/>
                    <a:pt x="285" y="0"/>
                  </a:cubicBezTo>
                  <a:cubicBezTo>
                    <a:pt x="281" y="1"/>
                    <a:pt x="273" y="3"/>
                    <a:pt x="268" y="4"/>
                  </a:cubicBezTo>
                  <a:cubicBezTo>
                    <a:pt x="264" y="5"/>
                    <a:pt x="259" y="7"/>
                    <a:pt x="258" y="8"/>
                  </a:cubicBezTo>
                  <a:cubicBezTo>
                    <a:pt x="255" y="10"/>
                    <a:pt x="253" y="21"/>
                    <a:pt x="253" y="23"/>
                  </a:cubicBezTo>
                  <a:cubicBezTo>
                    <a:pt x="226" y="184"/>
                    <a:pt x="226" y="184"/>
                    <a:pt x="226" y="184"/>
                  </a:cubicBezTo>
                  <a:cubicBezTo>
                    <a:pt x="225" y="190"/>
                    <a:pt x="223" y="201"/>
                    <a:pt x="221" y="207"/>
                  </a:cubicBezTo>
                  <a:cubicBezTo>
                    <a:pt x="217" y="218"/>
                    <a:pt x="217" y="218"/>
                    <a:pt x="217" y="218"/>
                  </a:cubicBezTo>
                  <a:cubicBezTo>
                    <a:pt x="214" y="218"/>
                    <a:pt x="211" y="219"/>
                    <a:pt x="209" y="219"/>
                  </a:cubicBezTo>
                  <a:cubicBezTo>
                    <a:pt x="173" y="221"/>
                    <a:pt x="173" y="221"/>
                    <a:pt x="173" y="221"/>
                  </a:cubicBezTo>
                  <a:cubicBezTo>
                    <a:pt x="166" y="222"/>
                    <a:pt x="155" y="223"/>
                    <a:pt x="148" y="224"/>
                  </a:cubicBezTo>
                  <a:cubicBezTo>
                    <a:pt x="121" y="227"/>
                    <a:pt x="121" y="227"/>
                    <a:pt x="121" y="227"/>
                  </a:cubicBezTo>
                  <a:cubicBezTo>
                    <a:pt x="115" y="228"/>
                    <a:pt x="104" y="229"/>
                    <a:pt x="97" y="231"/>
                  </a:cubicBezTo>
                  <a:cubicBezTo>
                    <a:pt x="92" y="232"/>
                    <a:pt x="92" y="232"/>
                    <a:pt x="92" y="232"/>
                  </a:cubicBezTo>
                  <a:cubicBezTo>
                    <a:pt x="88" y="232"/>
                    <a:pt x="83" y="233"/>
                    <a:pt x="80" y="234"/>
                  </a:cubicBezTo>
                  <a:cubicBezTo>
                    <a:pt x="80" y="220"/>
                    <a:pt x="80" y="220"/>
                    <a:pt x="80" y="220"/>
                  </a:cubicBezTo>
                  <a:cubicBezTo>
                    <a:pt x="80" y="216"/>
                    <a:pt x="79" y="211"/>
                    <a:pt x="79" y="208"/>
                  </a:cubicBezTo>
                  <a:cubicBezTo>
                    <a:pt x="77" y="183"/>
                    <a:pt x="77" y="183"/>
                    <a:pt x="77" y="183"/>
                  </a:cubicBezTo>
                  <a:cubicBezTo>
                    <a:pt x="76" y="180"/>
                    <a:pt x="76" y="175"/>
                    <a:pt x="75" y="171"/>
                  </a:cubicBezTo>
                  <a:cubicBezTo>
                    <a:pt x="73" y="155"/>
                    <a:pt x="73" y="155"/>
                    <a:pt x="73" y="155"/>
                  </a:cubicBezTo>
                  <a:cubicBezTo>
                    <a:pt x="73" y="152"/>
                    <a:pt x="72" y="148"/>
                    <a:pt x="72" y="147"/>
                  </a:cubicBezTo>
                  <a:cubicBezTo>
                    <a:pt x="71" y="145"/>
                    <a:pt x="69" y="143"/>
                    <a:pt x="67" y="142"/>
                  </a:cubicBezTo>
                  <a:cubicBezTo>
                    <a:pt x="65" y="141"/>
                    <a:pt x="62" y="140"/>
                    <a:pt x="60" y="139"/>
                  </a:cubicBezTo>
                  <a:cubicBezTo>
                    <a:pt x="59" y="139"/>
                    <a:pt x="56" y="138"/>
                    <a:pt x="55" y="138"/>
                  </a:cubicBezTo>
                  <a:cubicBezTo>
                    <a:pt x="53" y="138"/>
                    <a:pt x="51" y="139"/>
                    <a:pt x="50" y="139"/>
                  </a:cubicBezTo>
                  <a:cubicBezTo>
                    <a:pt x="48" y="139"/>
                    <a:pt x="48" y="139"/>
                    <a:pt x="48" y="139"/>
                  </a:cubicBezTo>
                  <a:cubicBezTo>
                    <a:pt x="44" y="140"/>
                    <a:pt x="39" y="141"/>
                    <a:pt x="36" y="142"/>
                  </a:cubicBezTo>
                  <a:cubicBezTo>
                    <a:pt x="32" y="143"/>
                    <a:pt x="28" y="147"/>
                    <a:pt x="28" y="151"/>
                  </a:cubicBezTo>
                  <a:cubicBezTo>
                    <a:pt x="22" y="183"/>
                    <a:pt x="22" y="183"/>
                    <a:pt x="22" y="183"/>
                  </a:cubicBezTo>
                  <a:cubicBezTo>
                    <a:pt x="21" y="186"/>
                    <a:pt x="20" y="191"/>
                    <a:pt x="20" y="195"/>
                  </a:cubicBezTo>
                  <a:cubicBezTo>
                    <a:pt x="14" y="237"/>
                    <a:pt x="14" y="237"/>
                    <a:pt x="14" y="237"/>
                  </a:cubicBezTo>
                  <a:cubicBezTo>
                    <a:pt x="14" y="238"/>
                    <a:pt x="14" y="239"/>
                    <a:pt x="15" y="241"/>
                  </a:cubicBezTo>
                  <a:cubicBezTo>
                    <a:pt x="7" y="242"/>
                    <a:pt x="0" y="244"/>
                    <a:pt x="0" y="2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50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0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6500"/>
                            </p:stCondLst>
                            <p:childTnLst>
                              <p:par>
                                <p:cTn id="7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  <p:bldP spid="16" grpId="0" bldLvl="0" animBg="1"/>
      <p:bldP spid="17" grpId="0" bldLvl="0" animBg="1"/>
      <p:bldP spid="18" grpId="0" bldLvl="0" animBg="1"/>
      <p:bldP spid="19" grpId="0" bldLvl="0" animBg="1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45761" y="623789"/>
            <a:ext cx="10515600" cy="911682"/>
          </a:xfrm>
        </p:spPr>
        <p:txBody>
          <a:bodyPr/>
          <a:lstStyle/>
          <a:p>
            <a:r>
              <a:rPr lang="id-ID" dirty="0"/>
              <a:t>Workflow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845761" y="1341975"/>
            <a:ext cx="10515600" cy="366712"/>
          </a:xfrm>
        </p:spPr>
        <p:txBody>
          <a:bodyPr>
            <a:normAutofit fontScale="77500" lnSpcReduction="20000"/>
          </a:bodyPr>
          <a:lstStyle/>
          <a:p>
            <a:r>
              <a:rPr lang="id-ID" dirty="0"/>
              <a:t>Our Flowchart</a:t>
            </a:r>
            <a:endParaRPr lang="id-ID" dirty="0"/>
          </a:p>
        </p:txBody>
      </p:sp>
      <p:sp>
        <p:nvSpPr>
          <p:cNvPr id="4" name="Oval 3"/>
          <p:cNvSpPr/>
          <p:nvPr/>
        </p:nvSpPr>
        <p:spPr>
          <a:xfrm>
            <a:off x="1788460" y="2057322"/>
            <a:ext cx="1163615" cy="116361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" name="Oval 4"/>
          <p:cNvSpPr/>
          <p:nvPr/>
        </p:nvSpPr>
        <p:spPr>
          <a:xfrm>
            <a:off x="3863718" y="2057322"/>
            <a:ext cx="1163615" cy="116361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1788460" y="3509582"/>
            <a:ext cx="1163615" cy="116361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7" name="Oval 6"/>
          <p:cNvSpPr/>
          <p:nvPr/>
        </p:nvSpPr>
        <p:spPr>
          <a:xfrm>
            <a:off x="3863718" y="3509582"/>
            <a:ext cx="1163615" cy="116361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1788460" y="4987464"/>
            <a:ext cx="1163615" cy="116361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9" name="Oval 8"/>
          <p:cNvSpPr/>
          <p:nvPr/>
        </p:nvSpPr>
        <p:spPr>
          <a:xfrm>
            <a:off x="3863718" y="4987464"/>
            <a:ext cx="1163615" cy="116361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cxnSp>
        <p:nvCxnSpPr>
          <p:cNvPr id="10" name="Straight Arrow Connector 9"/>
          <p:cNvCxnSpPr>
            <a:stCxn id="4" idx="6"/>
            <a:endCxn id="5" idx="2"/>
          </p:cNvCxnSpPr>
          <p:nvPr/>
        </p:nvCxnSpPr>
        <p:spPr>
          <a:xfrm>
            <a:off x="2952075" y="2639130"/>
            <a:ext cx="911643" cy="0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/>
          <p:cNvCxnSpPr>
            <a:stCxn id="5" idx="6"/>
            <a:endCxn id="7" idx="6"/>
          </p:cNvCxnSpPr>
          <p:nvPr/>
        </p:nvCxnSpPr>
        <p:spPr>
          <a:xfrm>
            <a:off x="5027333" y="2639130"/>
            <a:ext cx="12700" cy="1452260"/>
          </a:xfrm>
          <a:prstGeom prst="bentConnector3">
            <a:avLst>
              <a:gd name="adj1" fmla="val 1800000"/>
            </a:avLst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7" idx="2"/>
            <a:endCxn id="6" idx="6"/>
          </p:cNvCxnSpPr>
          <p:nvPr/>
        </p:nvCxnSpPr>
        <p:spPr>
          <a:xfrm flipH="1">
            <a:off x="2952075" y="4091390"/>
            <a:ext cx="911643" cy="0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/>
          <p:cNvCxnSpPr>
            <a:stCxn id="6" idx="2"/>
            <a:endCxn id="8" idx="2"/>
          </p:cNvCxnSpPr>
          <p:nvPr/>
        </p:nvCxnSpPr>
        <p:spPr>
          <a:xfrm rot="10800000" flipV="1">
            <a:off x="1788460" y="4091390"/>
            <a:ext cx="12700" cy="1477882"/>
          </a:xfrm>
          <a:prstGeom prst="bentConnector3">
            <a:avLst>
              <a:gd name="adj1" fmla="val 1800000"/>
            </a:avLst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8" idx="6"/>
            <a:endCxn id="9" idx="2"/>
          </p:cNvCxnSpPr>
          <p:nvPr/>
        </p:nvCxnSpPr>
        <p:spPr>
          <a:xfrm>
            <a:off x="2952075" y="5569272"/>
            <a:ext cx="911643" cy="0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049729" y="2065862"/>
            <a:ext cx="1163615" cy="11636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9112287" y="2065862"/>
            <a:ext cx="1163615" cy="1163615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7049729" y="3518122"/>
            <a:ext cx="1163615" cy="1163615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9112287" y="3518122"/>
            <a:ext cx="1163615" cy="1163615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7049729" y="4996004"/>
            <a:ext cx="1163615" cy="1163615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9112287" y="4996004"/>
            <a:ext cx="1163615" cy="116361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cxnSp>
        <p:nvCxnSpPr>
          <p:cNvPr id="21" name="Straight Arrow Connector 20"/>
          <p:cNvCxnSpPr>
            <a:stCxn id="15" idx="6"/>
            <a:endCxn id="16" idx="2"/>
          </p:cNvCxnSpPr>
          <p:nvPr/>
        </p:nvCxnSpPr>
        <p:spPr>
          <a:xfrm>
            <a:off x="8213344" y="2647670"/>
            <a:ext cx="898943" cy="0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/>
          <p:cNvCxnSpPr>
            <a:stCxn id="16" idx="6"/>
            <a:endCxn id="18" idx="6"/>
          </p:cNvCxnSpPr>
          <p:nvPr/>
        </p:nvCxnSpPr>
        <p:spPr>
          <a:xfrm>
            <a:off x="10275902" y="2647670"/>
            <a:ext cx="12700" cy="1452260"/>
          </a:xfrm>
          <a:prstGeom prst="bentConnector3">
            <a:avLst>
              <a:gd name="adj1" fmla="val 1800000"/>
            </a:avLst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8" idx="2"/>
            <a:endCxn id="17" idx="6"/>
          </p:cNvCxnSpPr>
          <p:nvPr/>
        </p:nvCxnSpPr>
        <p:spPr>
          <a:xfrm flipH="1">
            <a:off x="8213344" y="4099930"/>
            <a:ext cx="898943" cy="0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/>
          <p:cNvCxnSpPr>
            <a:stCxn id="17" idx="2"/>
            <a:endCxn id="19" idx="2"/>
          </p:cNvCxnSpPr>
          <p:nvPr/>
        </p:nvCxnSpPr>
        <p:spPr>
          <a:xfrm rot="10800000" flipV="1">
            <a:off x="7049729" y="4099930"/>
            <a:ext cx="12700" cy="1477882"/>
          </a:xfrm>
          <a:prstGeom prst="bentConnector3">
            <a:avLst>
              <a:gd name="adj1" fmla="val 1800000"/>
            </a:avLst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9" idx="6"/>
            <a:endCxn id="20" idx="2"/>
          </p:cNvCxnSpPr>
          <p:nvPr/>
        </p:nvCxnSpPr>
        <p:spPr>
          <a:xfrm>
            <a:off x="8213344" y="5577812"/>
            <a:ext cx="898943" cy="0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25"/>
          <p:cNvCxnSpPr>
            <a:stCxn id="9" idx="6"/>
            <a:endCxn id="15" idx="2"/>
          </p:cNvCxnSpPr>
          <p:nvPr/>
        </p:nvCxnSpPr>
        <p:spPr>
          <a:xfrm flipV="1">
            <a:off x="5027333" y="2647670"/>
            <a:ext cx="2022396" cy="2921602"/>
          </a:xfrm>
          <a:prstGeom prst="bentConnector3">
            <a:avLst>
              <a:gd name="adj1" fmla="val 50000"/>
            </a:avLst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788460" y="2692832"/>
            <a:ext cx="11636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Brief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863718" y="2692832"/>
            <a:ext cx="11636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Consultant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049729" y="2692832"/>
            <a:ext cx="11636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Presentation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9112287" y="2692832"/>
            <a:ext cx="11636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Revision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788460" y="4127214"/>
            <a:ext cx="11636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Design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863718" y="4127214"/>
            <a:ext cx="11636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Brainstroming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7049729" y="4127214"/>
            <a:ext cx="11636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Approval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112287" y="4127214"/>
            <a:ext cx="11636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Checklist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788460" y="5572937"/>
            <a:ext cx="11636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Process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863718" y="5572937"/>
            <a:ext cx="11636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Tweak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7049729" y="5572937"/>
            <a:ext cx="11636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Packaging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9112287" y="5572937"/>
            <a:ext cx="11636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Deliver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62" name="Group 61"/>
          <p:cNvGrpSpPr/>
          <p:nvPr/>
        </p:nvGrpSpPr>
        <p:grpSpPr>
          <a:xfrm flipH="1">
            <a:off x="9515885" y="5199050"/>
            <a:ext cx="356419" cy="311867"/>
            <a:chOff x="3573463" y="2617788"/>
            <a:chExt cx="241300" cy="211138"/>
          </a:xfrm>
          <a:solidFill>
            <a:schemeClr val="bg1"/>
          </a:solidFill>
        </p:grpSpPr>
        <p:sp>
          <p:nvSpPr>
            <p:cNvPr id="63" name="Oval 154"/>
            <p:cNvSpPr>
              <a:spLocks noChangeArrowheads="1"/>
            </p:cNvSpPr>
            <p:nvPr/>
          </p:nvSpPr>
          <p:spPr bwMode="auto">
            <a:xfrm>
              <a:off x="3603626" y="2768601"/>
              <a:ext cx="60325" cy="6032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64" name="Oval 155"/>
            <p:cNvSpPr>
              <a:spLocks noChangeArrowheads="1"/>
            </p:cNvSpPr>
            <p:nvPr/>
          </p:nvSpPr>
          <p:spPr bwMode="auto">
            <a:xfrm>
              <a:off x="3738563" y="2768601"/>
              <a:ext cx="60325" cy="6032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65" name="Freeform 156"/>
            <p:cNvSpPr>
              <a:spLocks noEditPoints="1"/>
            </p:cNvSpPr>
            <p:nvPr/>
          </p:nvSpPr>
          <p:spPr bwMode="auto">
            <a:xfrm>
              <a:off x="3573463" y="2617788"/>
              <a:ext cx="241300" cy="165100"/>
            </a:xfrm>
            <a:custGeom>
              <a:avLst/>
              <a:gdLst>
                <a:gd name="T0" fmla="*/ 62 w 64"/>
                <a:gd name="T1" fmla="*/ 0 h 44"/>
                <a:gd name="T2" fmla="*/ 22 w 64"/>
                <a:gd name="T3" fmla="*/ 0 h 44"/>
                <a:gd name="T4" fmla="*/ 20 w 64"/>
                <a:gd name="T5" fmla="*/ 2 h 44"/>
                <a:gd name="T6" fmla="*/ 20 w 64"/>
                <a:gd name="T7" fmla="*/ 8 h 44"/>
                <a:gd name="T8" fmla="*/ 10 w 64"/>
                <a:gd name="T9" fmla="*/ 8 h 44"/>
                <a:gd name="T10" fmla="*/ 7 w 64"/>
                <a:gd name="T11" fmla="*/ 10 h 44"/>
                <a:gd name="T12" fmla="*/ 1 w 64"/>
                <a:gd name="T13" fmla="*/ 22 h 44"/>
                <a:gd name="T14" fmla="*/ 0 w 64"/>
                <a:gd name="T15" fmla="*/ 26 h 44"/>
                <a:gd name="T16" fmla="*/ 0 w 64"/>
                <a:gd name="T17" fmla="*/ 38 h 44"/>
                <a:gd name="T18" fmla="*/ 1 w 64"/>
                <a:gd name="T19" fmla="*/ 41 h 44"/>
                <a:gd name="T20" fmla="*/ 3 w 64"/>
                <a:gd name="T21" fmla="*/ 43 h 44"/>
                <a:gd name="T22" fmla="*/ 5 w 64"/>
                <a:gd name="T23" fmla="*/ 44 h 44"/>
                <a:gd name="T24" fmla="*/ 16 w 64"/>
                <a:gd name="T25" fmla="*/ 36 h 44"/>
                <a:gd name="T26" fmla="*/ 27 w 64"/>
                <a:gd name="T27" fmla="*/ 44 h 44"/>
                <a:gd name="T28" fmla="*/ 41 w 64"/>
                <a:gd name="T29" fmla="*/ 44 h 44"/>
                <a:gd name="T30" fmla="*/ 52 w 64"/>
                <a:gd name="T31" fmla="*/ 36 h 44"/>
                <a:gd name="T32" fmla="*/ 63 w 64"/>
                <a:gd name="T33" fmla="*/ 44 h 44"/>
                <a:gd name="T34" fmla="*/ 64 w 64"/>
                <a:gd name="T35" fmla="*/ 42 h 44"/>
                <a:gd name="T36" fmla="*/ 64 w 64"/>
                <a:gd name="T37" fmla="*/ 2 h 44"/>
                <a:gd name="T38" fmla="*/ 62 w 64"/>
                <a:gd name="T39" fmla="*/ 0 h 44"/>
                <a:gd name="T40" fmla="*/ 20 w 64"/>
                <a:gd name="T41" fmla="*/ 24 h 44"/>
                <a:gd name="T42" fmla="*/ 8 w 64"/>
                <a:gd name="T43" fmla="*/ 24 h 44"/>
                <a:gd name="T44" fmla="*/ 12 w 64"/>
                <a:gd name="T45" fmla="*/ 12 h 44"/>
                <a:gd name="T46" fmla="*/ 20 w 64"/>
                <a:gd name="T47" fmla="*/ 12 h 44"/>
                <a:gd name="T48" fmla="*/ 20 w 64"/>
                <a:gd name="T49" fmla="*/ 2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64" h="44">
                  <a:moveTo>
                    <a:pt x="62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1" y="0"/>
                    <a:pt x="20" y="1"/>
                    <a:pt x="20" y="2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9" y="8"/>
                    <a:pt x="8" y="9"/>
                    <a:pt x="7" y="10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0" y="23"/>
                    <a:pt x="0" y="25"/>
                    <a:pt x="0" y="26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39"/>
                    <a:pt x="1" y="41"/>
                    <a:pt x="1" y="41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3" y="43"/>
                    <a:pt x="4" y="44"/>
                    <a:pt x="5" y="44"/>
                  </a:cubicBezTo>
                  <a:cubicBezTo>
                    <a:pt x="7" y="39"/>
                    <a:pt x="11" y="36"/>
                    <a:pt x="16" y="36"/>
                  </a:cubicBezTo>
                  <a:cubicBezTo>
                    <a:pt x="21" y="36"/>
                    <a:pt x="26" y="39"/>
                    <a:pt x="27" y="44"/>
                  </a:cubicBezTo>
                  <a:cubicBezTo>
                    <a:pt x="41" y="44"/>
                    <a:pt x="41" y="44"/>
                    <a:pt x="41" y="44"/>
                  </a:cubicBezTo>
                  <a:cubicBezTo>
                    <a:pt x="42" y="39"/>
                    <a:pt x="47" y="36"/>
                    <a:pt x="52" y="36"/>
                  </a:cubicBezTo>
                  <a:cubicBezTo>
                    <a:pt x="57" y="36"/>
                    <a:pt x="61" y="39"/>
                    <a:pt x="63" y="44"/>
                  </a:cubicBezTo>
                  <a:cubicBezTo>
                    <a:pt x="64" y="43"/>
                    <a:pt x="64" y="43"/>
                    <a:pt x="64" y="42"/>
                  </a:cubicBezTo>
                  <a:cubicBezTo>
                    <a:pt x="64" y="2"/>
                    <a:pt x="64" y="2"/>
                    <a:pt x="64" y="2"/>
                  </a:cubicBezTo>
                  <a:cubicBezTo>
                    <a:pt x="64" y="1"/>
                    <a:pt x="63" y="0"/>
                    <a:pt x="62" y="0"/>
                  </a:cubicBezTo>
                  <a:close/>
                  <a:moveTo>
                    <a:pt x="20" y="24"/>
                  </a:moveTo>
                  <a:cubicBezTo>
                    <a:pt x="8" y="24"/>
                    <a:pt x="8" y="24"/>
                    <a:pt x="8" y="24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20" y="12"/>
                    <a:pt x="20" y="12"/>
                    <a:pt x="20" y="12"/>
                  </a:cubicBezTo>
                  <a:lnTo>
                    <a:pt x="20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66" name="Freeform 51"/>
          <p:cNvSpPr>
            <a:spLocks noEditPoints="1"/>
          </p:cNvSpPr>
          <p:nvPr/>
        </p:nvSpPr>
        <p:spPr bwMode="auto">
          <a:xfrm>
            <a:off x="7460717" y="5153025"/>
            <a:ext cx="341639" cy="403917"/>
          </a:xfrm>
          <a:custGeom>
            <a:avLst/>
            <a:gdLst>
              <a:gd name="T0" fmla="*/ 576 w 576"/>
              <a:gd name="T1" fmla="*/ 493 h 681"/>
              <a:gd name="T2" fmla="*/ 576 w 576"/>
              <a:gd name="T3" fmla="*/ 186 h 681"/>
              <a:gd name="T4" fmla="*/ 288 w 576"/>
              <a:gd name="T5" fmla="*/ 0 h 681"/>
              <a:gd name="T6" fmla="*/ 0 w 576"/>
              <a:gd name="T7" fmla="*/ 186 h 681"/>
              <a:gd name="T8" fmla="*/ 0 w 576"/>
              <a:gd name="T9" fmla="*/ 493 h 681"/>
              <a:gd name="T10" fmla="*/ 288 w 576"/>
              <a:gd name="T11" fmla="*/ 681 h 681"/>
              <a:gd name="T12" fmla="*/ 576 w 576"/>
              <a:gd name="T13" fmla="*/ 493 h 681"/>
              <a:gd name="T14" fmla="*/ 532 w 576"/>
              <a:gd name="T15" fmla="*/ 203 h 681"/>
              <a:gd name="T16" fmla="*/ 290 w 576"/>
              <a:gd name="T17" fmla="*/ 362 h 681"/>
              <a:gd name="T18" fmla="*/ 191 w 576"/>
              <a:gd name="T19" fmla="*/ 297 h 681"/>
              <a:gd name="T20" fmla="*/ 432 w 576"/>
              <a:gd name="T21" fmla="*/ 138 h 681"/>
              <a:gd name="T22" fmla="*/ 532 w 576"/>
              <a:gd name="T23" fmla="*/ 203 h 681"/>
              <a:gd name="T24" fmla="*/ 138 w 576"/>
              <a:gd name="T25" fmla="*/ 260 h 681"/>
              <a:gd name="T26" fmla="*/ 47 w 576"/>
              <a:gd name="T27" fmla="*/ 201 h 681"/>
              <a:gd name="T28" fmla="*/ 288 w 576"/>
              <a:gd name="T29" fmla="*/ 44 h 681"/>
              <a:gd name="T30" fmla="*/ 378 w 576"/>
              <a:gd name="T31" fmla="*/ 103 h 681"/>
              <a:gd name="T32" fmla="*/ 138 w 576"/>
              <a:gd name="T33" fmla="*/ 260 h 681"/>
              <a:gd name="T34" fmla="*/ 38 w 576"/>
              <a:gd name="T35" fmla="*/ 472 h 681"/>
              <a:gd name="T36" fmla="*/ 38 w 576"/>
              <a:gd name="T37" fmla="*/ 223 h 681"/>
              <a:gd name="T38" fmla="*/ 128 w 576"/>
              <a:gd name="T39" fmla="*/ 281 h 681"/>
              <a:gd name="T40" fmla="*/ 128 w 576"/>
              <a:gd name="T41" fmla="*/ 389 h 681"/>
              <a:gd name="T42" fmla="*/ 182 w 576"/>
              <a:gd name="T43" fmla="*/ 419 h 681"/>
              <a:gd name="T44" fmla="*/ 182 w 576"/>
              <a:gd name="T45" fmla="*/ 317 h 681"/>
              <a:gd name="T46" fmla="*/ 277 w 576"/>
              <a:gd name="T47" fmla="*/ 379 h 681"/>
              <a:gd name="T48" fmla="*/ 277 w 576"/>
              <a:gd name="T49" fmla="*/ 628 h 681"/>
              <a:gd name="T50" fmla="*/ 38 w 576"/>
              <a:gd name="T51" fmla="*/ 472 h 681"/>
              <a:gd name="T52" fmla="*/ 297 w 576"/>
              <a:gd name="T53" fmla="*/ 380 h 681"/>
              <a:gd name="T54" fmla="*/ 539 w 576"/>
              <a:gd name="T55" fmla="*/ 223 h 681"/>
              <a:gd name="T56" fmla="*/ 539 w 576"/>
              <a:gd name="T57" fmla="*/ 472 h 681"/>
              <a:gd name="T58" fmla="*/ 297 w 576"/>
              <a:gd name="T59" fmla="*/ 631 h 681"/>
              <a:gd name="T60" fmla="*/ 297 w 576"/>
              <a:gd name="T61" fmla="*/ 380 h 6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576" h="681">
                <a:moveTo>
                  <a:pt x="576" y="493"/>
                </a:moveTo>
                <a:lnTo>
                  <a:pt x="576" y="186"/>
                </a:lnTo>
                <a:lnTo>
                  <a:pt x="288" y="0"/>
                </a:lnTo>
                <a:lnTo>
                  <a:pt x="0" y="186"/>
                </a:lnTo>
                <a:lnTo>
                  <a:pt x="0" y="493"/>
                </a:lnTo>
                <a:lnTo>
                  <a:pt x="288" y="681"/>
                </a:lnTo>
                <a:lnTo>
                  <a:pt x="576" y="493"/>
                </a:lnTo>
                <a:close/>
                <a:moveTo>
                  <a:pt x="532" y="203"/>
                </a:moveTo>
                <a:lnTo>
                  <a:pt x="290" y="362"/>
                </a:lnTo>
                <a:lnTo>
                  <a:pt x="191" y="297"/>
                </a:lnTo>
                <a:lnTo>
                  <a:pt x="432" y="138"/>
                </a:lnTo>
                <a:lnTo>
                  <a:pt x="532" y="203"/>
                </a:lnTo>
                <a:close/>
                <a:moveTo>
                  <a:pt x="138" y="260"/>
                </a:moveTo>
                <a:lnTo>
                  <a:pt x="47" y="201"/>
                </a:lnTo>
                <a:lnTo>
                  <a:pt x="288" y="44"/>
                </a:lnTo>
                <a:lnTo>
                  <a:pt x="378" y="103"/>
                </a:lnTo>
                <a:lnTo>
                  <a:pt x="138" y="260"/>
                </a:lnTo>
                <a:close/>
                <a:moveTo>
                  <a:pt x="38" y="472"/>
                </a:moveTo>
                <a:lnTo>
                  <a:pt x="38" y="223"/>
                </a:lnTo>
                <a:lnTo>
                  <a:pt x="128" y="281"/>
                </a:lnTo>
                <a:lnTo>
                  <a:pt x="128" y="389"/>
                </a:lnTo>
                <a:lnTo>
                  <a:pt x="182" y="419"/>
                </a:lnTo>
                <a:lnTo>
                  <a:pt x="182" y="317"/>
                </a:lnTo>
                <a:lnTo>
                  <a:pt x="277" y="379"/>
                </a:lnTo>
                <a:lnTo>
                  <a:pt x="277" y="628"/>
                </a:lnTo>
                <a:lnTo>
                  <a:pt x="38" y="472"/>
                </a:lnTo>
                <a:close/>
                <a:moveTo>
                  <a:pt x="297" y="380"/>
                </a:moveTo>
                <a:lnTo>
                  <a:pt x="539" y="223"/>
                </a:lnTo>
                <a:lnTo>
                  <a:pt x="539" y="472"/>
                </a:lnTo>
                <a:lnTo>
                  <a:pt x="297" y="631"/>
                </a:lnTo>
                <a:lnTo>
                  <a:pt x="297" y="38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67" name="Group 66"/>
          <p:cNvGrpSpPr/>
          <p:nvPr/>
        </p:nvGrpSpPr>
        <p:grpSpPr>
          <a:xfrm>
            <a:off x="2234041" y="2268652"/>
            <a:ext cx="272452" cy="358572"/>
            <a:chOff x="5081588" y="1744663"/>
            <a:chExt cx="552450" cy="727075"/>
          </a:xfrm>
          <a:solidFill>
            <a:schemeClr val="bg1"/>
          </a:solidFill>
        </p:grpSpPr>
        <p:sp>
          <p:nvSpPr>
            <p:cNvPr id="68" name="Freeform 65"/>
            <p:cNvSpPr>
              <a:spLocks noEditPoints="1"/>
            </p:cNvSpPr>
            <p:nvPr/>
          </p:nvSpPr>
          <p:spPr bwMode="auto">
            <a:xfrm>
              <a:off x="5081588" y="1744663"/>
              <a:ext cx="552450" cy="727075"/>
            </a:xfrm>
            <a:custGeom>
              <a:avLst/>
              <a:gdLst>
                <a:gd name="T0" fmla="*/ 884 w 971"/>
                <a:gd name="T1" fmla="*/ 207 h 1283"/>
                <a:gd name="T2" fmla="*/ 715 w 971"/>
                <a:gd name="T3" fmla="*/ 207 h 1283"/>
                <a:gd name="T4" fmla="*/ 715 w 971"/>
                <a:gd name="T5" fmla="*/ 192 h 1283"/>
                <a:gd name="T6" fmla="*/ 673 w 971"/>
                <a:gd name="T7" fmla="*/ 150 h 1283"/>
                <a:gd name="T8" fmla="*/ 578 w 971"/>
                <a:gd name="T9" fmla="*/ 150 h 1283"/>
                <a:gd name="T10" fmla="*/ 589 w 971"/>
                <a:gd name="T11" fmla="*/ 103 h 1283"/>
                <a:gd name="T12" fmla="*/ 485 w 971"/>
                <a:gd name="T13" fmla="*/ 0 h 1283"/>
                <a:gd name="T14" fmla="*/ 382 w 971"/>
                <a:gd name="T15" fmla="*/ 103 h 1283"/>
                <a:gd name="T16" fmla="*/ 393 w 971"/>
                <a:gd name="T17" fmla="*/ 150 h 1283"/>
                <a:gd name="T18" fmla="*/ 297 w 971"/>
                <a:gd name="T19" fmla="*/ 150 h 1283"/>
                <a:gd name="T20" fmla="*/ 255 w 971"/>
                <a:gd name="T21" fmla="*/ 192 h 1283"/>
                <a:gd name="T22" fmla="*/ 255 w 971"/>
                <a:gd name="T23" fmla="*/ 207 h 1283"/>
                <a:gd name="T24" fmla="*/ 87 w 971"/>
                <a:gd name="T25" fmla="*/ 207 h 1283"/>
                <a:gd name="T26" fmla="*/ 0 w 971"/>
                <a:gd name="T27" fmla="*/ 294 h 1283"/>
                <a:gd name="T28" fmla="*/ 0 w 971"/>
                <a:gd name="T29" fmla="*/ 1196 h 1283"/>
                <a:gd name="T30" fmla="*/ 87 w 971"/>
                <a:gd name="T31" fmla="*/ 1283 h 1283"/>
                <a:gd name="T32" fmla="*/ 884 w 971"/>
                <a:gd name="T33" fmla="*/ 1283 h 1283"/>
                <a:gd name="T34" fmla="*/ 971 w 971"/>
                <a:gd name="T35" fmla="*/ 1196 h 1283"/>
                <a:gd name="T36" fmla="*/ 971 w 971"/>
                <a:gd name="T37" fmla="*/ 294 h 1283"/>
                <a:gd name="T38" fmla="*/ 884 w 971"/>
                <a:gd name="T39" fmla="*/ 207 h 1283"/>
                <a:gd name="T40" fmla="*/ 485 w 971"/>
                <a:gd name="T41" fmla="*/ 59 h 1283"/>
                <a:gd name="T42" fmla="*/ 530 w 971"/>
                <a:gd name="T43" fmla="*/ 103 h 1283"/>
                <a:gd name="T44" fmla="*/ 485 w 971"/>
                <a:gd name="T45" fmla="*/ 148 h 1283"/>
                <a:gd name="T46" fmla="*/ 441 w 971"/>
                <a:gd name="T47" fmla="*/ 103 h 1283"/>
                <a:gd name="T48" fmla="*/ 485 w 971"/>
                <a:gd name="T49" fmla="*/ 59 h 1283"/>
                <a:gd name="T50" fmla="*/ 825 w 971"/>
                <a:gd name="T51" fmla="*/ 921 h 1283"/>
                <a:gd name="T52" fmla="*/ 659 w 971"/>
                <a:gd name="T53" fmla="*/ 921 h 1283"/>
                <a:gd name="T54" fmla="*/ 659 w 971"/>
                <a:gd name="T55" fmla="*/ 1087 h 1283"/>
                <a:gd name="T56" fmla="*/ 146 w 971"/>
                <a:gd name="T57" fmla="*/ 1087 h 1283"/>
                <a:gd name="T58" fmla="*/ 146 w 971"/>
                <a:gd name="T59" fmla="*/ 275 h 1283"/>
                <a:gd name="T60" fmla="*/ 255 w 971"/>
                <a:gd name="T61" fmla="*/ 275 h 1283"/>
                <a:gd name="T62" fmla="*/ 255 w 971"/>
                <a:gd name="T63" fmla="*/ 290 h 1283"/>
                <a:gd name="T64" fmla="*/ 297 w 971"/>
                <a:gd name="T65" fmla="*/ 332 h 1283"/>
                <a:gd name="T66" fmla="*/ 673 w 971"/>
                <a:gd name="T67" fmla="*/ 332 h 1283"/>
                <a:gd name="T68" fmla="*/ 715 w 971"/>
                <a:gd name="T69" fmla="*/ 290 h 1283"/>
                <a:gd name="T70" fmla="*/ 715 w 971"/>
                <a:gd name="T71" fmla="*/ 275 h 1283"/>
                <a:gd name="T72" fmla="*/ 825 w 971"/>
                <a:gd name="T73" fmla="*/ 275 h 1283"/>
                <a:gd name="T74" fmla="*/ 825 w 971"/>
                <a:gd name="T75" fmla="*/ 921 h 1283"/>
                <a:gd name="T76" fmla="*/ 802 w 971"/>
                <a:gd name="T77" fmla="*/ 953 h 1283"/>
                <a:gd name="T78" fmla="*/ 691 w 971"/>
                <a:gd name="T79" fmla="*/ 1065 h 1283"/>
                <a:gd name="T80" fmla="*/ 691 w 971"/>
                <a:gd name="T81" fmla="*/ 953 h 1283"/>
                <a:gd name="T82" fmla="*/ 802 w 971"/>
                <a:gd name="T83" fmla="*/ 953 h 1283"/>
                <a:gd name="T84" fmla="*/ 903 w 971"/>
                <a:gd name="T85" fmla="*/ 1196 h 1283"/>
                <a:gd name="T86" fmla="*/ 884 w 971"/>
                <a:gd name="T87" fmla="*/ 1215 h 1283"/>
                <a:gd name="T88" fmla="*/ 87 w 971"/>
                <a:gd name="T89" fmla="*/ 1215 h 1283"/>
                <a:gd name="T90" fmla="*/ 68 w 971"/>
                <a:gd name="T91" fmla="*/ 1196 h 1283"/>
                <a:gd name="T92" fmla="*/ 68 w 971"/>
                <a:gd name="T93" fmla="*/ 294 h 1283"/>
                <a:gd name="T94" fmla="*/ 87 w 971"/>
                <a:gd name="T95" fmla="*/ 275 h 1283"/>
                <a:gd name="T96" fmla="*/ 114 w 971"/>
                <a:gd name="T97" fmla="*/ 275 h 1283"/>
                <a:gd name="T98" fmla="*/ 114 w 971"/>
                <a:gd name="T99" fmla="*/ 1120 h 1283"/>
                <a:gd name="T100" fmla="*/ 681 w 971"/>
                <a:gd name="T101" fmla="*/ 1120 h 1283"/>
                <a:gd name="T102" fmla="*/ 686 w 971"/>
                <a:gd name="T103" fmla="*/ 1115 h 1283"/>
                <a:gd name="T104" fmla="*/ 852 w 971"/>
                <a:gd name="T105" fmla="*/ 948 h 1283"/>
                <a:gd name="T106" fmla="*/ 857 w 971"/>
                <a:gd name="T107" fmla="*/ 943 h 1283"/>
                <a:gd name="T108" fmla="*/ 857 w 971"/>
                <a:gd name="T109" fmla="*/ 275 h 1283"/>
                <a:gd name="T110" fmla="*/ 884 w 971"/>
                <a:gd name="T111" fmla="*/ 275 h 1283"/>
                <a:gd name="T112" fmla="*/ 903 w 971"/>
                <a:gd name="T113" fmla="*/ 294 h 1283"/>
                <a:gd name="T114" fmla="*/ 903 w 971"/>
                <a:gd name="T115" fmla="*/ 1196 h 1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971" h="1283">
                  <a:moveTo>
                    <a:pt x="884" y="207"/>
                  </a:moveTo>
                  <a:cubicBezTo>
                    <a:pt x="715" y="207"/>
                    <a:pt x="715" y="207"/>
                    <a:pt x="715" y="207"/>
                  </a:cubicBezTo>
                  <a:cubicBezTo>
                    <a:pt x="715" y="192"/>
                    <a:pt x="715" y="192"/>
                    <a:pt x="715" y="192"/>
                  </a:cubicBezTo>
                  <a:cubicBezTo>
                    <a:pt x="715" y="169"/>
                    <a:pt x="696" y="150"/>
                    <a:pt x="673" y="150"/>
                  </a:cubicBezTo>
                  <a:cubicBezTo>
                    <a:pt x="578" y="150"/>
                    <a:pt x="578" y="150"/>
                    <a:pt x="578" y="150"/>
                  </a:cubicBezTo>
                  <a:cubicBezTo>
                    <a:pt x="585" y="136"/>
                    <a:pt x="589" y="120"/>
                    <a:pt x="589" y="103"/>
                  </a:cubicBezTo>
                  <a:cubicBezTo>
                    <a:pt x="589" y="46"/>
                    <a:pt x="542" y="0"/>
                    <a:pt x="485" y="0"/>
                  </a:cubicBezTo>
                  <a:cubicBezTo>
                    <a:pt x="428" y="0"/>
                    <a:pt x="382" y="46"/>
                    <a:pt x="382" y="103"/>
                  </a:cubicBezTo>
                  <a:cubicBezTo>
                    <a:pt x="382" y="120"/>
                    <a:pt x="386" y="136"/>
                    <a:pt x="393" y="150"/>
                  </a:cubicBezTo>
                  <a:cubicBezTo>
                    <a:pt x="297" y="150"/>
                    <a:pt x="297" y="150"/>
                    <a:pt x="297" y="150"/>
                  </a:cubicBezTo>
                  <a:cubicBezTo>
                    <a:pt x="274" y="150"/>
                    <a:pt x="255" y="169"/>
                    <a:pt x="255" y="192"/>
                  </a:cubicBezTo>
                  <a:cubicBezTo>
                    <a:pt x="255" y="207"/>
                    <a:pt x="255" y="207"/>
                    <a:pt x="255" y="207"/>
                  </a:cubicBezTo>
                  <a:cubicBezTo>
                    <a:pt x="87" y="207"/>
                    <a:pt x="87" y="207"/>
                    <a:pt x="87" y="207"/>
                  </a:cubicBezTo>
                  <a:cubicBezTo>
                    <a:pt x="39" y="207"/>
                    <a:pt x="0" y="246"/>
                    <a:pt x="0" y="294"/>
                  </a:cubicBezTo>
                  <a:cubicBezTo>
                    <a:pt x="0" y="1196"/>
                    <a:pt x="0" y="1196"/>
                    <a:pt x="0" y="1196"/>
                  </a:cubicBezTo>
                  <a:cubicBezTo>
                    <a:pt x="0" y="1244"/>
                    <a:pt x="39" y="1283"/>
                    <a:pt x="87" y="1283"/>
                  </a:cubicBezTo>
                  <a:cubicBezTo>
                    <a:pt x="884" y="1283"/>
                    <a:pt x="884" y="1283"/>
                    <a:pt x="884" y="1283"/>
                  </a:cubicBezTo>
                  <a:cubicBezTo>
                    <a:pt x="932" y="1283"/>
                    <a:pt x="971" y="1244"/>
                    <a:pt x="971" y="1196"/>
                  </a:cubicBezTo>
                  <a:cubicBezTo>
                    <a:pt x="971" y="294"/>
                    <a:pt x="971" y="294"/>
                    <a:pt x="971" y="294"/>
                  </a:cubicBezTo>
                  <a:cubicBezTo>
                    <a:pt x="971" y="246"/>
                    <a:pt x="932" y="207"/>
                    <a:pt x="884" y="207"/>
                  </a:cubicBezTo>
                  <a:close/>
                  <a:moveTo>
                    <a:pt x="485" y="59"/>
                  </a:moveTo>
                  <a:cubicBezTo>
                    <a:pt x="510" y="59"/>
                    <a:pt x="530" y="79"/>
                    <a:pt x="530" y="103"/>
                  </a:cubicBezTo>
                  <a:cubicBezTo>
                    <a:pt x="530" y="128"/>
                    <a:pt x="510" y="148"/>
                    <a:pt x="485" y="148"/>
                  </a:cubicBezTo>
                  <a:cubicBezTo>
                    <a:pt x="461" y="148"/>
                    <a:pt x="441" y="128"/>
                    <a:pt x="441" y="103"/>
                  </a:cubicBezTo>
                  <a:cubicBezTo>
                    <a:pt x="441" y="79"/>
                    <a:pt x="461" y="59"/>
                    <a:pt x="485" y="59"/>
                  </a:cubicBezTo>
                  <a:close/>
                  <a:moveTo>
                    <a:pt x="825" y="921"/>
                  </a:moveTo>
                  <a:cubicBezTo>
                    <a:pt x="659" y="921"/>
                    <a:pt x="659" y="921"/>
                    <a:pt x="659" y="921"/>
                  </a:cubicBezTo>
                  <a:cubicBezTo>
                    <a:pt x="659" y="1087"/>
                    <a:pt x="659" y="1087"/>
                    <a:pt x="659" y="1087"/>
                  </a:cubicBezTo>
                  <a:cubicBezTo>
                    <a:pt x="146" y="1087"/>
                    <a:pt x="146" y="1087"/>
                    <a:pt x="146" y="1087"/>
                  </a:cubicBezTo>
                  <a:cubicBezTo>
                    <a:pt x="146" y="275"/>
                    <a:pt x="146" y="275"/>
                    <a:pt x="146" y="275"/>
                  </a:cubicBezTo>
                  <a:cubicBezTo>
                    <a:pt x="255" y="275"/>
                    <a:pt x="255" y="275"/>
                    <a:pt x="255" y="275"/>
                  </a:cubicBezTo>
                  <a:cubicBezTo>
                    <a:pt x="255" y="290"/>
                    <a:pt x="255" y="290"/>
                    <a:pt x="255" y="290"/>
                  </a:cubicBezTo>
                  <a:cubicBezTo>
                    <a:pt x="255" y="313"/>
                    <a:pt x="274" y="332"/>
                    <a:pt x="297" y="332"/>
                  </a:cubicBezTo>
                  <a:cubicBezTo>
                    <a:pt x="673" y="332"/>
                    <a:pt x="673" y="332"/>
                    <a:pt x="673" y="332"/>
                  </a:cubicBezTo>
                  <a:cubicBezTo>
                    <a:pt x="696" y="332"/>
                    <a:pt x="715" y="313"/>
                    <a:pt x="715" y="290"/>
                  </a:cubicBezTo>
                  <a:cubicBezTo>
                    <a:pt x="715" y="275"/>
                    <a:pt x="715" y="275"/>
                    <a:pt x="715" y="275"/>
                  </a:cubicBezTo>
                  <a:cubicBezTo>
                    <a:pt x="825" y="275"/>
                    <a:pt x="825" y="275"/>
                    <a:pt x="825" y="275"/>
                  </a:cubicBezTo>
                  <a:lnTo>
                    <a:pt x="825" y="921"/>
                  </a:lnTo>
                  <a:close/>
                  <a:moveTo>
                    <a:pt x="802" y="953"/>
                  </a:moveTo>
                  <a:cubicBezTo>
                    <a:pt x="770" y="985"/>
                    <a:pt x="726" y="1029"/>
                    <a:pt x="691" y="1065"/>
                  </a:cubicBezTo>
                  <a:cubicBezTo>
                    <a:pt x="691" y="953"/>
                    <a:pt x="691" y="953"/>
                    <a:pt x="691" y="953"/>
                  </a:cubicBezTo>
                  <a:lnTo>
                    <a:pt x="802" y="953"/>
                  </a:lnTo>
                  <a:close/>
                  <a:moveTo>
                    <a:pt x="903" y="1196"/>
                  </a:moveTo>
                  <a:cubicBezTo>
                    <a:pt x="903" y="1207"/>
                    <a:pt x="894" y="1215"/>
                    <a:pt x="884" y="1215"/>
                  </a:cubicBezTo>
                  <a:cubicBezTo>
                    <a:pt x="87" y="1215"/>
                    <a:pt x="87" y="1215"/>
                    <a:pt x="87" y="1215"/>
                  </a:cubicBezTo>
                  <a:cubicBezTo>
                    <a:pt x="76" y="1215"/>
                    <a:pt x="68" y="1207"/>
                    <a:pt x="68" y="1196"/>
                  </a:cubicBezTo>
                  <a:cubicBezTo>
                    <a:pt x="68" y="294"/>
                    <a:pt x="68" y="294"/>
                    <a:pt x="68" y="294"/>
                  </a:cubicBezTo>
                  <a:cubicBezTo>
                    <a:pt x="68" y="284"/>
                    <a:pt x="76" y="275"/>
                    <a:pt x="87" y="275"/>
                  </a:cubicBezTo>
                  <a:cubicBezTo>
                    <a:pt x="114" y="275"/>
                    <a:pt x="114" y="275"/>
                    <a:pt x="114" y="275"/>
                  </a:cubicBezTo>
                  <a:cubicBezTo>
                    <a:pt x="114" y="1120"/>
                    <a:pt x="114" y="1120"/>
                    <a:pt x="114" y="1120"/>
                  </a:cubicBezTo>
                  <a:cubicBezTo>
                    <a:pt x="681" y="1120"/>
                    <a:pt x="681" y="1120"/>
                    <a:pt x="681" y="1120"/>
                  </a:cubicBezTo>
                  <a:cubicBezTo>
                    <a:pt x="686" y="1115"/>
                    <a:pt x="686" y="1115"/>
                    <a:pt x="686" y="1115"/>
                  </a:cubicBezTo>
                  <a:cubicBezTo>
                    <a:pt x="732" y="1069"/>
                    <a:pt x="818" y="983"/>
                    <a:pt x="852" y="948"/>
                  </a:cubicBezTo>
                  <a:cubicBezTo>
                    <a:pt x="857" y="943"/>
                    <a:pt x="857" y="943"/>
                    <a:pt x="857" y="943"/>
                  </a:cubicBezTo>
                  <a:cubicBezTo>
                    <a:pt x="857" y="275"/>
                    <a:pt x="857" y="275"/>
                    <a:pt x="857" y="275"/>
                  </a:cubicBezTo>
                  <a:cubicBezTo>
                    <a:pt x="884" y="275"/>
                    <a:pt x="884" y="275"/>
                    <a:pt x="884" y="275"/>
                  </a:cubicBezTo>
                  <a:cubicBezTo>
                    <a:pt x="894" y="275"/>
                    <a:pt x="903" y="284"/>
                    <a:pt x="903" y="294"/>
                  </a:cubicBezTo>
                  <a:lnTo>
                    <a:pt x="903" y="11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69" name="Rectangle 66"/>
            <p:cNvSpPr>
              <a:spLocks noChangeArrowheads="1"/>
            </p:cNvSpPr>
            <p:nvPr/>
          </p:nvSpPr>
          <p:spPr bwMode="auto">
            <a:xfrm>
              <a:off x="5208588" y="2003426"/>
              <a:ext cx="298450" cy="174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70" name="Rectangle 67"/>
            <p:cNvSpPr>
              <a:spLocks noChangeArrowheads="1"/>
            </p:cNvSpPr>
            <p:nvPr/>
          </p:nvSpPr>
          <p:spPr bwMode="auto">
            <a:xfrm>
              <a:off x="5208588" y="2081213"/>
              <a:ext cx="298450" cy="174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71" name="Rectangle 68"/>
            <p:cNvSpPr>
              <a:spLocks noChangeArrowheads="1"/>
            </p:cNvSpPr>
            <p:nvPr/>
          </p:nvSpPr>
          <p:spPr bwMode="auto">
            <a:xfrm>
              <a:off x="5208588" y="2154238"/>
              <a:ext cx="298450" cy="174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72" name="Group 71"/>
          <p:cNvGrpSpPr/>
          <p:nvPr/>
        </p:nvGrpSpPr>
        <p:grpSpPr>
          <a:xfrm>
            <a:off x="4271885" y="3680645"/>
            <a:ext cx="347280" cy="395721"/>
            <a:chOff x="4616451" y="1741488"/>
            <a:chExt cx="2959100" cy="3371850"/>
          </a:xfrm>
          <a:solidFill>
            <a:schemeClr val="bg1"/>
          </a:solidFill>
        </p:grpSpPr>
        <p:sp>
          <p:nvSpPr>
            <p:cNvPr id="73" name="Freeform 5"/>
            <p:cNvSpPr>
              <a:spLocks noEditPoints="1"/>
            </p:cNvSpPr>
            <p:nvPr/>
          </p:nvSpPr>
          <p:spPr bwMode="auto">
            <a:xfrm>
              <a:off x="4616451" y="1741488"/>
              <a:ext cx="2959100" cy="3371850"/>
            </a:xfrm>
            <a:custGeom>
              <a:avLst/>
              <a:gdLst>
                <a:gd name="T0" fmla="*/ 578 w 786"/>
                <a:gd name="T1" fmla="*/ 28 h 896"/>
                <a:gd name="T2" fmla="*/ 205 w 786"/>
                <a:gd name="T3" fmla="*/ 59 h 896"/>
                <a:gd name="T4" fmla="*/ 67 w 786"/>
                <a:gd name="T5" fmla="*/ 236 h 896"/>
                <a:gd name="T6" fmla="*/ 68 w 786"/>
                <a:gd name="T7" fmla="*/ 346 h 896"/>
                <a:gd name="T8" fmla="*/ 70 w 786"/>
                <a:gd name="T9" fmla="*/ 356 h 896"/>
                <a:gd name="T10" fmla="*/ 39 w 786"/>
                <a:gd name="T11" fmla="*/ 406 h 896"/>
                <a:gd name="T12" fmla="*/ 14 w 786"/>
                <a:gd name="T13" fmla="*/ 441 h 896"/>
                <a:gd name="T14" fmla="*/ 14 w 786"/>
                <a:gd name="T15" fmla="*/ 442 h 896"/>
                <a:gd name="T16" fmla="*/ 36 w 786"/>
                <a:gd name="T17" fmla="*/ 540 h 896"/>
                <a:gd name="T18" fmla="*/ 50 w 786"/>
                <a:gd name="T19" fmla="*/ 587 h 896"/>
                <a:gd name="T20" fmla="*/ 75 w 786"/>
                <a:gd name="T21" fmla="*/ 649 h 896"/>
                <a:gd name="T22" fmla="*/ 74 w 786"/>
                <a:gd name="T23" fmla="*/ 694 h 896"/>
                <a:gd name="T24" fmla="*/ 169 w 786"/>
                <a:gd name="T25" fmla="*/ 773 h 896"/>
                <a:gd name="T26" fmla="*/ 244 w 786"/>
                <a:gd name="T27" fmla="*/ 830 h 896"/>
                <a:gd name="T28" fmla="*/ 618 w 786"/>
                <a:gd name="T29" fmla="*/ 896 h 896"/>
                <a:gd name="T30" fmla="*/ 686 w 786"/>
                <a:gd name="T31" fmla="*/ 814 h 896"/>
                <a:gd name="T32" fmla="*/ 664 w 786"/>
                <a:gd name="T33" fmla="*/ 637 h 896"/>
                <a:gd name="T34" fmla="*/ 777 w 786"/>
                <a:gd name="T35" fmla="*/ 417 h 896"/>
                <a:gd name="T36" fmla="*/ 706 w 786"/>
                <a:gd name="T37" fmla="*/ 118 h 896"/>
                <a:gd name="T38" fmla="*/ 627 w 786"/>
                <a:gd name="T39" fmla="*/ 606 h 896"/>
                <a:gd name="T40" fmla="*/ 639 w 786"/>
                <a:gd name="T41" fmla="*/ 823 h 896"/>
                <a:gd name="T42" fmla="*/ 618 w 786"/>
                <a:gd name="T43" fmla="*/ 847 h 896"/>
                <a:gd name="T44" fmla="*/ 292 w 786"/>
                <a:gd name="T45" fmla="*/ 827 h 896"/>
                <a:gd name="T46" fmla="*/ 260 w 786"/>
                <a:gd name="T47" fmla="*/ 706 h 896"/>
                <a:gd name="T48" fmla="*/ 169 w 786"/>
                <a:gd name="T49" fmla="*/ 725 h 896"/>
                <a:gd name="T50" fmla="*/ 101 w 786"/>
                <a:gd name="T51" fmla="*/ 604 h 896"/>
                <a:gd name="T52" fmla="*/ 110 w 786"/>
                <a:gd name="T53" fmla="*/ 568 h 896"/>
                <a:gd name="T54" fmla="*/ 86 w 786"/>
                <a:gd name="T55" fmla="*/ 555 h 896"/>
                <a:gd name="T56" fmla="*/ 94 w 786"/>
                <a:gd name="T57" fmla="*/ 519 h 896"/>
                <a:gd name="T58" fmla="*/ 65 w 786"/>
                <a:gd name="T59" fmla="*/ 501 h 896"/>
                <a:gd name="T60" fmla="*/ 55 w 786"/>
                <a:gd name="T61" fmla="*/ 467 h 896"/>
                <a:gd name="T62" fmla="*/ 112 w 786"/>
                <a:gd name="T63" fmla="*/ 381 h 896"/>
                <a:gd name="T64" fmla="*/ 115 w 786"/>
                <a:gd name="T65" fmla="*/ 335 h 896"/>
                <a:gd name="T66" fmla="*/ 114 w 786"/>
                <a:gd name="T67" fmla="*/ 248 h 896"/>
                <a:gd name="T68" fmla="*/ 729 w 786"/>
                <a:gd name="T69" fmla="*/ 410 h 8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86" h="896">
                  <a:moveTo>
                    <a:pt x="706" y="118"/>
                  </a:moveTo>
                  <a:cubicBezTo>
                    <a:pt x="672" y="79"/>
                    <a:pt x="629" y="49"/>
                    <a:pt x="578" y="28"/>
                  </a:cubicBezTo>
                  <a:cubicBezTo>
                    <a:pt x="531" y="10"/>
                    <a:pt x="478" y="0"/>
                    <a:pt x="425" y="0"/>
                  </a:cubicBezTo>
                  <a:cubicBezTo>
                    <a:pt x="346" y="0"/>
                    <a:pt x="268" y="21"/>
                    <a:pt x="205" y="59"/>
                  </a:cubicBezTo>
                  <a:cubicBezTo>
                    <a:pt x="171" y="79"/>
                    <a:pt x="142" y="104"/>
                    <a:pt x="119" y="133"/>
                  </a:cubicBezTo>
                  <a:cubicBezTo>
                    <a:pt x="94" y="164"/>
                    <a:pt x="77" y="198"/>
                    <a:pt x="67" y="236"/>
                  </a:cubicBezTo>
                  <a:cubicBezTo>
                    <a:pt x="59" y="268"/>
                    <a:pt x="58" y="305"/>
                    <a:pt x="65" y="335"/>
                  </a:cubicBezTo>
                  <a:cubicBezTo>
                    <a:pt x="68" y="346"/>
                    <a:pt x="68" y="346"/>
                    <a:pt x="68" y="346"/>
                  </a:cubicBezTo>
                  <a:cubicBezTo>
                    <a:pt x="68" y="349"/>
                    <a:pt x="69" y="352"/>
                    <a:pt x="70" y="354"/>
                  </a:cubicBezTo>
                  <a:cubicBezTo>
                    <a:pt x="70" y="355"/>
                    <a:pt x="70" y="356"/>
                    <a:pt x="70" y="356"/>
                  </a:cubicBezTo>
                  <a:cubicBezTo>
                    <a:pt x="68" y="360"/>
                    <a:pt x="68" y="360"/>
                    <a:pt x="68" y="360"/>
                  </a:cubicBezTo>
                  <a:cubicBezTo>
                    <a:pt x="61" y="375"/>
                    <a:pt x="50" y="390"/>
                    <a:pt x="39" y="406"/>
                  </a:cubicBezTo>
                  <a:cubicBezTo>
                    <a:pt x="31" y="417"/>
                    <a:pt x="22" y="428"/>
                    <a:pt x="14" y="441"/>
                  </a:cubicBezTo>
                  <a:cubicBezTo>
                    <a:pt x="14" y="441"/>
                    <a:pt x="14" y="441"/>
                    <a:pt x="14" y="441"/>
                  </a:cubicBezTo>
                  <a:cubicBezTo>
                    <a:pt x="14" y="441"/>
                    <a:pt x="14" y="441"/>
                    <a:pt x="14" y="441"/>
                  </a:cubicBezTo>
                  <a:cubicBezTo>
                    <a:pt x="14" y="442"/>
                    <a:pt x="14" y="442"/>
                    <a:pt x="14" y="442"/>
                  </a:cubicBezTo>
                  <a:cubicBezTo>
                    <a:pt x="3" y="459"/>
                    <a:pt x="0" y="481"/>
                    <a:pt x="6" y="501"/>
                  </a:cubicBezTo>
                  <a:cubicBezTo>
                    <a:pt x="11" y="517"/>
                    <a:pt x="22" y="531"/>
                    <a:pt x="36" y="540"/>
                  </a:cubicBezTo>
                  <a:cubicBezTo>
                    <a:pt x="35" y="553"/>
                    <a:pt x="37" y="565"/>
                    <a:pt x="43" y="576"/>
                  </a:cubicBezTo>
                  <a:cubicBezTo>
                    <a:pt x="45" y="580"/>
                    <a:pt x="47" y="584"/>
                    <a:pt x="50" y="587"/>
                  </a:cubicBezTo>
                  <a:cubicBezTo>
                    <a:pt x="48" y="603"/>
                    <a:pt x="52" y="619"/>
                    <a:pt x="62" y="632"/>
                  </a:cubicBezTo>
                  <a:cubicBezTo>
                    <a:pt x="75" y="649"/>
                    <a:pt x="75" y="649"/>
                    <a:pt x="75" y="649"/>
                  </a:cubicBezTo>
                  <a:cubicBezTo>
                    <a:pt x="75" y="652"/>
                    <a:pt x="75" y="654"/>
                    <a:pt x="74" y="657"/>
                  </a:cubicBezTo>
                  <a:cubicBezTo>
                    <a:pt x="74" y="667"/>
                    <a:pt x="73" y="680"/>
                    <a:pt x="74" y="694"/>
                  </a:cubicBezTo>
                  <a:cubicBezTo>
                    <a:pt x="77" y="715"/>
                    <a:pt x="85" y="732"/>
                    <a:pt x="97" y="746"/>
                  </a:cubicBezTo>
                  <a:cubicBezTo>
                    <a:pt x="114" y="764"/>
                    <a:pt x="139" y="773"/>
                    <a:pt x="169" y="773"/>
                  </a:cubicBezTo>
                  <a:cubicBezTo>
                    <a:pt x="189" y="773"/>
                    <a:pt x="212" y="769"/>
                    <a:pt x="240" y="761"/>
                  </a:cubicBezTo>
                  <a:cubicBezTo>
                    <a:pt x="241" y="779"/>
                    <a:pt x="243" y="801"/>
                    <a:pt x="244" y="830"/>
                  </a:cubicBezTo>
                  <a:cubicBezTo>
                    <a:pt x="246" y="867"/>
                    <a:pt x="276" y="896"/>
                    <a:pt x="313" y="896"/>
                  </a:cubicBezTo>
                  <a:cubicBezTo>
                    <a:pt x="618" y="896"/>
                    <a:pt x="618" y="896"/>
                    <a:pt x="618" y="896"/>
                  </a:cubicBezTo>
                  <a:cubicBezTo>
                    <a:pt x="638" y="896"/>
                    <a:pt x="658" y="887"/>
                    <a:pt x="671" y="871"/>
                  </a:cubicBezTo>
                  <a:cubicBezTo>
                    <a:pt x="684" y="855"/>
                    <a:pt x="690" y="834"/>
                    <a:pt x="686" y="814"/>
                  </a:cubicBezTo>
                  <a:cubicBezTo>
                    <a:pt x="658" y="658"/>
                    <a:pt x="658" y="658"/>
                    <a:pt x="658" y="658"/>
                  </a:cubicBezTo>
                  <a:cubicBezTo>
                    <a:pt x="657" y="650"/>
                    <a:pt x="659" y="643"/>
                    <a:pt x="664" y="637"/>
                  </a:cubicBezTo>
                  <a:cubicBezTo>
                    <a:pt x="686" y="610"/>
                    <a:pt x="712" y="578"/>
                    <a:pt x="733" y="541"/>
                  </a:cubicBezTo>
                  <a:cubicBezTo>
                    <a:pt x="756" y="501"/>
                    <a:pt x="770" y="460"/>
                    <a:pt x="777" y="417"/>
                  </a:cubicBezTo>
                  <a:cubicBezTo>
                    <a:pt x="786" y="355"/>
                    <a:pt x="784" y="298"/>
                    <a:pt x="772" y="247"/>
                  </a:cubicBezTo>
                  <a:cubicBezTo>
                    <a:pt x="759" y="198"/>
                    <a:pt x="737" y="154"/>
                    <a:pt x="706" y="118"/>
                  </a:cubicBezTo>
                  <a:close/>
                  <a:moveTo>
                    <a:pt x="729" y="410"/>
                  </a:moveTo>
                  <a:cubicBezTo>
                    <a:pt x="717" y="491"/>
                    <a:pt x="674" y="550"/>
                    <a:pt x="627" y="606"/>
                  </a:cubicBezTo>
                  <a:cubicBezTo>
                    <a:pt x="613" y="622"/>
                    <a:pt x="607" y="645"/>
                    <a:pt x="611" y="666"/>
                  </a:cubicBezTo>
                  <a:cubicBezTo>
                    <a:pt x="639" y="823"/>
                    <a:pt x="639" y="823"/>
                    <a:pt x="639" y="823"/>
                  </a:cubicBezTo>
                  <a:cubicBezTo>
                    <a:pt x="640" y="829"/>
                    <a:pt x="638" y="835"/>
                    <a:pt x="634" y="840"/>
                  </a:cubicBezTo>
                  <a:cubicBezTo>
                    <a:pt x="630" y="845"/>
                    <a:pt x="624" y="847"/>
                    <a:pt x="618" y="847"/>
                  </a:cubicBezTo>
                  <a:cubicBezTo>
                    <a:pt x="313" y="847"/>
                    <a:pt x="313" y="847"/>
                    <a:pt x="313" y="847"/>
                  </a:cubicBezTo>
                  <a:cubicBezTo>
                    <a:pt x="302" y="847"/>
                    <a:pt x="293" y="839"/>
                    <a:pt x="292" y="827"/>
                  </a:cubicBezTo>
                  <a:cubicBezTo>
                    <a:pt x="290" y="774"/>
                    <a:pt x="286" y="742"/>
                    <a:pt x="284" y="724"/>
                  </a:cubicBezTo>
                  <a:cubicBezTo>
                    <a:pt x="284" y="715"/>
                    <a:pt x="272" y="706"/>
                    <a:pt x="260" y="706"/>
                  </a:cubicBezTo>
                  <a:cubicBezTo>
                    <a:pt x="258" y="706"/>
                    <a:pt x="256" y="706"/>
                    <a:pt x="254" y="707"/>
                  </a:cubicBezTo>
                  <a:cubicBezTo>
                    <a:pt x="216" y="720"/>
                    <a:pt x="189" y="725"/>
                    <a:pt x="169" y="725"/>
                  </a:cubicBezTo>
                  <a:cubicBezTo>
                    <a:pt x="95" y="725"/>
                    <a:pt x="134" y="648"/>
                    <a:pt x="120" y="629"/>
                  </a:cubicBezTo>
                  <a:cubicBezTo>
                    <a:pt x="101" y="604"/>
                    <a:pt x="101" y="604"/>
                    <a:pt x="101" y="604"/>
                  </a:cubicBezTo>
                  <a:cubicBezTo>
                    <a:pt x="96" y="597"/>
                    <a:pt x="96" y="589"/>
                    <a:pt x="100" y="583"/>
                  </a:cubicBezTo>
                  <a:cubicBezTo>
                    <a:pt x="110" y="568"/>
                    <a:pt x="110" y="568"/>
                    <a:pt x="110" y="568"/>
                  </a:cubicBezTo>
                  <a:cubicBezTo>
                    <a:pt x="98" y="565"/>
                    <a:pt x="98" y="565"/>
                    <a:pt x="98" y="565"/>
                  </a:cubicBezTo>
                  <a:cubicBezTo>
                    <a:pt x="93" y="563"/>
                    <a:pt x="89" y="560"/>
                    <a:pt x="86" y="555"/>
                  </a:cubicBezTo>
                  <a:cubicBezTo>
                    <a:pt x="84" y="550"/>
                    <a:pt x="84" y="545"/>
                    <a:pt x="86" y="540"/>
                  </a:cubicBezTo>
                  <a:cubicBezTo>
                    <a:pt x="94" y="519"/>
                    <a:pt x="94" y="519"/>
                    <a:pt x="94" y="519"/>
                  </a:cubicBezTo>
                  <a:cubicBezTo>
                    <a:pt x="95" y="517"/>
                    <a:pt x="94" y="514"/>
                    <a:pt x="92" y="513"/>
                  </a:cubicBezTo>
                  <a:cubicBezTo>
                    <a:pt x="65" y="501"/>
                    <a:pt x="65" y="501"/>
                    <a:pt x="65" y="501"/>
                  </a:cubicBezTo>
                  <a:cubicBezTo>
                    <a:pt x="59" y="499"/>
                    <a:pt x="54" y="493"/>
                    <a:pt x="52" y="487"/>
                  </a:cubicBezTo>
                  <a:cubicBezTo>
                    <a:pt x="50" y="480"/>
                    <a:pt x="51" y="473"/>
                    <a:pt x="55" y="467"/>
                  </a:cubicBezTo>
                  <a:cubicBezTo>
                    <a:pt x="55" y="466"/>
                    <a:pt x="55" y="466"/>
                    <a:pt x="55" y="466"/>
                  </a:cubicBezTo>
                  <a:cubicBezTo>
                    <a:pt x="73" y="438"/>
                    <a:pt x="97" y="412"/>
                    <a:pt x="112" y="381"/>
                  </a:cubicBezTo>
                  <a:cubicBezTo>
                    <a:pt x="118" y="368"/>
                    <a:pt x="118" y="368"/>
                    <a:pt x="118" y="368"/>
                  </a:cubicBezTo>
                  <a:cubicBezTo>
                    <a:pt x="122" y="359"/>
                    <a:pt x="117" y="345"/>
                    <a:pt x="115" y="335"/>
                  </a:cubicBezTo>
                  <a:cubicBezTo>
                    <a:pt x="112" y="325"/>
                    <a:pt x="112" y="325"/>
                    <a:pt x="112" y="325"/>
                  </a:cubicBezTo>
                  <a:cubicBezTo>
                    <a:pt x="107" y="301"/>
                    <a:pt x="108" y="271"/>
                    <a:pt x="114" y="248"/>
                  </a:cubicBezTo>
                  <a:cubicBezTo>
                    <a:pt x="146" y="120"/>
                    <a:pt x="286" y="48"/>
                    <a:pt x="425" y="48"/>
                  </a:cubicBezTo>
                  <a:cubicBezTo>
                    <a:pt x="597" y="48"/>
                    <a:pt x="767" y="158"/>
                    <a:pt x="729" y="4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74" name="Freeform 6"/>
            <p:cNvSpPr/>
            <p:nvPr/>
          </p:nvSpPr>
          <p:spPr bwMode="auto">
            <a:xfrm>
              <a:off x="5184776" y="2062163"/>
              <a:ext cx="2085975" cy="1700213"/>
            </a:xfrm>
            <a:custGeom>
              <a:avLst/>
              <a:gdLst>
                <a:gd name="T0" fmla="*/ 367 w 554"/>
                <a:gd name="T1" fmla="*/ 21 h 452"/>
                <a:gd name="T2" fmla="*/ 325 w 554"/>
                <a:gd name="T3" fmla="*/ 5 h 452"/>
                <a:gd name="T4" fmla="*/ 298 w 554"/>
                <a:gd name="T5" fmla="*/ 11 h 452"/>
                <a:gd name="T6" fmla="*/ 267 w 554"/>
                <a:gd name="T7" fmla="*/ 0 h 452"/>
                <a:gd name="T8" fmla="*/ 243 w 554"/>
                <a:gd name="T9" fmla="*/ 7 h 452"/>
                <a:gd name="T10" fmla="*/ 223 w 554"/>
                <a:gd name="T11" fmla="*/ 5 h 452"/>
                <a:gd name="T12" fmla="*/ 168 w 554"/>
                <a:gd name="T13" fmla="*/ 24 h 452"/>
                <a:gd name="T14" fmla="*/ 163 w 554"/>
                <a:gd name="T15" fmla="*/ 24 h 452"/>
                <a:gd name="T16" fmla="*/ 96 w 554"/>
                <a:gd name="T17" fmla="*/ 54 h 452"/>
                <a:gd name="T18" fmla="*/ 38 w 554"/>
                <a:gd name="T19" fmla="*/ 123 h 452"/>
                <a:gd name="T20" fmla="*/ 15 w 554"/>
                <a:gd name="T21" fmla="*/ 156 h 452"/>
                <a:gd name="T22" fmla="*/ 15 w 554"/>
                <a:gd name="T23" fmla="*/ 161 h 452"/>
                <a:gd name="T24" fmla="*/ 0 w 554"/>
                <a:gd name="T25" fmla="*/ 210 h 452"/>
                <a:gd name="T26" fmla="*/ 39 w 554"/>
                <a:gd name="T27" fmla="*/ 282 h 452"/>
                <a:gd name="T28" fmla="*/ 103 w 554"/>
                <a:gd name="T29" fmla="*/ 327 h 452"/>
                <a:gd name="T30" fmla="*/ 135 w 554"/>
                <a:gd name="T31" fmla="*/ 319 h 452"/>
                <a:gd name="T32" fmla="*/ 177 w 554"/>
                <a:gd name="T33" fmla="*/ 344 h 452"/>
                <a:gd name="T34" fmla="*/ 260 w 554"/>
                <a:gd name="T35" fmla="*/ 403 h 452"/>
                <a:gd name="T36" fmla="*/ 296 w 554"/>
                <a:gd name="T37" fmla="*/ 395 h 452"/>
                <a:gd name="T38" fmla="*/ 391 w 554"/>
                <a:gd name="T39" fmla="*/ 452 h 452"/>
                <a:gd name="T40" fmla="*/ 492 w 554"/>
                <a:gd name="T41" fmla="*/ 382 h 452"/>
                <a:gd name="T42" fmla="*/ 549 w 554"/>
                <a:gd name="T43" fmla="*/ 287 h 452"/>
                <a:gd name="T44" fmla="*/ 547 w 554"/>
                <a:gd name="T45" fmla="*/ 267 h 452"/>
                <a:gd name="T46" fmla="*/ 554 w 554"/>
                <a:gd name="T47" fmla="*/ 235 h 452"/>
                <a:gd name="T48" fmla="*/ 536 w 554"/>
                <a:gd name="T49" fmla="*/ 185 h 452"/>
                <a:gd name="T50" fmla="*/ 537 w 554"/>
                <a:gd name="T51" fmla="*/ 174 h 452"/>
                <a:gd name="T52" fmla="*/ 493 w 554"/>
                <a:gd name="T53" fmla="*/ 106 h 452"/>
                <a:gd name="T54" fmla="*/ 367 w 554"/>
                <a:gd name="T55" fmla="*/ 21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54" h="452">
                  <a:moveTo>
                    <a:pt x="367" y="21"/>
                  </a:moveTo>
                  <a:cubicBezTo>
                    <a:pt x="356" y="11"/>
                    <a:pt x="341" y="5"/>
                    <a:pt x="325" y="5"/>
                  </a:cubicBezTo>
                  <a:cubicBezTo>
                    <a:pt x="315" y="5"/>
                    <a:pt x="306" y="7"/>
                    <a:pt x="298" y="11"/>
                  </a:cubicBezTo>
                  <a:cubicBezTo>
                    <a:pt x="289" y="4"/>
                    <a:pt x="279" y="0"/>
                    <a:pt x="267" y="0"/>
                  </a:cubicBezTo>
                  <a:cubicBezTo>
                    <a:pt x="258" y="0"/>
                    <a:pt x="250" y="3"/>
                    <a:pt x="243" y="7"/>
                  </a:cubicBezTo>
                  <a:cubicBezTo>
                    <a:pt x="237" y="5"/>
                    <a:pt x="230" y="5"/>
                    <a:pt x="223" y="5"/>
                  </a:cubicBezTo>
                  <a:cubicBezTo>
                    <a:pt x="203" y="5"/>
                    <a:pt x="183" y="12"/>
                    <a:pt x="168" y="24"/>
                  </a:cubicBezTo>
                  <a:cubicBezTo>
                    <a:pt x="166" y="24"/>
                    <a:pt x="165" y="24"/>
                    <a:pt x="163" y="24"/>
                  </a:cubicBezTo>
                  <a:cubicBezTo>
                    <a:pt x="136" y="24"/>
                    <a:pt x="112" y="36"/>
                    <a:pt x="96" y="54"/>
                  </a:cubicBezTo>
                  <a:cubicBezTo>
                    <a:pt x="63" y="60"/>
                    <a:pt x="38" y="89"/>
                    <a:pt x="38" y="123"/>
                  </a:cubicBezTo>
                  <a:cubicBezTo>
                    <a:pt x="24" y="128"/>
                    <a:pt x="15" y="141"/>
                    <a:pt x="15" y="156"/>
                  </a:cubicBezTo>
                  <a:cubicBezTo>
                    <a:pt x="15" y="158"/>
                    <a:pt x="15" y="159"/>
                    <a:pt x="15" y="161"/>
                  </a:cubicBezTo>
                  <a:cubicBezTo>
                    <a:pt x="6" y="175"/>
                    <a:pt x="0" y="192"/>
                    <a:pt x="0" y="210"/>
                  </a:cubicBezTo>
                  <a:cubicBezTo>
                    <a:pt x="0" y="240"/>
                    <a:pt x="16" y="266"/>
                    <a:pt x="39" y="282"/>
                  </a:cubicBezTo>
                  <a:cubicBezTo>
                    <a:pt x="48" y="308"/>
                    <a:pt x="74" y="327"/>
                    <a:pt x="103" y="327"/>
                  </a:cubicBezTo>
                  <a:cubicBezTo>
                    <a:pt x="115" y="327"/>
                    <a:pt x="126" y="324"/>
                    <a:pt x="135" y="319"/>
                  </a:cubicBezTo>
                  <a:cubicBezTo>
                    <a:pt x="145" y="332"/>
                    <a:pt x="160" y="341"/>
                    <a:pt x="177" y="344"/>
                  </a:cubicBezTo>
                  <a:cubicBezTo>
                    <a:pt x="189" y="378"/>
                    <a:pt x="222" y="403"/>
                    <a:pt x="260" y="403"/>
                  </a:cubicBezTo>
                  <a:cubicBezTo>
                    <a:pt x="273" y="403"/>
                    <a:pt x="285" y="400"/>
                    <a:pt x="296" y="395"/>
                  </a:cubicBezTo>
                  <a:cubicBezTo>
                    <a:pt x="314" y="429"/>
                    <a:pt x="350" y="452"/>
                    <a:pt x="391" y="452"/>
                  </a:cubicBezTo>
                  <a:cubicBezTo>
                    <a:pt x="437" y="452"/>
                    <a:pt x="477" y="423"/>
                    <a:pt x="492" y="382"/>
                  </a:cubicBezTo>
                  <a:cubicBezTo>
                    <a:pt x="526" y="364"/>
                    <a:pt x="549" y="328"/>
                    <a:pt x="549" y="287"/>
                  </a:cubicBezTo>
                  <a:cubicBezTo>
                    <a:pt x="549" y="280"/>
                    <a:pt x="548" y="274"/>
                    <a:pt x="547" y="267"/>
                  </a:cubicBezTo>
                  <a:cubicBezTo>
                    <a:pt x="552" y="257"/>
                    <a:pt x="554" y="246"/>
                    <a:pt x="554" y="235"/>
                  </a:cubicBezTo>
                  <a:cubicBezTo>
                    <a:pt x="554" y="216"/>
                    <a:pt x="547" y="199"/>
                    <a:pt x="536" y="185"/>
                  </a:cubicBezTo>
                  <a:cubicBezTo>
                    <a:pt x="536" y="182"/>
                    <a:pt x="537" y="178"/>
                    <a:pt x="537" y="174"/>
                  </a:cubicBezTo>
                  <a:cubicBezTo>
                    <a:pt x="537" y="144"/>
                    <a:pt x="519" y="118"/>
                    <a:pt x="493" y="106"/>
                  </a:cubicBezTo>
                  <a:cubicBezTo>
                    <a:pt x="472" y="57"/>
                    <a:pt x="423" y="22"/>
                    <a:pt x="367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75" name="Group 74"/>
          <p:cNvGrpSpPr/>
          <p:nvPr/>
        </p:nvGrpSpPr>
        <p:grpSpPr>
          <a:xfrm>
            <a:off x="4245513" y="2273010"/>
            <a:ext cx="400024" cy="349856"/>
            <a:chOff x="2437300" y="2768688"/>
            <a:chExt cx="400024" cy="349856"/>
          </a:xfrm>
          <a:solidFill>
            <a:schemeClr val="bg1"/>
          </a:solidFill>
        </p:grpSpPr>
        <p:sp>
          <p:nvSpPr>
            <p:cNvPr id="76" name="Freeform 104"/>
            <p:cNvSpPr/>
            <p:nvPr/>
          </p:nvSpPr>
          <p:spPr bwMode="auto">
            <a:xfrm>
              <a:off x="2499350" y="2830738"/>
              <a:ext cx="143903" cy="93735"/>
            </a:xfrm>
            <a:custGeom>
              <a:avLst/>
              <a:gdLst>
                <a:gd name="T0" fmla="*/ 44 w 46"/>
                <a:gd name="T1" fmla="*/ 0 h 30"/>
                <a:gd name="T2" fmla="*/ 0 w 46"/>
                <a:gd name="T3" fmla="*/ 28 h 30"/>
                <a:gd name="T4" fmla="*/ 2 w 46"/>
                <a:gd name="T5" fmla="*/ 30 h 30"/>
                <a:gd name="T6" fmla="*/ 4 w 46"/>
                <a:gd name="T7" fmla="*/ 28 h 30"/>
                <a:gd name="T8" fmla="*/ 44 w 46"/>
                <a:gd name="T9" fmla="*/ 4 h 30"/>
                <a:gd name="T10" fmla="*/ 46 w 46"/>
                <a:gd name="T11" fmla="*/ 2 h 30"/>
                <a:gd name="T12" fmla="*/ 44 w 46"/>
                <a:gd name="T13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" h="30">
                  <a:moveTo>
                    <a:pt x="44" y="0"/>
                  </a:moveTo>
                  <a:cubicBezTo>
                    <a:pt x="20" y="0"/>
                    <a:pt x="0" y="13"/>
                    <a:pt x="0" y="28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3" y="30"/>
                    <a:pt x="4" y="29"/>
                    <a:pt x="4" y="28"/>
                  </a:cubicBezTo>
                  <a:cubicBezTo>
                    <a:pt x="4" y="15"/>
                    <a:pt x="23" y="4"/>
                    <a:pt x="44" y="4"/>
                  </a:cubicBezTo>
                  <a:cubicBezTo>
                    <a:pt x="45" y="4"/>
                    <a:pt x="46" y="3"/>
                    <a:pt x="46" y="2"/>
                  </a:cubicBezTo>
                  <a:cubicBezTo>
                    <a:pt x="46" y="1"/>
                    <a:pt x="45" y="0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77" name="Freeform 105"/>
            <p:cNvSpPr>
              <a:spLocks noEditPoints="1"/>
            </p:cNvSpPr>
            <p:nvPr/>
          </p:nvSpPr>
          <p:spPr bwMode="auto">
            <a:xfrm>
              <a:off x="2437300" y="2768688"/>
              <a:ext cx="400024" cy="349856"/>
            </a:xfrm>
            <a:custGeom>
              <a:avLst/>
              <a:gdLst>
                <a:gd name="T0" fmla="*/ 64 w 128"/>
                <a:gd name="T1" fmla="*/ 0 h 112"/>
                <a:gd name="T2" fmla="*/ 0 w 128"/>
                <a:gd name="T3" fmla="*/ 48 h 112"/>
                <a:gd name="T4" fmla="*/ 28 w 128"/>
                <a:gd name="T5" fmla="*/ 88 h 112"/>
                <a:gd name="T6" fmla="*/ 28 w 128"/>
                <a:gd name="T7" fmla="*/ 88 h 112"/>
                <a:gd name="T8" fmla="*/ 20 w 128"/>
                <a:gd name="T9" fmla="*/ 107 h 112"/>
                <a:gd name="T10" fmla="*/ 20 w 128"/>
                <a:gd name="T11" fmla="*/ 107 h 112"/>
                <a:gd name="T12" fmla="*/ 20 w 128"/>
                <a:gd name="T13" fmla="*/ 108 h 112"/>
                <a:gd name="T14" fmla="*/ 24 w 128"/>
                <a:gd name="T15" fmla="*/ 112 h 112"/>
                <a:gd name="T16" fmla="*/ 25 w 128"/>
                <a:gd name="T17" fmla="*/ 112 h 112"/>
                <a:gd name="T18" fmla="*/ 52 w 128"/>
                <a:gd name="T19" fmla="*/ 95 h 112"/>
                <a:gd name="T20" fmla="*/ 64 w 128"/>
                <a:gd name="T21" fmla="*/ 96 h 112"/>
                <a:gd name="T22" fmla="*/ 128 w 128"/>
                <a:gd name="T23" fmla="*/ 48 h 112"/>
                <a:gd name="T24" fmla="*/ 64 w 128"/>
                <a:gd name="T25" fmla="*/ 0 h 112"/>
                <a:gd name="T26" fmla="*/ 64 w 128"/>
                <a:gd name="T27" fmla="*/ 88 h 112"/>
                <a:gd name="T28" fmla="*/ 53 w 128"/>
                <a:gd name="T29" fmla="*/ 87 h 112"/>
                <a:gd name="T30" fmla="*/ 52 w 128"/>
                <a:gd name="T31" fmla="*/ 87 h 112"/>
                <a:gd name="T32" fmla="*/ 45 w 128"/>
                <a:gd name="T33" fmla="*/ 90 h 112"/>
                <a:gd name="T34" fmla="*/ 33 w 128"/>
                <a:gd name="T35" fmla="*/ 100 h 112"/>
                <a:gd name="T36" fmla="*/ 36 w 128"/>
                <a:gd name="T37" fmla="*/ 88 h 112"/>
                <a:gd name="T38" fmla="*/ 36 w 128"/>
                <a:gd name="T39" fmla="*/ 88 h 112"/>
                <a:gd name="T40" fmla="*/ 32 w 128"/>
                <a:gd name="T41" fmla="*/ 81 h 112"/>
                <a:gd name="T42" fmla="*/ 8 w 128"/>
                <a:gd name="T43" fmla="*/ 48 h 112"/>
                <a:gd name="T44" fmla="*/ 64 w 128"/>
                <a:gd name="T45" fmla="*/ 8 h 112"/>
                <a:gd name="T46" fmla="*/ 120 w 128"/>
                <a:gd name="T47" fmla="*/ 48 h 112"/>
                <a:gd name="T48" fmla="*/ 64 w 128"/>
                <a:gd name="T49" fmla="*/ 88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8" h="112">
                  <a:moveTo>
                    <a:pt x="64" y="0"/>
                  </a:moveTo>
                  <a:cubicBezTo>
                    <a:pt x="29" y="0"/>
                    <a:pt x="0" y="21"/>
                    <a:pt x="0" y="48"/>
                  </a:cubicBezTo>
                  <a:cubicBezTo>
                    <a:pt x="0" y="65"/>
                    <a:pt x="11" y="79"/>
                    <a:pt x="28" y="88"/>
                  </a:cubicBezTo>
                  <a:cubicBezTo>
                    <a:pt x="28" y="88"/>
                    <a:pt x="28" y="88"/>
                    <a:pt x="28" y="88"/>
                  </a:cubicBezTo>
                  <a:cubicBezTo>
                    <a:pt x="28" y="95"/>
                    <a:pt x="23" y="103"/>
                    <a:pt x="20" y="107"/>
                  </a:cubicBezTo>
                  <a:cubicBezTo>
                    <a:pt x="20" y="107"/>
                    <a:pt x="20" y="107"/>
                    <a:pt x="20" y="107"/>
                  </a:cubicBezTo>
                  <a:cubicBezTo>
                    <a:pt x="20" y="107"/>
                    <a:pt x="20" y="108"/>
                    <a:pt x="20" y="108"/>
                  </a:cubicBezTo>
                  <a:cubicBezTo>
                    <a:pt x="20" y="110"/>
                    <a:pt x="22" y="112"/>
                    <a:pt x="24" y="112"/>
                  </a:cubicBezTo>
                  <a:cubicBezTo>
                    <a:pt x="24" y="112"/>
                    <a:pt x="25" y="112"/>
                    <a:pt x="25" y="112"/>
                  </a:cubicBezTo>
                  <a:cubicBezTo>
                    <a:pt x="37" y="110"/>
                    <a:pt x="49" y="98"/>
                    <a:pt x="52" y="95"/>
                  </a:cubicBezTo>
                  <a:cubicBezTo>
                    <a:pt x="56" y="96"/>
                    <a:pt x="60" y="96"/>
                    <a:pt x="64" y="96"/>
                  </a:cubicBezTo>
                  <a:cubicBezTo>
                    <a:pt x="99" y="96"/>
                    <a:pt x="128" y="75"/>
                    <a:pt x="128" y="48"/>
                  </a:cubicBezTo>
                  <a:cubicBezTo>
                    <a:pt x="128" y="21"/>
                    <a:pt x="99" y="0"/>
                    <a:pt x="64" y="0"/>
                  </a:cubicBezTo>
                  <a:close/>
                  <a:moveTo>
                    <a:pt x="64" y="88"/>
                  </a:moveTo>
                  <a:cubicBezTo>
                    <a:pt x="60" y="88"/>
                    <a:pt x="57" y="88"/>
                    <a:pt x="53" y="87"/>
                  </a:cubicBezTo>
                  <a:cubicBezTo>
                    <a:pt x="52" y="87"/>
                    <a:pt x="52" y="87"/>
                    <a:pt x="52" y="87"/>
                  </a:cubicBezTo>
                  <a:cubicBezTo>
                    <a:pt x="49" y="87"/>
                    <a:pt x="47" y="88"/>
                    <a:pt x="45" y="90"/>
                  </a:cubicBezTo>
                  <a:cubicBezTo>
                    <a:pt x="44" y="92"/>
                    <a:pt x="39" y="97"/>
                    <a:pt x="33" y="100"/>
                  </a:cubicBezTo>
                  <a:cubicBezTo>
                    <a:pt x="35" y="97"/>
                    <a:pt x="36" y="93"/>
                    <a:pt x="36" y="88"/>
                  </a:cubicBezTo>
                  <a:cubicBezTo>
                    <a:pt x="36" y="88"/>
                    <a:pt x="36" y="88"/>
                    <a:pt x="36" y="88"/>
                  </a:cubicBezTo>
                  <a:cubicBezTo>
                    <a:pt x="36" y="85"/>
                    <a:pt x="34" y="82"/>
                    <a:pt x="32" y="81"/>
                  </a:cubicBezTo>
                  <a:cubicBezTo>
                    <a:pt x="17" y="73"/>
                    <a:pt x="8" y="61"/>
                    <a:pt x="8" y="48"/>
                  </a:cubicBezTo>
                  <a:cubicBezTo>
                    <a:pt x="8" y="26"/>
                    <a:pt x="33" y="8"/>
                    <a:pt x="64" y="8"/>
                  </a:cubicBezTo>
                  <a:cubicBezTo>
                    <a:pt x="95" y="8"/>
                    <a:pt x="120" y="26"/>
                    <a:pt x="120" y="48"/>
                  </a:cubicBezTo>
                  <a:cubicBezTo>
                    <a:pt x="120" y="70"/>
                    <a:pt x="95" y="88"/>
                    <a:pt x="64" y="8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78" name="Freeform 113"/>
          <p:cNvSpPr>
            <a:spLocks noEditPoints="1"/>
          </p:cNvSpPr>
          <p:nvPr/>
        </p:nvSpPr>
        <p:spPr bwMode="auto">
          <a:xfrm>
            <a:off x="2205249" y="3718247"/>
            <a:ext cx="330037" cy="320517"/>
          </a:xfrm>
          <a:custGeom>
            <a:avLst/>
            <a:gdLst>
              <a:gd name="T0" fmla="*/ 94 w 132"/>
              <a:gd name="T1" fmla="*/ 0 h 128"/>
              <a:gd name="T2" fmla="*/ 56 w 132"/>
              <a:gd name="T3" fmla="*/ 27 h 128"/>
              <a:gd name="T4" fmla="*/ 55 w 132"/>
              <a:gd name="T5" fmla="*/ 27 h 128"/>
              <a:gd name="T6" fmla="*/ 14 w 132"/>
              <a:gd name="T7" fmla="*/ 69 h 128"/>
              <a:gd name="T8" fmla="*/ 1 w 132"/>
              <a:gd name="T9" fmla="*/ 110 h 128"/>
              <a:gd name="T10" fmla="*/ 14 w 132"/>
              <a:gd name="T11" fmla="*/ 128 h 128"/>
              <a:gd name="T12" fmla="*/ 53 w 132"/>
              <a:gd name="T13" fmla="*/ 118 h 128"/>
              <a:gd name="T14" fmla="*/ 120 w 132"/>
              <a:gd name="T15" fmla="*/ 53 h 128"/>
              <a:gd name="T16" fmla="*/ 64 w 132"/>
              <a:gd name="T17" fmla="*/ 95 h 128"/>
              <a:gd name="T18" fmla="*/ 99 w 132"/>
              <a:gd name="T19" fmla="*/ 47 h 128"/>
              <a:gd name="T20" fmla="*/ 95 w 132"/>
              <a:gd name="T21" fmla="*/ 67 h 128"/>
              <a:gd name="T22" fmla="*/ 64 w 132"/>
              <a:gd name="T23" fmla="*/ 98 h 128"/>
              <a:gd name="T24" fmla="*/ 59 w 132"/>
              <a:gd name="T25" fmla="*/ 81 h 128"/>
              <a:gd name="T26" fmla="*/ 46 w 132"/>
              <a:gd name="T27" fmla="*/ 68 h 128"/>
              <a:gd name="T28" fmla="*/ 92 w 132"/>
              <a:gd name="T29" fmla="*/ 36 h 128"/>
              <a:gd name="T30" fmla="*/ 59 w 132"/>
              <a:gd name="T31" fmla="*/ 81 h 128"/>
              <a:gd name="T32" fmla="*/ 30 w 132"/>
              <a:gd name="T33" fmla="*/ 64 h 128"/>
              <a:gd name="T34" fmla="*/ 80 w 132"/>
              <a:gd name="T35" fmla="*/ 29 h 128"/>
              <a:gd name="T36" fmla="*/ 17 w 132"/>
              <a:gd name="T37" fmla="*/ 119 h 128"/>
              <a:gd name="T38" fmla="*/ 8 w 132"/>
              <a:gd name="T39" fmla="*/ 114 h 128"/>
              <a:gd name="T40" fmla="*/ 13 w 132"/>
              <a:gd name="T41" fmla="*/ 96 h 128"/>
              <a:gd name="T42" fmla="*/ 32 w 132"/>
              <a:gd name="T43" fmla="*/ 116 h 128"/>
              <a:gd name="T44" fmla="*/ 35 w 132"/>
              <a:gd name="T45" fmla="*/ 115 h 128"/>
              <a:gd name="T46" fmla="*/ 14 w 132"/>
              <a:gd name="T47" fmla="*/ 92 h 128"/>
              <a:gd name="T48" fmla="*/ 19 w 132"/>
              <a:gd name="T49" fmla="*/ 75 h 128"/>
              <a:gd name="T50" fmla="*/ 52 w 132"/>
              <a:gd name="T51" fmla="*/ 110 h 128"/>
              <a:gd name="T52" fmla="*/ 35 w 132"/>
              <a:gd name="T53" fmla="*/ 115 h 128"/>
              <a:gd name="T54" fmla="*/ 108 w 132"/>
              <a:gd name="T55" fmla="*/ 54 h 128"/>
              <a:gd name="T56" fmla="*/ 98 w 132"/>
              <a:gd name="T57" fmla="*/ 30 h 128"/>
              <a:gd name="T58" fmla="*/ 81 w 132"/>
              <a:gd name="T59" fmla="*/ 13 h 128"/>
              <a:gd name="T60" fmla="*/ 112 w 132"/>
              <a:gd name="T61" fmla="*/ 16 h 128"/>
              <a:gd name="T62" fmla="*/ 115 w 132"/>
              <a:gd name="T63" fmla="*/ 47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32" h="128">
                <a:moveTo>
                  <a:pt x="118" y="10"/>
                </a:moveTo>
                <a:cubicBezTo>
                  <a:pt x="111" y="4"/>
                  <a:pt x="102" y="0"/>
                  <a:pt x="94" y="0"/>
                </a:cubicBezTo>
                <a:cubicBezTo>
                  <a:pt x="87" y="0"/>
                  <a:pt x="80" y="3"/>
                  <a:pt x="75" y="8"/>
                </a:cubicBezTo>
                <a:cubicBezTo>
                  <a:pt x="56" y="27"/>
                  <a:pt x="56" y="27"/>
                  <a:pt x="56" y="27"/>
                </a:cubicBezTo>
                <a:cubicBezTo>
                  <a:pt x="56" y="27"/>
                  <a:pt x="56" y="27"/>
                  <a:pt x="55" y="27"/>
                </a:cubicBezTo>
                <a:cubicBezTo>
                  <a:pt x="55" y="27"/>
                  <a:pt x="55" y="27"/>
                  <a:pt x="55" y="27"/>
                </a:cubicBezTo>
                <a:cubicBezTo>
                  <a:pt x="55" y="27"/>
                  <a:pt x="55" y="27"/>
                  <a:pt x="55" y="27"/>
                </a:cubicBezTo>
                <a:cubicBezTo>
                  <a:pt x="14" y="69"/>
                  <a:pt x="14" y="69"/>
                  <a:pt x="14" y="69"/>
                </a:cubicBezTo>
                <a:cubicBezTo>
                  <a:pt x="12" y="71"/>
                  <a:pt x="11" y="73"/>
                  <a:pt x="10" y="76"/>
                </a:cubicBezTo>
                <a:cubicBezTo>
                  <a:pt x="1" y="110"/>
                  <a:pt x="1" y="110"/>
                  <a:pt x="1" y="110"/>
                </a:cubicBezTo>
                <a:cubicBezTo>
                  <a:pt x="1" y="110"/>
                  <a:pt x="0" y="113"/>
                  <a:pt x="0" y="114"/>
                </a:cubicBezTo>
                <a:cubicBezTo>
                  <a:pt x="0" y="122"/>
                  <a:pt x="6" y="128"/>
                  <a:pt x="14" y="128"/>
                </a:cubicBezTo>
                <a:cubicBezTo>
                  <a:pt x="16" y="128"/>
                  <a:pt x="19" y="127"/>
                  <a:pt x="19" y="127"/>
                </a:cubicBezTo>
                <a:cubicBezTo>
                  <a:pt x="53" y="118"/>
                  <a:pt x="53" y="118"/>
                  <a:pt x="53" y="118"/>
                </a:cubicBezTo>
                <a:cubicBezTo>
                  <a:pt x="55" y="118"/>
                  <a:pt x="57" y="116"/>
                  <a:pt x="59" y="114"/>
                </a:cubicBezTo>
                <a:cubicBezTo>
                  <a:pt x="120" y="53"/>
                  <a:pt x="120" y="53"/>
                  <a:pt x="120" y="53"/>
                </a:cubicBezTo>
                <a:cubicBezTo>
                  <a:pt x="132" y="42"/>
                  <a:pt x="130" y="23"/>
                  <a:pt x="118" y="10"/>
                </a:cubicBezTo>
                <a:close/>
                <a:moveTo>
                  <a:pt x="64" y="95"/>
                </a:moveTo>
                <a:cubicBezTo>
                  <a:pt x="64" y="92"/>
                  <a:pt x="63" y="88"/>
                  <a:pt x="61" y="85"/>
                </a:cubicBezTo>
                <a:cubicBezTo>
                  <a:pt x="99" y="47"/>
                  <a:pt x="99" y="47"/>
                  <a:pt x="99" y="47"/>
                </a:cubicBezTo>
                <a:cubicBezTo>
                  <a:pt x="101" y="54"/>
                  <a:pt x="100" y="62"/>
                  <a:pt x="95" y="67"/>
                </a:cubicBezTo>
                <a:cubicBezTo>
                  <a:pt x="95" y="67"/>
                  <a:pt x="95" y="67"/>
                  <a:pt x="95" y="67"/>
                </a:cubicBezTo>
                <a:cubicBezTo>
                  <a:pt x="95" y="67"/>
                  <a:pt x="95" y="67"/>
                  <a:pt x="95" y="67"/>
                </a:cubicBezTo>
                <a:cubicBezTo>
                  <a:pt x="64" y="98"/>
                  <a:pt x="64" y="98"/>
                  <a:pt x="64" y="98"/>
                </a:cubicBezTo>
                <a:cubicBezTo>
                  <a:pt x="64" y="97"/>
                  <a:pt x="64" y="96"/>
                  <a:pt x="64" y="95"/>
                </a:cubicBezTo>
                <a:close/>
                <a:moveTo>
                  <a:pt x="59" y="81"/>
                </a:moveTo>
                <a:cubicBezTo>
                  <a:pt x="58" y="79"/>
                  <a:pt x="56" y="76"/>
                  <a:pt x="54" y="74"/>
                </a:cubicBezTo>
                <a:cubicBezTo>
                  <a:pt x="51" y="72"/>
                  <a:pt x="49" y="70"/>
                  <a:pt x="46" y="68"/>
                </a:cubicBezTo>
                <a:cubicBezTo>
                  <a:pt x="84" y="30"/>
                  <a:pt x="84" y="30"/>
                  <a:pt x="84" y="30"/>
                </a:cubicBezTo>
                <a:cubicBezTo>
                  <a:pt x="87" y="31"/>
                  <a:pt x="90" y="33"/>
                  <a:pt x="92" y="36"/>
                </a:cubicBezTo>
                <a:cubicBezTo>
                  <a:pt x="94" y="38"/>
                  <a:pt x="96" y="40"/>
                  <a:pt x="97" y="43"/>
                </a:cubicBezTo>
                <a:lnTo>
                  <a:pt x="59" y="81"/>
                </a:lnTo>
                <a:close/>
                <a:moveTo>
                  <a:pt x="42" y="66"/>
                </a:moveTo>
                <a:cubicBezTo>
                  <a:pt x="38" y="65"/>
                  <a:pt x="34" y="64"/>
                  <a:pt x="30" y="64"/>
                </a:cubicBezTo>
                <a:cubicBezTo>
                  <a:pt x="61" y="33"/>
                  <a:pt x="61" y="33"/>
                  <a:pt x="61" y="33"/>
                </a:cubicBezTo>
                <a:cubicBezTo>
                  <a:pt x="66" y="28"/>
                  <a:pt x="73" y="27"/>
                  <a:pt x="80" y="29"/>
                </a:cubicBezTo>
                <a:lnTo>
                  <a:pt x="42" y="66"/>
                </a:lnTo>
                <a:close/>
                <a:moveTo>
                  <a:pt x="17" y="119"/>
                </a:moveTo>
                <a:cubicBezTo>
                  <a:pt x="16" y="120"/>
                  <a:pt x="15" y="120"/>
                  <a:pt x="14" y="120"/>
                </a:cubicBezTo>
                <a:cubicBezTo>
                  <a:pt x="11" y="120"/>
                  <a:pt x="8" y="117"/>
                  <a:pt x="8" y="114"/>
                </a:cubicBezTo>
                <a:cubicBezTo>
                  <a:pt x="8" y="113"/>
                  <a:pt x="8" y="112"/>
                  <a:pt x="8" y="112"/>
                </a:cubicBezTo>
                <a:cubicBezTo>
                  <a:pt x="13" y="96"/>
                  <a:pt x="13" y="96"/>
                  <a:pt x="13" y="96"/>
                </a:cubicBezTo>
                <a:cubicBezTo>
                  <a:pt x="17" y="96"/>
                  <a:pt x="22" y="98"/>
                  <a:pt x="26" y="102"/>
                </a:cubicBezTo>
                <a:cubicBezTo>
                  <a:pt x="30" y="106"/>
                  <a:pt x="32" y="111"/>
                  <a:pt x="32" y="116"/>
                </a:cubicBezTo>
                <a:lnTo>
                  <a:pt x="17" y="119"/>
                </a:lnTo>
                <a:close/>
                <a:moveTo>
                  <a:pt x="35" y="115"/>
                </a:moveTo>
                <a:cubicBezTo>
                  <a:pt x="35" y="109"/>
                  <a:pt x="33" y="104"/>
                  <a:pt x="29" y="99"/>
                </a:cubicBezTo>
                <a:cubicBezTo>
                  <a:pt x="25" y="95"/>
                  <a:pt x="19" y="93"/>
                  <a:pt x="14" y="92"/>
                </a:cubicBezTo>
                <a:cubicBezTo>
                  <a:pt x="18" y="78"/>
                  <a:pt x="18" y="78"/>
                  <a:pt x="18" y="78"/>
                </a:cubicBezTo>
                <a:cubicBezTo>
                  <a:pt x="18" y="77"/>
                  <a:pt x="19" y="76"/>
                  <a:pt x="19" y="75"/>
                </a:cubicBezTo>
                <a:cubicBezTo>
                  <a:pt x="27" y="69"/>
                  <a:pt x="40" y="71"/>
                  <a:pt x="48" y="80"/>
                </a:cubicBezTo>
                <a:cubicBezTo>
                  <a:pt x="57" y="89"/>
                  <a:pt x="59" y="102"/>
                  <a:pt x="52" y="110"/>
                </a:cubicBezTo>
                <a:cubicBezTo>
                  <a:pt x="51" y="110"/>
                  <a:pt x="51" y="111"/>
                  <a:pt x="50" y="111"/>
                </a:cubicBezTo>
                <a:lnTo>
                  <a:pt x="35" y="115"/>
                </a:lnTo>
                <a:close/>
                <a:moveTo>
                  <a:pt x="115" y="47"/>
                </a:moveTo>
                <a:cubicBezTo>
                  <a:pt x="108" y="54"/>
                  <a:pt x="108" y="54"/>
                  <a:pt x="108" y="54"/>
                </a:cubicBezTo>
                <a:cubicBezTo>
                  <a:pt x="108" y="53"/>
                  <a:pt x="108" y="52"/>
                  <a:pt x="108" y="51"/>
                </a:cubicBezTo>
                <a:cubicBezTo>
                  <a:pt x="107" y="43"/>
                  <a:pt x="104" y="36"/>
                  <a:pt x="98" y="30"/>
                </a:cubicBezTo>
                <a:cubicBezTo>
                  <a:pt x="91" y="24"/>
                  <a:pt x="83" y="20"/>
                  <a:pt x="74" y="20"/>
                </a:cubicBezTo>
                <a:cubicBezTo>
                  <a:pt x="81" y="13"/>
                  <a:pt x="81" y="13"/>
                  <a:pt x="81" y="13"/>
                </a:cubicBezTo>
                <a:cubicBezTo>
                  <a:pt x="84" y="10"/>
                  <a:pt x="89" y="8"/>
                  <a:pt x="94" y="8"/>
                </a:cubicBezTo>
                <a:cubicBezTo>
                  <a:pt x="100" y="8"/>
                  <a:pt x="107" y="11"/>
                  <a:pt x="112" y="16"/>
                </a:cubicBezTo>
                <a:cubicBezTo>
                  <a:pt x="117" y="21"/>
                  <a:pt x="120" y="27"/>
                  <a:pt x="120" y="33"/>
                </a:cubicBezTo>
                <a:cubicBezTo>
                  <a:pt x="120" y="38"/>
                  <a:pt x="118" y="43"/>
                  <a:pt x="115" y="4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79" name="Group 78"/>
          <p:cNvGrpSpPr/>
          <p:nvPr/>
        </p:nvGrpSpPr>
        <p:grpSpPr>
          <a:xfrm>
            <a:off x="4275944" y="5185402"/>
            <a:ext cx="339162" cy="339162"/>
            <a:chOff x="1637252" y="4342379"/>
            <a:chExt cx="400024" cy="400024"/>
          </a:xfrm>
          <a:solidFill>
            <a:schemeClr val="bg1"/>
          </a:solidFill>
        </p:grpSpPr>
        <p:sp>
          <p:nvSpPr>
            <p:cNvPr id="80" name="Freeform 57"/>
            <p:cNvSpPr>
              <a:spLocks noEditPoints="1"/>
            </p:cNvSpPr>
            <p:nvPr/>
          </p:nvSpPr>
          <p:spPr bwMode="auto">
            <a:xfrm>
              <a:off x="1637252" y="4342379"/>
              <a:ext cx="125420" cy="400024"/>
            </a:xfrm>
            <a:custGeom>
              <a:avLst/>
              <a:gdLst>
                <a:gd name="T0" fmla="*/ 32 w 40"/>
                <a:gd name="T1" fmla="*/ 24 h 128"/>
                <a:gd name="T2" fmla="*/ 32 w 40"/>
                <a:gd name="T3" fmla="*/ 12 h 128"/>
                <a:gd name="T4" fmla="*/ 20 w 40"/>
                <a:gd name="T5" fmla="*/ 0 h 128"/>
                <a:gd name="T6" fmla="*/ 8 w 40"/>
                <a:gd name="T7" fmla="*/ 12 h 128"/>
                <a:gd name="T8" fmla="*/ 8 w 40"/>
                <a:gd name="T9" fmla="*/ 24 h 128"/>
                <a:gd name="T10" fmla="*/ 0 w 40"/>
                <a:gd name="T11" fmla="*/ 40 h 128"/>
                <a:gd name="T12" fmla="*/ 8 w 40"/>
                <a:gd name="T13" fmla="*/ 56 h 128"/>
                <a:gd name="T14" fmla="*/ 8 w 40"/>
                <a:gd name="T15" fmla="*/ 116 h 128"/>
                <a:gd name="T16" fmla="*/ 20 w 40"/>
                <a:gd name="T17" fmla="*/ 128 h 128"/>
                <a:gd name="T18" fmla="*/ 32 w 40"/>
                <a:gd name="T19" fmla="*/ 116 h 128"/>
                <a:gd name="T20" fmla="*/ 32 w 40"/>
                <a:gd name="T21" fmla="*/ 56 h 128"/>
                <a:gd name="T22" fmla="*/ 40 w 40"/>
                <a:gd name="T23" fmla="*/ 40 h 128"/>
                <a:gd name="T24" fmla="*/ 32 w 40"/>
                <a:gd name="T25" fmla="*/ 24 h 128"/>
                <a:gd name="T26" fmla="*/ 16 w 40"/>
                <a:gd name="T27" fmla="*/ 12 h 128"/>
                <a:gd name="T28" fmla="*/ 20 w 40"/>
                <a:gd name="T29" fmla="*/ 8 h 128"/>
                <a:gd name="T30" fmla="*/ 24 w 40"/>
                <a:gd name="T31" fmla="*/ 12 h 128"/>
                <a:gd name="T32" fmla="*/ 24 w 40"/>
                <a:gd name="T33" fmla="*/ 20 h 128"/>
                <a:gd name="T34" fmla="*/ 20 w 40"/>
                <a:gd name="T35" fmla="*/ 20 h 128"/>
                <a:gd name="T36" fmla="*/ 16 w 40"/>
                <a:gd name="T37" fmla="*/ 20 h 128"/>
                <a:gd name="T38" fmla="*/ 16 w 40"/>
                <a:gd name="T39" fmla="*/ 12 h 128"/>
                <a:gd name="T40" fmla="*/ 24 w 40"/>
                <a:gd name="T41" fmla="*/ 116 h 128"/>
                <a:gd name="T42" fmla="*/ 20 w 40"/>
                <a:gd name="T43" fmla="*/ 120 h 128"/>
                <a:gd name="T44" fmla="*/ 16 w 40"/>
                <a:gd name="T45" fmla="*/ 116 h 128"/>
                <a:gd name="T46" fmla="*/ 16 w 40"/>
                <a:gd name="T47" fmla="*/ 60 h 128"/>
                <a:gd name="T48" fmla="*/ 20 w 40"/>
                <a:gd name="T49" fmla="*/ 60 h 128"/>
                <a:gd name="T50" fmla="*/ 24 w 40"/>
                <a:gd name="T51" fmla="*/ 60 h 128"/>
                <a:gd name="T52" fmla="*/ 24 w 40"/>
                <a:gd name="T53" fmla="*/ 116 h 128"/>
                <a:gd name="T54" fmla="*/ 31 w 40"/>
                <a:gd name="T55" fmla="*/ 43 h 128"/>
                <a:gd name="T56" fmla="*/ 31 w 40"/>
                <a:gd name="T57" fmla="*/ 44 h 128"/>
                <a:gd name="T58" fmla="*/ 30 w 40"/>
                <a:gd name="T59" fmla="*/ 47 h 128"/>
                <a:gd name="T60" fmla="*/ 30 w 40"/>
                <a:gd name="T61" fmla="*/ 47 h 128"/>
                <a:gd name="T62" fmla="*/ 27 w 40"/>
                <a:gd name="T63" fmla="*/ 50 h 128"/>
                <a:gd name="T64" fmla="*/ 27 w 40"/>
                <a:gd name="T65" fmla="*/ 50 h 128"/>
                <a:gd name="T66" fmla="*/ 24 w 40"/>
                <a:gd name="T67" fmla="*/ 51 h 128"/>
                <a:gd name="T68" fmla="*/ 20 w 40"/>
                <a:gd name="T69" fmla="*/ 52 h 128"/>
                <a:gd name="T70" fmla="*/ 16 w 40"/>
                <a:gd name="T71" fmla="*/ 51 h 128"/>
                <a:gd name="T72" fmla="*/ 13 w 40"/>
                <a:gd name="T73" fmla="*/ 50 h 128"/>
                <a:gd name="T74" fmla="*/ 13 w 40"/>
                <a:gd name="T75" fmla="*/ 50 h 128"/>
                <a:gd name="T76" fmla="*/ 10 w 40"/>
                <a:gd name="T77" fmla="*/ 47 h 128"/>
                <a:gd name="T78" fmla="*/ 10 w 40"/>
                <a:gd name="T79" fmla="*/ 47 h 128"/>
                <a:gd name="T80" fmla="*/ 9 w 40"/>
                <a:gd name="T81" fmla="*/ 44 h 128"/>
                <a:gd name="T82" fmla="*/ 9 w 40"/>
                <a:gd name="T83" fmla="*/ 43 h 128"/>
                <a:gd name="T84" fmla="*/ 8 w 40"/>
                <a:gd name="T85" fmla="*/ 40 h 128"/>
                <a:gd name="T86" fmla="*/ 9 w 40"/>
                <a:gd name="T87" fmla="*/ 37 h 128"/>
                <a:gd name="T88" fmla="*/ 9 w 40"/>
                <a:gd name="T89" fmla="*/ 36 h 128"/>
                <a:gd name="T90" fmla="*/ 10 w 40"/>
                <a:gd name="T91" fmla="*/ 33 h 128"/>
                <a:gd name="T92" fmla="*/ 10 w 40"/>
                <a:gd name="T93" fmla="*/ 33 h 128"/>
                <a:gd name="T94" fmla="*/ 13 w 40"/>
                <a:gd name="T95" fmla="*/ 30 h 128"/>
                <a:gd name="T96" fmla="*/ 13 w 40"/>
                <a:gd name="T97" fmla="*/ 30 h 128"/>
                <a:gd name="T98" fmla="*/ 16 w 40"/>
                <a:gd name="T99" fmla="*/ 29 h 128"/>
                <a:gd name="T100" fmla="*/ 20 w 40"/>
                <a:gd name="T101" fmla="*/ 28 h 128"/>
                <a:gd name="T102" fmla="*/ 24 w 40"/>
                <a:gd name="T103" fmla="*/ 29 h 128"/>
                <a:gd name="T104" fmla="*/ 27 w 40"/>
                <a:gd name="T105" fmla="*/ 30 h 128"/>
                <a:gd name="T106" fmla="*/ 27 w 40"/>
                <a:gd name="T107" fmla="*/ 30 h 128"/>
                <a:gd name="T108" fmla="*/ 30 w 40"/>
                <a:gd name="T109" fmla="*/ 33 h 128"/>
                <a:gd name="T110" fmla="*/ 30 w 40"/>
                <a:gd name="T111" fmla="*/ 33 h 128"/>
                <a:gd name="T112" fmla="*/ 31 w 40"/>
                <a:gd name="T113" fmla="*/ 36 h 128"/>
                <a:gd name="T114" fmla="*/ 31 w 40"/>
                <a:gd name="T115" fmla="*/ 37 h 128"/>
                <a:gd name="T116" fmla="*/ 32 w 40"/>
                <a:gd name="T117" fmla="*/ 40 h 128"/>
                <a:gd name="T118" fmla="*/ 31 w 40"/>
                <a:gd name="T119" fmla="*/ 4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0" h="128">
                  <a:moveTo>
                    <a:pt x="32" y="24"/>
                  </a:moveTo>
                  <a:cubicBezTo>
                    <a:pt x="32" y="12"/>
                    <a:pt x="32" y="12"/>
                    <a:pt x="32" y="12"/>
                  </a:cubicBezTo>
                  <a:cubicBezTo>
                    <a:pt x="32" y="5"/>
                    <a:pt x="27" y="0"/>
                    <a:pt x="20" y="0"/>
                  </a:cubicBezTo>
                  <a:cubicBezTo>
                    <a:pt x="13" y="0"/>
                    <a:pt x="8" y="5"/>
                    <a:pt x="8" y="12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3" y="28"/>
                    <a:pt x="0" y="33"/>
                    <a:pt x="0" y="40"/>
                  </a:cubicBezTo>
                  <a:cubicBezTo>
                    <a:pt x="0" y="47"/>
                    <a:pt x="3" y="52"/>
                    <a:pt x="8" y="56"/>
                  </a:cubicBezTo>
                  <a:cubicBezTo>
                    <a:pt x="8" y="116"/>
                    <a:pt x="8" y="116"/>
                    <a:pt x="8" y="116"/>
                  </a:cubicBezTo>
                  <a:cubicBezTo>
                    <a:pt x="8" y="123"/>
                    <a:pt x="13" y="128"/>
                    <a:pt x="20" y="128"/>
                  </a:cubicBezTo>
                  <a:cubicBezTo>
                    <a:pt x="27" y="128"/>
                    <a:pt x="32" y="123"/>
                    <a:pt x="32" y="116"/>
                  </a:cubicBezTo>
                  <a:cubicBezTo>
                    <a:pt x="32" y="56"/>
                    <a:pt x="32" y="56"/>
                    <a:pt x="32" y="56"/>
                  </a:cubicBezTo>
                  <a:cubicBezTo>
                    <a:pt x="37" y="52"/>
                    <a:pt x="40" y="47"/>
                    <a:pt x="40" y="40"/>
                  </a:cubicBezTo>
                  <a:cubicBezTo>
                    <a:pt x="40" y="33"/>
                    <a:pt x="37" y="28"/>
                    <a:pt x="32" y="24"/>
                  </a:cubicBezTo>
                  <a:close/>
                  <a:moveTo>
                    <a:pt x="16" y="12"/>
                  </a:moveTo>
                  <a:cubicBezTo>
                    <a:pt x="16" y="10"/>
                    <a:pt x="18" y="8"/>
                    <a:pt x="20" y="8"/>
                  </a:cubicBezTo>
                  <a:cubicBezTo>
                    <a:pt x="22" y="8"/>
                    <a:pt x="24" y="10"/>
                    <a:pt x="24" y="12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3" y="20"/>
                    <a:pt x="21" y="20"/>
                    <a:pt x="20" y="20"/>
                  </a:cubicBezTo>
                  <a:cubicBezTo>
                    <a:pt x="19" y="20"/>
                    <a:pt x="17" y="20"/>
                    <a:pt x="16" y="20"/>
                  </a:cubicBezTo>
                  <a:lnTo>
                    <a:pt x="16" y="12"/>
                  </a:lnTo>
                  <a:close/>
                  <a:moveTo>
                    <a:pt x="24" y="116"/>
                  </a:moveTo>
                  <a:cubicBezTo>
                    <a:pt x="24" y="118"/>
                    <a:pt x="22" y="120"/>
                    <a:pt x="20" y="120"/>
                  </a:cubicBezTo>
                  <a:cubicBezTo>
                    <a:pt x="18" y="120"/>
                    <a:pt x="16" y="118"/>
                    <a:pt x="16" y="116"/>
                  </a:cubicBezTo>
                  <a:cubicBezTo>
                    <a:pt x="16" y="60"/>
                    <a:pt x="16" y="60"/>
                    <a:pt x="16" y="60"/>
                  </a:cubicBezTo>
                  <a:cubicBezTo>
                    <a:pt x="17" y="60"/>
                    <a:pt x="19" y="60"/>
                    <a:pt x="20" y="60"/>
                  </a:cubicBezTo>
                  <a:cubicBezTo>
                    <a:pt x="21" y="60"/>
                    <a:pt x="23" y="60"/>
                    <a:pt x="24" y="60"/>
                  </a:cubicBezTo>
                  <a:lnTo>
                    <a:pt x="24" y="116"/>
                  </a:lnTo>
                  <a:close/>
                  <a:moveTo>
                    <a:pt x="31" y="43"/>
                  </a:moveTo>
                  <a:cubicBezTo>
                    <a:pt x="31" y="44"/>
                    <a:pt x="31" y="44"/>
                    <a:pt x="31" y="44"/>
                  </a:cubicBezTo>
                  <a:cubicBezTo>
                    <a:pt x="31" y="45"/>
                    <a:pt x="30" y="46"/>
                    <a:pt x="30" y="47"/>
                  </a:cubicBezTo>
                  <a:cubicBezTo>
                    <a:pt x="30" y="47"/>
                    <a:pt x="30" y="47"/>
                    <a:pt x="30" y="47"/>
                  </a:cubicBezTo>
                  <a:cubicBezTo>
                    <a:pt x="29" y="48"/>
                    <a:pt x="28" y="49"/>
                    <a:pt x="27" y="50"/>
                  </a:cubicBezTo>
                  <a:cubicBezTo>
                    <a:pt x="27" y="50"/>
                    <a:pt x="27" y="50"/>
                    <a:pt x="27" y="50"/>
                  </a:cubicBezTo>
                  <a:cubicBezTo>
                    <a:pt x="26" y="50"/>
                    <a:pt x="25" y="51"/>
                    <a:pt x="24" y="51"/>
                  </a:cubicBezTo>
                  <a:cubicBezTo>
                    <a:pt x="23" y="52"/>
                    <a:pt x="21" y="52"/>
                    <a:pt x="20" y="52"/>
                  </a:cubicBezTo>
                  <a:cubicBezTo>
                    <a:pt x="19" y="52"/>
                    <a:pt x="17" y="52"/>
                    <a:pt x="16" y="51"/>
                  </a:cubicBezTo>
                  <a:cubicBezTo>
                    <a:pt x="15" y="51"/>
                    <a:pt x="14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2" y="49"/>
                    <a:pt x="11" y="48"/>
                    <a:pt x="10" y="47"/>
                  </a:cubicBezTo>
                  <a:cubicBezTo>
                    <a:pt x="10" y="47"/>
                    <a:pt x="10" y="47"/>
                    <a:pt x="10" y="47"/>
                  </a:cubicBezTo>
                  <a:cubicBezTo>
                    <a:pt x="10" y="46"/>
                    <a:pt x="9" y="45"/>
                    <a:pt x="9" y="44"/>
                  </a:cubicBezTo>
                  <a:cubicBezTo>
                    <a:pt x="9" y="44"/>
                    <a:pt x="9" y="44"/>
                    <a:pt x="9" y="43"/>
                  </a:cubicBezTo>
                  <a:cubicBezTo>
                    <a:pt x="8" y="42"/>
                    <a:pt x="8" y="41"/>
                    <a:pt x="8" y="40"/>
                  </a:cubicBezTo>
                  <a:cubicBezTo>
                    <a:pt x="8" y="39"/>
                    <a:pt x="8" y="38"/>
                    <a:pt x="9" y="37"/>
                  </a:cubicBezTo>
                  <a:cubicBezTo>
                    <a:pt x="9" y="36"/>
                    <a:pt x="9" y="36"/>
                    <a:pt x="9" y="36"/>
                  </a:cubicBezTo>
                  <a:cubicBezTo>
                    <a:pt x="9" y="35"/>
                    <a:pt x="10" y="34"/>
                    <a:pt x="10" y="33"/>
                  </a:cubicBezTo>
                  <a:cubicBezTo>
                    <a:pt x="10" y="33"/>
                    <a:pt x="10" y="33"/>
                    <a:pt x="10" y="33"/>
                  </a:cubicBezTo>
                  <a:cubicBezTo>
                    <a:pt x="11" y="32"/>
                    <a:pt x="12" y="31"/>
                    <a:pt x="13" y="30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14" y="30"/>
                    <a:pt x="15" y="29"/>
                    <a:pt x="16" y="29"/>
                  </a:cubicBezTo>
                  <a:cubicBezTo>
                    <a:pt x="17" y="28"/>
                    <a:pt x="19" y="28"/>
                    <a:pt x="20" y="28"/>
                  </a:cubicBezTo>
                  <a:cubicBezTo>
                    <a:pt x="21" y="28"/>
                    <a:pt x="23" y="28"/>
                    <a:pt x="24" y="29"/>
                  </a:cubicBezTo>
                  <a:cubicBezTo>
                    <a:pt x="25" y="29"/>
                    <a:pt x="26" y="30"/>
                    <a:pt x="27" y="30"/>
                  </a:cubicBezTo>
                  <a:cubicBezTo>
                    <a:pt x="27" y="30"/>
                    <a:pt x="27" y="30"/>
                    <a:pt x="27" y="30"/>
                  </a:cubicBezTo>
                  <a:cubicBezTo>
                    <a:pt x="28" y="31"/>
                    <a:pt x="29" y="32"/>
                    <a:pt x="30" y="33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0" y="34"/>
                    <a:pt x="31" y="35"/>
                    <a:pt x="31" y="36"/>
                  </a:cubicBezTo>
                  <a:cubicBezTo>
                    <a:pt x="31" y="36"/>
                    <a:pt x="31" y="36"/>
                    <a:pt x="31" y="37"/>
                  </a:cubicBezTo>
                  <a:cubicBezTo>
                    <a:pt x="32" y="38"/>
                    <a:pt x="32" y="39"/>
                    <a:pt x="32" y="40"/>
                  </a:cubicBezTo>
                  <a:cubicBezTo>
                    <a:pt x="32" y="41"/>
                    <a:pt x="32" y="42"/>
                    <a:pt x="31" y="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81" name="Freeform 58"/>
            <p:cNvSpPr>
              <a:spLocks noEditPoints="1"/>
            </p:cNvSpPr>
            <p:nvPr/>
          </p:nvSpPr>
          <p:spPr bwMode="auto">
            <a:xfrm>
              <a:off x="1911856" y="4342379"/>
              <a:ext cx="125420" cy="400024"/>
            </a:xfrm>
            <a:custGeom>
              <a:avLst/>
              <a:gdLst>
                <a:gd name="T0" fmla="*/ 32 w 40"/>
                <a:gd name="T1" fmla="*/ 24 h 128"/>
                <a:gd name="T2" fmla="*/ 32 w 40"/>
                <a:gd name="T3" fmla="*/ 12 h 128"/>
                <a:gd name="T4" fmla="*/ 20 w 40"/>
                <a:gd name="T5" fmla="*/ 0 h 128"/>
                <a:gd name="T6" fmla="*/ 8 w 40"/>
                <a:gd name="T7" fmla="*/ 12 h 128"/>
                <a:gd name="T8" fmla="*/ 8 w 40"/>
                <a:gd name="T9" fmla="*/ 24 h 128"/>
                <a:gd name="T10" fmla="*/ 0 w 40"/>
                <a:gd name="T11" fmla="*/ 40 h 128"/>
                <a:gd name="T12" fmla="*/ 8 w 40"/>
                <a:gd name="T13" fmla="*/ 56 h 128"/>
                <a:gd name="T14" fmla="*/ 8 w 40"/>
                <a:gd name="T15" fmla="*/ 116 h 128"/>
                <a:gd name="T16" fmla="*/ 20 w 40"/>
                <a:gd name="T17" fmla="*/ 128 h 128"/>
                <a:gd name="T18" fmla="*/ 32 w 40"/>
                <a:gd name="T19" fmla="*/ 116 h 128"/>
                <a:gd name="T20" fmla="*/ 32 w 40"/>
                <a:gd name="T21" fmla="*/ 56 h 128"/>
                <a:gd name="T22" fmla="*/ 40 w 40"/>
                <a:gd name="T23" fmla="*/ 40 h 128"/>
                <a:gd name="T24" fmla="*/ 32 w 40"/>
                <a:gd name="T25" fmla="*/ 24 h 128"/>
                <a:gd name="T26" fmla="*/ 16 w 40"/>
                <a:gd name="T27" fmla="*/ 12 h 128"/>
                <a:gd name="T28" fmla="*/ 20 w 40"/>
                <a:gd name="T29" fmla="*/ 8 h 128"/>
                <a:gd name="T30" fmla="*/ 24 w 40"/>
                <a:gd name="T31" fmla="*/ 12 h 128"/>
                <a:gd name="T32" fmla="*/ 24 w 40"/>
                <a:gd name="T33" fmla="*/ 20 h 128"/>
                <a:gd name="T34" fmla="*/ 20 w 40"/>
                <a:gd name="T35" fmla="*/ 20 h 128"/>
                <a:gd name="T36" fmla="*/ 16 w 40"/>
                <a:gd name="T37" fmla="*/ 20 h 128"/>
                <a:gd name="T38" fmla="*/ 16 w 40"/>
                <a:gd name="T39" fmla="*/ 12 h 128"/>
                <a:gd name="T40" fmla="*/ 24 w 40"/>
                <a:gd name="T41" fmla="*/ 116 h 128"/>
                <a:gd name="T42" fmla="*/ 20 w 40"/>
                <a:gd name="T43" fmla="*/ 120 h 128"/>
                <a:gd name="T44" fmla="*/ 16 w 40"/>
                <a:gd name="T45" fmla="*/ 116 h 128"/>
                <a:gd name="T46" fmla="*/ 16 w 40"/>
                <a:gd name="T47" fmla="*/ 60 h 128"/>
                <a:gd name="T48" fmla="*/ 20 w 40"/>
                <a:gd name="T49" fmla="*/ 60 h 128"/>
                <a:gd name="T50" fmla="*/ 24 w 40"/>
                <a:gd name="T51" fmla="*/ 60 h 128"/>
                <a:gd name="T52" fmla="*/ 24 w 40"/>
                <a:gd name="T53" fmla="*/ 116 h 128"/>
                <a:gd name="T54" fmla="*/ 31 w 40"/>
                <a:gd name="T55" fmla="*/ 43 h 128"/>
                <a:gd name="T56" fmla="*/ 31 w 40"/>
                <a:gd name="T57" fmla="*/ 44 h 128"/>
                <a:gd name="T58" fmla="*/ 30 w 40"/>
                <a:gd name="T59" fmla="*/ 47 h 128"/>
                <a:gd name="T60" fmla="*/ 30 w 40"/>
                <a:gd name="T61" fmla="*/ 47 h 128"/>
                <a:gd name="T62" fmla="*/ 27 w 40"/>
                <a:gd name="T63" fmla="*/ 50 h 128"/>
                <a:gd name="T64" fmla="*/ 27 w 40"/>
                <a:gd name="T65" fmla="*/ 50 h 128"/>
                <a:gd name="T66" fmla="*/ 24 w 40"/>
                <a:gd name="T67" fmla="*/ 51 h 128"/>
                <a:gd name="T68" fmla="*/ 20 w 40"/>
                <a:gd name="T69" fmla="*/ 52 h 128"/>
                <a:gd name="T70" fmla="*/ 16 w 40"/>
                <a:gd name="T71" fmla="*/ 51 h 128"/>
                <a:gd name="T72" fmla="*/ 13 w 40"/>
                <a:gd name="T73" fmla="*/ 50 h 128"/>
                <a:gd name="T74" fmla="*/ 13 w 40"/>
                <a:gd name="T75" fmla="*/ 50 h 128"/>
                <a:gd name="T76" fmla="*/ 10 w 40"/>
                <a:gd name="T77" fmla="*/ 47 h 128"/>
                <a:gd name="T78" fmla="*/ 10 w 40"/>
                <a:gd name="T79" fmla="*/ 47 h 128"/>
                <a:gd name="T80" fmla="*/ 9 w 40"/>
                <a:gd name="T81" fmla="*/ 44 h 128"/>
                <a:gd name="T82" fmla="*/ 9 w 40"/>
                <a:gd name="T83" fmla="*/ 43 h 128"/>
                <a:gd name="T84" fmla="*/ 8 w 40"/>
                <a:gd name="T85" fmla="*/ 40 h 128"/>
                <a:gd name="T86" fmla="*/ 9 w 40"/>
                <a:gd name="T87" fmla="*/ 37 h 128"/>
                <a:gd name="T88" fmla="*/ 9 w 40"/>
                <a:gd name="T89" fmla="*/ 36 h 128"/>
                <a:gd name="T90" fmla="*/ 10 w 40"/>
                <a:gd name="T91" fmla="*/ 33 h 128"/>
                <a:gd name="T92" fmla="*/ 10 w 40"/>
                <a:gd name="T93" fmla="*/ 33 h 128"/>
                <a:gd name="T94" fmla="*/ 13 w 40"/>
                <a:gd name="T95" fmla="*/ 30 h 128"/>
                <a:gd name="T96" fmla="*/ 13 w 40"/>
                <a:gd name="T97" fmla="*/ 30 h 128"/>
                <a:gd name="T98" fmla="*/ 16 w 40"/>
                <a:gd name="T99" fmla="*/ 29 h 128"/>
                <a:gd name="T100" fmla="*/ 20 w 40"/>
                <a:gd name="T101" fmla="*/ 28 h 128"/>
                <a:gd name="T102" fmla="*/ 24 w 40"/>
                <a:gd name="T103" fmla="*/ 29 h 128"/>
                <a:gd name="T104" fmla="*/ 27 w 40"/>
                <a:gd name="T105" fmla="*/ 30 h 128"/>
                <a:gd name="T106" fmla="*/ 27 w 40"/>
                <a:gd name="T107" fmla="*/ 30 h 128"/>
                <a:gd name="T108" fmla="*/ 30 w 40"/>
                <a:gd name="T109" fmla="*/ 33 h 128"/>
                <a:gd name="T110" fmla="*/ 30 w 40"/>
                <a:gd name="T111" fmla="*/ 33 h 128"/>
                <a:gd name="T112" fmla="*/ 31 w 40"/>
                <a:gd name="T113" fmla="*/ 36 h 128"/>
                <a:gd name="T114" fmla="*/ 31 w 40"/>
                <a:gd name="T115" fmla="*/ 37 h 128"/>
                <a:gd name="T116" fmla="*/ 32 w 40"/>
                <a:gd name="T117" fmla="*/ 40 h 128"/>
                <a:gd name="T118" fmla="*/ 31 w 40"/>
                <a:gd name="T119" fmla="*/ 4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0" h="128">
                  <a:moveTo>
                    <a:pt x="32" y="24"/>
                  </a:moveTo>
                  <a:cubicBezTo>
                    <a:pt x="32" y="12"/>
                    <a:pt x="32" y="12"/>
                    <a:pt x="32" y="12"/>
                  </a:cubicBezTo>
                  <a:cubicBezTo>
                    <a:pt x="32" y="5"/>
                    <a:pt x="27" y="0"/>
                    <a:pt x="20" y="0"/>
                  </a:cubicBezTo>
                  <a:cubicBezTo>
                    <a:pt x="13" y="0"/>
                    <a:pt x="8" y="5"/>
                    <a:pt x="8" y="12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3" y="28"/>
                    <a:pt x="0" y="33"/>
                    <a:pt x="0" y="40"/>
                  </a:cubicBezTo>
                  <a:cubicBezTo>
                    <a:pt x="0" y="47"/>
                    <a:pt x="3" y="52"/>
                    <a:pt x="8" y="56"/>
                  </a:cubicBezTo>
                  <a:cubicBezTo>
                    <a:pt x="8" y="116"/>
                    <a:pt x="8" y="116"/>
                    <a:pt x="8" y="116"/>
                  </a:cubicBezTo>
                  <a:cubicBezTo>
                    <a:pt x="8" y="123"/>
                    <a:pt x="13" y="128"/>
                    <a:pt x="20" y="128"/>
                  </a:cubicBezTo>
                  <a:cubicBezTo>
                    <a:pt x="27" y="128"/>
                    <a:pt x="32" y="123"/>
                    <a:pt x="32" y="116"/>
                  </a:cubicBezTo>
                  <a:cubicBezTo>
                    <a:pt x="32" y="56"/>
                    <a:pt x="32" y="56"/>
                    <a:pt x="32" y="56"/>
                  </a:cubicBezTo>
                  <a:cubicBezTo>
                    <a:pt x="37" y="52"/>
                    <a:pt x="40" y="47"/>
                    <a:pt x="40" y="40"/>
                  </a:cubicBezTo>
                  <a:cubicBezTo>
                    <a:pt x="40" y="33"/>
                    <a:pt x="37" y="28"/>
                    <a:pt x="32" y="24"/>
                  </a:cubicBezTo>
                  <a:close/>
                  <a:moveTo>
                    <a:pt x="16" y="12"/>
                  </a:moveTo>
                  <a:cubicBezTo>
                    <a:pt x="16" y="10"/>
                    <a:pt x="18" y="8"/>
                    <a:pt x="20" y="8"/>
                  </a:cubicBezTo>
                  <a:cubicBezTo>
                    <a:pt x="22" y="8"/>
                    <a:pt x="24" y="10"/>
                    <a:pt x="24" y="12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3" y="20"/>
                    <a:pt x="21" y="20"/>
                    <a:pt x="20" y="20"/>
                  </a:cubicBezTo>
                  <a:cubicBezTo>
                    <a:pt x="19" y="20"/>
                    <a:pt x="17" y="20"/>
                    <a:pt x="16" y="20"/>
                  </a:cubicBezTo>
                  <a:lnTo>
                    <a:pt x="16" y="12"/>
                  </a:lnTo>
                  <a:close/>
                  <a:moveTo>
                    <a:pt x="24" y="116"/>
                  </a:moveTo>
                  <a:cubicBezTo>
                    <a:pt x="24" y="118"/>
                    <a:pt x="22" y="120"/>
                    <a:pt x="20" y="120"/>
                  </a:cubicBezTo>
                  <a:cubicBezTo>
                    <a:pt x="18" y="120"/>
                    <a:pt x="16" y="118"/>
                    <a:pt x="16" y="116"/>
                  </a:cubicBezTo>
                  <a:cubicBezTo>
                    <a:pt x="16" y="60"/>
                    <a:pt x="16" y="60"/>
                    <a:pt x="16" y="60"/>
                  </a:cubicBezTo>
                  <a:cubicBezTo>
                    <a:pt x="17" y="60"/>
                    <a:pt x="19" y="60"/>
                    <a:pt x="20" y="60"/>
                  </a:cubicBezTo>
                  <a:cubicBezTo>
                    <a:pt x="21" y="60"/>
                    <a:pt x="23" y="60"/>
                    <a:pt x="24" y="60"/>
                  </a:cubicBezTo>
                  <a:lnTo>
                    <a:pt x="24" y="116"/>
                  </a:lnTo>
                  <a:close/>
                  <a:moveTo>
                    <a:pt x="31" y="43"/>
                  </a:moveTo>
                  <a:cubicBezTo>
                    <a:pt x="31" y="44"/>
                    <a:pt x="31" y="44"/>
                    <a:pt x="31" y="44"/>
                  </a:cubicBezTo>
                  <a:cubicBezTo>
                    <a:pt x="31" y="45"/>
                    <a:pt x="30" y="46"/>
                    <a:pt x="30" y="47"/>
                  </a:cubicBezTo>
                  <a:cubicBezTo>
                    <a:pt x="30" y="47"/>
                    <a:pt x="30" y="47"/>
                    <a:pt x="30" y="47"/>
                  </a:cubicBezTo>
                  <a:cubicBezTo>
                    <a:pt x="29" y="48"/>
                    <a:pt x="28" y="49"/>
                    <a:pt x="27" y="50"/>
                  </a:cubicBezTo>
                  <a:cubicBezTo>
                    <a:pt x="27" y="50"/>
                    <a:pt x="27" y="50"/>
                    <a:pt x="27" y="50"/>
                  </a:cubicBezTo>
                  <a:cubicBezTo>
                    <a:pt x="26" y="50"/>
                    <a:pt x="25" y="51"/>
                    <a:pt x="24" y="51"/>
                  </a:cubicBezTo>
                  <a:cubicBezTo>
                    <a:pt x="23" y="52"/>
                    <a:pt x="21" y="52"/>
                    <a:pt x="20" y="52"/>
                  </a:cubicBezTo>
                  <a:cubicBezTo>
                    <a:pt x="19" y="52"/>
                    <a:pt x="17" y="52"/>
                    <a:pt x="16" y="51"/>
                  </a:cubicBezTo>
                  <a:cubicBezTo>
                    <a:pt x="15" y="51"/>
                    <a:pt x="14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2" y="49"/>
                    <a:pt x="11" y="48"/>
                    <a:pt x="10" y="47"/>
                  </a:cubicBezTo>
                  <a:cubicBezTo>
                    <a:pt x="10" y="47"/>
                    <a:pt x="10" y="47"/>
                    <a:pt x="10" y="47"/>
                  </a:cubicBezTo>
                  <a:cubicBezTo>
                    <a:pt x="10" y="46"/>
                    <a:pt x="9" y="45"/>
                    <a:pt x="9" y="44"/>
                  </a:cubicBezTo>
                  <a:cubicBezTo>
                    <a:pt x="9" y="44"/>
                    <a:pt x="9" y="44"/>
                    <a:pt x="9" y="43"/>
                  </a:cubicBezTo>
                  <a:cubicBezTo>
                    <a:pt x="8" y="42"/>
                    <a:pt x="8" y="41"/>
                    <a:pt x="8" y="40"/>
                  </a:cubicBezTo>
                  <a:cubicBezTo>
                    <a:pt x="8" y="39"/>
                    <a:pt x="8" y="38"/>
                    <a:pt x="9" y="37"/>
                  </a:cubicBezTo>
                  <a:cubicBezTo>
                    <a:pt x="9" y="36"/>
                    <a:pt x="9" y="36"/>
                    <a:pt x="9" y="36"/>
                  </a:cubicBezTo>
                  <a:cubicBezTo>
                    <a:pt x="9" y="35"/>
                    <a:pt x="10" y="34"/>
                    <a:pt x="10" y="33"/>
                  </a:cubicBezTo>
                  <a:cubicBezTo>
                    <a:pt x="10" y="33"/>
                    <a:pt x="10" y="33"/>
                    <a:pt x="10" y="33"/>
                  </a:cubicBezTo>
                  <a:cubicBezTo>
                    <a:pt x="11" y="32"/>
                    <a:pt x="12" y="31"/>
                    <a:pt x="13" y="30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14" y="30"/>
                    <a:pt x="15" y="29"/>
                    <a:pt x="16" y="29"/>
                  </a:cubicBezTo>
                  <a:cubicBezTo>
                    <a:pt x="17" y="28"/>
                    <a:pt x="19" y="28"/>
                    <a:pt x="20" y="28"/>
                  </a:cubicBezTo>
                  <a:cubicBezTo>
                    <a:pt x="21" y="28"/>
                    <a:pt x="23" y="28"/>
                    <a:pt x="24" y="29"/>
                  </a:cubicBezTo>
                  <a:cubicBezTo>
                    <a:pt x="25" y="29"/>
                    <a:pt x="26" y="30"/>
                    <a:pt x="27" y="30"/>
                  </a:cubicBezTo>
                  <a:cubicBezTo>
                    <a:pt x="27" y="30"/>
                    <a:pt x="27" y="30"/>
                    <a:pt x="27" y="30"/>
                  </a:cubicBezTo>
                  <a:cubicBezTo>
                    <a:pt x="28" y="31"/>
                    <a:pt x="29" y="32"/>
                    <a:pt x="30" y="33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0" y="34"/>
                    <a:pt x="31" y="35"/>
                    <a:pt x="31" y="36"/>
                  </a:cubicBezTo>
                  <a:cubicBezTo>
                    <a:pt x="31" y="36"/>
                    <a:pt x="31" y="36"/>
                    <a:pt x="31" y="37"/>
                  </a:cubicBezTo>
                  <a:cubicBezTo>
                    <a:pt x="32" y="38"/>
                    <a:pt x="32" y="39"/>
                    <a:pt x="32" y="40"/>
                  </a:cubicBezTo>
                  <a:cubicBezTo>
                    <a:pt x="32" y="41"/>
                    <a:pt x="32" y="42"/>
                    <a:pt x="31" y="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82" name="Freeform 59"/>
            <p:cNvSpPr>
              <a:spLocks noEditPoints="1"/>
            </p:cNvSpPr>
            <p:nvPr/>
          </p:nvSpPr>
          <p:spPr bwMode="auto">
            <a:xfrm>
              <a:off x="1774554" y="4342379"/>
              <a:ext cx="125420" cy="400024"/>
            </a:xfrm>
            <a:custGeom>
              <a:avLst/>
              <a:gdLst>
                <a:gd name="T0" fmla="*/ 32 w 40"/>
                <a:gd name="T1" fmla="*/ 72 h 128"/>
                <a:gd name="T2" fmla="*/ 32 w 40"/>
                <a:gd name="T3" fmla="*/ 12 h 128"/>
                <a:gd name="T4" fmla="*/ 20 w 40"/>
                <a:gd name="T5" fmla="*/ 0 h 128"/>
                <a:gd name="T6" fmla="*/ 8 w 40"/>
                <a:gd name="T7" fmla="*/ 12 h 128"/>
                <a:gd name="T8" fmla="*/ 8 w 40"/>
                <a:gd name="T9" fmla="*/ 72 h 128"/>
                <a:gd name="T10" fmla="*/ 0 w 40"/>
                <a:gd name="T11" fmla="*/ 88 h 128"/>
                <a:gd name="T12" fmla="*/ 8 w 40"/>
                <a:gd name="T13" fmla="*/ 104 h 128"/>
                <a:gd name="T14" fmla="*/ 8 w 40"/>
                <a:gd name="T15" fmla="*/ 116 h 128"/>
                <a:gd name="T16" fmla="*/ 20 w 40"/>
                <a:gd name="T17" fmla="*/ 128 h 128"/>
                <a:gd name="T18" fmla="*/ 32 w 40"/>
                <a:gd name="T19" fmla="*/ 116 h 128"/>
                <a:gd name="T20" fmla="*/ 32 w 40"/>
                <a:gd name="T21" fmla="*/ 104 h 128"/>
                <a:gd name="T22" fmla="*/ 40 w 40"/>
                <a:gd name="T23" fmla="*/ 88 h 128"/>
                <a:gd name="T24" fmla="*/ 32 w 40"/>
                <a:gd name="T25" fmla="*/ 72 h 128"/>
                <a:gd name="T26" fmla="*/ 16 w 40"/>
                <a:gd name="T27" fmla="*/ 12 h 128"/>
                <a:gd name="T28" fmla="*/ 20 w 40"/>
                <a:gd name="T29" fmla="*/ 8 h 128"/>
                <a:gd name="T30" fmla="*/ 24 w 40"/>
                <a:gd name="T31" fmla="*/ 12 h 128"/>
                <a:gd name="T32" fmla="*/ 24 w 40"/>
                <a:gd name="T33" fmla="*/ 68 h 128"/>
                <a:gd name="T34" fmla="*/ 20 w 40"/>
                <a:gd name="T35" fmla="*/ 68 h 128"/>
                <a:gd name="T36" fmla="*/ 16 w 40"/>
                <a:gd name="T37" fmla="*/ 68 h 128"/>
                <a:gd name="T38" fmla="*/ 16 w 40"/>
                <a:gd name="T39" fmla="*/ 12 h 128"/>
                <a:gd name="T40" fmla="*/ 24 w 40"/>
                <a:gd name="T41" fmla="*/ 116 h 128"/>
                <a:gd name="T42" fmla="*/ 20 w 40"/>
                <a:gd name="T43" fmla="*/ 120 h 128"/>
                <a:gd name="T44" fmla="*/ 16 w 40"/>
                <a:gd name="T45" fmla="*/ 116 h 128"/>
                <a:gd name="T46" fmla="*/ 16 w 40"/>
                <a:gd name="T47" fmla="*/ 108 h 128"/>
                <a:gd name="T48" fmla="*/ 20 w 40"/>
                <a:gd name="T49" fmla="*/ 108 h 128"/>
                <a:gd name="T50" fmla="*/ 24 w 40"/>
                <a:gd name="T51" fmla="*/ 108 h 128"/>
                <a:gd name="T52" fmla="*/ 24 w 40"/>
                <a:gd name="T53" fmla="*/ 116 h 128"/>
                <a:gd name="T54" fmla="*/ 31 w 40"/>
                <a:gd name="T55" fmla="*/ 91 h 128"/>
                <a:gd name="T56" fmla="*/ 31 w 40"/>
                <a:gd name="T57" fmla="*/ 92 h 128"/>
                <a:gd name="T58" fmla="*/ 30 w 40"/>
                <a:gd name="T59" fmla="*/ 95 h 128"/>
                <a:gd name="T60" fmla="*/ 30 w 40"/>
                <a:gd name="T61" fmla="*/ 95 h 128"/>
                <a:gd name="T62" fmla="*/ 27 w 40"/>
                <a:gd name="T63" fmla="*/ 98 h 128"/>
                <a:gd name="T64" fmla="*/ 27 w 40"/>
                <a:gd name="T65" fmla="*/ 98 h 128"/>
                <a:gd name="T66" fmla="*/ 24 w 40"/>
                <a:gd name="T67" fmla="*/ 99 h 128"/>
                <a:gd name="T68" fmla="*/ 20 w 40"/>
                <a:gd name="T69" fmla="*/ 100 h 128"/>
                <a:gd name="T70" fmla="*/ 16 w 40"/>
                <a:gd name="T71" fmla="*/ 99 h 128"/>
                <a:gd name="T72" fmla="*/ 13 w 40"/>
                <a:gd name="T73" fmla="*/ 98 h 128"/>
                <a:gd name="T74" fmla="*/ 13 w 40"/>
                <a:gd name="T75" fmla="*/ 98 h 128"/>
                <a:gd name="T76" fmla="*/ 10 w 40"/>
                <a:gd name="T77" fmla="*/ 95 h 128"/>
                <a:gd name="T78" fmla="*/ 10 w 40"/>
                <a:gd name="T79" fmla="*/ 95 h 128"/>
                <a:gd name="T80" fmla="*/ 9 w 40"/>
                <a:gd name="T81" fmla="*/ 92 h 128"/>
                <a:gd name="T82" fmla="*/ 9 w 40"/>
                <a:gd name="T83" fmla="*/ 91 h 128"/>
                <a:gd name="T84" fmla="*/ 8 w 40"/>
                <a:gd name="T85" fmla="*/ 88 h 128"/>
                <a:gd name="T86" fmla="*/ 9 w 40"/>
                <a:gd name="T87" fmla="*/ 85 h 128"/>
                <a:gd name="T88" fmla="*/ 9 w 40"/>
                <a:gd name="T89" fmla="*/ 84 h 128"/>
                <a:gd name="T90" fmla="*/ 10 w 40"/>
                <a:gd name="T91" fmla="*/ 81 h 128"/>
                <a:gd name="T92" fmla="*/ 10 w 40"/>
                <a:gd name="T93" fmla="*/ 81 h 128"/>
                <a:gd name="T94" fmla="*/ 13 w 40"/>
                <a:gd name="T95" fmla="*/ 78 h 128"/>
                <a:gd name="T96" fmla="*/ 13 w 40"/>
                <a:gd name="T97" fmla="*/ 78 h 128"/>
                <a:gd name="T98" fmla="*/ 16 w 40"/>
                <a:gd name="T99" fmla="*/ 77 h 128"/>
                <a:gd name="T100" fmla="*/ 20 w 40"/>
                <a:gd name="T101" fmla="*/ 76 h 128"/>
                <a:gd name="T102" fmla="*/ 24 w 40"/>
                <a:gd name="T103" fmla="*/ 77 h 128"/>
                <a:gd name="T104" fmla="*/ 27 w 40"/>
                <a:gd name="T105" fmla="*/ 78 h 128"/>
                <a:gd name="T106" fmla="*/ 27 w 40"/>
                <a:gd name="T107" fmla="*/ 78 h 128"/>
                <a:gd name="T108" fmla="*/ 30 w 40"/>
                <a:gd name="T109" fmla="*/ 81 h 128"/>
                <a:gd name="T110" fmla="*/ 30 w 40"/>
                <a:gd name="T111" fmla="*/ 81 h 128"/>
                <a:gd name="T112" fmla="*/ 31 w 40"/>
                <a:gd name="T113" fmla="*/ 84 h 128"/>
                <a:gd name="T114" fmla="*/ 31 w 40"/>
                <a:gd name="T115" fmla="*/ 85 h 128"/>
                <a:gd name="T116" fmla="*/ 32 w 40"/>
                <a:gd name="T117" fmla="*/ 88 h 128"/>
                <a:gd name="T118" fmla="*/ 31 w 40"/>
                <a:gd name="T119" fmla="*/ 91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0" h="128">
                  <a:moveTo>
                    <a:pt x="32" y="72"/>
                  </a:moveTo>
                  <a:cubicBezTo>
                    <a:pt x="32" y="12"/>
                    <a:pt x="32" y="12"/>
                    <a:pt x="32" y="12"/>
                  </a:cubicBezTo>
                  <a:cubicBezTo>
                    <a:pt x="32" y="5"/>
                    <a:pt x="27" y="0"/>
                    <a:pt x="20" y="0"/>
                  </a:cubicBezTo>
                  <a:cubicBezTo>
                    <a:pt x="13" y="0"/>
                    <a:pt x="8" y="5"/>
                    <a:pt x="8" y="12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3" y="76"/>
                    <a:pt x="0" y="81"/>
                    <a:pt x="0" y="88"/>
                  </a:cubicBezTo>
                  <a:cubicBezTo>
                    <a:pt x="0" y="95"/>
                    <a:pt x="3" y="100"/>
                    <a:pt x="8" y="104"/>
                  </a:cubicBezTo>
                  <a:cubicBezTo>
                    <a:pt x="8" y="116"/>
                    <a:pt x="8" y="116"/>
                    <a:pt x="8" y="116"/>
                  </a:cubicBezTo>
                  <a:cubicBezTo>
                    <a:pt x="8" y="123"/>
                    <a:pt x="13" y="128"/>
                    <a:pt x="20" y="128"/>
                  </a:cubicBezTo>
                  <a:cubicBezTo>
                    <a:pt x="27" y="128"/>
                    <a:pt x="32" y="123"/>
                    <a:pt x="32" y="116"/>
                  </a:cubicBezTo>
                  <a:cubicBezTo>
                    <a:pt x="32" y="104"/>
                    <a:pt x="32" y="104"/>
                    <a:pt x="32" y="104"/>
                  </a:cubicBezTo>
                  <a:cubicBezTo>
                    <a:pt x="37" y="100"/>
                    <a:pt x="40" y="95"/>
                    <a:pt x="40" y="88"/>
                  </a:cubicBezTo>
                  <a:cubicBezTo>
                    <a:pt x="40" y="81"/>
                    <a:pt x="37" y="76"/>
                    <a:pt x="32" y="72"/>
                  </a:cubicBezTo>
                  <a:close/>
                  <a:moveTo>
                    <a:pt x="16" y="12"/>
                  </a:moveTo>
                  <a:cubicBezTo>
                    <a:pt x="16" y="10"/>
                    <a:pt x="18" y="8"/>
                    <a:pt x="20" y="8"/>
                  </a:cubicBezTo>
                  <a:cubicBezTo>
                    <a:pt x="22" y="8"/>
                    <a:pt x="24" y="10"/>
                    <a:pt x="24" y="12"/>
                  </a:cubicBezTo>
                  <a:cubicBezTo>
                    <a:pt x="24" y="68"/>
                    <a:pt x="24" y="68"/>
                    <a:pt x="24" y="68"/>
                  </a:cubicBezTo>
                  <a:cubicBezTo>
                    <a:pt x="23" y="68"/>
                    <a:pt x="21" y="68"/>
                    <a:pt x="20" y="68"/>
                  </a:cubicBezTo>
                  <a:cubicBezTo>
                    <a:pt x="19" y="68"/>
                    <a:pt x="17" y="68"/>
                    <a:pt x="16" y="68"/>
                  </a:cubicBezTo>
                  <a:lnTo>
                    <a:pt x="16" y="12"/>
                  </a:lnTo>
                  <a:close/>
                  <a:moveTo>
                    <a:pt x="24" y="116"/>
                  </a:moveTo>
                  <a:cubicBezTo>
                    <a:pt x="24" y="118"/>
                    <a:pt x="22" y="120"/>
                    <a:pt x="20" y="120"/>
                  </a:cubicBezTo>
                  <a:cubicBezTo>
                    <a:pt x="18" y="120"/>
                    <a:pt x="16" y="118"/>
                    <a:pt x="16" y="116"/>
                  </a:cubicBezTo>
                  <a:cubicBezTo>
                    <a:pt x="16" y="108"/>
                    <a:pt x="16" y="108"/>
                    <a:pt x="16" y="108"/>
                  </a:cubicBezTo>
                  <a:cubicBezTo>
                    <a:pt x="17" y="108"/>
                    <a:pt x="19" y="108"/>
                    <a:pt x="20" y="108"/>
                  </a:cubicBezTo>
                  <a:cubicBezTo>
                    <a:pt x="21" y="108"/>
                    <a:pt x="23" y="108"/>
                    <a:pt x="24" y="108"/>
                  </a:cubicBezTo>
                  <a:lnTo>
                    <a:pt x="24" y="116"/>
                  </a:lnTo>
                  <a:close/>
                  <a:moveTo>
                    <a:pt x="31" y="91"/>
                  </a:moveTo>
                  <a:cubicBezTo>
                    <a:pt x="31" y="92"/>
                    <a:pt x="31" y="92"/>
                    <a:pt x="31" y="92"/>
                  </a:cubicBezTo>
                  <a:cubicBezTo>
                    <a:pt x="31" y="93"/>
                    <a:pt x="30" y="94"/>
                    <a:pt x="30" y="95"/>
                  </a:cubicBezTo>
                  <a:cubicBezTo>
                    <a:pt x="30" y="95"/>
                    <a:pt x="30" y="95"/>
                    <a:pt x="30" y="95"/>
                  </a:cubicBezTo>
                  <a:cubicBezTo>
                    <a:pt x="29" y="96"/>
                    <a:pt x="28" y="97"/>
                    <a:pt x="27" y="98"/>
                  </a:cubicBezTo>
                  <a:cubicBezTo>
                    <a:pt x="27" y="98"/>
                    <a:pt x="27" y="98"/>
                    <a:pt x="27" y="98"/>
                  </a:cubicBezTo>
                  <a:cubicBezTo>
                    <a:pt x="26" y="98"/>
                    <a:pt x="25" y="99"/>
                    <a:pt x="24" y="99"/>
                  </a:cubicBezTo>
                  <a:cubicBezTo>
                    <a:pt x="23" y="100"/>
                    <a:pt x="21" y="100"/>
                    <a:pt x="20" y="100"/>
                  </a:cubicBezTo>
                  <a:cubicBezTo>
                    <a:pt x="19" y="100"/>
                    <a:pt x="17" y="100"/>
                    <a:pt x="16" y="99"/>
                  </a:cubicBezTo>
                  <a:cubicBezTo>
                    <a:pt x="15" y="99"/>
                    <a:pt x="14" y="98"/>
                    <a:pt x="13" y="98"/>
                  </a:cubicBezTo>
                  <a:cubicBezTo>
                    <a:pt x="13" y="98"/>
                    <a:pt x="13" y="98"/>
                    <a:pt x="13" y="98"/>
                  </a:cubicBezTo>
                  <a:cubicBezTo>
                    <a:pt x="12" y="97"/>
                    <a:pt x="11" y="96"/>
                    <a:pt x="10" y="95"/>
                  </a:cubicBezTo>
                  <a:cubicBezTo>
                    <a:pt x="10" y="95"/>
                    <a:pt x="10" y="95"/>
                    <a:pt x="10" y="95"/>
                  </a:cubicBezTo>
                  <a:cubicBezTo>
                    <a:pt x="10" y="94"/>
                    <a:pt x="9" y="93"/>
                    <a:pt x="9" y="92"/>
                  </a:cubicBezTo>
                  <a:cubicBezTo>
                    <a:pt x="9" y="92"/>
                    <a:pt x="9" y="92"/>
                    <a:pt x="9" y="91"/>
                  </a:cubicBezTo>
                  <a:cubicBezTo>
                    <a:pt x="8" y="90"/>
                    <a:pt x="8" y="89"/>
                    <a:pt x="8" y="88"/>
                  </a:cubicBezTo>
                  <a:cubicBezTo>
                    <a:pt x="8" y="87"/>
                    <a:pt x="8" y="86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10" y="82"/>
                    <a:pt x="10" y="81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1" y="80"/>
                    <a:pt x="12" y="79"/>
                    <a:pt x="13" y="78"/>
                  </a:cubicBezTo>
                  <a:cubicBezTo>
                    <a:pt x="13" y="78"/>
                    <a:pt x="13" y="78"/>
                    <a:pt x="13" y="78"/>
                  </a:cubicBezTo>
                  <a:cubicBezTo>
                    <a:pt x="14" y="78"/>
                    <a:pt x="15" y="77"/>
                    <a:pt x="16" y="77"/>
                  </a:cubicBezTo>
                  <a:cubicBezTo>
                    <a:pt x="17" y="76"/>
                    <a:pt x="19" y="76"/>
                    <a:pt x="20" y="76"/>
                  </a:cubicBezTo>
                  <a:cubicBezTo>
                    <a:pt x="21" y="76"/>
                    <a:pt x="23" y="76"/>
                    <a:pt x="24" y="77"/>
                  </a:cubicBezTo>
                  <a:cubicBezTo>
                    <a:pt x="25" y="77"/>
                    <a:pt x="26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8" y="79"/>
                    <a:pt x="29" y="80"/>
                    <a:pt x="3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82"/>
                    <a:pt x="31" y="83"/>
                    <a:pt x="31" y="84"/>
                  </a:cubicBezTo>
                  <a:cubicBezTo>
                    <a:pt x="31" y="84"/>
                    <a:pt x="31" y="84"/>
                    <a:pt x="31" y="85"/>
                  </a:cubicBezTo>
                  <a:cubicBezTo>
                    <a:pt x="32" y="86"/>
                    <a:pt x="32" y="87"/>
                    <a:pt x="32" y="88"/>
                  </a:cubicBezTo>
                  <a:cubicBezTo>
                    <a:pt x="32" y="89"/>
                    <a:pt x="32" y="90"/>
                    <a:pt x="31" y="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83" name="Group 82"/>
          <p:cNvGrpSpPr/>
          <p:nvPr/>
        </p:nvGrpSpPr>
        <p:grpSpPr>
          <a:xfrm>
            <a:off x="2190237" y="5175548"/>
            <a:ext cx="360060" cy="358871"/>
            <a:chOff x="4037394" y="1144829"/>
            <a:chExt cx="400024" cy="398703"/>
          </a:xfrm>
          <a:solidFill>
            <a:schemeClr val="bg1"/>
          </a:solidFill>
        </p:grpSpPr>
        <p:sp>
          <p:nvSpPr>
            <p:cNvPr id="84" name="Freeform 124"/>
            <p:cNvSpPr>
              <a:spLocks noEditPoints="1"/>
            </p:cNvSpPr>
            <p:nvPr/>
          </p:nvSpPr>
          <p:spPr bwMode="auto">
            <a:xfrm>
              <a:off x="4037394" y="1144829"/>
              <a:ext cx="400024" cy="398703"/>
            </a:xfrm>
            <a:custGeom>
              <a:avLst/>
              <a:gdLst>
                <a:gd name="T0" fmla="*/ 109 w 128"/>
                <a:gd name="T1" fmla="*/ 48 h 128"/>
                <a:gd name="T2" fmla="*/ 114 w 128"/>
                <a:gd name="T3" fmla="*/ 33 h 128"/>
                <a:gd name="T4" fmla="*/ 105 w 128"/>
                <a:gd name="T5" fmla="*/ 15 h 128"/>
                <a:gd name="T6" fmla="*/ 95 w 128"/>
                <a:gd name="T7" fmla="*/ 14 h 128"/>
                <a:gd name="T8" fmla="*/ 80 w 128"/>
                <a:gd name="T9" fmla="*/ 19 h 128"/>
                <a:gd name="T10" fmla="*/ 69 w 128"/>
                <a:gd name="T11" fmla="*/ 0 h 128"/>
                <a:gd name="T12" fmla="*/ 51 w 128"/>
                <a:gd name="T13" fmla="*/ 6 h 128"/>
                <a:gd name="T14" fmla="*/ 43 w 128"/>
                <a:gd name="T15" fmla="*/ 21 h 128"/>
                <a:gd name="T16" fmla="*/ 28 w 128"/>
                <a:gd name="T17" fmla="*/ 13 h 128"/>
                <a:gd name="T18" fmla="*/ 15 w 128"/>
                <a:gd name="T19" fmla="*/ 23 h 128"/>
                <a:gd name="T20" fmla="*/ 21 w 128"/>
                <a:gd name="T21" fmla="*/ 43 h 128"/>
                <a:gd name="T22" fmla="*/ 6 w 128"/>
                <a:gd name="T23" fmla="*/ 51 h 128"/>
                <a:gd name="T24" fmla="*/ 0 w 128"/>
                <a:gd name="T25" fmla="*/ 69 h 128"/>
                <a:gd name="T26" fmla="*/ 19 w 128"/>
                <a:gd name="T27" fmla="*/ 80 h 128"/>
                <a:gd name="T28" fmla="*/ 14 w 128"/>
                <a:gd name="T29" fmla="*/ 95 h 128"/>
                <a:gd name="T30" fmla="*/ 23 w 128"/>
                <a:gd name="T31" fmla="*/ 113 h 128"/>
                <a:gd name="T32" fmla="*/ 33 w 128"/>
                <a:gd name="T33" fmla="*/ 114 h 128"/>
                <a:gd name="T34" fmla="*/ 48 w 128"/>
                <a:gd name="T35" fmla="*/ 109 h 128"/>
                <a:gd name="T36" fmla="*/ 59 w 128"/>
                <a:gd name="T37" fmla="*/ 128 h 128"/>
                <a:gd name="T38" fmla="*/ 77 w 128"/>
                <a:gd name="T39" fmla="*/ 122 h 128"/>
                <a:gd name="T40" fmla="*/ 85 w 128"/>
                <a:gd name="T41" fmla="*/ 107 h 128"/>
                <a:gd name="T42" fmla="*/ 100 w 128"/>
                <a:gd name="T43" fmla="*/ 115 h 128"/>
                <a:gd name="T44" fmla="*/ 113 w 128"/>
                <a:gd name="T45" fmla="*/ 105 h 128"/>
                <a:gd name="T46" fmla="*/ 107 w 128"/>
                <a:gd name="T47" fmla="*/ 85 h 128"/>
                <a:gd name="T48" fmla="*/ 122 w 128"/>
                <a:gd name="T49" fmla="*/ 77 h 128"/>
                <a:gd name="T50" fmla="*/ 128 w 128"/>
                <a:gd name="T51" fmla="*/ 59 h 128"/>
                <a:gd name="T52" fmla="*/ 108 w 128"/>
                <a:gd name="T53" fmla="*/ 72 h 128"/>
                <a:gd name="T54" fmla="*/ 100 w 128"/>
                <a:gd name="T55" fmla="*/ 81 h 128"/>
                <a:gd name="T56" fmla="*/ 107 w 128"/>
                <a:gd name="T57" fmla="*/ 100 h 128"/>
                <a:gd name="T58" fmla="*/ 89 w 128"/>
                <a:gd name="T59" fmla="*/ 101 h 128"/>
                <a:gd name="T60" fmla="*/ 81 w 128"/>
                <a:gd name="T61" fmla="*/ 100 h 128"/>
                <a:gd name="T62" fmla="*/ 72 w 128"/>
                <a:gd name="T63" fmla="*/ 108 h 128"/>
                <a:gd name="T64" fmla="*/ 59 w 128"/>
                <a:gd name="T65" fmla="*/ 120 h 128"/>
                <a:gd name="T66" fmla="*/ 51 w 128"/>
                <a:gd name="T67" fmla="*/ 102 h 128"/>
                <a:gd name="T68" fmla="*/ 43 w 128"/>
                <a:gd name="T69" fmla="*/ 99 h 128"/>
                <a:gd name="T70" fmla="*/ 28 w 128"/>
                <a:gd name="T71" fmla="*/ 107 h 128"/>
                <a:gd name="T72" fmla="*/ 27 w 128"/>
                <a:gd name="T73" fmla="*/ 89 h 128"/>
                <a:gd name="T74" fmla="*/ 26 w 128"/>
                <a:gd name="T75" fmla="*/ 77 h 128"/>
                <a:gd name="T76" fmla="*/ 8 w 128"/>
                <a:gd name="T77" fmla="*/ 69 h 128"/>
                <a:gd name="T78" fmla="*/ 20 w 128"/>
                <a:gd name="T79" fmla="*/ 56 h 128"/>
                <a:gd name="T80" fmla="*/ 28 w 128"/>
                <a:gd name="T81" fmla="*/ 47 h 128"/>
                <a:gd name="T82" fmla="*/ 21 w 128"/>
                <a:gd name="T83" fmla="*/ 28 h 128"/>
                <a:gd name="T84" fmla="*/ 39 w 128"/>
                <a:gd name="T85" fmla="*/ 27 h 128"/>
                <a:gd name="T86" fmla="*/ 47 w 128"/>
                <a:gd name="T87" fmla="*/ 28 h 128"/>
                <a:gd name="T88" fmla="*/ 56 w 128"/>
                <a:gd name="T89" fmla="*/ 20 h 128"/>
                <a:gd name="T90" fmla="*/ 69 w 128"/>
                <a:gd name="T91" fmla="*/ 8 h 128"/>
                <a:gd name="T92" fmla="*/ 77 w 128"/>
                <a:gd name="T93" fmla="*/ 26 h 128"/>
                <a:gd name="T94" fmla="*/ 85 w 128"/>
                <a:gd name="T95" fmla="*/ 29 h 128"/>
                <a:gd name="T96" fmla="*/ 100 w 128"/>
                <a:gd name="T97" fmla="*/ 21 h 128"/>
                <a:gd name="T98" fmla="*/ 101 w 128"/>
                <a:gd name="T99" fmla="*/ 39 h 128"/>
                <a:gd name="T100" fmla="*/ 102 w 128"/>
                <a:gd name="T101" fmla="*/ 51 h 128"/>
                <a:gd name="T102" fmla="*/ 120 w 128"/>
                <a:gd name="T103" fmla="*/ 59 h 128"/>
                <a:gd name="T104" fmla="*/ 108 w 128"/>
                <a:gd name="T105" fmla="*/ 72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8" h="128">
                  <a:moveTo>
                    <a:pt x="122" y="51"/>
                  </a:moveTo>
                  <a:cubicBezTo>
                    <a:pt x="109" y="48"/>
                    <a:pt x="109" y="48"/>
                    <a:pt x="109" y="48"/>
                  </a:cubicBezTo>
                  <a:cubicBezTo>
                    <a:pt x="109" y="46"/>
                    <a:pt x="108" y="45"/>
                    <a:pt x="107" y="43"/>
                  </a:cubicBezTo>
                  <a:cubicBezTo>
                    <a:pt x="114" y="33"/>
                    <a:pt x="114" y="33"/>
                    <a:pt x="114" y="33"/>
                  </a:cubicBezTo>
                  <a:cubicBezTo>
                    <a:pt x="116" y="30"/>
                    <a:pt x="116" y="25"/>
                    <a:pt x="113" y="23"/>
                  </a:cubicBezTo>
                  <a:cubicBezTo>
                    <a:pt x="105" y="15"/>
                    <a:pt x="105" y="15"/>
                    <a:pt x="105" y="15"/>
                  </a:cubicBezTo>
                  <a:cubicBezTo>
                    <a:pt x="104" y="13"/>
                    <a:pt x="102" y="13"/>
                    <a:pt x="100" y="13"/>
                  </a:cubicBezTo>
                  <a:cubicBezTo>
                    <a:pt x="98" y="13"/>
                    <a:pt x="97" y="13"/>
                    <a:pt x="95" y="14"/>
                  </a:cubicBezTo>
                  <a:cubicBezTo>
                    <a:pt x="85" y="21"/>
                    <a:pt x="85" y="21"/>
                    <a:pt x="85" y="21"/>
                  </a:cubicBezTo>
                  <a:cubicBezTo>
                    <a:pt x="83" y="20"/>
                    <a:pt x="82" y="19"/>
                    <a:pt x="80" y="19"/>
                  </a:cubicBezTo>
                  <a:cubicBezTo>
                    <a:pt x="77" y="6"/>
                    <a:pt x="77" y="6"/>
                    <a:pt x="77" y="6"/>
                  </a:cubicBezTo>
                  <a:cubicBezTo>
                    <a:pt x="77" y="3"/>
                    <a:pt x="73" y="0"/>
                    <a:pt x="69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5" y="0"/>
                    <a:pt x="51" y="3"/>
                    <a:pt x="51" y="6"/>
                  </a:cubicBezTo>
                  <a:cubicBezTo>
                    <a:pt x="48" y="19"/>
                    <a:pt x="48" y="19"/>
                    <a:pt x="48" y="19"/>
                  </a:cubicBezTo>
                  <a:cubicBezTo>
                    <a:pt x="46" y="19"/>
                    <a:pt x="45" y="20"/>
                    <a:pt x="43" y="21"/>
                  </a:cubicBezTo>
                  <a:cubicBezTo>
                    <a:pt x="33" y="14"/>
                    <a:pt x="33" y="14"/>
                    <a:pt x="33" y="14"/>
                  </a:cubicBezTo>
                  <a:cubicBezTo>
                    <a:pt x="31" y="13"/>
                    <a:pt x="30" y="13"/>
                    <a:pt x="28" y="13"/>
                  </a:cubicBezTo>
                  <a:cubicBezTo>
                    <a:pt x="26" y="13"/>
                    <a:pt x="24" y="13"/>
                    <a:pt x="23" y="15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2" y="25"/>
                    <a:pt x="12" y="30"/>
                    <a:pt x="14" y="33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19" y="46"/>
                    <a:pt x="19" y="48"/>
                  </a:cubicBezTo>
                  <a:cubicBezTo>
                    <a:pt x="6" y="51"/>
                    <a:pt x="6" y="51"/>
                    <a:pt x="6" y="51"/>
                  </a:cubicBezTo>
                  <a:cubicBezTo>
                    <a:pt x="3" y="51"/>
                    <a:pt x="0" y="55"/>
                    <a:pt x="0" y="59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73"/>
                    <a:pt x="3" y="77"/>
                    <a:pt x="6" y="77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9" y="82"/>
                    <a:pt x="20" y="83"/>
                    <a:pt x="21" y="8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2" y="98"/>
                    <a:pt x="12" y="103"/>
                    <a:pt x="15" y="105"/>
                  </a:cubicBezTo>
                  <a:cubicBezTo>
                    <a:pt x="23" y="113"/>
                    <a:pt x="23" y="113"/>
                    <a:pt x="23" y="113"/>
                  </a:cubicBezTo>
                  <a:cubicBezTo>
                    <a:pt x="24" y="115"/>
                    <a:pt x="26" y="115"/>
                    <a:pt x="28" y="115"/>
                  </a:cubicBezTo>
                  <a:cubicBezTo>
                    <a:pt x="30" y="115"/>
                    <a:pt x="31" y="115"/>
                    <a:pt x="33" y="114"/>
                  </a:cubicBezTo>
                  <a:cubicBezTo>
                    <a:pt x="43" y="107"/>
                    <a:pt x="43" y="107"/>
                    <a:pt x="43" y="107"/>
                  </a:cubicBezTo>
                  <a:cubicBezTo>
                    <a:pt x="45" y="108"/>
                    <a:pt x="46" y="109"/>
                    <a:pt x="48" y="109"/>
                  </a:cubicBezTo>
                  <a:cubicBezTo>
                    <a:pt x="51" y="122"/>
                    <a:pt x="51" y="122"/>
                    <a:pt x="51" y="122"/>
                  </a:cubicBezTo>
                  <a:cubicBezTo>
                    <a:pt x="51" y="125"/>
                    <a:pt x="55" y="128"/>
                    <a:pt x="59" y="128"/>
                  </a:cubicBezTo>
                  <a:cubicBezTo>
                    <a:pt x="69" y="128"/>
                    <a:pt x="69" y="128"/>
                    <a:pt x="69" y="128"/>
                  </a:cubicBezTo>
                  <a:cubicBezTo>
                    <a:pt x="73" y="128"/>
                    <a:pt x="77" y="125"/>
                    <a:pt x="77" y="122"/>
                  </a:cubicBezTo>
                  <a:cubicBezTo>
                    <a:pt x="80" y="109"/>
                    <a:pt x="80" y="109"/>
                    <a:pt x="80" y="109"/>
                  </a:cubicBezTo>
                  <a:cubicBezTo>
                    <a:pt x="82" y="109"/>
                    <a:pt x="83" y="108"/>
                    <a:pt x="85" y="107"/>
                  </a:cubicBezTo>
                  <a:cubicBezTo>
                    <a:pt x="95" y="114"/>
                    <a:pt x="95" y="114"/>
                    <a:pt x="95" y="114"/>
                  </a:cubicBezTo>
                  <a:cubicBezTo>
                    <a:pt x="97" y="115"/>
                    <a:pt x="98" y="115"/>
                    <a:pt x="100" y="115"/>
                  </a:cubicBezTo>
                  <a:cubicBezTo>
                    <a:pt x="102" y="115"/>
                    <a:pt x="104" y="115"/>
                    <a:pt x="105" y="113"/>
                  </a:cubicBezTo>
                  <a:cubicBezTo>
                    <a:pt x="113" y="105"/>
                    <a:pt x="113" y="105"/>
                    <a:pt x="113" y="105"/>
                  </a:cubicBezTo>
                  <a:cubicBezTo>
                    <a:pt x="116" y="103"/>
                    <a:pt x="116" y="98"/>
                    <a:pt x="114" y="95"/>
                  </a:cubicBezTo>
                  <a:cubicBezTo>
                    <a:pt x="107" y="85"/>
                    <a:pt x="107" y="85"/>
                    <a:pt x="107" y="85"/>
                  </a:cubicBezTo>
                  <a:cubicBezTo>
                    <a:pt x="108" y="83"/>
                    <a:pt x="109" y="82"/>
                    <a:pt x="109" y="80"/>
                  </a:cubicBezTo>
                  <a:cubicBezTo>
                    <a:pt x="122" y="77"/>
                    <a:pt x="122" y="77"/>
                    <a:pt x="122" y="77"/>
                  </a:cubicBezTo>
                  <a:cubicBezTo>
                    <a:pt x="125" y="77"/>
                    <a:pt x="128" y="73"/>
                    <a:pt x="128" y="69"/>
                  </a:cubicBezTo>
                  <a:cubicBezTo>
                    <a:pt x="128" y="59"/>
                    <a:pt x="128" y="59"/>
                    <a:pt x="128" y="59"/>
                  </a:cubicBezTo>
                  <a:cubicBezTo>
                    <a:pt x="128" y="55"/>
                    <a:pt x="125" y="51"/>
                    <a:pt x="122" y="51"/>
                  </a:cubicBezTo>
                  <a:close/>
                  <a:moveTo>
                    <a:pt x="108" y="72"/>
                  </a:moveTo>
                  <a:cubicBezTo>
                    <a:pt x="105" y="72"/>
                    <a:pt x="103" y="74"/>
                    <a:pt x="102" y="77"/>
                  </a:cubicBezTo>
                  <a:cubicBezTo>
                    <a:pt x="101" y="79"/>
                    <a:pt x="101" y="80"/>
                    <a:pt x="100" y="81"/>
                  </a:cubicBezTo>
                  <a:cubicBezTo>
                    <a:pt x="99" y="84"/>
                    <a:pt x="99" y="87"/>
                    <a:pt x="101" y="89"/>
                  </a:cubicBezTo>
                  <a:cubicBezTo>
                    <a:pt x="107" y="100"/>
                    <a:pt x="107" y="100"/>
                    <a:pt x="107" y="100"/>
                  </a:cubicBezTo>
                  <a:cubicBezTo>
                    <a:pt x="100" y="107"/>
                    <a:pt x="100" y="107"/>
                    <a:pt x="100" y="107"/>
                  </a:cubicBezTo>
                  <a:cubicBezTo>
                    <a:pt x="89" y="101"/>
                    <a:pt x="89" y="101"/>
                    <a:pt x="89" y="101"/>
                  </a:cubicBezTo>
                  <a:cubicBezTo>
                    <a:pt x="88" y="100"/>
                    <a:pt x="86" y="99"/>
                    <a:pt x="85" y="99"/>
                  </a:cubicBezTo>
                  <a:cubicBezTo>
                    <a:pt x="84" y="99"/>
                    <a:pt x="83" y="99"/>
                    <a:pt x="81" y="100"/>
                  </a:cubicBezTo>
                  <a:cubicBezTo>
                    <a:pt x="80" y="101"/>
                    <a:pt x="79" y="101"/>
                    <a:pt x="77" y="102"/>
                  </a:cubicBezTo>
                  <a:cubicBezTo>
                    <a:pt x="74" y="103"/>
                    <a:pt x="72" y="105"/>
                    <a:pt x="72" y="108"/>
                  </a:cubicBezTo>
                  <a:cubicBezTo>
                    <a:pt x="69" y="120"/>
                    <a:pt x="69" y="120"/>
                    <a:pt x="69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56" y="108"/>
                    <a:pt x="56" y="108"/>
                    <a:pt x="56" y="108"/>
                  </a:cubicBezTo>
                  <a:cubicBezTo>
                    <a:pt x="56" y="105"/>
                    <a:pt x="54" y="103"/>
                    <a:pt x="51" y="102"/>
                  </a:cubicBezTo>
                  <a:cubicBezTo>
                    <a:pt x="49" y="101"/>
                    <a:pt x="48" y="101"/>
                    <a:pt x="47" y="100"/>
                  </a:cubicBezTo>
                  <a:cubicBezTo>
                    <a:pt x="45" y="99"/>
                    <a:pt x="44" y="99"/>
                    <a:pt x="43" y="99"/>
                  </a:cubicBezTo>
                  <a:cubicBezTo>
                    <a:pt x="42" y="99"/>
                    <a:pt x="40" y="100"/>
                    <a:pt x="39" y="101"/>
                  </a:cubicBezTo>
                  <a:cubicBezTo>
                    <a:pt x="28" y="107"/>
                    <a:pt x="28" y="107"/>
                    <a:pt x="28" y="107"/>
                  </a:cubicBezTo>
                  <a:cubicBezTo>
                    <a:pt x="21" y="100"/>
                    <a:pt x="21" y="100"/>
                    <a:pt x="21" y="100"/>
                  </a:cubicBezTo>
                  <a:cubicBezTo>
                    <a:pt x="27" y="89"/>
                    <a:pt x="27" y="89"/>
                    <a:pt x="27" y="89"/>
                  </a:cubicBezTo>
                  <a:cubicBezTo>
                    <a:pt x="29" y="87"/>
                    <a:pt x="29" y="84"/>
                    <a:pt x="28" y="81"/>
                  </a:cubicBezTo>
                  <a:cubicBezTo>
                    <a:pt x="27" y="80"/>
                    <a:pt x="27" y="79"/>
                    <a:pt x="26" y="77"/>
                  </a:cubicBezTo>
                  <a:cubicBezTo>
                    <a:pt x="25" y="74"/>
                    <a:pt x="23" y="72"/>
                    <a:pt x="20" y="72"/>
                  </a:cubicBezTo>
                  <a:cubicBezTo>
                    <a:pt x="8" y="69"/>
                    <a:pt x="8" y="69"/>
                    <a:pt x="8" y="69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3" y="56"/>
                    <a:pt x="25" y="54"/>
                    <a:pt x="26" y="51"/>
                  </a:cubicBezTo>
                  <a:cubicBezTo>
                    <a:pt x="27" y="49"/>
                    <a:pt x="27" y="48"/>
                    <a:pt x="28" y="47"/>
                  </a:cubicBezTo>
                  <a:cubicBezTo>
                    <a:pt x="29" y="44"/>
                    <a:pt x="29" y="41"/>
                    <a:pt x="27" y="39"/>
                  </a:cubicBezTo>
                  <a:cubicBezTo>
                    <a:pt x="21" y="28"/>
                    <a:pt x="21" y="28"/>
                    <a:pt x="21" y="28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40" y="28"/>
                    <a:pt x="42" y="29"/>
                    <a:pt x="43" y="29"/>
                  </a:cubicBezTo>
                  <a:cubicBezTo>
                    <a:pt x="44" y="29"/>
                    <a:pt x="45" y="29"/>
                    <a:pt x="47" y="28"/>
                  </a:cubicBezTo>
                  <a:cubicBezTo>
                    <a:pt x="48" y="27"/>
                    <a:pt x="49" y="27"/>
                    <a:pt x="51" y="26"/>
                  </a:cubicBezTo>
                  <a:cubicBezTo>
                    <a:pt x="54" y="25"/>
                    <a:pt x="56" y="23"/>
                    <a:pt x="56" y="20"/>
                  </a:cubicBezTo>
                  <a:cubicBezTo>
                    <a:pt x="59" y="8"/>
                    <a:pt x="59" y="8"/>
                    <a:pt x="59" y="8"/>
                  </a:cubicBezTo>
                  <a:cubicBezTo>
                    <a:pt x="69" y="8"/>
                    <a:pt x="69" y="8"/>
                    <a:pt x="69" y="8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23"/>
                    <a:pt x="74" y="25"/>
                    <a:pt x="77" y="26"/>
                  </a:cubicBezTo>
                  <a:cubicBezTo>
                    <a:pt x="79" y="27"/>
                    <a:pt x="80" y="27"/>
                    <a:pt x="81" y="28"/>
                  </a:cubicBezTo>
                  <a:cubicBezTo>
                    <a:pt x="83" y="29"/>
                    <a:pt x="84" y="29"/>
                    <a:pt x="85" y="29"/>
                  </a:cubicBezTo>
                  <a:cubicBezTo>
                    <a:pt x="86" y="29"/>
                    <a:pt x="88" y="28"/>
                    <a:pt x="89" y="27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107" y="28"/>
                    <a:pt x="107" y="28"/>
                    <a:pt x="107" y="28"/>
                  </a:cubicBezTo>
                  <a:cubicBezTo>
                    <a:pt x="101" y="39"/>
                    <a:pt x="101" y="39"/>
                    <a:pt x="101" y="39"/>
                  </a:cubicBezTo>
                  <a:cubicBezTo>
                    <a:pt x="99" y="41"/>
                    <a:pt x="99" y="44"/>
                    <a:pt x="100" y="47"/>
                  </a:cubicBezTo>
                  <a:cubicBezTo>
                    <a:pt x="101" y="48"/>
                    <a:pt x="101" y="49"/>
                    <a:pt x="102" y="51"/>
                  </a:cubicBezTo>
                  <a:cubicBezTo>
                    <a:pt x="103" y="54"/>
                    <a:pt x="105" y="56"/>
                    <a:pt x="108" y="56"/>
                  </a:cubicBezTo>
                  <a:cubicBezTo>
                    <a:pt x="120" y="59"/>
                    <a:pt x="120" y="59"/>
                    <a:pt x="120" y="59"/>
                  </a:cubicBezTo>
                  <a:cubicBezTo>
                    <a:pt x="120" y="69"/>
                    <a:pt x="120" y="69"/>
                    <a:pt x="120" y="69"/>
                  </a:cubicBezTo>
                  <a:lnTo>
                    <a:pt x="108" y="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85" name="Freeform 125"/>
            <p:cNvSpPr>
              <a:spLocks noEditPoints="1"/>
            </p:cNvSpPr>
            <p:nvPr/>
          </p:nvSpPr>
          <p:spPr bwMode="auto">
            <a:xfrm>
              <a:off x="4149612" y="1257048"/>
              <a:ext cx="174268" cy="174268"/>
            </a:xfrm>
            <a:custGeom>
              <a:avLst/>
              <a:gdLst>
                <a:gd name="T0" fmla="*/ 28 w 56"/>
                <a:gd name="T1" fmla="*/ 0 h 56"/>
                <a:gd name="T2" fmla="*/ 0 w 56"/>
                <a:gd name="T3" fmla="*/ 28 h 56"/>
                <a:gd name="T4" fmla="*/ 28 w 56"/>
                <a:gd name="T5" fmla="*/ 56 h 56"/>
                <a:gd name="T6" fmla="*/ 56 w 56"/>
                <a:gd name="T7" fmla="*/ 28 h 56"/>
                <a:gd name="T8" fmla="*/ 28 w 56"/>
                <a:gd name="T9" fmla="*/ 0 h 56"/>
                <a:gd name="T10" fmla="*/ 28 w 56"/>
                <a:gd name="T11" fmla="*/ 53 h 56"/>
                <a:gd name="T12" fmla="*/ 4 w 56"/>
                <a:gd name="T13" fmla="*/ 28 h 56"/>
                <a:gd name="T14" fmla="*/ 28 w 56"/>
                <a:gd name="T15" fmla="*/ 4 h 56"/>
                <a:gd name="T16" fmla="*/ 53 w 56"/>
                <a:gd name="T17" fmla="*/ 28 h 56"/>
                <a:gd name="T18" fmla="*/ 28 w 56"/>
                <a:gd name="T19" fmla="*/ 53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6" h="56">
                  <a:moveTo>
                    <a:pt x="28" y="0"/>
                  </a:moveTo>
                  <a:cubicBezTo>
                    <a:pt x="13" y="0"/>
                    <a:pt x="0" y="13"/>
                    <a:pt x="0" y="28"/>
                  </a:cubicBezTo>
                  <a:cubicBezTo>
                    <a:pt x="0" y="43"/>
                    <a:pt x="13" y="56"/>
                    <a:pt x="28" y="56"/>
                  </a:cubicBezTo>
                  <a:cubicBezTo>
                    <a:pt x="43" y="56"/>
                    <a:pt x="56" y="43"/>
                    <a:pt x="56" y="28"/>
                  </a:cubicBezTo>
                  <a:cubicBezTo>
                    <a:pt x="56" y="13"/>
                    <a:pt x="43" y="0"/>
                    <a:pt x="28" y="0"/>
                  </a:cubicBezTo>
                  <a:close/>
                  <a:moveTo>
                    <a:pt x="28" y="53"/>
                  </a:moveTo>
                  <a:cubicBezTo>
                    <a:pt x="14" y="53"/>
                    <a:pt x="4" y="42"/>
                    <a:pt x="4" y="28"/>
                  </a:cubicBezTo>
                  <a:cubicBezTo>
                    <a:pt x="4" y="14"/>
                    <a:pt x="14" y="4"/>
                    <a:pt x="28" y="4"/>
                  </a:cubicBezTo>
                  <a:cubicBezTo>
                    <a:pt x="42" y="4"/>
                    <a:pt x="53" y="14"/>
                    <a:pt x="53" y="28"/>
                  </a:cubicBezTo>
                  <a:cubicBezTo>
                    <a:pt x="53" y="42"/>
                    <a:pt x="42" y="53"/>
                    <a:pt x="28" y="5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86" name="Freeform 126"/>
            <p:cNvSpPr>
              <a:spLocks noEditPoints="1"/>
            </p:cNvSpPr>
            <p:nvPr/>
          </p:nvSpPr>
          <p:spPr bwMode="auto">
            <a:xfrm>
              <a:off x="4186578" y="1294013"/>
              <a:ext cx="100336" cy="100336"/>
            </a:xfrm>
            <a:custGeom>
              <a:avLst/>
              <a:gdLst>
                <a:gd name="T0" fmla="*/ 16 w 32"/>
                <a:gd name="T1" fmla="*/ 0 h 32"/>
                <a:gd name="T2" fmla="*/ 0 w 32"/>
                <a:gd name="T3" fmla="*/ 16 h 32"/>
                <a:gd name="T4" fmla="*/ 16 w 32"/>
                <a:gd name="T5" fmla="*/ 32 h 32"/>
                <a:gd name="T6" fmla="*/ 32 w 32"/>
                <a:gd name="T7" fmla="*/ 16 h 32"/>
                <a:gd name="T8" fmla="*/ 16 w 32"/>
                <a:gd name="T9" fmla="*/ 0 h 32"/>
                <a:gd name="T10" fmla="*/ 16 w 32"/>
                <a:gd name="T11" fmla="*/ 28 h 32"/>
                <a:gd name="T12" fmla="*/ 4 w 32"/>
                <a:gd name="T13" fmla="*/ 16 h 32"/>
                <a:gd name="T14" fmla="*/ 16 w 32"/>
                <a:gd name="T15" fmla="*/ 4 h 32"/>
                <a:gd name="T16" fmla="*/ 28 w 32"/>
                <a:gd name="T17" fmla="*/ 16 h 32"/>
                <a:gd name="T18" fmla="*/ 16 w 32"/>
                <a:gd name="T19" fmla="*/ 2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" h="32">
                  <a:moveTo>
                    <a:pt x="16" y="0"/>
                  </a:moveTo>
                  <a:cubicBezTo>
                    <a:pt x="7" y="0"/>
                    <a:pt x="0" y="7"/>
                    <a:pt x="0" y="16"/>
                  </a:cubicBezTo>
                  <a:cubicBezTo>
                    <a:pt x="0" y="25"/>
                    <a:pt x="7" y="32"/>
                    <a:pt x="16" y="32"/>
                  </a:cubicBezTo>
                  <a:cubicBezTo>
                    <a:pt x="25" y="32"/>
                    <a:pt x="32" y="25"/>
                    <a:pt x="32" y="16"/>
                  </a:cubicBezTo>
                  <a:cubicBezTo>
                    <a:pt x="32" y="7"/>
                    <a:pt x="25" y="0"/>
                    <a:pt x="16" y="0"/>
                  </a:cubicBezTo>
                  <a:close/>
                  <a:moveTo>
                    <a:pt x="16" y="28"/>
                  </a:moveTo>
                  <a:cubicBezTo>
                    <a:pt x="9" y="28"/>
                    <a:pt x="4" y="23"/>
                    <a:pt x="4" y="16"/>
                  </a:cubicBezTo>
                  <a:cubicBezTo>
                    <a:pt x="4" y="9"/>
                    <a:pt x="9" y="4"/>
                    <a:pt x="16" y="4"/>
                  </a:cubicBezTo>
                  <a:cubicBezTo>
                    <a:pt x="23" y="4"/>
                    <a:pt x="28" y="9"/>
                    <a:pt x="28" y="16"/>
                  </a:cubicBezTo>
                  <a:cubicBezTo>
                    <a:pt x="28" y="23"/>
                    <a:pt x="23" y="28"/>
                    <a:pt x="16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87" name="Group 86"/>
          <p:cNvGrpSpPr/>
          <p:nvPr/>
        </p:nvGrpSpPr>
        <p:grpSpPr>
          <a:xfrm>
            <a:off x="7453298" y="2292812"/>
            <a:ext cx="356477" cy="310253"/>
            <a:chOff x="6009735" y="4805391"/>
            <a:chExt cx="356477" cy="310253"/>
          </a:xfrm>
          <a:solidFill>
            <a:schemeClr val="bg1"/>
          </a:solidFill>
        </p:grpSpPr>
        <p:sp>
          <p:nvSpPr>
            <p:cNvPr id="88" name="Freeform 98"/>
            <p:cNvSpPr/>
            <p:nvPr/>
          </p:nvSpPr>
          <p:spPr bwMode="auto">
            <a:xfrm>
              <a:off x="6009735" y="4980104"/>
              <a:ext cx="78347" cy="135540"/>
            </a:xfrm>
            <a:custGeom>
              <a:avLst/>
              <a:gdLst>
                <a:gd name="T0" fmla="*/ 100 w 100"/>
                <a:gd name="T1" fmla="*/ 173 h 173"/>
                <a:gd name="T2" fmla="*/ 100 w 100"/>
                <a:gd name="T3" fmla="*/ 0 h 173"/>
                <a:gd name="T4" fmla="*/ 10 w 100"/>
                <a:gd name="T5" fmla="*/ 92 h 173"/>
                <a:gd name="T6" fmla="*/ 0 w 100"/>
                <a:gd name="T7" fmla="*/ 83 h 173"/>
                <a:gd name="T8" fmla="*/ 0 w 100"/>
                <a:gd name="T9" fmla="*/ 173 h 173"/>
                <a:gd name="T10" fmla="*/ 100 w 100"/>
                <a:gd name="T1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0" h="173">
                  <a:moveTo>
                    <a:pt x="100" y="173"/>
                  </a:moveTo>
                  <a:lnTo>
                    <a:pt x="100" y="0"/>
                  </a:lnTo>
                  <a:lnTo>
                    <a:pt x="10" y="92"/>
                  </a:lnTo>
                  <a:lnTo>
                    <a:pt x="0" y="83"/>
                  </a:lnTo>
                  <a:lnTo>
                    <a:pt x="0" y="173"/>
                  </a:lnTo>
                  <a:lnTo>
                    <a:pt x="100" y="17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89" name="Freeform 99"/>
            <p:cNvSpPr/>
            <p:nvPr/>
          </p:nvSpPr>
          <p:spPr bwMode="auto">
            <a:xfrm>
              <a:off x="6102967" y="4940931"/>
              <a:ext cx="77563" cy="174713"/>
            </a:xfrm>
            <a:custGeom>
              <a:avLst/>
              <a:gdLst>
                <a:gd name="T0" fmla="*/ 99 w 99"/>
                <a:gd name="T1" fmla="*/ 223 h 223"/>
                <a:gd name="T2" fmla="*/ 99 w 99"/>
                <a:gd name="T3" fmla="*/ 78 h 223"/>
                <a:gd name="T4" fmla="*/ 28 w 99"/>
                <a:gd name="T5" fmla="*/ 0 h 223"/>
                <a:gd name="T6" fmla="*/ 0 w 99"/>
                <a:gd name="T7" fmla="*/ 26 h 223"/>
                <a:gd name="T8" fmla="*/ 0 w 99"/>
                <a:gd name="T9" fmla="*/ 223 h 223"/>
                <a:gd name="T10" fmla="*/ 99 w 99"/>
                <a:gd name="T11" fmla="*/ 223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9" h="223">
                  <a:moveTo>
                    <a:pt x="99" y="223"/>
                  </a:moveTo>
                  <a:lnTo>
                    <a:pt x="99" y="78"/>
                  </a:lnTo>
                  <a:lnTo>
                    <a:pt x="28" y="0"/>
                  </a:lnTo>
                  <a:lnTo>
                    <a:pt x="0" y="26"/>
                  </a:lnTo>
                  <a:lnTo>
                    <a:pt x="0" y="223"/>
                  </a:lnTo>
                  <a:lnTo>
                    <a:pt x="99" y="22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90" name="Freeform 100"/>
            <p:cNvSpPr/>
            <p:nvPr/>
          </p:nvSpPr>
          <p:spPr bwMode="auto">
            <a:xfrm>
              <a:off x="6195416" y="4969136"/>
              <a:ext cx="77563" cy="146508"/>
            </a:xfrm>
            <a:custGeom>
              <a:avLst/>
              <a:gdLst>
                <a:gd name="T0" fmla="*/ 99 w 99"/>
                <a:gd name="T1" fmla="*/ 187 h 187"/>
                <a:gd name="T2" fmla="*/ 99 w 99"/>
                <a:gd name="T3" fmla="*/ 0 h 187"/>
                <a:gd name="T4" fmla="*/ 14 w 99"/>
                <a:gd name="T5" fmla="*/ 78 h 187"/>
                <a:gd name="T6" fmla="*/ 0 w 99"/>
                <a:gd name="T7" fmla="*/ 61 h 187"/>
                <a:gd name="T8" fmla="*/ 0 w 99"/>
                <a:gd name="T9" fmla="*/ 187 h 187"/>
                <a:gd name="T10" fmla="*/ 99 w 99"/>
                <a:gd name="T11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9" h="187">
                  <a:moveTo>
                    <a:pt x="99" y="187"/>
                  </a:moveTo>
                  <a:lnTo>
                    <a:pt x="99" y="0"/>
                  </a:lnTo>
                  <a:lnTo>
                    <a:pt x="14" y="78"/>
                  </a:lnTo>
                  <a:lnTo>
                    <a:pt x="0" y="61"/>
                  </a:lnTo>
                  <a:lnTo>
                    <a:pt x="0" y="187"/>
                  </a:lnTo>
                  <a:lnTo>
                    <a:pt x="99" y="1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91" name="Freeform 101"/>
            <p:cNvSpPr/>
            <p:nvPr/>
          </p:nvSpPr>
          <p:spPr bwMode="auto">
            <a:xfrm>
              <a:off x="6287865" y="4883738"/>
              <a:ext cx="78347" cy="231906"/>
            </a:xfrm>
            <a:custGeom>
              <a:avLst/>
              <a:gdLst>
                <a:gd name="T0" fmla="*/ 100 w 100"/>
                <a:gd name="T1" fmla="*/ 296 h 296"/>
                <a:gd name="T2" fmla="*/ 100 w 100"/>
                <a:gd name="T3" fmla="*/ 0 h 296"/>
                <a:gd name="T4" fmla="*/ 0 w 100"/>
                <a:gd name="T5" fmla="*/ 92 h 296"/>
                <a:gd name="T6" fmla="*/ 0 w 100"/>
                <a:gd name="T7" fmla="*/ 296 h 296"/>
                <a:gd name="T8" fmla="*/ 100 w 100"/>
                <a:gd name="T9" fmla="*/ 296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296">
                  <a:moveTo>
                    <a:pt x="100" y="296"/>
                  </a:moveTo>
                  <a:lnTo>
                    <a:pt x="100" y="0"/>
                  </a:lnTo>
                  <a:lnTo>
                    <a:pt x="0" y="92"/>
                  </a:lnTo>
                  <a:lnTo>
                    <a:pt x="0" y="296"/>
                  </a:lnTo>
                  <a:lnTo>
                    <a:pt x="100" y="29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92" name="Freeform 102"/>
            <p:cNvSpPr/>
            <p:nvPr/>
          </p:nvSpPr>
          <p:spPr bwMode="auto">
            <a:xfrm>
              <a:off x="6009735" y="4805391"/>
              <a:ext cx="356477" cy="213103"/>
            </a:xfrm>
            <a:custGeom>
              <a:avLst/>
              <a:gdLst>
                <a:gd name="T0" fmla="*/ 191 w 192"/>
                <a:gd name="T1" fmla="*/ 0 h 115"/>
                <a:gd name="T2" fmla="*/ 108 w 192"/>
                <a:gd name="T3" fmla="*/ 76 h 115"/>
                <a:gd name="T4" fmla="*/ 69 w 192"/>
                <a:gd name="T5" fmla="*/ 36 h 115"/>
                <a:gd name="T6" fmla="*/ 62 w 192"/>
                <a:gd name="T7" fmla="*/ 33 h 115"/>
                <a:gd name="T8" fmla="*/ 56 w 192"/>
                <a:gd name="T9" fmla="*/ 36 h 115"/>
                <a:gd name="T10" fmla="*/ 0 w 192"/>
                <a:gd name="T11" fmla="*/ 92 h 115"/>
                <a:gd name="T12" fmla="*/ 0 w 192"/>
                <a:gd name="T13" fmla="*/ 112 h 115"/>
                <a:gd name="T14" fmla="*/ 4 w 192"/>
                <a:gd name="T15" fmla="*/ 115 h 115"/>
                <a:gd name="T16" fmla="*/ 62 w 192"/>
                <a:gd name="T17" fmla="*/ 56 h 115"/>
                <a:gd name="T18" fmla="*/ 101 w 192"/>
                <a:gd name="T19" fmla="*/ 95 h 115"/>
                <a:gd name="T20" fmla="*/ 114 w 192"/>
                <a:gd name="T21" fmla="*/ 96 h 115"/>
                <a:gd name="T22" fmla="*/ 192 w 192"/>
                <a:gd name="T23" fmla="*/ 24 h 115"/>
                <a:gd name="T24" fmla="*/ 192 w 192"/>
                <a:gd name="T25" fmla="*/ 1 h 115"/>
                <a:gd name="T26" fmla="*/ 191 w 192"/>
                <a:gd name="T27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2" h="115">
                  <a:moveTo>
                    <a:pt x="191" y="0"/>
                  </a:moveTo>
                  <a:cubicBezTo>
                    <a:pt x="108" y="76"/>
                    <a:pt x="108" y="76"/>
                    <a:pt x="108" y="76"/>
                  </a:cubicBezTo>
                  <a:cubicBezTo>
                    <a:pt x="69" y="36"/>
                    <a:pt x="69" y="36"/>
                    <a:pt x="69" y="36"/>
                  </a:cubicBezTo>
                  <a:cubicBezTo>
                    <a:pt x="67" y="34"/>
                    <a:pt x="65" y="33"/>
                    <a:pt x="62" y="33"/>
                  </a:cubicBezTo>
                  <a:cubicBezTo>
                    <a:pt x="60" y="33"/>
                    <a:pt x="57" y="34"/>
                    <a:pt x="56" y="36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112"/>
                    <a:pt x="0" y="112"/>
                    <a:pt x="0" y="112"/>
                  </a:cubicBezTo>
                  <a:cubicBezTo>
                    <a:pt x="4" y="115"/>
                    <a:pt x="4" y="115"/>
                    <a:pt x="4" y="115"/>
                  </a:cubicBezTo>
                  <a:cubicBezTo>
                    <a:pt x="62" y="56"/>
                    <a:pt x="62" y="56"/>
                    <a:pt x="62" y="56"/>
                  </a:cubicBezTo>
                  <a:cubicBezTo>
                    <a:pt x="101" y="95"/>
                    <a:pt x="101" y="95"/>
                    <a:pt x="101" y="95"/>
                  </a:cubicBezTo>
                  <a:cubicBezTo>
                    <a:pt x="104" y="99"/>
                    <a:pt x="110" y="99"/>
                    <a:pt x="114" y="96"/>
                  </a:cubicBezTo>
                  <a:cubicBezTo>
                    <a:pt x="192" y="24"/>
                    <a:pt x="192" y="24"/>
                    <a:pt x="192" y="24"/>
                  </a:cubicBezTo>
                  <a:cubicBezTo>
                    <a:pt x="192" y="1"/>
                    <a:pt x="192" y="1"/>
                    <a:pt x="192" y="1"/>
                  </a:cubicBezTo>
                  <a:lnTo>
                    <a:pt x="1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93" name="Group 92"/>
          <p:cNvGrpSpPr/>
          <p:nvPr/>
        </p:nvGrpSpPr>
        <p:grpSpPr>
          <a:xfrm>
            <a:off x="9541248" y="3670574"/>
            <a:ext cx="305693" cy="415863"/>
            <a:chOff x="7523163" y="1893888"/>
            <a:chExt cx="801688" cy="1090612"/>
          </a:xfrm>
          <a:solidFill>
            <a:schemeClr val="bg1"/>
          </a:solidFill>
        </p:grpSpPr>
        <p:sp>
          <p:nvSpPr>
            <p:cNvPr id="94" name="Freeform 17"/>
            <p:cNvSpPr/>
            <p:nvPr/>
          </p:nvSpPr>
          <p:spPr bwMode="auto">
            <a:xfrm>
              <a:off x="7823201" y="2260600"/>
              <a:ext cx="247650" cy="60325"/>
            </a:xfrm>
            <a:custGeom>
              <a:avLst/>
              <a:gdLst>
                <a:gd name="T0" fmla="*/ 58 w 65"/>
                <a:gd name="T1" fmla="*/ 0 h 16"/>
                <a:gd name="T2" fmla="*/ 7 w 65"/>
                <a:gd name="T3" fmla="*/ 0 h 16"/>
                <a:gd name="T4" fmla="*/ 0 w 65"/>
                <a:gd name="T5" fmla="*/ 8 h 16"/>
                <a:gd name="T6" fmla="*/ 7 w 65"/>
                <a:gd name="T7" fmla="*/ 16 h 16"/>
                <a:gd name="T8" fmla="*/ 58 w 65"/>
                <a:gd name="T9" fmla="*/ 16 h 16"/>
                <a:gd name="T10" fmla="*/ 65 w 65"/>
                <a:gd name="T11" fmla="*/ 8 h 16"/>
                <a:gd name="T12" fmla="*/ 58 w 65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" h="16">
                  <a:moveTo>
                    <a:pt x="58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4"/>
                    <a:pt x="0" y="8"/>
                  </a:cubicBezTo>
                  <a:cubicBezTo>
                    <a:pt x="0" y="12"/>
                    <a:pt x="3" y="16"/>
                    <a:pt x="7" y="16"/>
                  </a:cubicBezTo>
                  <a:cubicBezTo>
                    <a:pt x="58" y="16"/>
                    <a:pt x="58" y="16"/>
                    <a:pt x="58" y="16"/>
                  </a:cubicBezTo>
                  <a:cubicBezTo>
                    <a:pt x="62" y="16"/>
                    <a:pt x="65" y="12"/>
                    <a:pt x="65" y="8"/>
                  </a:cubicBezTo>
                  <a:cubicBezTo>
                    <a:pt x="65" y="4"/>
                    <a:pt x="62" y="0"/>
                    <a:pt x="5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95" name="Freeform 18"/>
            <p:cNvSpPr/>
            <p:nvPr/>
          </p:nvSpPr>
          <p:spPr bwMode="auto">
            <a:xfrm>
              <a:off x="7823201" y="2427288"/>
              <a:ext cx="247650" cy="60325"/>
            </a:xfrm>
            <a:custGeom>
              <a:avLst/>
              <a:gdLst>
                <a:gd name="T0" fmla="*/ 65 w 65"/>
                <a:gd name="T1" fmla="*/ 8 h 16"/>
                <a:gd name="T2" fmla="*/ 58 w 65"/>
                <a:gd name="T3" fmla="*/ 0 h 16"/>
                <a:gd name="T4" fmla="*/ 7 w 65"/>
                <a:gd name="T5" fmla="*/ 0 h 16"/>
                <a:gd name="T6" fmla="*/ 0 w 65"/>
                <a:gd name="T7" fmla="*/ 8 h 16"/>
                <a:gd name="T8" fmla="*/ 7 w 65"/>
                <a:gd name="T9" fmla="*/ 16 h 16"/>
                <a:gd name="T10" fmla="*/ 58 w 65"/>
                <a:gd name="T11" fmla="*/ 16 h 16"/>
                <a:gd name="T12" fmla="*/ 65 w 65"/>
                <a:gd name="T13" fmla="*/ 8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" h="16">
                  <a:moveTo>
                    <a:pt x="65" y="8"/>
                  </a:moveTo>
                  <a:cubicBezTo>
                    <a:pt x="65" y="4"/>
                    <a:pt x="62" y="0"/>
                    <a:pt x="58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4"/>
                    <a:pt x="0" y="8"/>
                  </a:cubicBezTo>
                  <a:cubicBezTo>
                    <a:pt x="0" y="12"/>
                    <a:pt x="3" y="16"/>
                    <a:pt x="7" y="16"/>
                  </a:cubicBezTo>
                  <a:cubicBezTo>
                    <a:pt x="58" y="16"/>
                    <a:pt x="58" y="16"/>
                    <a:pt x="58" y="16"/>
                  </a:cubicBezTo>
                  <a:cubicBezTo>
                    <a:pt x="62" y="16"/>
                    <a:pt x="65" y="12"/>
                    <a:pt x="65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96" name="Freeform 19"/>
            <p:cNvSpPr>
              <a:spLocks noEditPoints="1"/>
            </p:cNvSpPr>
            <p:nvPr/>
          </p:nvSpPr>
          <p:spPr bwMode="auto">
            <a:xfrm>
              <a:off x="7694613" y="2238375"/>
              <a:ext cx="103188" cy="104775"/>
            </a:xfrm>
            <a:custGeom>
              <a:avLst/>
              <a:gdLst>
                <a:gd name="T0" fmla="*/ 65 w 65"/>
                <a:gd name="T1" fmla="*/ 0 h 66"/>
                <a:gd name="T2" fmla="*/ 0 w 65"/>
                <a:gd name="T3" fmla="*/ 0 h 66"/>
                <a:gd name="T4" fmla="*/ 0 w 65"/>
                <a:gd name="T5" fmla="*/ 66 h 66"/>
                <a:gd name="T6" fmla="*/ 65 w 65"/>
                <a:gd name="T7" fmla="*/ 66 h 66"/>
                <a:gd name="T8" fmla="*/ 65 w 65"/>
                <a:gd name="T9" fmla="*/ 0 h 66"/>
                <a:gd name="T10" fmla="*/ 48 w 65"/>
                <a:gd name="T11" fmla="*/ 50 h 66"/>
                <a:gd name="T12" fmla="*/ 17 w 65"/>
                <a:gd name="T13" fmla="*/ 50 h 66"/>
                <a:gd name="T14" fmla="*/ 17 w 65"/>
                <a:gd name="T15" fmla="*/ 19 h 66"/>
                <a:gd name="T16" fmla="*/ 48 w 65"/>
                <a:gd name="T17" fmla="*/ 19 h 66"/>
                <a:gd name="T18" fmla="*/ 48 w 65"/>
                <a:gd name="T19" fmla="*/ 5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5" h="66">
                  <a:moveTo>
                    <a:pt x="65" y="0"/>
                  </a:moveTo>
                  <a:lnTo>
                    <a:pt x="0" y="0"/>
                  </a:lnTo>
                  <a:lnTo>
                    <a:pt x="0" y="66"/>
                  </a:lnTo>
                  <a:lnTo>
                    <a:pt x="65" y="66"/>
                  </a:lnTo>
                  <a:lnTo>
                    <a:pt x="65" y="0"/>
                  </a:lnTo>
                  <a:close/>
                  <a:moveTo>
                    <a:pt x="48" y="50"/>
                  </a:moveTo>
                  <a:lnTo>
                    <a:pt x="17" y="50"/>
                  </a:lnTo>
                  <a:lnTo>
                    <a:pt x="17" y="19"/>
                  </a:lnTo>
                  <a:lnTo>
                    <a:pt x="48" y="19"/>
                  </a:lnTo>
                  <a:lnTo>
                    <a:pt x="48" y="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97" name="Freeform 20"/>
            <p:cNvSpPr>
              <a:spLocks noEditPoints="1"/>
            </p:cNvSpPr>
            <p:nvPr/>
          </p:nvSpPr>
          <p:spPr bwMode="auto">
            <a:xfrm>
              <a:off x="7694613" y="2405063"/>
              <a:ext cx="103188" cy="104775"/>
            </a:xfrm>
            <a:custGeom>
              <a:avLst/>
              <a:gdLst>
                <a:gd name="T0" fmla="*/ 65 w 65"/>
                <a:gd name="T1" fmla="*/ 0 h 66"/>
                <a:gd name="T2" fmla="*/ 0 w 65"/>
                <a:gd name="T3" fmla="*/ 0 h 66"/>
                <a:gd name="T4" fmla="*/ 0 w 65"/>
                <a:gd name="T5" fmla="*/ 66 h 66"/>
                <a:gd name="T6" fmla="*/ 65 w 65"/>
                <a:gd name="T7" fmla="*/ 66 h 66"/>
                <a:gd name="T8" fmla="*/ 65 w 65"/>
                <a:gd name="T9" fmla="*/ 0 h 66"/>
                <a:gd name="T10" fmla="*/ 48 w 65"/>
                <a:gd name="T11" fmla="*/ 47 h 66"/>
                <a:gd name="T12" fmla="*/ 17 w 65"/>
                <a:gd name="T13" fmla="*/ 47 h 66"/>
                <a:gd name="T14" fmla="*/ 17 w 65"/>
                <a:gd name="T15" fmla="*/ 16 h 66"/>
                <a:gd name="T16" fmla="*/ 48 w 65"/>
                <a:gd name="T17" fmla="*/ 16 h 66"/>
                <a:gd name="T18" fmla="*/ 48 w 65"/>
                <a:gd name="T19" fmla="*/ 4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5" h="66">
                  <a:moveTo>
                    <a:pt x="65" y="0"/>
                  </a:moveTo>
                  <a:lnTo>
                    <a:pt x="0" y="0"/>
                  </a:lnTo>
                  <a:lnTo>
                    <a:pt x="0" y="66"/>
                  </a:lnTo>
                  <a:lnTo>
                    <a:pt x="65" y="66"/>
                  </a:lnTo>
                  <a:lnTo>
                    <a:pt x="65" y="0"/>
                  </a:lnTo>
                  <a:close/>
                  <a:moveTo>
                    <a:pt x="48" y="47"/>
                  </a:moveTo>
                  <a:lnTo>
                    <a:pt x="17" y="47"/>
                  </a:lnTo>
                  <a:lnTo>
                    <a:pt x="17" y="16"/>
                  </a:lnTo>
                  <a:lnTo>
                    <a:pt x="48" y="16"/>
                  </a:lnTo>
                  <a:lnTo>
                    <a:pt x="48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98" name="Freeform 21"/>
            <p:cNvSpPr>
              <a:spLocks noEditPoints="1"/>
            </p:cNvSpPr>
            <p:nvPr/>
          </p:nvSpPr>
          <p:spPr bwMode="auto">
            <a:xfrm>
              <a:off x="7694613" y="2571750"/>
              <a:ext cx="103188" cy="104775"/>
            </a:xfrm>
            <a:custGeom>
              <a:avLst/>
              <a:gdLst>
                <a:gd name="T0" fmla="*/ 0 w 65"/>
                <a:gd name="T1" fmla="*/ 66 h 66"/>
                <a:gd name="T2" fmla="*/ 65 w 65"/>
                <a:gd name="T3" fmla="*/ 66 h 66"/>
                <a:gd name="T4" fmla="*/ 65 w 65"/>
                <a:gd name="T5" fmla="*/ 0 h 66"/>
                <a:gd name="T6" fmla="*/ 0 w 65"/>
                <a:gd name="T7" fmla="*/ 0 h 66"/>
                <a:gd name="T8" fmla="*/ 0 w 65"/>
                <a:gd name="T9" fmla="*/ 66 h 66"/>
                <a:gd name="T10" fmla="*/ 17 w 65"/>
                <a:gd name="T11" fmla="*/ 16 h 66"/>
                <a:gd name="T12" fmla="*/ 48 w 65"/>
                <a:gd name="T13" fmla="*/ 16 h 66"/>
                <a:gd name="T14" fmla="*/ 48 w 65"/>
                <a:gd name="T15" fmla="*/ 47 h 66"/>
                <a:gd name="T16" fmla="*/ 17 w 65"/>
                <a:gd name="T17" fmla="*/ 47 h 66"/>
                <a:gd name="T18" fmla="*/ 17 w 65"/>
                <a:gd name="T19" fmla="*/ 1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5" h="66">
                  <a:moveTo>
                    <a:pt x="0" y="66"/>
                  </a:moveTo>
                  <a:lnTo>
                    <a:pt x="65" y="66"/>
                  </a:lnTo>
                  <a:lnTo>
                    <a:pt x="65" y="0"/>
                  </a:lnTo>
                  <a:lnTo>
                    <a:pt x="0" y="0"/>
                  </a:lnTo>
                  <a:lnTo>
                    <a:pt x="0" y="66"/>
                  </a:lnTo>
                  <a:close/>
                  <a:moveTo>
                    <a:pt x="17" y="16"/>
                  </a:moveTo>
                  <a:lnTo>
                    <a:pt x="48" y="16"/>
                  </a:lnTo>
                  <a:lnTo>
                    <a:pt x="48" y="47"/>
                  </a:lnTo>
                  <a:lnTo>
                    <a:pt x="17" y="47"/>
                  </a:lnTo>
                  <a:lnTo>
                    <a:pt x="17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99" name="Freeform 22"/>
            <p:cNvSpPr/>
            <p:nvPr/>
          </p:nvSpPr>
          <p:spPr bwMode="auto">
            <a:xfrm>
              <a:off x="7823201" y="2593975"/>
              <a:ext cx="201613" cy="57150"/>
            </a:xfrm>
            <a:custGeom>
              <a:avLst/>
              <a:gdLst>
                <a:gd name="T0" fmla="*/ 0 w 53"/>
                <a:gd name="T1" fmla="*/ 8 h 15"/>
                <a:gd name="T2" fmla="*/ 7 w 53"/>
                <a:gd name="T3" fmla="*/ 15 h 15"/>
                <a:gd name="T4" fmla="*/ 35 w 53"/>
                <a:gd name="T5" fmla="*/ 15 h 15"/>
                <a:gd name="T6" fmla="*/ 53 w 53"/>
                <a:gd name="T7" fmla="*/ 0 h 15"/>
                <a:gd name="T8" fmla="*/ 7 w 53"/>
                <a:gd name="T9" fmla="*/ 0 h 15"/>
                <a:gd name="T10" fmla="*/ 0 w 53"/>
                <a:gd name="T11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" h="15">
                  <a:moveTo>
                    <a:pt x="0" y="8"/>
                  </a:moveTo>
                  <a:cubicBezTo>
                    <a:pt x="0" y="12"/>
                    <a:pt x="3" y="15"/>
                    <a:pt x="7" y="15"/>
                  </a:cubicBezTo>
                  <a:cubicBezTo>
                    <a:pt x="35" y="15"/>
                    <a:pt x="35" y="15"/>
                    <a:pt x="35" y="15"/>
                  </a:cubicBezTo>
                  <a:cubicBezTo>
                    <a:pt x="40" y="9"/>
                    <a:pt x="46" y="4"/>
                    <a:pt x="53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00" name="Freeform 23"/>
            <p:cNvSpPr>
              <a:spLocks noEditPoints="1"/>
            </p:cNvSpPr>
            <p:nvPr/>
          </p:nvSpPr>
          <p:spPr bwMode="auto">
            <a:xfrm>
              <a:off x="7523163" y="1893888"/>
              <a:ext cx="719138" cy="1006475"/>
            </a:xfrm>
            <a:custGeom>
              <a:avLst/>
              <a:gdLst>
                <a:gd name="T0" fmla="*/ 48 w 189"/>
                <a:gd name="T1" fmla="*/ 244 h 266"/>
                <a:gd name="T2" fmla="*/ 22 w 189"/>
                <a:gd name="T3" fmla="*/ 218 h 266"/>
                <a:gd name="T4" fmla="*/ 22 w 189"/>
                <a:gd name="T5" fmla="*/ 80 h 266"/>
                <a:gd name="T6" fmla="*/ 48 w 189"/>
                <a:gd name="T7" fmla="*/ 54 h 266"/>
                <a:gd name="T8" fmla="*/ 57 w 189"/>
                <a:gd name="T9" fmla="*/ 54 h 266"/>
                <a:gd name="T10" fmla="*/ 69 w 189"/>
                <a:gd name="T11" fmla="*/ 63 h 266"/>
                <a:gd name="T12" fmla="*/ 121 w 189"/>
                <a:gd name="T13" fmla="*/ 63 h 266"/>
                <a:gd name="T14" fmla="*/ 133 w 189"/>
                <a:gd name="T15" fmla="*/ 54 h 266"/>
                <a:gd name="T16" fmla="*/ 141 w 189"/>
                <a:gd name="T17" fmla="*/ 54 h 266"/>
                <a:gd name="T18" fmla="*/ 167 w 189"/>
                <a:gd name="T19" fmla="*/ 80 h 266"/>
                <a:gd name="T20" fmla="*/ 167 w 189"/>
                <a:gd name="T21" fmla="*/ 178 h 266"/>
                <a:gd name="T22" fmla="*/ 189 w 189"/>
                <a:gd name="T23" fmla="*/ 184 h 266"/>
                <a:gd name="T24" fmla="*/ 189 w 189"/>
                <a:gd name="T25" fmla="*/ 80 h 266"/>
                <a:gd name="T26" fmla="*/ 141 w 189"/>
                <a:gd name="T27" fmla="*/ 32 h 266"/>
                <a:gd name="T28" fmla="*/ 133 w 189"/>
                <a:gd name="T29" fmla="*/ 32 h 266"/>
                <a:gd name="T30" fmla="*/ 121 w 189"/>
                <a:gd name="T31" fmla="*/ 22 h 266"/>
                <a:gd name="T32" fmla="*/ 117 w 189"/>
                <a:gd name="T33" fmla="*/ 22 h 266"/>
                <a:gd name="T34" fmla="*/ 95 w 189"/>
                <a:gd name="T35" fmla="*/ 0 h 266"/>
                <a:gd name="T36" fmla="*/ 72 w 189"/>
                <a:gd name="T37" fmla="*/ 22 h 266"/>
                <a:gd name="T38" fmla="*/ 69 w 189"/>
                <a:gd name="T39" fmla="*/ 22 h 266"/>
                <a:gd name="T40" fmla="*/ 56 w 189"/>
                <a:gd name="T41" fmla="*/ 32 h 266"/>
                <a:gd name="T42" fmla="*/ 48 w 189"/>
                <a:gd name="T43" fmla="*/ 32 h 266"/>
                <a:gd name="T44" fmla="*/ 0 w 189"/>
                <a:gd name="T45" fmla="*/ 80 h 266"/>
                <a:gd name="T46" fmla="*/ 0 w 189"/>
                <a:gd name="T47" fmla="*/ 218 h 266"/>
                <a:gd name="T48" fmla="*/ 48 w 189"/>
                <a:gd name="T49" fmla="*/ 266 h 266"/>
                <a:gd name="T50" fmla="*/ 107 w 189"/>
                <a:gd name="T51" fmla="*/ 266 h 266"/>
                <a:gd name="T52" fmla="*/ 101 w 189"/>
                <a:gd name="T53" fmla="*/ 244 h 266"/>
                <a:gd name="T54" fmla="*/ 48 w 189"/>
                <a:gd name="T55" fmla="*/ 244 h 266"/>
                <a:gd name="T56" fmla="*/ 95 w 189"/>
                <a:gd name="T57" fmla="*/ 14 h 266"/>
                <a:gd name="T58" fmla="*/ 103 w 189"/>
                <a:gd name="T59" fmla="*/ 22 h 266"/>
                <a:gd name="T60" fmla="*/ 86 w 189"/>
                <a:gd name="T61" fmla="*/ 22 h 266"/>
                <a:gd name="T62" fmla="*/ 95 w 189"/>
                <a:gd name="T63" fmla="*/ 14 h 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89" h="266">
                  <a:moveTo>
                    <a:pt x="48" y="244"/>
                  </a:moveTo>
                  <a:cubicBezTo>
                    <a:pt x="34" y="244"/>
                    <a:pt x="22" y="232"/>
                    <a:pt x="22" y="218"/>
                  </a:cubicBezTo>
                  <a:cubicBezTo>
                    <a:pt x="22" y="80"/>
                    <a:pt x="22" y="80"/>
                    <a:pt x="22" y="80"/>
                  </a:cubicBezTo>
                  <a:cubicBezTo>
                    <a:pt x="22" y="65"/>
                    <a:pt x="34" y="54"/>
                    <a:pt x="48" y="54"/>
                  </a:cubicBezTo>
                  <a:cubicBezTo>
                    <a:pt x="57" y="54"/>
                    <a:pt x="57" y="54"/>
                    <a:pt x="57" y="54"/>
                  </a:cubicBezTo>
                  <a:cubicBezTo>
                    <a:pt x="58" y="59"/>
                    <a:pt x="63" y="63"/>
                    <a:pt x="69" y="63"/>
                  </a:cubicBezTo>
                  <a:cubicBezTo>
                    <a:pt x="121" y="63"/>
                    <a:pt x="121" y="63"/>
                    <a:pt x="121" y="63"/>
                  </a:cubicBezTo>
                  <a:cubicBezTo>
                    <a:pt x="126" y="63"/>
                    <a:pt x="131" y="59"/>
                    <a:pt x="133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55" y="54"/>
                    <a:pt x="167" y="65"/>
                    <a:pt x="167" y="80"/>
                  </a:cubicBezTo>
                  <a:cubicBezTo>
                    <a:pt x="167" y="178"/>
                    <a:pt x="167" y="178"/>
                    <a:pt x="167" y="178"/>
                  </a:cubicBezTo>
                  <a:cubicBezTo>
                    <a:pt x="175" y="179"/>
                    <a:pt x="182" y="181"/>
                    <a:pt x="189" y="184"/>
                  </a:cubicBezTo>
                  <a:cubicBezTo>
                    <a:pt x="189" y="80"/>
                    <a:pt x="189" y="80"/>
                    <a:pt x="189" y="80"/>
                  </a:cubicBezTo>
                  <a:cubicBezTo>
                    <a:pt x="189" y="53"/>
                    <a:pt x="167" y="32"/>
                    <a:pt x="141" y="32"/>
                  </a:cubicBezTo>
                  <a:cubicBezTo>
                    <a:pt x="133" y="32"/>
                    <a:pt x="133" y="32"/>
                    <a:pt x="133" y="32"/>
                  </a:cubicBezTo>
                  <a:cubicBezTo>
                    <a:pt x="131" y="26"/>
                    <a:pt x="126" y="22"/>
                    <a:pt x="121" y="22"/>
                  </a:cubicBezTo>
                  <a:cubicBezTo>
                    <a:pt x="117" y="22"/>
                    <a:pt x="117" y="22"/>
                    <a:pt x="117" y="22"/>
                  </a:cubicBezTo>
                  <a:cubicBezTo>
                    <a:pt x="117" y="10"/>
                    <a:pt x="107" y="0"/>
                    <a:pt x="95" y="0"/>
                  </a:cubicBezTo>
                  <a:cubicBezTo>
                    <a:pt x="82" y="0"/>
                    <a:pt x="72" y="10"/>
                    <a:pt x="72" y="22"/>
                  </a:cubicBezTo>
                  <a:cubicBezTo>
                    <a:pt x="69" y="22"/>
                    <a:pt x="69" y="22"/>
                    <a:pt x="69" y="22"/>
                  </a:cubicBezTo>
                  <a:cubicBezTo>
                    <a:pt x="63" y="22"/>
                    <a:pt x="58" y="26"/>
                    <a:pt x="56" y="32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22" y="32"/>
                    <a:pt x="0" y="53"/>
                    <a:pt x="0" y="80"/>
                  </a:cubicBezTo>
                  <a:cubicBezTo>
                    <a:pt x="0" y="218"/>
                    <a:pt x="0" y="218"/>
                    <a:pt x="0" y="218"/>
                  </a:cubicBezTo>
                  <a:cubicBezTo>
                    <a:pt x="0" y="244"/>
                    <a:pt x="22" y="266"/>
                    <a:pt x="48" y="266"/>
                  </a:cubicBezTo>
                  <a:cubicBezTo>
                    <a:pt x="107" y="266"/>
                    <a:pt x="107" y="266"/>
                    <a:pt x="107" y="266"/>
                  </a:cubicBezTo>
                  <a:cubicBezTo>
                    <a:pt x="104" y="259"/>
                    <a:pt x="102" y="252"/>
                    <a:pt x="101" y="244"/>
                  </a:cubicBezTo>
                  <a:lnTo>
                    <a:pt x="48" y="244"/>
                  </a:lnTo>
                  <a:close/>
                  <a:moveTo>
                    <a:pt x="95" y="14"/>
                  </a:moveTo>
                  <a:cubicBezTo>
                    <a:pt x="99" y="14"/>
                    <a:pt x="103" y="17"/>
                    <a:pt x="103" y="22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6" y="17"/>
                    <a:pt x="90" y="14"/>
                    <a:pt x="95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01" name="Freeform 24"/>
            <p:cNvSpPr>
              <a:spLocks noEditPoints="1"/>
            </p:cNvSpPr>
            <p:nvPr/>
          </p:nvSpPr>
          <p:spPr bwMode="auto">
            <a:xfrm>
              <a:off x="7948613" y="2605088"/>
              <a:ext cx="376238" cy="379412"/>
            </a:xfrm>
            <a:custGeom>
              <a:avLst/>
              <a:gdLst>
                <a:gd name="T0" fmla="*/ 49 w 99"/>
                <a:gd name="T1" fmla="*/ 0 h 100"/>
                <a:gd name="T2" fmla="*/ 0 w 99"/>
                <a:gd name="T3" fmla="*/ 50 h 100"/>
                <a:gd name="T4" fmla="*/ 49 w 99"/>
                <a:gd name="T5" fmla="*/ 100 h 100"/>
                <a:gd name="T6" fmla="*/ 99 w 99"/>
                <a:gd name="T7" fmla="*/ 50 h 100"/>
                <a:gd name="T8" fmla="*/ 49 w 99"/>
                <a:gd name="T9" fmla="*/ 0 h 100"/>
                <a:gd name="T10" fmla="*/ 45 w 99"/>
                <a:gd name="T11" fmla="*/ 77 h 100"/>
                <a:gd name="T12" fmla="*/ 37 w 99"/>
                <a:gd name="T13" fmla="*/ 77 h 100"/>
                <a:gd name="T14" fmla="*/ 23 w 99"/>
                <a:gd name="T15" fmla="*/ 49 h 100"/>
                <a:gd name="T16" fmla="*/ 31 w 99"/>
                <a:gd name="T17" fmla="*/ 44 h 100"/>
                <a:gd name="T18" fmla="*/ 39 w 99"/>
                <a:gd name="T19" fmla="*/ 62 h 100"/>
                <a:gd name="T20" fmla="*/ 60 w 99"/>
                <a:gd name="T21" fmla="*/ 23 h 100"/>
                <a:gd name="T22" fmla="*/ 75 w 99"/>
                <a:gd name="T23" fmla="*/ 23 h 100"/>
                <a:gd name="T24" fmla="*/ 45 w 99"/>
                <a:gd name="T25" fmla="*/ 77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9" h="100">
                  <a:moveTo>
                    <a:pt x="49" y="0"/>
                  </a:moveTo>
                  <a:cubicBezTo>
                    <a:pt x="22" y="0"/>
                    <a:pt x="0" y="23"/>
                    <a:pt x="0" y="50"/>
                  </a:cubicBezTo>
                  <a:cubicBezTo>
                    <a:pt x="0" y="77"/>
                    <a:pt x="22" y="100"/>
                    <a:pt x="49" y="100"/>
                  </a:cubicBezTo>
                  <a:cubicBezTo>
                    <a:pt x="76" y="100"/>
                    <a:pt x="99" y="77"/>
                    <a:pt x="99" y="50"/>
                  </a:cubicBezTo>
                  <a:cubicBezTo>
                    <a:pt x="99" y="23"/>
                    <a:pt x="76" y="0"/>
                    <a:pt x="49" y="0"/>
                  </a:cubicBezTo>
                  <a:close/>
                  <a:moveTo>
                    <a:pt x="45" y="77"/>
                  </a:moveTo>
                  <a:cubicBezTo>
                    <a:pt x="37" y="77"/>
                    <a:pt x="37" y="77"/>
                    <a:pt x="37" y="77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60" y="23"/>
                    <a:pt x="60" y="23"/>
                    <a:pt x="60" y="23"/>
                  </a:cubicBezTo>
                  <a:cubicBezTo>
                    <a:pt x="75" y="23"/>
                    <a:pt x="75" y="23"/>
                    <a:pt x="75" y="23"/>
                  </a:cubicBezTo>
                  <a:lnTo>
                    <a:pt x="45" y="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102" name="Group 101"/>
          <p:cNvGrpSpPr/>
          <p:nvPr/>
        </p:nvGrpSpPr>
        <p:grpSpPr>
          <a:xfrm>
            <a:off x="9505529" y="2269849"/>
            <a:ext cx="377130" cy="356178"/>
            <a:chOff x="10261600" y="2471738"/>
            <a:chExt cx="514350" cy="485775"/>
          </a:xfrm>
          <a:solidFill>
            <a:schemeClr val="bg1"/>
          </a:solidFill>
        </p:grpSpPr>
        <p:sp>
          <p:nvSpPr>
            <p:cNvPr id="103" name="Freeform 16"/>
            <p:cNvSpPr/>
            <p:nvPr/>
          </p:nvSpPr>
          <p:spPr bwMode="auto">
            <a:xfrm>
              <a:off x="10261600" y="2722563"/>
              <a:ext cx="476250" cy="234950"/>
            </a:xfrm>
            <a:custGeom>
              <a:avLst/>
              <a:gdLst>
                <a:gd name="T0" fmla="*/ 121 w 124"/>
                <a:gd name="T1" fmla="*/ 19 h 61"/>
                <a:gd name="T2" fmla="*/ 116 w 124"/>
                <a:gd name="T3" fmla="*/ 21 h 61"/>
                <a:gd name="T4" fmla="*/ 66 w 124"/>
                <a:gd name="T5" fmla="*/ 53 h 61"/>
                <a:gd name="T6" fmla="*/ 19 w 124"/>
                <a:gd name="T7" fmla="*/ 25 h 61"/>
                <a:gd name="T8" fmla="*/ 29 w 124"/>
                <a:gd name="T9" fmla="*/ 19 h 61"/>
                <a:gd name="T10" fmla="*/ 29 w 124"/>
                <a:gd name="T11" fmla="*/ 16 h 61"/>
                <a:gd name="T12" fmla="*/ 3 w 124"/>
                <a:gd name="T13" fmla="*/ 1 h 61"/>
                <a:gd name="T14" fmla="*/ 0 w 124"/>
                <a:gd name="T15" fmla="*/ 2 h 61"/>
                <a:gd name="T16" fmla="*/ 0 w 124"/>
                <a:gd name="T17" fmla="*/ 32 h 61"/>
                <a:gd name="T18" fmla="*/ 3 w 124"/>
                <a:gd name="T19" fmla="*/ 34 h 61"/>
                <a:gd name="T20" fmla="*/ 12 w 124"/>
                <a:gd name="T21" fmla="*/ 29 h 61"/>
                <a:gd name="T22" fmla="*/ 66 w 124"/>
                <a:gd name="T23" fmla="*/ 61 h 61"/>
                <a:gd name="T24" fmla="*/ 123 w 124"/>
                <a:gd name="T25" fmla="*/ 24 h 61"/>
                <a:gd name="T26" fmla="*/ 121 w 124"/>
                <a:gd name="T27" fmla="*/ 19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4" h="61">
                  <a:moveTo>
                    <a:pt x="121" y="19"/>
                  </a:moveTo>
                  <a:cubicBezTo>
                    <a:pt x="119" y="18"/>
                    <a:pt x="117" y="19"/>
                    <a:pt x="116" y="21"/>
                  </a:cubicBezTo>
                  <a:cubicBezTo>
                    <a:pt x="108" y="41"/>
                    <a:pt x="88" y="53"/>
                    <a:pt x="66" y="53"/>
                  </a:cubicBezTo>
                  <a:cubicBezTo>
                    <a:pt x="46" y="53"/>
                    <a:pt x="28" y="42"/>
                    <a:pt x="19" y="25"/>
                  </a:cubicBezTo>
                  <a:cubicBezTo>
                    <a:pt x="24" y="22"/>
                    <a:pt x="29" y="20"/>
                    <a:pt x="29" y="19"/>
                  </a:cubicBezTo>
                  <a:cubicBezTo>
                    <a:pt x="31" y="18"/>
                    <a:pt x="31" y="17"/>
                    <a:pt x="29" y="16"/>
                  </a:cubicBezTo>
                  <a:cubicBezTo>
                    <a:pt x="28" y="15"/>
                    <a:pt x="4" y="1"/>
                    <a:pt x="3" y="1"/>
                  </a:cubicBezTo>
                  <a:cubicBezTo>
                    <a:pt x="2" y="0"/>
                    <a:pt x="0" y="1"/>
                    <a:pt x="0" y="2"/>
                  </a:cubicBezTo>
                  <a:cubicBezTo>
                    <a:pt x="0" y="4"/>
                    <a:pt x="0" y="30"/>
                    <a:pt x="0" y="32"/>
                  </a:cubicBezTo>
                  <a:cubicBezTo>
                    <a:pt x="0" y="34"/>
                    <a:pt x="1" y="35"/>
                    <a:pt x="3" y="34"/>
                  </a:cubicBezTo>
                  <a:cubicBezTo>
                    <a:pt x="3" y="34"/>
                    <a:pt x="7" y="32"/>
                    <a:pt x="12" y="29"/>
                  </a:cubicBezTo>
                  <a:cubicBezTo>
                    <a:pt x="23" y="49"/>
                    <a:pt x="43" y="61"/>
                    <a:pt x="66" y="61"/>
                  </a:cubicBezTo>
                  <a:cubicBezTo>
                    <a:pt x="91" y="61"/>
                    <a:pt x="114" y="47"/>
                    <a:pt x="123" y="24"/>
                  </a:cubicBezTo>
                  <a:cubicBezTo>
                    <a:pt x="124" y="22"/>
                    <a:pt x="123" y="20"/>
                    <a:pt x="121" y="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04" name="Freeform 17"/>
            <p:cNvSpPr/>
            <p:nvPr/>
          </p:nvSpPr>
          <p:spPr bwMode="auto">
            <a:xfrm>
              <a:off x="10296525" y="2471738"/>
              <a:ext cx="479425" cy="239712"/>
            </a:xfrm>
            <a:custGeom>
              <a:avLst/>
              <a:gdLst>
                <a:gd name="T0" fmla="*/ 125 w 125"/>
                <a:gd name="T1" fmla="*/ 29 h 62"/>
                <a:gd name="T2" fmla="*/ 122 w 125"/>
                <a:gd name="T3" fmla="*/ 28 h 62"/>
                <a:gd name="T4" fmla="*/ 112 w 125"/>
                <a:gd name="T5" fmla="*/ 33 h 62"/>
                <a:gd name="T6" fmla="*/ 57 w 125"/>
                <a:gd name="T7" fmla="*/ 0 h 62"/>
                <a:gd name="T8" fmla="*/ 0 w 125"/>
                <a:gd name="T9" fmla="*/ 38 h 62"/>
                <a:gd name="T10" fmla="*/ 2 w 125"/>
                <a:gd name="T11" fmla="*/ 43 h 62"/>
                <a:gd name="T12" fmla="*/ 8 w 125"/>
                <a:gd name="T13" fmla="*/ 41 h 62"/>
                <a:gd name="T14" fmla="*/ 57 w 125"/>
                <a:gd name="T15" fmla="*/ 8 h 62"/>
                <a:gd name="T16" fmla="*/ 106 w 125"/>
                <a:gd name="T17" fmla="*/ 37 h 62"/>
                <a:gd name="T18" fmla="*/ 96 w 125"/>
                <a:gd name="T19" fmla="*/ 43 h 62"/>
                <a:gd name="T20" fmla="*/ 96 w 125"/>
                <a:gd name="T21" fmla="*/ 46 h 62"/>
                <a:gd name="T22" fmla="*/ 122 w 125"/>
                <a:gd name="T23" fmla="*/ 61 h 62"/>
                <a:gd name="T24" fmla="*/ 125 w 125"/>
                <a:gd name="T25" fmla="*/ 60 h 62"/>
                <a:gd name="T26" fmla="*/ 125 w 125"/>
                <a:gd name="T27" fmla="*/ 29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5" h="62">
                  <a:moveTo>
                    <a:pt x="125" y="29"/>
                  </a:moveTo>
                  <a:cubicBezTo>
                    <a:pt x="125" y="28"/>
                    <a:pt x="124" y="27"/>
                    <a:pt x="122" y="28"/>
                  </a:cubicBezTo>
                  <a:cubicBezTo>
                    <a:pt x="122" y="28"/>
                    <a:pt x="118" y="30"/>
                    <a:pt x="112" y="33"/>
                  </a:cubicBezTo>
                  <a:cubicBezTo>
                    <a:pt x="103" y="13"/>
                    <a:pt x="82" y="0"/>
                    <a:pt x="57" y="0"/>
                  </a:cubicBezTo>
                  <a:cubicBezTo>
                    <a:pt x="32" y="0"/>
                    <a:pt x="10" y="15"/>
                    <a:pt x="0" y="38"/>
                  </a:cubicBezTo>
                  <a:cubicBezTo>
                    <a:pt x="0" y="40"/>
                    <a:pt x="0" y="42"/>
                    <a:pt x="2" y="43"/>
                  </a:cubicBezTo>
                  <a:cubicBezTo>
                    <a:pt x="5" y="44"/>
                    <a:pt x="7" y="43"/>
                    <a:pt x="8" y="41"/>
                  </a:cubicBezTo>
                  <a:cubicBezTo>
                    <a:pt x="16" y="21"/>
                    <a:pt x="36" y="8"/>
                    <a:pt x="57" y="8"/>
                  </a:cubicBezTo>
                  <a:cubicBezTo>
                    <a:pt x="79" y="8"/>
                    <a:pt x="97" y="19"/>
                    <a:pt x="106" y="37"/>
                  </a:cubicBezTo>
                  <a:cubicBezTo>
                    <a:pt x="101" y="40"/>
                    <a:pt x="96" y="43"/>
                    <a:pt x="96" y="43"/>
                  </a:cubicBezTo>
                  <a:cubicBezTo>
                    <a:pt x="94" y="44"/>
                    <a:pt x="94" y="46"/>
                    <a:pt x="96" y="46"/>
                  </a:cubicBezTo>
                  <a:cubicBezTo>
                    <a:pt x="97" y="47"/>
                    <a:pt x="121" y="60"/>
                    <a:pt x="122" y="61"/>
                  </a:cubicBezTo>
                  <a:cubicBezTo>
                    <a:pt x="124" y="62"/>
                    <a:pt x="125" y="61"/>
                    <a:pt x="125" y="60"/>
                  </a:cubicBezTo>
                  <a:cubicBezTo>
                    <a:pt x="125" y="57"/>
                    <a:pt x="125" y="31"/>
                    <a:pt x="125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105" name="Group 104"/>
          <p:cNvGrpSpPr/>
          <p:nvPr/>
        </p:nvGrpSpPr>
        <p:grpSpPr>
          <a:xfrm>
            <a:off x="7470865" y="3729074"/>
            <a:ext cx="321343" cy="298862"/>
            <a:chOff x="3338513" y="696913"/>
            <a:chExt cx="771525" cy="717550"/>
          </a:xfrm>
          <a:solidFill>
            <a:schemeClr val="bg1"/>
          </a:solidFill>
        </p:grpSpPr>
        <p:sp>
          <p:nvSpPr>
            <p:cNvPr id="106" name="Freeform 23"/>
            <p:cNvSpPr/>
            <p:nvPr/>
          </p:nvSpPr>
          <p:spPr bwMode="auto">
            <a:xfrm>
              <a:off x="3586163" y="696913"/>
              <a:ext cx="523875" cy="717550"/>
            </a:xfrm>
            <a:custGeom>
              <a:avLst/>
              <a:gdLst>
                <a:gd name="T0" fmla="*/ 115 w 125"/>
                <a:gd name="T1" fmla="*/ 63 h 171"/>
                <a:gd name="T2" fmla="*/ 69 w 125"/>
                <a:gd name="T3" fmla="*/ 63 h 171"/>
                <a:gd name="T4" fmla="*/ 85 w 125"/>
                <a:gd name="T5" fmla="*/ 32 h 171"/>
                <a:gd name="T6" fmla="*/ 74 w 125"/>
                <a:gd name="T7" fmla="*/ 0 h 171"/>
                <a:gd name="T8" fmla="*/ 61 w 125"/>
                <a:gd name="T9" fmla="*/ 21 h 171"/>
                <a:gd name="T10" fmla="*/ 37 w 125"/>
                <a:gd name="T11" fmla="*/ 53 h 171"/>
                <a:gd name="T12" fmla="*/ 0 w 125"/>
                <a:gd name="T13" fmla="*/ 70 h 171"/>
                <a:gd name="T14" fmla="*/ 0 w 125"/>
                <a:gd name="T15" fmla="*/ 71 h 171"/>
                <a:gd name="T16" fmla="*/ 0 w 125"/>
                <a:gd name="T17" fmla="*/ 148 h 171"/>
                <a:gd name="T18" fmla="*/ 26 w 125"/>
                <a:gd name="T19" fmla="*/ 155 h 171"/>
                <a:gd name="T20" fmla="*/ 76 w 125"/>
                <a:gd name="T21" fmla="*/ 171 h 171"/>
                <a:gd name="T22" fmla="*/ 91 w 125"/>
                <a:gd name="T23" fmla="*/ 147 h 171"/>
                <a:gd name="T24" fmla="*/ 103 w 125"/>
                <a:gd name="T25" fmla="*/ 121 h 171"/>
                <a:gd name="T26" fmla="*/ 107 w 125"/>
                <a:gd name="T27" fmla="*/ 91 h 171"/>
                <a:gd name="T28" fmla="*/ 115 w 125"/>
                <a:gd name="T29" fmla="*/ 63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5" h="171">
                  <a:moveTo>
                    <a:pt x="115" y="63"/>
                  </a:moveTo>
                  <a:cubicBezTo>
                    <a:pt x="105" y="57"/>
                    <a:pt x="69" y="63"/>
                    <a:pt x="69" y="63"/>
                  </a:cubicBezTo>
                  <a:cubicBezTo>
                    <a:pt x="75" y="59"/>
                    <a:pt x="85" y="38"/>
                    <a:pt x="85" y="32"/>
                  </a:cubicBezTo>
                  <a:cubicBezTo>
                    <a:pt x="86" y="19"/>
                    <a:pt x="83" y="0"/>
                    <a:pt x="74" y="0"/>
                  </a:cubicBezTo>
                  <a:cubicBezTo>
                    <a:pt x="64" y="0"/>
                    <a:pt x="62" y="16"/>
                    <a:pt x="61" y="21"/>
                  </a:cubicBezTo>
                  <a:cubicBezTo>
                    <a:pt x="59" y="35"/>
                    <a:pt x="46" y="48"/>
                    <a:pt x="37" y="53"/>
                  </a:cubicBezTo>
                  <a:cubicBezTo>
                    <a:pt x="25" y="60"/>
                    <a:pt x="16" y="66"/>
                    <a:pt x="0" y="70"/>
                  </a:cubicBezTo>
                  <a:cubicBezTo>
                    <a:pt x="0" y="70"/>
                    <a:pt x="0" y="71"/>
                    <a:pt x="0" y="71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9" y="148"/>
                    <a:pt x="18" y="150"/>
                    <a:pt x="26" y="155"/>
                  </a:cubicBezTo>
                  <a:cubicBezTo>
                    <a:pt x="43" y="164"/>
                    <a:pt x="56" y="171"/>
                    <a:pt x="76" y="171"/>
                  </a:cubicBezTo>
                  <a:cubicBezTo>
                    <a:pt x="106" y="171"/>
                    <a:pt x="103" y="148"/>
                    <a:pt x="91" y="147"/>
                  </a:cubicBezTo>
                  <a:cubicBezTo>
                    <a:pt x="115" y="148"/>
                    <a:pt x="117" y="128"/>
                    <a:pt x="103" y="121"/>
                  </a:cubicBezTo>
                  <a:cubicBezTo>
                    <a:pt x="125" y="121"/>
                    <a:pt x="122" y="93"/>
                    <a:pt x="107" y="91"/>
                  </a:cubicBezTo>
                  <a:cubicBezTo>
                    <a:pt x="124" y="92"/>
                    <a:pt x="125" y="70"/>
                    <a:pt x="115" y="6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07" name="Rectangle 24"/>
            <p:cNvSpPr>
              <a:spLocks noChangeArrowheads="1"/>
            </p:cNvSpPr>
            <p:nvPr/>
          </p:nvSpPr>
          <p:spPr bwMode="auto">
            <a:xfrm>
              <a:off x="3338513" y="960438"/>
              <a:ext cx="163513" cy="390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000"/>
                            </p:stCondLst>
                            <p:childTnLst>
                              <p:par>
                                <p:cTn id="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500"/>
                            </p:stCondLst>
                            <p:childTnLst>
                              <p:par>
                                <p:cTn id="5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000"/>
                            </p:stCondLst>
                            <p:childTnLst>
                              <p:par>
                                <p:cTn id="5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5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0"/>
                            </p:stCondLst>
                            <p:childTnLst>
                              <p:par>
                                <p:cTn id="7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500"/>
                            </p:stCondLst>
                            <p:childTnLst>
                              <p:par>
                                <p:cTn id="7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6000"/>
                            </p:stCondLst>
                            <p:childTnLst>
                              <p:par>
                                <p:cTn id="8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65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7000"/>
                            </p:stCondLst>
                            <p:childTnLst>
                              <p:par>
                                <p:cTn id="9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7500"/>
                            </p:stCondLst>
                            <p:childTnLst>
                              <p:par>
                                <p:cTn id="9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8000"/>
                            </p:stCondLst>
                            <p:childTnLst>
                              <p:par>
                                <p:cTn id="10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8500"/>
                            </p:stCondLst>
                            <p:childTnLst>
                              <p:par>
                                <p:cTn id="1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9000"/>
                            </p:stCondLst>
                            <p:childTnLst>
                              <p:par>
                                <p:cTn id="1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9500"/>
                            </p:stCondLst>
                            <p:childTnLst>
                              <p:par>
                                <p:cTn id="1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10000"/>
                            </p:stCondLst>
                            <p:childTnLst>
                              <p:par>
                                <p:cTn id="1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10500"/>
                            </p:stCondLst>
                            <p:childTnLst>
                              <p:par>
                                <p:cTn id="1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11000"/>
                            </p:stCondLst>
                            <p:childTnLst>
                              <p:par>
                                <p:cTn id="1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11500"/>
                            </p:stCondLst>
                            <p:childTnLst>
                              <p:par>
                                <p:cTn id="15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12000"/>
                            </p:stCondLst>
                            <p:childTnLst>
                              <p:par>
                                <p:cTn id="16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12500"/>
                            </p:stCondLst>
                            <p:childTnLst>
                              <p:par>
                                <p:cTn id="17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13000"/>
                            </p:stCondLst>
                            <p:childTnLst>
                              <p:par>
                                <p:cTn id="1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13500"/>
                            </p:stCondLst>
                            <p:childTnLst>
                              <p:par>
                                <p:cTn id="19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14000"/>
                            </p:stCondLst>
                            <p:childTnLst>
                              <p:par>
                                <p:cTn id="19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  <p:bldP spid="6" grpId="0" bldLvl="0" animBg="1"/>
      <p:bldP spid="7" grpId="0" bldLvl="0" animBg="1"/>
      <p:bldP spid="8" grpId="0" bldLvl="0" animBg="1"/>
      <p:bldP spid="9" grpId="0" bldLvl="0" animBg="1"/>
      <p:bldP spid="15" grpId="0" bldLvl="0" animBg="1"/>
      <p:bldP spid="16" grpId="0" bldLvl="0" animBg="1"/>
      <p:bldP spid="17" grpId="0" bldLvl="0" animBg="1"/>
      <p:bldP spid="18" grpId="0" bldLvl="0" animBg="1"/>
      <p:bldP spid="19" grpId="0" bldLvl="0" animBg="1"/>
      <p:bldP spid="20" grpId="0" bldLvl="0" animBg="1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6" grpId="0" bldLvl="0" animBg="1"/>
      <p:bldP spid="78" grpId="0" bldLvl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45761" y="623789"/>
            <a:ext cx="10515600" cy="911682"/>
          </a:xfrm>
        </p:spPr>
        <p:txBody>
          <a:bodyPr/>
          <a:lstStyle/>
          <a:p>
            <a:r>
              <a:rPr lang="id-ID" dirty="0"/>
              <a:t>Flag Process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845761" y="1341975"/>
            <a:ext cx="10515600" cy="366712"/>
          </a:xfrm>
        </p:spPr>
        <p:txBody>
          <a:bodyPr>
            <a:normAutofit fontScale="77500" lnSpcReduction="20000"/>
          </a:bodyPr>
          <a:lstStyle/>
          <a:p>
            <a:r>
              <a:rPr lang="id-ID" dirty="0"/>
              <a:t>4 Step Process</a:t>
            </a:r>
            <a:endParaRPr lang="id-ID" dirty="0"/>
          </a:p>
        </p:txBody>
      </p:sp>
      <p:grpSp>
        <p:nvGrpSpPr>
          <p:cNvPr id="24" name="Group 23"/>
          <p:cNvGrpSpPr/>
          <p:nvPr/>
        </p:nvGrpSpPr>
        <p:grpSpPr>
          <a:xfrm>
            <a:off x="845761" y="2253657"/>
            <a:ext cx="6649584" cy="852643"/>
            <a:chOff x="297316" y="2253657"/>
            <a:chExt cx="7567392" cy="970329"/>
          </a:xfrm>
        </p:grpSpPr>
        <p:grpSp>
          <p:nvGrpSpPr>
            <p:cNvPr id="5" name="Group 4"/>
            <p:cNvGrpSpPr/>
            <p:nvPr/>
          </p:nvGrpSpPr>
          <p:grpSpPr>
            <a:xfrm>
              <a:off x="297316" y="2327298"/>
              <a:ext cx="5627041" cy="860590"/>
              <a:chOff x="1728788" y="1781175"/>
              <a:chExt cx="6186490" cy="946151"/>
            </a:xfrm>
          </p:grpSpPr>
          <p:sp>
            <p:nvSpPr>
              <p:cNvPr id="18" name="Freeform 28"/>
              <p:cNvSpPr/>
              <p:nvPr/>
            </p:nvSpPr>
            <p:spPr bwMode="auto">
              <a:xfrm>
                <a:off x="1728788" y="1781175"/>
                <a:ext cx="577850" cy="811213"/>
              </a:xfrm>
              <a:custGeom>
                <a:avLst/>
                <a:gdLst>
                  <a:gd name="T0" fmla="*/ 130 w 130"/>
                  <a:gd name="T1" fmla="*/ 20 h 181"/>
                  <a:gd name="T2" fmla="*/ 3 w 130"/>
                  <a:gd name="T3" fmla="*/ 0 h 181"/>
                  <a:gd name="T4" fmla="*/ 44 w 130"/>
                  <a:gd name="T5" fmla="*/ 90 h 181"/>
                  <a:gd name="T6" fmla="*/ 0 w 130"/>
                  <a:gd name="T7" fmla="*/ 164 h 181"/>
                  <a:gd name="T8" fmla="*/ 123 w 130"/>
                  <a:gd name="T9" fmla="*/ 179 h 181"/>
                  <a:gd name="T10" fmla="*/ 130 w 130"/>
                  <a:gd name="T11" fmla="*/ 20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0" h="181">
                    <a:moveTo>
                      <a:pt x="130" y="20"/>
                    </a:moveTo>
                    <a:cubicBezTo>
                      <a:pt x="130" y="20"/>
                      <a:pt x="49" y="16"/>
                      <a:pt x="3" y="0"/>
                    </a:cubicBezTo>
                    <a:cubicBezTo>
                      <a:pt x="3" y="0"/>
                      <a:pt x="37" y="83"/>
                      <a:pt x="44" y="90"/>
                    </a:cubicBezTo>
                    <a:cubicBezTo>
                      <a:pt x="0" y="164"/>
                      <a:pt x="0" y="164"/>
                      <a:pt x="0" y="164"/>
                    </a:cubicBezTo>
                    <a:cubicBezTo>
                      <a:pt x="0" y="164"/>
                      <a:pt x="77" y="181"/>
                      <a:pt x="123" y="179"/>
                    </a:cubicBezTo>
                    <a:lnTo>
                      <a:pt x="130" y="2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19" name="Freeform 29"/>
              <p:cNvSpPr/>
              <p:nvPr/>
            </p:nvSpPr>
            <p:spPr bwMode="auto">
              <a:xfrm>
                <a:off x="2097088" y="1852613"/>
                <a:ext cx="209550" cy="735013"/>
              </a:xfrm>
              <a:custGeom>
                <a:avLst/>
                <a:gdLst>
                  <a:gd name="T0" fmla="*/ 0 w 47"/>
                  <a:gd name="T1" fmla="*/ 0 h 164"/>
                  <a:gd name="T2" fmla="*/ 47 w 47"/>
                  <a:gd name="T3" fmla="*/ 4 h 164"/>
                  <a:gd name="T4" fmla="*/ 40 w 47"/>
                  <a:gd name="T5" fmla="*/ 163 h 164"/>
                  <a:gd name="T6" fmla="*/ 0 w 47"/>
                  <a:gd name="T7" fmla="*/ 161 h 164"/>
                  <a:gd name="T8" fmla="*/ 0 w 47"/>
                  <a:gd name="T9" fmla="*/ 0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7" h="164">
                    <a:moveTo>
                      <a:pt x="0" y="0"/>
                    </a:moveTo>
                    <a:cubicBezTo>
                      <a:pt x="26" y="3"/>
                      <a:pt x="47" y="4"/>
                      <a:pt x="47" y="4"/>
                    </a:cubicBezTo>
                    <a:cubicBezTo>
                      <a:pt x="40" y="163"/>
                      <a:pt x="40" y="163"/>
                      <a:pt x="40" y="163"/>
                    </a:cubicBezTo>
                    <a:cubicBezTo>
                      <a:pt x="28" y="164"/>
                      <a:pt x="14" y="163"/>
                      <a:pt x="0" y="16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  <a:alpha val="4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20" name="Freeform 30"/>
              <p:cNvSpPr/>
              <p:nvPr/>
            </p:nvSpPr>
            <p:spPr bwMode="auto">
              <a:xfrm>
                <a:off x="2257425" y="1798638"/>
                <a:ext cx="5657853" cy="928688"/>
              </a:xfrm>
              <a:custGeom>
                <a:avLst/>
                <a:gdLst>
                  <a:gd name="T0" fmla="*/ 1438 w 1438"/>
                  <a:gd name="T1" fmla="*/ 0 h 207"/>
                  <a:gd name="T2" fmla="*/ 867 w 1438"/>
                  <a:gd name="T3" fmla="*/ 6 h 207"/>
                  <a:gd name="T4" fmla="*/ 0 w 1438"/>
                  <a:gd name="T5" fmla="*/ 0 h 207"/>
                  <a:gd name="T6" fmla="*/ 0 w 1438"/>
                  <a:gd name="T7" fmla="*/ 191 h 207"/>
                  <a:gd name="T8" fmla="*/ 684 w 1438"/>
                  <a:gd name="T9" fmla="*/ 191 h 207"/>
                  <a:gd name="T10" fmla="*/ 1438 w 1438"/>
                  <a:gd name="T11" fmla="*/ 191 h 207"/>
                  <a:gd name="T12" fmla="*/ 1438 w 1438"/>
                  <a:gd name="T13" fmla="*/ 0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38" h="207">
                    <a:moveTo>
                      <a:pt x="1438" y="0"/>
                    </a:moveTo>
                    <a:cubicBezTo>
                      <a:pt x="1438" y="0"/>
                      <a:pt x="1008" y="3"/>
                      <a:pt x="867" y="6"/>
                    </a:cubicBezTo>
                    <a:cubicBezTo>
                      <a:pt x="272" y="19"/>
                      <a:pt x="0" y="0"/>
                      <a:pt x="0" y="0"/>
                    </a:cubicBezTo>
                    <a:cubicBezTo>
                      <a:pt x="0" y="191"/>
                      <a:pt x="0" y="191"/>
                      <a:pt x="0" y="191"/>
                    </a:cubicBezTo>
                    <a:cubicBezTo>
                      <a:pt x="0" y="191"/>
                      <a:pt x="227" y="207"/>
                      <a:pt x="684" y="191"/>
                    </a:cubicBezTo>
                    <a:cubicBezTo>
                      <a:pt x="863" y="185"/>
                      <a:pt x="1438" y="191"/>
                      <a:pt x="1438" y="191"/>
                    </a:cubicBezTo>
                    <a:lnTo>
                      <a:pt x="143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Group 21"/>
            <p:cNvGrpSpPr/>
            <p:nvPr/>
          </p:nvGrpSpPr>
          <p:grpSpPr>
            <a:xfrm>
              <a:off x="5924357" y="2253657"/>
              <a:ext cx="1940351" cy="970329"/>
              <a:chOff x="7218816" y="2253657"/>
              <a:chExt cx="2133264" cy="1066800"/>
            </a:xfrm>
          </p:grpSpPr>
          <p:sp>
            <p:nvSpPr>
              <p:cNvPr id="7" name="Freeform 31"/>
              <p:cNvSpPr/>
              <p:nvPr/>
            </p:nvSpPr>
            <p:spPr bwMode="auto">
              <a:xfrm>
                <a:off x="7218816" y="2253657"/>
                <a:ext cx="66675" cy="1066800"/>
              </a:xfrm>
              <a:custGeom>
                <a:avLst/>
                <a:gdLst>
                  <a:gd name="T0" fmla="*/ 0 w 15"/>
                  <a:gd name="T1" fmla="*/ 229 h 238"/>
                  <a:gd name="T2" fmla="*/ 8 w 15"/>
                  <a:gd name="T3" fmla="*/ 238 h 238"/>
                  <a:gd name="T4" fmla="*/ 8 w 15"/>
                  <a:gd name="T5" fmla="*/ 238 h 238"/>
                  <a:gd name="T6" fmla="*/ 15 w 15"/>
                  <a:gd name="T7" fmla="*/ 229 h 238"/>
                  <a:gd name="T8" fmla="*/ 15 w 15"/>
                  <a:gd name="T9" fmla="*/ 9 h 238"/>
                  <a:gd name="T10" fmla="*/ 8 w 15"/>
                  <a:gd name="T11" fmla="*/ 0 h 238"/>
                  <a:gd name="T12" fmla="*/ 8 w 15"/>
                  <a:gd name="T13" fmla="*/ 0 h 238"/>
                  <a:gd name="T14" fmla="*/ 0 w 15"/>
                  <a:gd name="T15" fmla="*/ 9 h 238"/>
                  <a:gd name="T16" fmla="*/ 0 w 15"/>
                  <a:gd name="T17" fmla="*/ 229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" h="238">
                    <a:moveTo>
                      <a:pt x="0" y="229"/>
                    </a:moveTo>
                    <a:cubicBezTo>
                      <a:pt x="0" y="234"/>
                      <a:pt x="4" y="238"/>
                      <a:pt x="8" y="238"/>
                    </a:cubicBezTo>
                    <a:cubicBezTo>
                      <a:pt x="8" y="238"/>
                      <a:pt x="8" y="238"/>
                      <a:pt x="8" y="238"/>
                    </a:cubicBezTo>
                    <a:cubicBezTo>
                      <a:pt x="12" y="238"/>
                      <a:pt x="15" y="234"/>
                      <a:pt x="15" y="229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9"/>
                    </a:cubicBezTo>
                    <a:lnTo>
                      <a:pt x="0" y="229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grpSp>
            <p:nvGrpSpPr>
              <p:cNvPr id="21" name="Group 20"/>
              <p:cNvGrpSpPr/>
              <p:nvPr/>
            </p:nvGrpSpPr>
            <p:grpSpPr>
              <a:xfrm>
                <a:off x="8007803" y="2568976"/>
                <a:ext cx="1344277" cy="686394"/>
                <a:chOff x="8045903" y="2463207"/>
                <a:chExt cx="2020888" cy="1031875"/>
              </a:xfrm>
              <a:solidFill>
                <a:schemeClr val="tx2"/>
              </a:solidFill>
            </p:grpSpPr>
            <p:sp>
              <p:nvSpPr>
                <p:cNvPr id="8" name="Freeform 32"/>
                <p:cNvSpPr/>
                <p:nvPr/>
              </p:nvSpPr>
              <p:spPr bwMode="auto">
                <a:xfrm>
                  <a:off x="9738178" y="2769594"/>
                  <a:ext cx="182563" cy="371475"/>
                </a:xfrm>
                <a:custGeom>
                  <a:avLst/>
                  <a:gdLst>
                    <a:gd name="T0" fmla="*/ 41 w 41"/>
                    <a:gd name="T1" fmla="*/ 15 h 83"/>
                    <a:gd name="T2" fmla="*/ 41 w 41"/>
                    <a:gd name="T3" fmla="*/ 68 h 83"/>
                    <a:gd name="T4" fmla="*/ 26 w 41"/>
                    <a:gd name="T5" fmla="*/ 83 h 83"/>
                    <a:gd name="T6" fmla="*/ 0 w 41"/>
                    <a:gd name="T7" fmla="*/ 83 h 83"/>
                    <a:gd name="T8" fmla="*/ 0 w 41"/>
                    <a:gd name="T9" fmla="*/ 0 h 83"/>
                    <a:gd name="T10" fmla="*/ 26 w 41"/>
                    <a:gd name="T11" fmla="*/ 0 h 83"/>
                    <a:gd name="T12" fmla="*/ 41 w 41"/>
                    <a:gd name="T13" fmla="*/ 15 h 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1" h="83">
                      <a:moveTo>
                        <a:pt x="41" y="15"/>
                      </a:moveTo>
                      <a:cubicBezTo>
                        <a:pt x="41" y="68"/>
                        <a:pt x="41" y="68"/>
                        <a:pt x="41" y="68"/>
                      </a:cubicBezTo>
                      <a:cubicBezTo>
                        <a:pt x="41" y="77"/>
                        <a:pt x="34" y="83"/>
                        <a:pt x="26" y="83"/>
                      </a:cubicBezTo>
                      <a:cubicBezTo>
                        <a:pt x="0" y="83"/>
                        <a:pt x="0" y="83"/>
                        <a:pt x="0" y="83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cubicBezTo>
                        <a:pt x="34" y="0"/>
                        <a:pt x="41" y="7"/>
                        <a:pt x="41" y="1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id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a楷体" panose="02000500000000000000" pitchFamily="2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9" name="Freeform 33"/>
                <p:cNvSpPr/>
                <p:nvPr/>
              </p:nvSpPr>
              <p:spPr bwMode="auto">
                <a:xfrm>
                  <a:off x="9933441" y="2895007"/>
                  <a:ext cx="133350" cy="125413"/>
                </a:xfrm>
                <a:custGeom>
                  <a:avLst/>
                  <a:gdLst>
                    <a:gd name="T0" fmla="*/ 30 w 30"/>
                    <a:gd name="T1" fmla="*/ 14 h 28"/>
                    <a:gd name="T2" fmla="*/ 0 w 30"/>
                    <a:gd name="T3" fmla="*/ 28 h 28"/>
                    <a:gd name="T4" fmla="*/ 0 w 30"/>
                    <a:gd name="T5" fmla="*/ 0 h 28"/>
                    <a:gd name="T6" fmla="*/ 30 w 30"/>
                    <a:gd name="T7" fmla="*/ 14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0" h="28">
                      <a:moveTo>
                        <a:pt x="30" y="14"/>
                      </a:moveTo>
                      <a:cubicBezTo>
                        <a:pt x="30" y="22"/>
                        <a:pt x="17" y="28"/>
                        <a:pt x="0" y="28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7" y="0"/>
                        <a:pt x="30" y="6"/>
                        <a:pt x="30" y="1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id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a楷体" panose="02000500000000000000" pitchFamily="2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10" name="Oval 34"/>
                <p:cNvSpPr>
                  <a:spLocks noChangeArrowheads="1"/>
                </p:cNvSpPr>
                <p:nvPr/>
              </p:nvSpPr>
              <p:spPr bwMode="auto">
                <a:xfrm>
                  <a:off x="9955666" y="2666407"/>
                  <a:ext cx="39688" cy="219075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id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a楷体" panose="02000500000000000000" pitchFamily="2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11" name="Oval 35"/>
                <p:cNvSpPr>
                  <a:spLocks noChangeArrowheads="1"/>
                </p:cNvSpPr>
                <p:nvPr/>
              </p:nvSpPr>
              <p:spPr bwMode="auto">
                <a:xfrm>
                  <a:off x="9955666" y="3028357"/>
                  <a:ext cx="39688" cy="2206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id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a楷体" panose="02000500000000000000" pitchFamily="2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Freeform 36"/>
                <p:cNvSpPr/>
                <p:nvPr/>
              </p:nvSpPr>
              <p:spPr bwMode="auto">
                <a:xfrm>
                  <a:off x="8045903" y="2487019"/>
                  <a:ext cx="177800" cy="469900"/>
                </a:xfrm>
                <a:custGeom>
                  <a:avLst/>
                  <a:gdLst>
                    <a:gd name="T0" fmla="*/ 1 w 40"/>
                    <a:gd name="T1" fmla="*/ 63 h 105"/>
                    <a:gd name="T2" fmla="*/ 40 w 40"/>
                    <a:gd name="T3" fmla="*/ 0 h 105"/>
                    <a:gd name="T4" fmla="*/ 40 w 40"/>
                    <a:gd name="T5" fmla="*/ 105 h 105"/>
                    <a:gd name="T6" fmla="*/ 1 w 40"/>
                    <a:gd name="T7" fmla="*/ 63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105">
                      <a:moveTo>
                        <a:pt x="1" y="63"/>
                      </a:moveTo>
                      <a:cubicBezTo>
                        <a:pt x="3" y="27"/>
                        <a:pt x="23" y="3"/>
                        <a:pt x="40" y="0"/>
                      </a:cubicBezTo>
                      <a:cubicBezTo>
                        <a:pt x="40" y="105"/>
                        <a:pt x="40" y="105"/>
                        <a:pt x="40" y="105"/>
                      </a:cubicBezTo>
                      <a:cubicBezTo>
                        <a:pt x="40" y="105"/>
                        <a:pt x="0" y="100"/>
                        <a:pt x="1" y="6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id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a楷体" panose="02000500000000000000" pitchFamily="2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Freeform 37"/>
                <p:cNvSpPr>
                  <a:spLocks noEditPoints="1"/>
                </p:cNvSpPr>
                <p:nvPr/>
              </p:nvSpPr>
              <p:spPr bwMode="auto">
                <a:xfrm>
                  <a:off x="8209416" y="2463207"/>
                  <a:ext cx="1538288" cy="1031875"/>
                </a:xfrm>
                <a:custGeom>
                  <a:avLst/>
                  <a:gdLst>
                    <a:gd name="T0" fmla="*/ 10 w 346"/>
                    <a:gd name="T1" fmla="*/ 141 h 230"/>
                    <a:gd name="T2" fmla="*/ 20 w 346"/>
                    <a:gd name="T3" fmla="*/ 128 h 230"/>
                    <a:gd name="T4" fmla="*/ 127 w 346"/>
                    <a:gd name="T5" fmla="*/ 141 h 230"/>
                    <a:gd name="T6" fmla="*/ 270 w 346"/>
                    <a:gd name="T7" fmla="*/ 149 h 230"/>
                    <a:gd name="T8" fmla="*/ 272 w 346"/>
                    <a:gd name="T9" fmla="*/ 199 h 230"/>
                    <a:gd name="T10" fmla="*/ 288 w 346"/>
                    <a:gd name="T11" fmla="*/ 177 h 230"/>
                    <a:gd name="T12" fmla="*/ 279 w 346"/>
                    <a:gd name="T13" fmla="*/ 202 h 230"/>
                    <a:gd name="T14" fmla="*/ 334 w 346"/>
                    <a:gd name="T15" fmla="*/ 202 h 230"/>
                    <a:gd name="T16" fmla="*/ 311 w 346"/>
                    <a:gd name="T17" fmla="*/ 172 h 230"/>
                    <a:gd name="T18" fmla="*/ 333 w 346"/>
                    <a:gd name="T19" fmla="*/ 177 h 230"/>
                    <a:gd name="T20" fmla="*/ 311 w 346"/>
                    <a:gd name="T21" fmla="*/ 149 h 230"/>
                    <a:gd name="T22" fmla="*/ 340 w 346"/>
                    <a:gd name="T23" fmla="*/ 71 h 230"/>
                    <a:gd name="T24" fmla="*/ 304 w 346"/>
                    <a:gd name="T25" fmla="*/ 40 h 230"/>
                    <a:gd name="T26" fmla="*/ 326 w 346"/>
                    <a:gd name="T27" fmla="*/ 31 h 230"/>
                    <a:gd name="T28" fmla="*/ 228 w 346"/>
                    <a:gd name="T29" fmla="*/ 38 h 230"/>
                    <a:gd name="T30" fmla="*/ 250 w 346"/>
                    <a:gd name="T31" fmla="*/ 40 h 230"/>
                    <a:gd name="T32" fmla="*/ 236 w 346"/>
                    <a:gd name="T33" fmla="*/ 71 h 230"/>
                    <a:gd name="T34" fmla="*/ 214 w 346"/>
                    <a:gd name="T35" fmla="*/ 54 h 230"/>
                    <a:gd name="T36" fmla="*/ 146 w 346"/>
                    <a:gd name="T37" fmla="*/ 72 h 230"/>
                    <a:gd name="T38" fmla="*/ 7 w 346"/>
                    <a:gd name="T39" fmla="*/ 6 h 230"/>
                    <a:gd name="T40" fmla="*/ 15 w 346"/>
                    <a:gd name="T41" fmla="*/ 115 h 230"/>
                    <a:gd name="T42" fmla="*/ 10 w 346"/>
                    <a:gd name="T43" fmla="*/ 121 h 230"/>
                    <a:gd name="T44" fmla="*/ 231 w 346"/>
                    <a:gd name="T45" fmla="*/ 71 h 230"/>
                    <a:gd name="T46" fmla="*/ 216 w 346"/>
                    <a:gd name="T47" fmla="*/ 59 h 230"/>
                    <a:gd name="T48" fmla="*/ 294 w 346"/>
                    <a:gd name="T49" fmla="*/ 71 h 230"/>
                    <a:gd name="T50" fmla="*/ 256 w 346"/>
                    <a:gd name="T51" fmla="*/ 40 h 230"/>
                    <a:gd name="T52" fmla="*/ 294 w 346"/>
                    <a:gd name="T53" fmla="*/ 71 h 230"/>
                    <a:gd name="T54" fmla="*/ 307 w 346"/>
                    <a:gd name="T55" fmla="*/ 185 h 230"/>
                    <a:gd name="T56" fmla="*/ 307 w 346"/>
                    <a:gd name="T57" fmla="*/ 219 h 230"/>
                    <a:gd name="T58" fmla="*/ 292 w 346"/>
                    <a:gd name="T59" fmla="*/ 174 h 230"/>
                    <a:gd name="T60" fmla="*/ 301 w 346"/>
                    <a:gd name="T61" fmla="*/ 171 h 230"/>
                    <a:gd name="T62" fmla="*/ 294 w 346"/>
                    <a:gd name="T63" fmla="*/ 178 h 230"/>
                    <a:gd name="T64" fmla="*/ 276 w 346"/>
                    <a:gd name="T65" fmla="*/ 149 h 230"/>
                    <a:gd name="T66" fmla="*/ 301 w 346"/>
                    <a:gd name="T67" fmla="*/ 166 h 230"/>
                    <a:gd name="T68" fmla="*/ 289 w 346"/>
                    <a:gd name="T69" fmla="*/ 170 h 230"/>
                    <a:gd name="T70" fmla="*/ 15 w 346"/>
                    <a:gd name="T71" fmla="*/ 122 h 230"/>
                    <a:gd name="T72" fmla="*/ 34 w 346"/>
                    <a:gd name="T73" fmla="*/ 121 h 230"/>
                    <a:gd name="T74" fmla="*/ 15 w 346"/>
                    <a:gd name="T75" fmla="*/ 122 h 230"/>
                    <a:gd name="T76" fmla="*/ 10 w 346"/>
                    <a:gd name="T77" fmla="*/ 125 h 230"/>
                    <a:gd name="T78" fmla="*/ 10 w 346"/>
                    <a:gd name="T79" fmla="*/ 137 h 2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346" h="230">
                      <a:moveTo>
                        <a:pt x="0" y="131"/>
                      </a:moveTo>
                      <a:cubicBezTo>
                        <a:pt x="0" y="136"/>
                        <a:pt x="4" y="141"/>
                        <a:pt x="10" y="141"/>
                      </a:cubicBezTo>
                      <a:cubicBezTo>
                        <a:pt x="15" y="141"/>
                        <a:pt x="20" y="136"/>
                        <a:pt x="20" y="131"/>
                      </a:cubicBezTo>
                      <a:cubicBezTo>
                        <a:pt x="20" y="130"/>
                        <a:pt x="20" y="129"/>
                        <a:pt x="20" y="128"/>
                      </a:cubicBezTo>
                      <a:cubicBezTo>
                        <a:pt x="38" y="122"/>
                        <a:pt x="38" y="122"/>
                        <a:pt x="38" y="122"/>
                      </a:cubicBezTo>
                      <a:cubicBezTo>
                        <a:pt x="67" y="130"/>
                        <a:pt x="108" y="138"/>
                        <a:pt x="127" y="141"/>
                      </a:cubicBezTo>
                      <a:cubicBezTo>
                        <a:pt x="156" y="146"/>
                        <a:pt x="210" y="149"/>
                        <a:pt x="210" y="149"/>
                      </a:cubicBezTo>
                      <a:cubicBezTo>
                        <a:pt x="270" y="149"/>
                        <a:pt x="270" y="149"/>
                        <a:pt x="270" y="149"/>
                      </a:cubicBezTo>
                      <a:cubicBezTo>
                        <a:pt x="285" y="172"/>
                        <a:pt x="285" y="172"/>
                        <a:pt x="285" y="172"/>
                      </a:cubicBezTo>
                      <a:cubicBezTo>
                        <a:pt x="277" y="179"/>
                        <a:pt x="272" y="189"/>
                        <a:pt x="272" y="199"/>
                      </a:cubicBezTo>
                      <a:cubicBezTo>
                        <a:pt x="277" y="198"/>
                        <a:pt x="277" y="198"/>
                        <a:pt x="277" y="198"/>
                      </a:cubicBezTo>
                      <a:cubicBezTo>
                        <a:pt x="277" y="191"/>
                        <a:pt x="281" y="182"/>
                        <a:pt x="288" y="177"/>
                      </a:cubicBezTo>
                      <a:cubicBezTo>
                        <a:pt x="290" y="181"/>
                        <a:pt x="290" y="181"/>
                        <a:pt x="290" y="181"/>
                      </a:cubicBezTo>
                      <a:cubicBezTo>
                        <a:pt x="283" y="186"/>
                        <a:pt x="279" y="193"/>
                        <a:pt x="279" y="202"/>
                      </a:cubicBezTo>
                      <a:cubicBezTo>
                        <a:pt x="279" y="217"/>
                        <a:pt x="292" y="230"/>
                        <a:pt x="307" y="230"/>
                      </a:cubicBezTo>
                      <a:cubicBezTo>
                        <a:pt x="322" y="230"/>
                        <a:pt x="334" y="217"/>
                        <a:pt x="334" y="202"/>
                      </a:cubicBezTo>
                      <a:cubicBezTo>
                        <a:pt x="334" y="189"/>
                        <a:pt x="324" y="177"/>
                        <a:pt x="311" y="175"/>
                      </a:cubicBezTo>
                      <a:cubicBezTo>
                        <a:pt x="311" y="172"/>
                        <a:pt x="311" y="172"/>
                        <a:pt x="311" y="172"/>
                      </a:cubicBezTo>
                      <a:cubicBezTo>
                        <a:pt x="322" y="174"/>
                        <a:pt x="329" y="181"/>
                        <a:pt x="329" y="181"/>
                      </a:cubicBezTo>
                      <a:cubicBezTo>
                        <a:pt x="333" y="177"/>
                        <a:pt x="333" y="177"/>
                        <a:pt x="333" y="177"/>
                      </a:cubicBezTo>
                      <a:cubicBezTo>
                        <a:pt x="332" y="177"/>
                        <a:pt x="324" y="169"/>
                        <a:pt x="311" y="167"/>
                      </a:cubicBezTo>
                      <a:cubicBezTo>
                        <a:pt x="311" y="149"/>
                        <a:pt x="311" y="149"/>
                        <a:pt x="311" y="149"/>
                      </a:cubicBezTo>
                      <a:cubicBezTo>
                        <a:pt x="340" y="149"/>
                        <a:pt x="340" y="149"/>
                        <a:pt x="340" y="149"/>
                      </a:cubicBezTo>
                      <a:cubicBezTo>
                        <a:pt x="340" y="71"/>
                        <a:pt x="340" y="71"/>
                        <a:pt x="340" y="71"/>
                      </a:cubicBezTo>
                      <a:cubicBezTo>
                        <a:pt x="300" y="71"/>
                        <a:pt x="300" y="71"/>
                        <a:pt x="300" y="71"/>
                      </a:cubicBezTo>
                      <a:cubicBezTo>
                        <a:pt x="304" y="40"/>
                        <a:pt x="304" y="40"/>
                        <a:pt x="304" y="40"/>
                      </a:cubicBezTo>
                      <a:cubicBezTo>
                        <a:pt x="318" y="40"/>
                        <a:pt x="318" y="40"/>
                        <a:pt x="318" y="40"/>
                      </a:cubicBezTo>
                      <a:cubicBezTo>
                        <a:pt x="346" y="40"/>
                        <a:pt x="333" y="33"/>
                        <a:pt x="326" y="31"/>
                      </a:cubicBezTo>
                      <a:cubicBezTo>
                        <a:pt x="318" y="29"/>
                        <a:pt x="313" y="28"/>
                        <a:pt x="293" y="27"/>
                      </a:cubicBezTo>
                      <a:cubicBezTo>
                        <a:pt x="273" y="27"/>
                        <a:pt x="232" y="35"/>
                        <a:pt x="228" y="38"/>
                      </a:cubicBezTo>
                      <a:cubicBezTo>
                        <a:pt x="224" y="40"/>
                        <a:pt x="230" y="40"/>
                        <a:pt x="230" y="40"/>
                      </a:cubicBezTo>
                      <a:cubicBezTo>
                        <a:pt x="250" y="40"/>
                        <a:pt x="250" y="40"/>
                        <a:pt x="250" y="40"/>
                      </a:cubicBezTo>
                      <a:cubicBezTo>
                        <a:pt x="246" y="71"/>
                        <a:pt x="246" y="71"/>
                        <a:pt x="246" y="71"/>
                      </a:cubicBezTo>
                      <a:cubicBezTo>
                        <a:pt x="236" y="71"/>
                        <a:pt x="236" y="71"/>
                        <a:pt x="236" y="71"/>
                      </a:cubicBezTo>
                      <a:cubicBezTo>
                        <a:pt x="232" y="66"/>
                        <a:pt x="225" y="58"/>
                        <a:pt x="216" y="55"/>
                      </a:cubicBezTo>
                      <a:cubicBezTo>
                        <a:pt x="214" y="54"/>
                        <a:pt x="214" y="54"/>
                        <a:pt x="214" y="54"/>
                      </a:cubicBezTo>
                      <a:cubicBezTo>
                        <a:pt x="209" y="72"/>
                        <a:pt x="209" y="72"/>
                        <a:pt x="209" y="72"/>
                      </a:cubicBezTo>
                      <a:cubicBezTo>
                        <a:pt x="190" y="93"/>
                        <a:pt x="146" y="72"/>
                        <a:pt x="146" y="72"/>
                      </a:cubicBezTo>
                      <a:cubicBezTo>
                        <a:pt x="68" y="75"/>
                        <a:pt x="68" y="75"/>
                        <a:pt x="68" y="75"/>
                      </a:cubicBezTo>
                      <a:cubicBezTo>
                        <a:pt x="40" y="0"/>
                        <a:pt x="7" y="6"/>
                        <a:pt x="7" y="6"/>
                      </a:cubicBezTo>
                      <a:cubicBezTo>
                        <a:pt x="7" y="112"/>
                        <a:pt x="7" y="112"/>
                        <a:pt x="7" y="112"/>
                      </a:cubicBezTo>
                      <a:cubicBezTo>
                        <a:pt x="9" y="113"/>
                        <a:pt x="12" y="114"/>
                        <a:pt x="15" y="115"/>
                      </a:cubicBezTo>
                      <a:cubicBezTo>
                        <a:pt x="13" y="121"/>
                        <a:pt x="13" y="121"/>
                        <a:pt x="13" y="121"/>
                      </a:cubicBezTo>
                      <a:cubicBezTo>
                        <a:pt x="12" y="121"/>
                        <a:pt x="11" y="121"/>
                        <a:pt x="10" y="121"/>
                      </a:cubicBezTo>
                      <a:cubicBezTo>
                        <a:pt x="4" y="121"/>
                        <a:pt x="0" y="125"/>
                        <a:pt x="0" y="131"/>
                      </a:cubicBezTo>
                      <a:close/>
                      <a:moveTo>
                        <a:pt x="231" y="71"/>
                      </a:moveTo>
                      <a:cubicBezTo>
                        <a:pt x="213" y="71"/>
                        <a:pt x="213" y="71"/>
                        <a:pt x="213" y="71"/>
                      </a:cubicBezTo>
                      <a:cubicBezTo>
                        <a:pt x="216" y="59"/>
                        <a:pt x="216" y="59"/>
                        <a:pt x="216" y="59"/>
                      </a:cubicBezTo>
                      <a:cubicBezTo>
                        <a:pt x="222" y="62"/>
                        <a:pt x="228" y="67"/>
                        <a:pt x="231" y="71"/>
                      </a:cubicBezTo>
                      <a:close/>
                      <a:moveTo>
                        <a:pt x="294" y="71"/>
                      </a:moveTo>
                      <a:cubicBezTo>
                        <a:pt x="252" y="71"/>
                        <a:pt x="252" y="71"/>
                        <a:pt x="252" y="71"/>
                      </a:cubicBezTo>
                      <a:cubicBezTo>
                        <a:pt x="256" y="40"/>
                        <a:pt x="256" y="40"/>
                        <a:pt x="256" y="40"/>
                      </a:cubicBezTo>
                      <a:cubicBezTo>
                        <a:pt x="298" y="40"/>
                        <a:pt x="298" y="40"/>
                        <a:pt x="298" y="40"/>
                      </a:cubicBezTo>
                      <a:lnTo>
                        <a:pt x="294" y="71"/>
                      </a:lnTo>
                      <a:close/>
                      <a:moveTo>
                        <a:pt x="290" y="202"/>
                      </a:moveTo>
                      <a:cubicBezTo>
                        <a:pt x="290" y="193"/>
                        <a:pt x="297" y="185"/>
                        <a:pt x="307" y="185"/>
                      </a:cubicBezTo>
                      <a:cubicBezTo>
                        <a:pt x="316" y="185"/>
                        <a:pt x="324" y="193"/>
                        <a:pt x="324" y="202"/>
                      </a:cubicBezTo>
                      <a:cubicBezTo>
                        <a:pt x="324" y="212"/>
                        <a:pt x="316" y="219"/>
                        <a:pt x="307" y="219"/>
                      </a:cubicBezTo>
                      <a:cubicBezTo>
                        <a:pt x="297" y="219"/>
                        <a:pt x="290" y="212"/>
                        <a:pt x="290" y="202"/>
                      </a:cubicBezTo>
                      <a:close/>
                      <a:moveTo>
                        <a:pt x="292" y="174"/>
                      </a:moveTo>
                      <a:cubicBezTo>
                        <a:pt x="294" y="173"/>
                        <a:pt x="296" y="172"/>
                        <a:pt x="299" y="172"/>
                      </a:cubicBezTo>
                      <a:cubicBezTo>
                        <a:pt x="300" y="172"/>
                        <a:pt x="301" y="171"/>
                        <a:pt x="301" y="171"/>
                      </a:cubicBezTo>
                      <a:cubicBezTo>
                        <a:pt x="301" y="175"/>
                        <a:pt x="301" y="175"/>
                        <a:pt x="301" y="175"/>
                      </a:cubicBezTo>
                      <a:cubicBezTo>
                        <a:pt x="299" y="176"/>
                        <a:pt x="296" y="177"/>
                        <a:pt x="294" y="178"/>
                      </a:cubicBezTo>
                      <a:lnTo>
                        <a:pt x="292" y="174"/>
                      </a:lnTo>
                      <a:close/>
                      <a:moveTo>
                        <a:pt x="276" y="149"/>
                      </a:moveTo>
                      <a:cubicBezTo>
                        <a:pt x="301" y="149"/>
                        <a:pt x="301" y="149"/>
                        <a:pt x="301" y="149"/>
                      </a:cubicBezTo>
                      <a:cubicBezTo>
                        <a:pt x="301" y="166"/>
                        <a:pt x="301" y="166"/>
                        <a:pt x="301" y="166"/>
                      </a:cubicBezTo>
                      <a:cubicBezTo>
                        <a:pt x="300" y="166"/>
                        <a:pt x="299" y="167"/>
                        <a:pt x="298" y="167"/>
                      </a:cubicBezTo>
                      <a:cubicBezTo>
                        <a:pt x="295" y="167"/>
                        <a:pt x="292" y="168"/>
                        <a:pt x="289" y="170"/>
                      </a:cubicBezTo>
                      <a:lnTo>
                        <a:pt x="276" y="149"/>
                      </a:lnTo>
                      <a:close/>
                      <a:moveTo>
                        <a:pt x="15" y="122"/>
                      </a:moveTo>
                      <a:cubicBezTo>
                        <a:pt x="17" y="116"/>
                        <a:pt x="17" y="116"/>
                        <a:pt x="17" y="116"/>
                      </a:cubicBezTo>
                      <a:cubicBezTo>
                        <a:pt x="22" y="118"/>
                        <a:pt x="28" y="119"/>
                        <a:pt x="34" y="121"/>
                      </a:cubicBezTo>
                      <a:cubicBezTo>
                        <a:pt x="19" y="126"/>
                        <a:pt x="19" y="126"/>
                        <a:pt x="19" y="126"/>
                      </a:cubicBezTo>
                      <a:cubicBezTo>
                        <a:pt x="18" y="124"/>
                        <a:pt x="17" y="123"/>
                        <a:pt x="15" y="122"/>
                      </a:cubicBezTo>
                      <a:close/>
                      <a:moveTo>
                        <a:pt x="4" y="131"/>
                      </a:moveTo>
                      <a:cubicBezTo>
                        <a:pt x="4" y="127"/>
                        <a:pt x="7" y="125"/>
                        <a:pt x="10" y="125"/>
                      </a:cubicBezTo>
                      <a:cubicBezTo>
                        <a:pt x="13" y="125"/>
                        <a:pt x="16" y="127"/>
                        <a:pt x="16" y="131"/>
                      </a:cubicBezTo>
                      <a:cubicBezTo>
                        <a:pt x="16" y="134"/>
                        <a:pt x="13" y="137"/>
                        <a:pt x="10" y="137"/>
                      </a:cubicBezTo>
                      <a:cubicBezTo>
                        <a:pt x="7" y="137"/>
                        <a:pt x="4" y="134"/>
                        <a:pt x="4" y="13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id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a楷体" panose="02000500000000000000" pitchFamily="2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Oval 38"/>
                <p:cNvSpPr>
                  <a:spLocks noChangeArrowheads="1"/>
                </p:cNvSpPr>
                <p:nvPr/>
              </p:nvSpPr>
              <p:spPr bwMode="auto">
                <a:xfrm>
                  <a:off x="8241166" y="3037882"/>
                  <a:ext cx="26988" cy="26988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id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a楷体" panose="02000500000000000000" pitchFamily="2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15" name="Oval 39"/>
                <p:cNvSpPr>
                  <a:spLocks noChangeArrowheads="1"/>
                </p:cNvSpPr>
                <p:nvPr/>
              </p:nvSpPr>
              <p:spPr bwMode="auto">
                <a:xfrm>
                  <a:off x="9533391" y="3333157"/>
                  <a:ext cx="76200" cy="762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id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a楷体" panose="02000500000000000000" pitchFamily="2" charset="-122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6" name="Freeform 40"/>
              <p:cNvSpPr/>
              <p:nvPr/>
            </p:nvSpPr>
            <p:spPr bwMode="auto">
              <a:xfrm>
                <a:off x="7250566" y="2553694"/>
                <a:ext cx="857250" cy="169863"/>
              </a:xfrm>
              <a:custGeom>
                <a:avLst/>
                <a:gdLst>
                  <a:gd name="T0" fmla="*/ 537 w 540"/>
                  <a:gd name="T1" fmla="*/ 107 h 107"/>
                  <a:gd name="T2" fmla="*/ 540 w 540"/>
                  <a:gd name="T3" fmla="*/ 85 h 107"/>
                  <a:gd name="T4" fmla="*/ 3 w 540"/>
                  <a:gd name="T5" fmla="*/ 0 h 107"/>
                  <a:gd name="T6" fmla="*/ 0 w 540"/>
                  <a:gd name="T7" fmla="*/ 23 h 107"/>
                  <a:gd name="T8" fmla="*/ 537 w 540"/>
                  <a:gd name="T9" fmla="*/ 107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0" h="107">
                    <a:moveTo>
                      <a:pt x="537" y="107"/>
                    </a:moveTo>
                    <a:lnTo>
                      <a:pt x="540" y="85"/>
                    </a:lnTo>
                    <a:lnTo>
                      <a:pt x="3" y="0"/>
                    </a:lnTo>
                    <a:lnTo>
                      <a:pt x="0" y="23"/>
                    </a:lnTo>
                    <a:lnTo>
                      <a:pt x="537" y="107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17" name="Freeform 41"/>
              <p:cNvSpPr/>
              <p:nvPr/>
            </p:nvSpPr>
            <p:spPr bwMode="auto">
              <a:xfrm>
                <a:off x="7250566" y="2809282"/>
                <a:ext cx="857250" cy="169863"/>
              </a:xfrm>
              <a:custGeom>
                <a:avLst/>
                <a:gdLst>
                  <a:gd name="T0" fmla="*/ 3 w 540"/>
                  <a:gd name="T1" fmla="*/ 107 h 107"/>
                  <a:gd name="T2" fmla="*/ 540 w 540"/>
                  <a:gd name="T3" fmla="*/ 23 h 107"/>
                  <a:gd name="T4" fmla="*/ 537 w 540"/>
                  <a:gd name="T5" fmla="*/ 0 h 107"/>
                  <a:gd name="T6" fmla="*/ 0 w 540"/>
                  <a:gd name="T7" fmla="*/ 85 h 107"/>
                  <a:gd name="T8" fmla="*/ 3 w 540"/>
                  <a:gd name="T9" fmla="*/ 107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0" h="107">
                    <a:moveTo>
                      <a:pt x="3" y="107"/>
                    </a:moveTo>
                    <a:lnTo>
                      <a:pt x="540" y="23"/>
                    </a:lnTo>
                    <a:lnTo>
                      <a:pt x="537" y="0"/>
                    </a:lnTo>
                    <a:lnTo>
                      <a:pt x="0" y="85"/>
                    </a:lnTo>
                    <a:lnTo>
                      <a:pt x="3" y="107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5" name="Group 24"/>
          <p:cNvGrpSpPr/>
          <p:nvPr/>
        </p:nvGrpSpPr>
        <p:grpSpPr>
          <a:xfrm>
            <a:off x="1582361" y="3201003"/>
            <a:ext cx="6649584" cy="852643"/>
            <a:chOff x="297316" y="2253657"/>
            <a:chExt cx="7567392" cy="970329"/>
          </a:xfrm>
        </p:grpSpPr>
        <p:grpSp>
          <p:nvGrpSpPr>
            <p:cNvPr id="26" name="Group 25"/>
            <p:cNvGrpSpPr/>
            <p:nvPr/>
          </p:nvGrpSpPr>
          <p:grpSpPr>
            <a:xfrm>
              <a:off x="297316" y="2327298"/>
              <a:ext cx="5627041" cy="860590"/>
              <a:chOff x="1728788" y="1781175"/>
              <a:chExt cx="6186490" cy="946151"/>
            </a:xfrm>
          </p:grpSpPr>
          <p:sp>
            <p:nvSpPr>
              <p:cNvPr id="40" name="Freeform 28"/>
              <p:cNvSpPr/>
              <p:nvPr/>
            </p:nvSpPr>
            <p:spPr bwMode="auto">
              <a:xfrm>
                <a:off x="1728788" y="1781175"/>
                <a:ext cx="577850" cy="811213"/>
              </a:xfrm>
              <a:custGeom>
                <a:avLst/>
                <a:gdLst>
                  <a:gd name="T0" fmla="*/ 130 w 130"/>
                  <a:gd name="T1" fmla="*/ 20 h 181"/>
                  <a:gd name="T2" fmla="*/ 3 w 130"/>
                  <a:gd name="T3" fmla="*/ 0 h 181"/>
                  <a:gd name="T4" fmla="*/ 44 w 130"/>
                  <a:gd name="T5" fmla="*/ 90 h 181"/>
                  <a:gd name="T6" fmla="*/ 0 w 130"/>
                  <a:gd name="T7" fmla="*/ 164 h 181"/>
                  <a:gd name="T8" fmla="*/ 123 w 130"/>
                  <a:gd name="T9" fmla="*/ 179 h 181"/>
                  <a:gd name="T10" fmla="*/ 130 w 130"/>
                  <a:gd name="T11" fmla="*/ 20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0" h="181">
                    <a:moveTo>
                      <a:pt x="130" y="20"/>
                    </a:moveTo>
                    <a:cubicBezTo>
                      <a:pt x="130" y="20"/>
                      <a:pt x="49" y="16"/>
                      <a:pt x="3" y="0"/>
                    </a:cubicBezTo>
                    <a:cubicBezTo>
                      <a:pt x="3" y="0"/>
                      <a:pt x="37" y="83"/>
                      <a:pt x="44" y="90"/>
                    </a:cubicBezTo>
                    <a:cubicBezTo>
                      <a:pt x="0" y="164"/>
                      <a:pt x="0" y="164"/>
                      <a:pt x="0" y="164"/>
                    </a:cubicBezTo>
                    <a:cubicBezTo>
                      <a:pt x="0" y="164"/>
                      <a:pt x="77" y="181"/>
                      <a:pt x="123" y="179"/>
                    </a:cubicBezTo>
                    <a:lnTo>
                      <a:pt x="130" y="2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41" name="Freeform 29"/>
              <p:cNvSpPr/>
              <p:nvPr/>
            </p:nvSpPr>
            <p:spPr bwMode="auto">
              <a:xfrm>
                <a:off x="2097088" y="1852613"/>
                <a:ext cx="209550" cy="735013"/>
              </a:xfrm>
              <a:custGeom>
                <a:avLst/>
                <a:gdLst>
                  <a:gd name="T0" fmla="*/ 0 w 47"/>
                  <a:gd name="T1" fmla="*/ 0 h 164"/>
                  <a:gd name="T2" fmla="*/ 47 w 47"/>
                  <a:gd name="T3" fmla="*/ 4 h 164"/>
                  <a:gd name="T4" fmla="*/ 40 w 47"/>
                  <a:gd name="T5" fmla="*/ 163 h 164"/>
                  <a:gd name="T6" fmla="*/ 0 w 47"/>
                  <a:gd name="T7" fmla="*/ 161 h 164"/>
                  <a:gd name="T8" fmla="*/ 0 w 47"/>
                  <a:gd name="T9" fmla="*/ 0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7" h="164">
                    <a:moveTo>
                      <a:pt x="0" y="0"/>
                    </a:moveTo>
                    <a:cubicBezTo>
                      <a:pt x="26" y="3"/>
                      <a:pt x="47" y="4"/>
                      <a:pt x="47" y="4"/>
                    </a:cubicBezTo>
                    <a:cubicBezTo>
                      <a:pt x="40" y="163"/>
                      <a:pt x="40" y="163"/>
                      <a:pt x="40" y="163"/>
                    </a:cubicBezTo>
                    <a:cubicBezTo>
                      <a:pt x="28" y="164"/>
                      <a:pt x="14" y="163"/>
                      <a:pt x="0" y="16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  <a:alpha val="4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42" name="Freeform 30"/>
              <p:cNvSpPr/>
              <p:nvPr/>
            </p:nvSpPr>
            <p:spPr bwMode="auto">
              <a:xfrm>
                <a:off x="2257425" y="1798638"/>
                <a:ext cx="5657853" cy="928688"/>
              </a:xfrm>
              <a:custGeom>
                <a:avLst/>
                <a:gdLst>
                  <a:gd name="T0" fmla="*/ 1438 w 1438"/>
                  <a:gd name="T1" fmla="*/ 0 h 207"/>
                  <a:gd name="T2" fmla="*/ 867 w 1438"/>
                  <a:gd name="T3" fmla="*/ 6 h 207"/>
                  <a:gd name="T4" fmla="*/ 0 w 1438"/>
                  <a:gd name="T5" fmla="*/ 0 h 207"/>
                  <a:gd name="T6" fmla="*/ 0 w 1438"/>
                  <a:gd name="T7" fmla="*/ 191 h 207"/>
                  <a:gd name="T8" fmla="*/ 684 w 1438"/>
                  <a:gd name="T9" fmla="*/ 191 h 207"/>
                  <a:gd name="T10" fmla="*/ 1438 w 1438"/>
                  <a:gd name="T11" fmla="*/ 191 h 207"/>
                  <a:gd name="T12" fmla="*/ 1438 w 1438"/>
                  <a:gd name="T13" fmla="*/ 0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38" h="207">
                    <a:moveTo>
                      <a:pt x="1438" y="0"/>
                    </a:moveTo>
                    <a:cubicBezTo>
                      <a:pt x="1438" y="0"/>
                      <a:pt x="1008" y="3"/>
                      <a:pt x="867" y="6"/>
                    </a:cubicBezTo>
                    <a:cubicBezTo>
                      <a:pt x="272" y="19"/>
                      <a:pt x="0" y="0"/>
                      <a:pt x="0" y="0"/>
                    </a:cubicBezTo>
                    <a:cubicBezTo>
                      <a:pt x="0" y="191"/>
                      <a:pt x="0" y="191"/>
                      <a:pt x="0" y="191"/>
                    </a:cubicBezTo>
                    <a:cubicBezTo>
                      <a:pt x="0" y="191"/>
                      <a:pt x="227" y="207"/>
                      <a:pt x="684" y="191"/>
                    </a:cubicBezTo>
                    <a:cubicBezTo>
                      <a:pt x="863" y="185"/>
                      <a:pt x="1438" y="191"/>
                      <a:pt x="1438" y="191"/>
                    </a:cubicBezTo>
                    <a:lnTo>
                      <a:pt x="143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Group 26"/>
            <p:cNvGrpSpPr/>
            <p:nvPr/>
          </p:nvGrpSpPr>
          <p:grpSpPr>
            <a:xfrm>
              <a:off x="5924357" y="2253657"/>
              <a:ext cx="1940351" cy="970329"/>
              <a:chOff x="7218816" y="2253657"/>
              <a:chExt cx="2133264" cy="1066800"/>
            </a:xfrm>
          </p:grpSpPr>
          <p:sp>
            <p:nvSpPr>
              <p:cNvPr id="28" name="Freeform 31"/>
              <p:cNvSpPr/>
              <p:nvPr/>
            </p:nvSpPr>
            <p:spPr bwMode="auto">
              <a:xfrm>
                <a:off x="7218816" y="2253657"/>
                <a:ext cx="66675" cy="1066800"/>
              </a:xfrm>
              <a:custGeom>
                <a:avLst/>
                <a:gdLst>
                  <a:gd name="T0" fmla="*/ 0 w 15"/>
                  <a:gd name="T1" fmla="*/ 229 h 238"/>
                  <a:gd name="T2" fmla="*/ 8 w 15"/>
                  <a:gd name="T3" fmla="*/ 238 h 238"/>
                  <a:gd name="T4" fmla="*/ 8 w 15"/>
                  <a:gd name="T5" fmla="*/ 238 h 238"/>
                  <a:gd name="T6" fmla="*/ 15 w 15"/>
                  <a:gd name="T7" fmla="*/ 229 h 238"/>
                  <a:gd name="T8" fmla="*/ 15 w 15"/>
                  <a:gd name="T9" fmla="*/ 9 h 238"/>
                  <a:gd name="T10" fmla="*/ 8 w 15"/>
                  <a:gd name="T11" fmla="*/ 0 h 238"/>
                  <a:gd name="T12" fmla="*/ 8 w 15"/>
                  <a:gd name="T13" fmla="*/ 0 h 238"/>
                  <a:gd name="T14" fmla="*/ 0 w 15"/>
                  <a:gd name="T15" fmla="*/ 9 h 238"/>
                  <a:gd name="T16" fmla="*/ 0 w 15"/>
                  <a:gd name="T17" fmla="*/ 229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" h="238">
                    <a:moveTo>
                      <a:pt x="0" y="229"/>
                    </a:moveTo>
                    <a:cubicBezTo>
                      <a:pt x="0" y="234"/>
                      <a:pt x="4" y="238"/>
                      <a:pt x="8" y="238"/>
                    </a:cubicBezTo>
                    <a:cubicBezTo>
                      <a:pt x="8" y="238"/>
                      <a:pt x="8" y="238"/>
                      <a:pt x="8" y="238"/>
                    </a:cubicBezTo>
                    <a:cubicBezTo>
                      <a:pt x="12" y="238"/>
                      <a:pt x="15" y="234"/>
                      <a:pt x="15" y="229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9"/>
                    </a:cubicBezTo>
                    <a:lnTo>
                      <a:pt x="0" y="229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grpSp>
            <p:nvGrpSpPr>
              <p:cNvPr id="29" name="Group 28"/>
              <p:cNvGrpSpPr/>
              <p:nvPr/>
            </p:nvGrpSpPr>
            <p:grpSpPr>
              <a:xfrm>
                <a:off x="8007803" y="2568976"/>
                <a:ext cx="1344277" cy="686394"/>
                <a:chOff x="8045903" y="2463207"/>
                <a:chExt cx="2020888" cy="1031875"/>
              </a:xfrm>
              <a:solidFill>
                <a:schemeClr val="tx2"/>
              </a:solidFill>
            </p:grpSpPr>
            <p:sp>
              <p:nvSpPr>
                <p:cNvPr id="32" name="Freeform 32"/>
                <p:cNvSpPr/>
                <p:nvPr/>
              </p:nvSpPr>
              <p:spPr bwMode="auto">
                <a:xfrm>
                  <a:off x="9738178" y="2769594"/>
                  <a:ext cx="182563" cy="371475"/>
                </a:xfrm>
                <a:custGeom>
                  <a:avLst/>
                  <a:gdLst>
                    <a:gd name="T0" fmla="*/ 41 w 41"/>
                    <a:gd name="T1" fmla="*/ 15 h 83"/>
                    <a:gd name="T2" fmla="*/ 41 w 41"/>
                    <a:gd name="T3" fmla="*/ 68 h 83"/>
                    <a:gd name="T4" fmla="*/ 26 w 41"/>
                    <a:gd name="T5" fmla="*/ 83 h 83"/>
                    <a:gd name="T6" fmla="*/ 0 w 41"/>
                    <a:gd name="T7" fmla="*/ 83 h 83"/>
                    <a:gd name="T8" fmla="*/ 0 w 41"/>
                    <a:gd name="T9" fmla="*/ 0 h 83"/>
                    <a:gd name="T10" fmla="*/ 26 w 41"/>
                    <a:gd name="T11" fmla="*/ 0 h 83"/>
                    <a:gd name="T12" fmla="*/ 41 w 41"/>
                    <a:gd name="T13" fmla="*/ 15 h 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1" h="83">
                      <a:moveTo>
                        <a:pt x="41" y="15"/>
                      </a:moveTo>
                      <a:cubicBezTo>
                        <a:pt x="41" y="68"/>
                        <a:pt x="41" y="68"/>
                        <a:pt x="41" y="68"/>
                      </a:cubicBezTo>
                      <a:cubicBezTo>
                        <a:pt x="41" y="77"/>
                        <a:pt x="34" y="83"/>
                        <a:pt x="26" y="83"/>
                      </a:cubicBezTo>
                      <a:cubicBezTo>
                        <a:pt x="0" y="83"/>
                        <a:pt x="0" y="83"/>
                        <a:pt x="0" y="83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cubicBezTo>
                        <a:pt x="34" y="0"/>
                        <a:pt x="41" y="7"/>
                        <a:pt x="41" y="1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id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a楷体" panose="02000500000000000000" pitchFamily="2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33" name="Freeform 33"/>
                <p:cNvSpPr/>
                <p:nvPr/>
              </p:nvSpPr>
              <p:spPr bwMode="auto">
                <a:xfrm>
                  <a:off x="9933441" y="2895007"/>
                  <a:ext cx="133350" cy="125413"/>
                </a:xfrm>
                <a:custGeom>
                  <a:avLst/>
                  <a:gdLst>
                    <a:gd name="T0" fmla="*/ 30 w 30"/>
                    <a:gd name="T1" fmla="*/ 14 h 28"/>
                    <a:gd name="T2" fmla="*/ 0 w 30"/>
                    <a:gd name="T3" fmla="*/ 28 h 28"/>
                    <a:gd name="T4" fmla="*/ 0 w 30"/>
                    <a:gd name="T5" fmla="*/ 0 h 28"/>
                    <a:gd name="T6" fmla="*/ 30 w 30"/>
                    <a:gd name="T7" fmla="*/ 14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0" h="28">
                      <a:moveTo>
                        <a:pt x="30" y="14"/>
                      </a:moveTo>
                      <a:cubicBezTo>
                        <a:pt x="30" y="22"/>
                        <a:pt x="17" y="28"/>
                        <a:pt x="0" y="28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7" y="0"/>
                        <a:pt x="30" y="6"/>
                        <a:pt x="30" y="1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id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a楷体" panose="02000500000000000000" pitchFamily="2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Oval 34"/>
                <p:cNvSpPr>
                  <a:spLocks noChangeArrowheads="1"/>
                </p:cNvSpPr>
                <p:nvPr/>
              </p:nvSpPr>
              <p:spPr bwMode="auto">
                <a:xfrm>
                  <a:off x="9955666" y="2666407"/>
                  <a:ext cx="39688" cy="219075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id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a楷体" panose="02000500000000000000" pitchFamily="2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Oval 35"/>
                <p:cNvSpPr>
                  <a:spLocks noChangeArrowheads="1"/>
                </p:cNvSpPr>
                <p:nvPr/>
              </p:nvSpPr>
              <p:spPr bwMode="auto">
                <a:xfrm>
                  <a:off x="9955666" y="3028357"/>
                  <a:ext cx="39688" cy="2206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id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a楷体" panose="02000500000000000000" pitchFamily="2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36" name="Freeform 36"/>
                <p:cNvSpPr/>
                <p:nvPr/>
              </p:nvSpPr>
              <p:spPr bwMode="auto">
                <a:xfrm>
                  <a:off x="8045903" y="2487019"/>
                  <a:ext cx="177800" cy="469900"/>
                </a:xfrm>
                <a:custGeom>
                  <a:avLst/>
                  <a:gdLst>
                    <a:gd name="T0" fmla="*/ 1 w 40"/>
                    <a:gd name="T1" fmla="*/ 63 h 105"/>
                    <a:gd name="T2" fmla="*/ 40 w 40"/>
                    <a:gd name="T3" fmla="*/ 0 h 105"/>
                    <a:gd name="T4" fmla="*/ 40 w 40"/>
                    <a:gd name="T5" fmla="*/ 105 h 105"/>
                    <a:gd name="T6" fmla="*/ 1 w 40"/>
                    <a:gd name="T7" fmla="*/ 63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105">
                      <a:moveTo>
                        <a:pt x="1" y="63"/>
                      </a:moveTo>
                      <a:cubicBezTo>
                        <a:pt x="3" y="27"/>
                        <a:pt x="23" y="3"/>
                        <a:pt x="40" y="0"/>
                      </a:cubicBezTo>
                      <a:cubicBezTo>
                        <a:pt x="40" y="105"/>
                        <a:pt x="40" y="105"/>
                        <a:pt x="40" y="105"/>
                      </a:cubicBezTo>
                      <a:cubicBezTo>
                        <a:pt x="40" y="105"/>
                        <a:pt x="0" y="100"/>
                        <a:pt x="1" y="6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id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a楷体" panose="02000500000000000000" pitchFamily="2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37" name="Freeform 37"/>
                <p:cNvSpPr>
                  <a:spLocks noEditPoints="1"/>
                </p:cNvSpPr>
                <p:nvPr/>
              </p:nvSpPr>
              <p:spPr bwMode="auto">
                <a:xfrm>
                  <a:off x="8209416" y="2463207"/>
                  <a:ext cx="1538288" cy="1031875"/>
                </a:xfrm>
                <a:custGeom>
                  <a:avLst/>
                  <a:gdLst>
                    <a:gd name="T0" fmla="*/ 10 w 346"/>
                    <a:gd name="T1" fmla="*/ 141 h 230"/>
                    <a:gd name="T2" fmla="*/ 20 w 346"/>
                    <a:gd name="T3" fmla="*/ 128 h 230"/>
                    <a:gd name="T4" fmla="*/ 127 w 346"/>
                    <a:gd name="T5" fmla="*/ 141 h 230"/>
                    <a:gd name="T6" fmla="*/ 270 w 346"/>
                    <a:gd name="T7" fmla="*/ 149 h 230"/>
                    <a:gd name="T8" fmla="*/ 272 w 346"/>
                    <a:gd name="T9" fmla="*/ 199 h 230"/>
                    <a:gd name="T10" fmla="*/ 288 w 346"/>
                    <a:gd name="T11" fmla="*/ 177 h 230"/>
                    <a:gd name="T12" fmla="*/ 279 w 346"/>
                    <a:gd name="T13" fmla="*/ 202 h 230"/>
                    <a:gd name="T14" fmla="*/ 334 w 346"/>
                    <a:gd name="T15" fmla="*/ 202 h 230"/>
                    <a:gd name="T16" fmla="*/ 311 w 346"/>
                    <a:gd name="T17" fmla="*/ 172 h 230"/>
                    <a:gd name="T18" fmla="*/ 333 w 346"/>
                    <a:gd name="T19" fmla="*/ 177 h 230"/>
                    <a:gd name="T20" fmla="*/ 311 w 346"/>
                    <a:gd name="T21" fmla="*/ 149 h 230"/>
                    <a:gd name="T22" fmla="*/ 340 w 346"/>
                    <a:gd name="T23" fmla="*/ 71 h 230"/>
                    <a:gd name="T24" fmla="*/ 304 w 346"/>
                    <a:gd name="T25" fmla="*/ 40 h 230"/>
                    <a:gd name="T26" fmla="*/ 326 w 346"/>
                    <a:gd name="T27" fmla="*/ 31 h 230"/>
                    <a:gd name="T28" fmla="*/ 228 w 346"/>
                    <a:gd name="T29" fmla="*/ 38 h 230"/>
                    <a:gd name="T30" fmla="*/ 250 w 346"/>
                    <a:gd name="T31" fmla="*/ 40 h 230"/>
                    <a:gd name="T32" fmla="*/ 236 w 346"/>
                    <a:gd name="T33" fmla="*/ 71 h 230"/>
                    <a:gd name="T34" fmla="*/ 214 w 346"/>
                    <a:gd name="T35" fmla="*/ 54 h 230"/>
                    <a:gd name="T36" fmla="*/ 146 w 346"/>
                    <a:gd name="T37" fmla="*/ 72 h 230"/>
                    <a:gd name="T38" fmla="*/ 7 w 346"/>
                    <a:gd name="T39" fmla="*/ 6 h 230"/>
                    <a:gd name="T40" fmla="*/ 15 w 346"/>
                    <a:gd name="T41" fmla="*/ 115 h 230"/>
                    <a:gd name="T42" fmla="*/ 10 w 346"/>
                    <a:gd name="T43" fmla="*/ 121 h 230"/>
                    <a:gd name="T44" fmla="*/ 231 w 346"/>
                    <a:gd name="T45" fmla="*/ 71 h 230"/>
                    <a:gd name="T46" fmla="*/ 216 w 346"/>
                    <a:gd name="T47" fmla="*/ 59 h 230"/>
                    <a:gd name="T48" fmla="*/ 294 w 346"/>
                    <a:gd name="T49" fmla="*/ 71 h 230"/>
                    <a:gd name="T50" fmla="*/ 256 w 346"/>
                    <a:gd name="T51" fmla="*/ 40 h 230"/>
                    <a:gd name="T52" fmla="*/ 294 w 346"/>
                    <a:gd name="T53" fmla="*/ 71 h 230"/>
                    <a:gd name="T54" fmla="*/ 307 w 346"/>
                    <a:gd name="T55" fmla="*/ 185 h 230"/>
                    <a:gd name="T56" fmla="*/ 307 w 346"/>
                    <a:gd name="T57" fmla="*/ 219 h 230"/>
                    <a:gd name="T58" fmla="*/ 292 w 346"/>
                    <a:gd name="T59" fmla="*/ 174 h 230"/>
                    <a:gd name="T60" fmla="*/ 301 w 346"/>
                    <a:gd name="T61" fmla="*/ 171 h 230"/>
                    <a:gd name="T62" fmla="*/ 294 w 346"/>
                    <a:gd name="T63" fmla="*/ 178 h 230"/>
                    <a:gd name="T64" fmla="*/ 276 w 346"/>
                    <a:gd name="T65" fmla="*/ 149 h 230"/>
                    <a:gd name="T66" fmla="*/ 301 w 346"/>
                    <a:gd name="T67" fmla="*/ 166 h 230"/>
                    <a:gd name="T68" fmla="*/ 289 w 346"/>
                    <a:gd name="T69" fmla="*/ 170 h 230"/>
                    <a:gd name="T70" fmla="*/ 15 w 346"/>
                    <a:gd name="T71" fmla="*/ 122 h 230"/>
                    <a:gd name="T72" fmla="*/ 34 w 346"/>
                    <a:gd name="T73" fmla="*/ 121 h 230"/>
                    <a:gd name="T74" fmla="*/ 15 w 346"/>
                    <a:gd name="T75" fmla="*/ 122 h 230"/>
                    <a:gd name="T76" fmla="*/ 10 w 346"/>
                    <a:gd name="T77" fmla="*/ 125 h 230"/>
                    <a:gd name="T78" fmla="*/ 10 w 346"/>
                    <a:gd name="T79" fmla="*/ 137 h 2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346" h="230">
                      <a:moveTo>
                        <a:pt x="0" y="131"/>
                      </a:moveTo>
                      <a:cubicBezTo>
                        <a:pt x="0" y="136"/>
                        <a:pt x="4" y="141"/>
                        <a:pt x="10" y="141"/>
                      </a:cubicBezTo>
                      <a:cubicBezTo>
                        <a:pt x="15" y="141"/>
                        <a:pt x="20" y="136"/>
                        <a:pt x="20" y="131"/>
                      </a:cubicBezTo>
                      <a:cubicBezTo>
                        <a:pt x="20" y="130"/>
                        <a:pt x="20" y="129"/>
                        <a:pt x="20" y="128"/>
                      </a:cubicBezTo>
                      <a:cubicBezTo>
                        <a:pt x="38" y="122"/>
                        <a:pt x="38" y="122"/>
                        <a:pt x="38" y="122"/>
                      </a:cubicBezTo>
                      <a:cubicBezTo>
                        <a:pt x="67" y="130"/>
                        <a:pt x="108" y="138"/>
                        <a:pt x="127" y="141"/>
                      </a:cubicBezTo>
                      <a:cubicBezTo>
                        <a:pt x="156" y="146"/>
                        <a:pt x="210" y="149"/>
                        <a:pt x="210" y="149"/>
                      </a:cubicBezTo>
                      <a:cubicBezTo>
                        <a:pt x="270" y="149"/>
                        <a:pt x="270" y="149"/>
                        <a:pt x="270" y="149"/>
                      </a:cubicBezTo>
                      <a:cubicBezTo>
                        <a:pt x="285" y="172"/>
                        <a:pt x="285" y="172"/>
                        <a:pt x="285" y="172"/>
                      </a:cubicBezTo>
                      <a:cubicBezTo>
                        <a:pt x="277" y="179"/>
                        <a:pt x="272" y="189"/>
                        <a:pt x="272" y="199"/>
                      </a:cubicBezTo>
                      <a:cubicBezTo>
                        <a:pt x="277" y="198"/>
                        <a:pt x="277" y="198"/>
                        <a:pt x="277" y="198"/>
                      </a:cubicBezTo>
                      <a:cubicBezTo>
                        <a:pt x="277" y="191"/>
                        <a:pt x="281" y="182"/>
                        <a:pt x="288" y="177"/>
                      </a:cubicBezTo>
                      <a:cubicBezTo>
                        <a:pt x="290" y="181"/>
                        <a:pt x="290" y="181"/>
                        <a:pt x="290" y="181"/>
                      </a:cubicBezTo>
                      <a:cubicBezTo>
                        <a:pt x="283" y="186"/>
                        <a:pt x="279" y="193"/>
                        <a:pt x="279" y="202"/>
                      </a:cubicBezTo>
                      <a:cubicBezTo>
                        <a:pt x="279" y="217"/>
                        <a:pt x="292" y="230"/>
                        <a:pt x="307" y="230"/>
                      </a:cubicBezTo>
                      <a:cubicBezTo>
                        <a:pt x="322" y="230"/>
                        <a:pt x="334" y="217"/>
                        <a:pt x="334" y="202"/>
                      </a:cubicBezTo>
                      <a:cubicBezTo>
                        <a:pt x="334" y="189"/>
                        <a:pt x="324" y="177"/>
                        <a:pt x="311" y="175"/>
                      </a:cubicBezTo>
                      <a:cubicBezTo>
                        <a:pt x="311" y="172"/>
                        <a:pt x="311" y="172"/>
                        <a:pt x="311" y="172"/>
                      </a:cubicBezTo>
                      <a:cubicBezTo>
                        <a:pt x="322" y="174"/>
                        <a:pt x="329" y="181"/>
                        <a:pt x="329" y="181"/>
                      </a:cubicBezTo>
                      <a:cubicBezTo>
                        <a:pt x="333" y="177"/>
                        <a:pt x="333" y="177"/>
                        <a:pt x="333" y="177"/>
                      </a:cubicBezTo>
                      <a:cubicBezTo>
                        <a:pt x="332" y="177"/>
                        <a:pt x="324" y="169"/>
                        <a:pt x="311" y="167"/>
                      </a:cubicBezTo>
                      <a:cubicBezTo>
                        <a:pt x="311" y="149"/>
                        <a:pt x="311" y="149"/>
                        <a:pt x="311" y="149"/>
                      </a:cubicBezTo>
                      <a:cubicBezTo>
                        <a:pt x="340" y="149"/>
                        <a:pt x="340" y="149"/>
                        <a:pt x="340" y="149"/>
                      </a:cubicBezTo>
                      <a:cubicBezTo>
                        <a:pt x="340" y="71"/>
                        <a:pt x="340" y="71"/>
                        <a:pt x="340" y="71"/>
                      </a:cubicBezTo>
                      <a:cubicBezTo>
                        <a:pt x="300" y="71"/>
                        <a:pt x="300" y="71"/>
                        <a:pt x="300" y="71"/>
                      </a:cubicBezTo>
                      <a:cubicBezTo>
                        <a:pt x="304" y="40"/>
                        <a:pt x="304" y="40"/>
                        <a:pt x="304" y="40"/>
                      </a:cubicBezTo>
                      <a:cubicBezTo>
                        <a:pt x="318" y="40"/>
                        <a:pt x="318" y="40"/>
                        <a:pt x="318" y="40"/>
                      </a:cubicBezTo>
                      <a:cubicBezTo>
                        <a:pt x="346" y="40"/>
                        <a:pt x="333" y="33"/>
                        <a:pt x="326" y="31"/>
                      </a:cubicBezTo>
                      <a:cubicBezTo>
                        <a:pt x="318" y="29"/>
                        <a:pt x="313" y="28"/>
                        <a:pt x="293" y="27"/>
                      </a:cubicBezTo>
                      <a:cubicBezTo>
                        <a:pt x="273" y="27"/>
                        <a:pt x="232" y="35"/>
                        <a:pt x="228" y="38"/>
                      </a:cubicBezTo>
                      <a:cubicBezTo>
                        <a:pt x="224" y="40"/>
                        <a:pt x="230" y="40"/>
                        <a:pt x="230" y="40"/>
                      </a:cubicBezTo>
                      <a:cubicBezTo>
                        <a:pt x="250" y="40"/>
                        <a:pt x="250" y="40"/>
                        <a:pt x="250" y="40"/>
                      </a:cubicBezTo>
                      <a:cubicBezTo>
                        <a:pt x="246" y="71"/>
                        <a:pt x="246" y="71"/>
                        <a:pt x="246" y="71"/>
                      </a:cubicBezTo>
                      <a:cubicBezTo>
                        <a:pt x="236" y="71"/>
                        <a:pt x="236" y="71"/>
                        <a:pt x="236" y="71"/>
                      </a:cubicBezTo>
                      <a:cubicBezTo>
                        <a:pt x="232" y="66"/>
                        <a:pt x="225" y="58"/>
                        <a:pt x="216" y="55"/>
                      </a:cubicBezTo>
                      <a:cubicBezTo>
                        <a:pt x="214" y="54"/>
                        <a:pt x="214" y="54"/>
                        <a:pt x="214" y="54"/>
                      </a:cubicBezTo>
                      <a:cubicBezTo>
                        <a:pt x="209" y="72"/>
                        <a:pt x="209" y="72"/>
                        <a:pt x="209" y="72"/>
                      </a:cubicBezTo>
                      <a:cubicBezTo>
                        <a:pt x="190" y="93"/>
                        <a:pt x="146" y="72"/>
                        <a:pt x="146" y="72"/>
                      </a:cubicBezTo>
                      <a:cubicBezTo>
                        <a:pt x="68" y="75"/>
                        <a:pt x="68" y="75"/>
                        <a:pt x="68" y="75"/>
                      </a:cubicBezTo>
                      <a:cubicBezTo>
                        <a:pt x="40" y="0"/>
                        <a:pt x="7" y="6"/>
                        <a:pt x="7" y="6"/>
                      </a:cubicBezTo>
                      <a:cubicBezTo>
                        <a:pt x="7" y="112"/>
                        <a:pt x="7" y="112"/>
                        <a:pt x="7" y="112"/>
                      </a:cubicBezTo>
                      <a:cubicBezTo>
                        <a:pt x="9" y="113"/>
                        <a:pt x="12" y="114"/>
                        <a:pt x="15" y="115"/>
                      </a:cubicBezTo>
                      <a:cubicBezTo>
                        <a:pt x="13" y="121"/>
                        <a:pt x="13" y="121"/>
                        <a:pt x="13" y="121"/>
                      </a:cubicBezTo>
                      <a:cubicBezTo>
                        <a:pt x="12" y="121"/>
                        <a:pt x="11" y="121"/>
                        <a:pt x="10" y="121"/>
                      </a:cubicBezTo>
                      <a:cubicBezTo>
                        <a:pt x="4" y="121"/>
                        <a:pt x="0" y="125"/>
                        <a:pt x="0" y="131"/>
                      </a:cubicBezTo>
                      <a:close/>
                      <a:moveTo>
                        <a:pt x="231" y="71"/>
                      </a:moveTo>
                      <a:cubicBezTo>
                        <a:pt x="213" y="71"/>
                        <a:pt x="213" y="71"/>
                        <a:pt x="213" y="71"/>
                      </a:cubicBezTo>
                      <a:cubicBezTo>
                        <a:pt x="216" y="59"/>
                        <a:pt x="216" y="59"/>
                        <a:pt x="216" y="59"/>
                      </a:cubicBezTo>
                      <a:cubicBezTo>
                        <a:pt x="222" y="62"/>
                        <a:pt x="228" y="67"/>
                        <a:pt x="231" y="71"/>
                      </a:cubicBezTo>
                      <a:close/>
                      <a:moveTo>
                        <a:pt x="294" y="71"/>
                      </a:moveTo>
                      <a:cubicBezTo>
                        <a:pt x="252" y="71"/>
                        <a:pt x="252" y="71"/>
                        <a:pt x="252" y="71"/>
                      </a:cubicBezTo>
                      <a:cubicBezTo>
                        <a:pt x="256" y="40"/>
                        <a:pt x="256" y="40"/>
                        <a:pt x="256" y="40"/>
                      </a:cubicBezTo>
                      <a:cubicBezTo>
                        <a:pt x="298" y="40"/>
                        <a:pt x="298" y="40"/>
                        <a:pt x="298" y="40"/>
                      </a:cubicBezTo>
                      <a:lnTo>
                        <a:pt x="294" y="71"/>
                      </a:lnTo>
                      <a:close/>
                      <a:moveTo>
                        <a:pt x="290" y="202"/>
                      </a:moveTo>
                      <a:cubicBezTo>
                        <a:pt x="290" y="193"/>
                        <a:pt x="297" y="185"/>
                        <a:pt x="307" y="185"/>
                      </a:cubicBezTo>
                      <a:cubicBezTo>
                        <a:pt x="316" y="185"/>
                        <a:pt x="324" y="193"/>
                        <a:pt x="324" y="202"/>
                      </a:cubicBezTo>
                      <a:cubicBezTo>
                        <a:pt x="324" y="212"/>
                        <a:pt x="316" y="219"/>
                        <a:pt x="307" y="219"/>
                      </a:cubicBezTo>
                      <a:cubicBezTo>
                        <a:pt x="297" y="219"/>
                        <a:pt x="290" y="212"/>
                        <a:pt x="290" y="202"/>
                      </a:cubicBezTo>
                      <a:close/>
                      <a:moveTo>
                        <a:pt x="292" y="174"/>
                      </a:moveTo>
                      <a:cubicBezTo>
                        <a:pt x="294" y="173"/>
                        <a:pt x="296" y="172"/>
                        <a:pt x="299" y="172"/>
                      </a:cubicBezTo>
                      <a:cubicBezTo>
                        <a:pt x="300" y="172"/>
                        <a:pt x="301" y="171"/>
                        <a:pt x="301" y="171"/>
                      </a:cubicBezTo>
                      <a:cubicBezTo>
                        <a:pt x="301" y="175"/>
                        <a:pt x="301" y="175"/>
                        <a:pt x="301" y="175"/>
                      </a:cubicBezTo>
                      <a:cubicBezTo>
                        <a:pt x="299" y="176"/>
                        <a:pt x="296" y="177"/>
                        <a:pt x="294" y="178"/>
                      </a:cubicBezTo>
                      <a:lnTo>
                        <a:pt x="292" y="174"/>
                      </a:lnTo>
                      <a:close/>
                      <a:moveTo>
                        <a:pt x="276" y="149"/>
                      </a:moveTo>
                      <a:cubicBezTo>
                        <a:pt x="301" y="149"/>
                        <a:pt x="301" y="149"/>
                        <a:pt x="301" y="149"/>
                      </a:cubicBezTo>
                      <a:cubicBezTo>
                        <a:pt x="301" y="166"/>
                        <a:pt x="301" y="166"/>
                        <a:pt x="301" y="166"/>
                      </a:cubicBezTo>
                      <a:cubicBezTo>
                        <a:pt x="300" y="166"/>
                        <a:pt x="299" y="167"/>
                        <a:pt x="298" y="167"/>
                      </a:cubicBezTo>
                      <a:cubicBezTo>
                        <a:pt x="295" y="167"/>
                        <a:pt x="292" y="168"/>
                        <a:pt x="289" y="170"/>
                      </a:cubicBezTo>
                      <a:lnTo>
                        <a:pt x="276" y="149"/>
                      </a:lnTo>
                      <a:close/>
                      <a:moveTo>
                        <a:pt x="15" y="122"/>
                      </a:moveTo>
                      <a:cubicBezTo>
                        <a:pt x="17" y="116"/>
                        <a:pt x="17" y="116"/>
                        <a:pt x="17" y="116"/>
                      </a:cubicBezTo>
                      <a:cubicBezTo>
                        <a:pt x="22" y="118"/>
                        <a:pt x="28" y="119"/>
                        <a:pt x="34" y="121"/>
                      </a:cubicBezTo>
                      <a:cubicBezTo>
                        <a:pt x="19" y="126"/>
                        <a:pt x="19" y="126"/>
                        <a:pt x="19" y="126"/>
                      </a:cubicBezTo>
                      <a:cubicBezTo>
                        <a:pt x="18" y="124"/>
                        <a:pt x="17" y="123"/>
                        <a:pt x="15" y="122"/>
                      </a:cubicBezTo>
                      <a:close/>
                      <a:moveTo>
                        <a:pt x="4" y="131"/>
                      </a:moveTo>
                      <a:cubicBezTo>
                        <a:pt x="4" y="127"/>
                        <a:pt x="7" y="125"/>
                        <a:pt x="10" y="125"/>
                      </a:cubicBezTo>
                      <a:cubicBezTo>
                        <a:pt x="13" y="125"/>
                        <a:pt x="16" y="127"/>
                        <a:pt x="16" y="131"/>
                      </a:cubicBezTo>
                      <a:cubicBezTo>
                        <a:pt x="16" y="134"/>
                        <a:pt x="13" y="137"/>
                        <a:pt x="10" y="137"/>
                      </a:cubicBezTo>
                      <a:cubicBezTo>
                        <a:pt x="7" y="137"/>
                        <a:pt x="4" y="134"/>
                        <a:pt x="4" y="13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id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a楷体" panose="02000500000000000000" pitchFamily="2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38" name="Oval 38"/>
                <p:cNvSpPr>
                  <a:spLocks noChangeArrowheads="1"/>
                </p:cNvSpPr>
                <p:nvPr/>
              </p:nvSpPr>
              <p:spPr bwMode="auto">
                <a:xfrm>
                  <a:off x="8241166" y="3037882"/>
                  <a:ext cx="26988" cy="26988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id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a楷体" panose="02000500000000000000" pitchFamily="2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39" name="Oval 39"/>
                <p:cNvSpPr>
                  <a:spLocks noChangeArrowheads="1"/>
                </p:cNvSpPr>
                <p:nvPr/>
              </p:nvSpPr>
              <p:spPr bwMode="auto">
                <a:xfrm>
                  <a:off x="9533391" y="3333157"/>
                  <a:ext cx="76200" cy="762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id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a楷体" panose="02000500000000000000" pitchFamily="2" charset="-122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0" name="Freeform 40"/>
              <p:cNvSpPr/>
              <p:nvPr/>
            </p:nvSpPr>
            <p:spPr bwMode="auto">
              <a:xfrm>
                <a:off x="7250566" y="2553694"/>
                <a:ext cx="857250" cy="169863"/>
              </a:xfrm>
              <a:custGeom>
                <a:avLst/>
                <a:gdLst>
                  <a:gd name="T0" fmla="*/ 537 w 540"/>
                  <a:gd name="T1" fmla="*/ 107 h 107"/>
                  <a:gd name="T2" fmla="*/ 540 w 540"/>
                  <a:gd name="T3" fmla="*/ 85 h 107"/>
                  <a:gd name="T4" fmla="*/ 3 w 540"/>
                  <a:gd name="T5" fmla="*/ 0 h 107"/>
                  <a:gd name="T6" fmla="*/ 0 w 540"/>
                  <a:gd name="T7" fmla="*/ 23 h 107"/>
                  <a:gd name="T8" fmla="*/ 537 w 540"/>
                  <a:gd name="T9" fmla="*/ 107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0" h="107">
                    <a:moveTo>
                      <a:pt x="537" y="107"/>
                    </a:moveTo>
                    <a:lnTo>
                      <a:pt x="540" y="85"/>
                    </a:lnTo>
                    <a:lnTo>
                      <a:pt x="3" y="0"/>
                    </a:lnTo>
                    <a:lnTo>
                      <a:pt x="0" y="23"/>
                    </a:lnTo>
                    <a:lnTo>
                      <a:pt x="537" y="107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31" name="Freeform 41"/>
              <p:cNvSpPr/>
              <p:nvPr/>
            </p:nvSpPr>
            <p:spPr bwMode="auto">
              <a:xfrm>
                <a:off x="7250566" y="2809282"/>
                <a:ext cx="857250" cy="169863"/>
              </a:xfrm>
              <a:custGeom>
                <a:avLst/>
                <a:gdLst>
                  <a:gd name="T0" fmla="*/ 3 w 540"/>
                  <a:gd name="T1" fmla="*/ 107 h 107"/>
                  <a:gd name="T2" fmla="*/ 540 w 540"/>
                  <a:gd name="T3" fmla="*/ 23 h 107"/>
                  <a:gd name="T4" fmla="*/ 537 w 540"/>
                  <a:gd name="T5" fmla="*/ 0 h 107"/>
                  <a:gd name="T6" fmla="*/ 0 w 540"/>
                  <a:gd name="T7" fmla="*/ 85 h 107"/>
                  <a:gd name="T8" fmla="*/ 3 w 540"/>
                  <a:gd name="T9" fmla="*/ 107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0" h="107">
                    <a:moveTo>
                      <a:pt x="3" y="107"/>
                    </a:moveTo>
                    <a:lnTo>
                      <a:pt x="540" y="23"/>
                    </a:lnTo>
                    <a:lnTo>
                      <a:pt x="537" y="0"/>
                    </a:lnTo>
                    <a:lnTo>
                      <a:pt x="0" y="85"/>
                    </a:lnTo>
                    <a:lnTo>
                      <a:pt x="3" y="107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3" name="Group 42"/>
          <p:cNvGrpSpPr/>
          <p:nvPr/>
        </p:nvGrpSpPr>
        <p:grpSpPr>
          <a:xfrm>
            <a:off x="2239427" y="4125168"/>
            <a:ext cx="6649584" cy="852643"/>
            <a:chOff x="297316" y="2253657"/>
            <a:chExt cx="7567392" cy="970329"/>
          </a:xfrm>
        </p:grpSpPr>
        <p:grpSp>
          <p:nvGrpSpPr>
            <p:cNvPr id="44" name="Group 43"/>
            <p:cNvGrpSpPr/>
            <p:nvPr/>
          </p:nvGrpSpPr>
          <p:grpSpPr>
            <a:xfrm>
              <a:off x="297316" y="2327298"/>
              <a:ext cx="5627041" cy="860590"/>
              <a:chOff x="1728788" y="1781175"/>
              <a:chExt cx="6186490" cy="946151"/>
            </a:xfrm>
          </p:grpSpPr>
          <p:sp>
            <p:nvSpPr>
              <p:cNvPr id="58" name="Freeform 28"/>
              <p:cNvSpPr/>
              <p:nvPr/>
            </p:nvSpPr>
            <p:spPr bwMode="auto">
              <a:xfrm>
                <a:off x="1728788" y="1781175"/>
                <a:ext cx="577850" cy="811213"/>
              </a:xfrm>
              <a:custGeom>
                <a:avLst/>
                <a:gdLst>
                  <a:gd name="T0" fmla="*/ 130 w 130"/>
                  <a:gd name="T1" fmla="*/ 20 h 181"/>
                  <a:gd name="T2" fmla="*/ 3 w 130"/>
                  <a:gd name="T3" fmla="*/ 0 h 181"/>
                  <a:gd name="T4" fmla="*/ 44 w 130"/>
                  <a:gd name="T5" fmla="*/ 90 h 181"/>
                  <a:gd name="T6" fmla="*/ 0 w 130"/>
                  <a:gd name="T7" fmla="*/ 164 h 181"/>
                  <a:gd name="T8" fmla="*/ 123 w 130"/>
                  <a:gd name="T9" fmla="*/ 179 h 181"/>
                  <a:gd name="T10" fmla="*/ 130 w 130"/>
                  <a:gd name="T11" fmla="*/ 20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0" h="181">
                    <a:moveTo>
                      <a:pt x="130" y="20"/>
                    </a:moveTo>
                    <a:cubicBezTo>
                      <a:pt x="130" y="20"/>
                      <a:pt x="49" y="16"/>
                      <a:pt x="3" y="0"/>
                    </a:cubicBezTo>
                    <a:cubicBezTo>
                      <a:pt x="3" y="0"/>
                      <a:pt x="37" y="83"/>
                      <a:pt x="44" y="90"/>
                    </a:cubicBezTo>
                    <a:cubicBezTo>
                      <a:pt x="0" y="164"/>
                      <a:pt x="0" y="164"/>
                      <a:pt x="0" y="164"/>
                    </a:cubicBezTo>
                    <a:cubicBezTo>
                      <a:pt x="0" y="164"/>
                      <a:pt x="77" y="181"/>
                      <a:pt x="123" y="179"/>
                    </a:cubicBezTo>
                    <a:lnTo>
                      <a:pt x="130" y="2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59" name="Freeform 29"/>
              <p:cNvSpPr/>
              <p:nvPr/>
            </p:nvSpPr>
            <p:spPr bwMode="auto">
              <a:xfrm>
                <a:off x="2097088" y="1852613"/>
                <a:ext cx="209550" cy="735013"/>
              </a:xfrm>
              <a:custGeom>
                <a:avLst/>
                <a:gdLst>
                  <a:gd name="T0" fmla="*/ 0 w 47"/>
                  <a:gd name="T1" fmla="*/ 0 h 164"/>
                  <a:gd name="T2" fmla="*/ 47 w 47"/>
                  <a:gd name="T3" fmla="*/ 4 h 164"/>
                  <a:gd name="T4" fmla="*/ 40 w 47"/>
                  <a:gd name="T5" fmla="*/ 163 h 164"/>
                  <a:gd name="T6" fmla="*/ 0 w 47"/>
                  <a:gd name="T7" fmla="*/ 161 h 164"/>
                  <a:gd name="T8" fmla="*/ 0 w 47"/>
                  <a:gd name="T9" fmla="*/ 0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7" h="164">
                    <a:moveTo>
                      <a:pt x="0" y="0"/>
                    </a:moveTo>
                    <a:cubicBezTo>
                      <a:pt x="26" y="3"/>
                      <a:pt x="47" y="4"/>
                      <a:pt x="47" y="4"/>
                    </a:cubicBezTo>
                    <a:cubicBezTo>
                      <a:pt x="40" y="163"/>
                      <a:pt x="40" y="163"/>
                      <a:pt x="40" y="163"/>
                    </a:cubicBezTo>
                    <a:cubicBezTo>
                      <a:pt x="28" y="164"/>
                      <a:pt x="14" y="163"/>
                      <a:pt x="0" y="16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  <a:alpha val="4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60" name="Freeform 30"/>
              <p:cNvSpPr/>
              <p:nvPr/>
            </p:nvSpPr>
            <p:spPr bwMode="auto">
              <a:xfrm>
                <a:off x="2257425" y="1798638"/>
                <a:ext cx="5657853" cy="928688"/>
              </a:xfrm>
              <a:custGeom>
                <a:avLst/>
                <a:gdLst>
                  <a:gd name="T0" fmla="*/ 1438 w 1438"/>
                  <a:gd name="T1" fmla="*/ 0 h 207"/>
                  <a:gd name="T2" fmla="*/ 867 w 1438"/>
                  <a:gd name="T3" fmla="*/ 6 h 207"/>
                  <a:gd name="T4" fmla="*/ 0 w 1438"/>
                  <a:gd name="T5" fmla="*/ 0 h 207"/>
                  <a:gd name="T6" fmla="*/ 0 w 1438"/>
                  <a:gd name="T7" fmla="*/ 191 h 207"/>
                  <a:gd name="T8" fmla="*/ 684 w 1438"/>
                  <a:gd name="T9" fmla="*/ 191 h 207"/>
                  <a:gd name="T10" fmla="*/ 1438 w 1438"/>
                  <a:gd name="T11" fmla="*/ 191 h 207"/>
                  <a:gd name="T12" fmla="*/ 1438 w 1438"/>
                  <a:gd name="T13" fmla="*/ 0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38" h="207">
                    <a:moveTo>
                      <a:pt x="1438" y="0"/>
                    </a:moveTo>
                    <a:cubicBezTo>
                      <a:pt x="1438" y="0"/>
                      <a:pt x="1008" y="3"/>
                      <a:pt x="867" y="6"/>
                    </a:cubicBezTo>
                    <a:cubicBezTo>
                      <a:pt x="272" y="19"/>
                      <a:pt x="0" y="0"/>
                      <a:pt x="0" y="0"/>
                    </a:cubicBezTo>
                    <a:cubicBezTo>
                      <a:pt x="0" y="191"/>
                      <a:pt x="0" y="191"/>
                      <a:pt x="0" y="191"/>
                    </a:cubicBezTo>
                    <a:cubicBezTo>
                      <a:pt x="0" y="191"/>
                      <a:pt x="227" y="207"/>
                      <a:pt x="684" y="191"/>
                    </a:cubicBezTo>
                    <a:cubicBezTo>
                      <a:pt x="863" y="185"/>
                      <a:pt x="1438" y="191"/>
                      <a:pt x="1438" y="191"/>
                    </a:cubicBezTo>
                    <a:lnTo>
                      <a:pt x="143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</p:grpSp>
        <p:grpSp>
          <p:nvGrpSpPr>
            <p:cNvPr id="45" name="Group 44"/>
            <p:cNvGrpSpPr/>
            <p:nvPr/>
          </p:nvGrpSpPr>
          <p:grpSpPr>
            <a:xfrm>
              <a:off x="5924357" y="2253657"/>
              <a:ext cx="1940351" cy="970329"/>
              <a:chOff x="7218816" y="2253657"/>
              <a:chExt cx="2133264" cy="1066800"/>
            </a:xfrm>
          </p:grpSpPr>
          <p:sp>
            <p:nvSpPr>
              <p:cNvPr id="46" name="Freeform 31"/>
              <p:cNvSpPr/>
              <p:nvPr/>
            </p:nvSpPr>
            <p:spPr bwMode="auto">
              <a:xfrm>
                <a:off x="7218816" y="2253657"/>
                <a:ext cx="66675" cy="1066800"/>
              </a:xfrm>
              <a:custGeom>
                <a:avLst/>
                <a:gdLst>
                  <a:gd name="T0" fmla="*/ 0 w 15"/>
                  <a:gd name="T1" fmla="*/ 229 h 238"/>
                  <a:gd name="T2" fmla="*/ 8 w 15"/>
                  <a:gd name="T3" fmla="*/ 238 h 238"/>
                  <a:gd name="T4" fmla="*/ 8 w 15"/>
                  <a:gd name="T5" fmla="*/ 238 h 238"/>
                  <a:gd name="T6" fmla="*/ 15 w 15"/>
                  <a:gd name="T7" fmla="*/ 229 h 238"/>
                  <a:gd name="T8" fmla="*/ 15 w 15"/>
                  <a:gd name="T9" fmla="*/ 9 h 238"/>
                  <a:gd name="T10" fmla="*/ 8 w 15"/>
                  <a:gd name="T11" fmla="*/ 0 h 238"/>
                  <a:gd name="T12" fmla="*/ 8 w 15"/>
                  <a:gd name="T13" fmla="*/ 0 h 238"/>
                  <a:gd name="T14" fmla="*/ 0 w 15"/>
                  <a:gd name="T15" fmla="*/ 9 h 238"/>
                  <a:gd name="T16" fmla="*/ 0 w 15"/>
                  <a:gd name="T17" fmla="*/ 229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" h="238">
                    <a:moveTo>
                      <a:pt x="0" y="229"/>
                    </a:moveTo>
                    <a:cubicBezTo>
                      <a:pt x="0" y="234"/>
                      <a:pt x="4" y="238"/>
                      <a:pt x="8" y="238"/>
                    </a:cubicBezTo>
                    <a:cubicBezTo>
                      <a:pt x="8" y="238"/>
                      <a:pt x="8" y="238"/>
                      <a:pt x="8" y="238"/>
                    </a:cubicBezTo>
                    <a:cubicBezTo>
                      <a:pt x="12" y="238"/>
                      <a:pt x="15" y="234"/>
                      <a:pt x="15" y="229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9"/>
                    </a:cubicBezTo>
                    <a:lnTo>
                      <a:pt x="0" y="229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grpSp>
            <p:nvGrpSpPr>
              <p:cNvPr id="47" name="Group 46"/>
              <p:cNvGrpSpPr/>
              <p:nvPr/>
            </p:nvGrpSpPr>
            <p:grpSpPr>
              <a:xfrm>
                <a:off x="8007803" y="2568976"/>
                <a:ext cx="1344277" cy="686394"/>
                <a:chOff x="8045903" y="2463207"/>
                <a:chExt cx="2020888" cy="1031875"/>
              </a:xfrm>
              <a:solidFill>
                <a:schemeClr val="tx2"/>
              </a:solidFill>
            </p:grpSpPr>
            <p:sp>
              <p:nvSpPr>
                <p:cNvPr id="50" name="Freeform 32"/>
                <p:cNvSpPr/>
                <p:nvPr/>
              </p:nvSpPr>
              <p:spPr bwMode="auto">
                <a:xfrm>
                  <a:off x="9738178" y="2769594"/>
                  <a:ext cx="182563" cy="371475"/>
                </a:xfrm>
                <a:custGeom>
                  <a:avLst/>
                  <a:gdLst>
                    <a:gd name="T0" fmla="*/ 41 w 41"/>
                    <a:gd name="T1" fmla="*/ 15 h 83"/>
                    <a:gd name="T2" fmla="*/ 41 w 41"/>
                    <a:gd name="T3" fmla="*/ 68 h 83"/>
                    <a:gd name="T4" fmla="*/ 26 w 41"/>
                    <a:gd name="T5" fmla="*/ 83 h 83"/>
                    <a:gd name="T6" fmla="*/ 0 w 41"/>
                    <a:gd name="T7" fmla="*/ 83 h 83"/>
                    <a:gd name="T8" fmla="*/ 0 w 41"/>
                    <a:gd name="T9" fmla="*/ 0 h 83"/>
                    <a:gd name="T10" fmla="*/ 26 w 41"/>
                    <a:gd name="T11" fmla="*/ 0 h 83"/>
                    <a:gd name="T12" fmla="*/ 41 w 41"/>
                    <a:gd name="T13" fmla="*/ 15 h 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1" h="83">
                      <a:moveTo>
                        <a:pt x="41" y="15"/>
                      </a:moveTo>
                      <a:cubicBezTo>
                        <a:pt x="41" y="68"/>
                        <a:pt x="41" y="68"/>
                        <a:pt x="41" y="68"/>
                      </a:cubicBezTo>
                      <a:cubicBezTo>
                        <a:pt x="41" y="77"/>
                        <a:pt x="34" y="83"/>
                        <a:pt x="26" y="83"/>
                      </a:cubicBezTo>
                      <a:cubicBezTo>
                        <a:pt x="0" y="83"/>
                        <a:pt x="0" y="83"/>
                        <a:pt x="0" y="83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cubicBezTo>
                        <a:pt x="34" y="0"/>
                        <a:pt x="41" y="7"/>
                        <a:pt x="41" y="1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id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a楷体" panose="02000500000000000000" pitchFamily="2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51" name="Freeform 33"/>
                <p:cNvSpPr/>
                <p:nvPr/>
              </p:nvSpPr>
              <p:spPr bwMode="auto">
                <a:xfrm>
                  <a:off x="9933441" y="2895007"/>
                  <a:ext cx="133350" cy="125413"/>
                </a:xfrm>
                <a:custGeom>
                  <a:avLst/>
                  <a:gdLst>
                    <a:gd name="T0" fmla="*/ 30 w 30"/>
                    <a:gd name="T1" fmla="*/ 14 h 28"/>
                    <a:gd name="T2" fmla="*/ 0 w 30"/>
                    <a:gd name="T3" fmla="*/ 28 h 28"/>
                    <a:gd name="T4" fmla="*/ 0 w 30"/>
                    <a:gd name="T5" fmla="*/ 0 h 28"/>
                    <a:gd name="T6" fmla="*/ 30 w 30"/>
                    <a:gd name="T7" fmla="*/ 14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0" h="28">
                      <a:moveTo>
                        <a:pt x="30" y="14"/>
                      </a:moveTo>
                      <a:cubicBezTo>
                        <a:pt x="30" y="22"/>
                        <a:pt x="17" y="28"/>
                        <a:pt x="0" y="28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7" y="0"/>
                        <a:pt x="30" y="6"/>
                        <a:pt x="30" y="1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id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a楷体" panose="02000500000000000000" pitchFamily="2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52" name="Oval 34"/>
                <p:cNvSpPr>
                  <a:spLocks noChangeArrowheads="1"/>
                </p:cNvSpPr>
                <p:nvPr/>
              </p:nvSpPr>
              <p:spPr bwMode="auto">
                <a:xfrm>
                  <a:off x="9955666" y="2666407"/>
                  <a:ext cx="39688" cy="219075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id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a楷体" panose="02000500000000000000" pitchFamily="2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53" name="Oval 35"/>
                <p:cNvSpPr>
                  <a:spLocks noChangeArrowheads="1"/>
                </p:cNvSpPr>
                <p:nvPr/>
              </p:nvSpPr>
              <p:spPr bwMode="auto">
                <a:xfrm>
                  <a:off x="9955666" y="3028357"/>
                  <a:ext cx="39688" cy="2206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id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a楷体" panose="02000500000000000000" pitchFamily="2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54" name="Freeform 36"/>
                <p:cNvSpPr/>
                <p:nvPr/>
              </p:nvSpPr>
              <p:spPr bwMode="auto">
                <a:xfrm>
                  <a:off x="8045903" y="2487019"/>
                  <a:ext cx="177800" cy="469900"/>
                </a:xfrm>
                <a:custGeom>
                  <a:avLst/>
                  <a:gdLst>
                    <a:gd name="T0" fmla="*/ 1 w 40"/>
                    <a:gd name="T1" fmla="*/ 63 h 105"/>
                    <a:gd name="T2" fmla="*/ 40 w 40"/>
                    <a:gd name="T3" fmla="*/ 0 h 105"/>
                    <a:gd name="T4" fmla="*/ 40 w 40"/>
                    <a:gd name="T5" fmla="*/ 105 h 105"/>
                    <a:gd name="T6" fmla="*/ 1 w 40"/>
                    <a:gd name="T7" fmla="*/ 63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105">
                      <a:moveTo>
                        <a:pt x="1" y="63"/>
                      </a:moveTo>
                      <a:cubicBezTo>
                        <a:pt x="3" y="27"/>
                        <a:pt x="23" y="3"/>
                        <a:pt x="40" y="0"/>
                      </a:cubicBezTo>
                      <a:cubicBezTo>
                        <a:pt x="40" y="105"/>
                        <a:pt x="40" y="105"/>
                        <a:pt x="40" y="105"/>
                      </a:cubicBezTo>
                      <a:cubicBezTo>
                        <a:pt x="40" y="105"/>
                        <a:pt x="0" y="100"/>
                        <a:pt x="1" y="6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id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a楷体" panose="02000500000000000000" pitchFamily="2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55" name="Freeform 37"/>
                <p:cNvSpPr>
                  <a:spLocks noEditPoints="1"/>
                </p:cNvSpPr>
                <p:nvPr/>
              </p:nvSpPr>
              <p:spPr bwMode="auto">
                <a:xfrm>
                  <a:off x="8209416" y="2463207"/>
                  <a:ext cx="1538288" cy="1031875"/>
                </a:xfrm>
                <a:custGeom>
                  <a:avLst/>
                  <a:gdLst>
                    <a:gd name="T0" fmla="*/ 10 w 346"/>
                    <a:gd name="T1" fmla="*/ 141 h 230"/>
                    <a:gd name="T2" fmla="*/ 20 w 346"/>
                    <a:gd name="T3" fmla="*/ 128 h 230"/>
                    <a:gd name="T4" fmla="*/ 127 w 346"/>
                    <a:gd name="T5" fmla="*/ 141 h 230"/>
                    <a:gd name="T6" fmla="*/ 270 w 346"/>
                    <a:gd name="T7" fmla="*/ 149 h 230"/>
                    <a:gd name="T8" fmla="*/ 272 w 346"/>
                    <a:gd name="T9" fmla="*/ 199 h 230"/>
                    <a:gd name="T10" fmla="*/ 288 w 346"/>
                    <a:gd name="T11" fmla="*/ 177 h 230"/>
                    <a:gd name="T12" fmla="*/ 279 w 346"/>
                    <a:gd name="T13" fmla="*/ 202 h 230"/>
                    <a:gd name="T14" fmla="*/ 334 w 346"/>
                    <a:gd name="T15" fmla="*/ 202 h 230"/>
                    <a:gd name="T16" fmla="*/ 311 w 346"/>
                    <a:gd name="T17" fmla="*/ 172 h 230"/>
                    <a:gd name="T18" fmla="*/ 333 w 346"/>
                    <a:gd name="T19" fmla="*/ 177 h 230"/>
                    <a:gd name="T20" fmla="*/ 311 w 346"/>
                    <a:gd name="T21" fmla="*/ 149 h 230"/>
                    <a:gd name="T22" fmla="*/ 340 w 346"/>
                    <a:gd name="T23" fmla="*/ 71 h 230"/>
                    <a:gd name="T24" fmla="*/ 304 w 346"/>
                    <a:gd name="T25" fmla="*/ 40 h 230"/>
                    <a:gd name="T26" fmla="*/ 326 w 346"/>
                    <a:gd name="T27" fmla="*/ 31 h 230"/>
                    <a:gd name="T28" fmla="*/ 228 w 346"/>
                    <a:gd name="T29" fmla="*/ 38 h 230"/>
                    <a:gd name="T30" fmla="*/ 250 w 346"/>
                    <a:gd name="T31" fmla="*/ 40 h 230"/>
                    <a:gd name="T32" fmla="*/ 236 w 346"/>
                    <a:gd name="T33" fmla="*/ 71 h 230"/>
                    <a:gd name="T34" fmla="*/ 214 w 346"/>
                    <a:gd name="T35" fmla="*/ 54 h 230"/>
                    <a:gd name="T36" fmla="*/ 146 w 346"/>
                    <a:gd name="T37" fmla="*/ 72 h 230"/>
                    <a:gd name="T38" fmla="*/ 7 w 346"/>
                    <a:gd name="T39" fmla="*/ 6 h 230"/>
                    <a:gd name="T40" fmla="*/ 15 w 346"/>
                    <a:gd name="T41" fmla="*/ 115 h 230"/>
                    <a:gd name="T42" fmla="*/ 10 w 346"/>
                    <a:gd name="T43" fmla="*/ 121 h 230"/>
                    <a:gd name="T44" fmla="*/ 231 w 346"/>
                    <a:gd name="T45" fmla="*/ 71 h 230"/>
                    <a:gd name="T46" fmla="*/ 216 w 346"/>
                    <a:gd name="T47" fmla="*/ 59 h 230"/>
                    <a:gd name="T48" fmla="*/ 294 w 346"/>
                    <a:gd name="T49" fmla="*/ 71 h 230"/>
                    <a:gd name="T50" fmla="*/ 256 w 346"/>
                    <a:gd name="T51" fmla="*/ 40 h 230"/>
                    <a:gd name="T52" fmla="*/ 294 w 346"/>
                    <a:gd name="T53" fmla="*/ 71 h 230"/>
                    <a:gd name="T54" fmla="*/ 307 w 346"/>
                    <a:gd name="T55" fmla="*/ 185 h 230"/>
                    <a:gd name="T56" fmla="*/ 307 w 346"/>
                    <a:gd name="T57" fmla="*/ 219 h 230"/>
                    <a:gd name="T58" fmla="*/ 292 w 346"/>
                    <a:gd name="T59" fmla="*/ 174 h 230"/>
                    <a:gd name="T60" fmla="*/ 301 w 346"/>
                    <a:gd name="T61" fmla="*/ 171 h 230"/>
                    <a:gd name="T62" fmla="*/ 294 w 346"/>
                    <a:gd name="T63" fmla="*/ 178 h 230"/>
                    <a:gd name="T64" fmla="*/ 276 w 346"/>
                    <a:gd name="T65" fmla="*/ 149 h 230"/>
                    <a:gd name="T66" fmla="*/ 301 w 346"/>
                    <a:gd name="T67" fmla="*/ 166 h 230"/>
                    <a:gd name="T68" fmla="*/ 289 w 346"/>
                    <a:gd name="T69" fmla="*/ 170 h 230"/>
                    <a:gd name="T70" fmla="*/ 15 w 346"/>
                    <a:gd name="T71" fmla="*/ 122 h 230"/>
                    <a:gd name="T72" fmla="*/ 34 w 346"/>
                    <a:gd name="T73" fmla="*/ 121 h 230"/>
                    <a:gd name="T74" fmla="*/ 15 w 346"/>
                    <a:gd name="T75" fmla="*/ 122 h 230"/>
                    <a:gd name="T76" fmla="*/ 10 w 346"/>
                    <a:gd name="T77" fmla="*/ 125 h 230"/>
                    <a:gd name="T78" fmla="*/ 10 w 346"/>
                    <a:gd name="T79" fmla="*/ 137 h 2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346" h="230">
                      <a:moveTo>
                        <a:pt x="0" y="131"/>
                      </a:moveTo>
                      <a:cubicBezTo>
                        <a:pt x="0" y="136"/>
                        <a:pt x="4" y="141"/>
                        <a:pt x="10" y="141"/>
                      </a:cubicBezTo>
                      <a:cubicBezTo>
                        <a:pt x="15" y="141"/>
                        <a:pt x="20" y="136"/>
                        <a:pt x="20" y="131"/>
                      </a:cubicBezTo>
                      <a:cubicBezTo>
                        <a:pt x="20" y="130"/>
                        <a:pt x="20" y="129"/>
                        <a:pt x="20" y="128"/>
                      </a:cubicBezTo>
                      <a:cubicBezTo>
                        <a:pt x="38" y="122"/>
                        <a:pt x="38" y="122"/>
                        <a:pt x="38" y="122"/>
                      </a:cubicBezTo>
                      <a:cubicBezTo>
                        <a:pt x="67" y="130"/>
                        <a:pt x="108" y="138"/>
                        <a:pt x="127" y="141"/>
                      </a:cubicBezTo>
                      <a:cubicBezTo>
                        <a:pt x="156" y="146"/>
                        <a:pt x="210" y="149"/>
                        <a:pt x="210" y="149"/>
                      </a:cubicBezTo>
                      <a:cubicBezTo>
                        <a:pt x="270" y="149"/>
                        <a:pt x="270" y="149"/>
                        <a:pt x="270" y="149"/>
                      </a:cubicBezTo>
                      <a:cubicBezTo>
                        <a:pt x="285" y="172"/>
                        <a:pt x="285" y="172"/>
                        <a:pt x="285" y="172"/>
                      </a:cubicBezTo>
                      <a:cubicBezTo>
                        <a:pt x="277" y="179"/>
                        <a:pt x="272" y="189"/>
                        <a:pt x="272" y="199"/>
                      </a:cubicBezTo>
                      <a:cubicBezTo>
                        <a:pt x="277" y="198"/>
                        <a:pt x="277" y="198"/>
                        <a:pt x="277" y="198"/>
                      </a:cubicBezTo>
                      <a:cubicBezTo>
                        <a:pt x="277" y="191"/>
                        <a:pt x="281" y="182"/>
                        <a:pt x="288" y="177"/>
                      </a:cubicBezTo>
                      <a:cubicBezTo>
                        <a:pt x="290" y="181"/>
                        <a:pt x="290" y="181"/>
                        <a:pt x="290" y="181"/>
                      </a:cubicBezTo>
                      <a:cubicBezTo>
                        <a:pt x="283" y="186"/>
                        <a:pt x="279" y="193"/>
                        <a:pt x="279" y="202"/>
                      </a:cubicBezTo>
                      <a:cubicBezTo>
                        <a:pt x="279" y="217"/>
                        <a:pt x="292" y="230"/>
                        <a:pt x="307" y="230"/>
                      </a:cubicBezTo>
                      <a:cubicBezTo>
                        <a:pt x="322" y="230"/>
                        <a:pt x="334" y="217"/>
                        <a:pt x="334" y="202"/>
                      </a:cubicBezTo>
                      <a:cubicBezTo>
                        <a:pt x="334" y="189"/>
                        <a:pt x="324" y="177"/>
                        <a:pt x="311" y="175"/>
                      </a:cubicBezTo>
                      <a:cubicBezTo>
                        <a:pt x="311" y="172"/>
                        <a:pt x="311" y="172"/>
                        <a:pt x="311" y="172"/>
                      </a:cubicBezTo>
                      <a:cubicBezTo>
                        <a:pt x="322" y="174"/>
                        <a:pt x="329" y="181"/>
                        <a:pt x="329" y="181"/>
                      </a:cubicBezTo>
                      <a:cubicBezTo>
                        <a:pt x="333" y="177"/>
                        <a:pt x="333" y="177"/>
                        <a:pt x="333" y="177"/>
                      </a:cubicBezTo>
                      <a:cubicBezTo>
                        <a:pt x="332" y="177"/>
                        <a:pt x="324" y="169"/>
                        <a:pt x="311" y="167"/>
                      </a:cubicBezTo>
                      <a:cubicBezTo>
                        <a:pt x="311" y="149"/>
                        <a:pt x="311" y="149"/>
                        <a:pt x="311" y="149"/>
                      </a:cubicBezTo>
                      <a:cubicBezTo>
                        <a:pt x="340" y="149"/>
                        <a:pt x="340" y="149"/>
                        <a:pt x="340" y="149"/>
                      </a:cubicBezTo>
                      <a:cubicBezTo>
                        <a:pt x="340" y="71"/>
                        <a:pt x="340" y="71"/>
                        <a:pt x="340" y="71"/>
                      </a:cubicBezTo>
                      <a:cubicBezTo>
                        <a:pt x="300" y="71"/>
                        <a:pt x="300" y="71"/>
                        <a:pt x="300" y="71"/>
                      </a:cubicBezTo>
                      <a:cubicBezTo>
                        <a:pt x="304" y="40"/>
                        <a:pt x="304" y="40"/>
                        <a:pt x="304" y="40"/>
                      </a:cubicBezTo>
                      <a:cubicBezTo>
                        <a:pt x="318" y="40"/>
                        <a:pt x="318" y="40"/>
                        <a:pt x="318" y="40"/>
                      </a:cubicBezTo>
                      <a:cubicBezTo>
                        <a:pt x="346" y="40"/>
                        <a:pt x="333" y="33"/>
                        <a:pt x="326" y="31"/>
                      </a:cubicBezTo>
                      <a:cubicBezTo>
                        <a:pt x="318" y="29"/>
                        <a:pt x="313" y="28"/>
                        <a:pt x="293" y="27"/>
                      </a:cubicBezTo>
                      <a:cubicBezTo>
                        <a:pt x="273" y="27"/>
                        <a:pt x="232" y="35"/>
                        <a:pt x="228" y="38"/>
                      </a:cubicBezTo>
                      <a:cubicBezTo>
                        <a:pt x="224" y="40"/>
                        <a:pt x="230" y="40"/>
                        <a:pt x="230" y="40"/>
                      </a:cubicBezTo>
                      <a:cubicBezTo>
                        <a:pt x="250" y="40"/>
                        <a:pt x="250" y="40"/>
                        <a:pt x="250" y="40"/>
                      </a:cubicBezTo>
                      <a:cubicBezTo>
                        <a:pt x="246" y="71"/>
                        <a:pt x="246" y="71"/>
                        <a:pt x="246" y="71"/>
                      </a:cubicBezTo>
                      <a:cubicBezTo>
                        <a:pt x="236" y="71"/>
                        <a:pt x="236" y="71"/>
                        <a:pt x="236" y="71"/>
                      </a:cubicBezTo>
                      <a:cubicBezTo>
                        <a:pt x="232" y="66"/>
                        <a:pt x="225" y="58"/>
                        <a:pt x="216" y="55"/>
                      </a:cubicBezTo>
                      <a:cubicBezTo>
                        <a:pt x="214" y="54"/>
                        <a:pt x="214" y="54"/>
                        <a:pt x="214" y="54"/>
                      </a:cubicBezTo>
                      <a:cubicBezTo>
                        <a:pt x="209" y="72"/>
                        <a:pt x="209" y="72"/>
                        <a:pt x="209" y="72"/>
                      </a:cubicBezTo>
                      <a:cubicBezTo>
                        <a:pt x="190" y="93"/>
                        <a:pt x="146" y="72"/>
                        <a:pt x="146" y="72"/>
                      </a:cubicBezTo>
                      <a:cubicBezTo>
                        <a:pt x="68" y="75"/>
                        <a:pt x="68" y="75"/>
                        <a:pt x="68" y="75"/>
                      </a:cubicBezTo>
                      <a:cubicBezTo>
                        <a:pt x="40" y="0"/>
                        <a:pt x="7" y="6"/>
                        <a:pt x="7" y="6"/>
                      </a:cubicBezTo>
                      <a:cubicBezTo>
                        <a:pt x="7" y="112"/>
                        <a:pt x="7" y="112"/>
                        <a:pt x="7" y="112"/>
                      </a:cubicBezTo>
                      <a:cubicBezTo>
                        <a:pt x="9" y="113"/>
                        <a:pt x="12" y="114"/>
                        <a:pt x="15" y="115"/>
                      </a:cubicBezTo>
                      <a:cubicBezTo>
                        <a:pt x="13" y="121"/>
                        <a:pt x="13" y="121"/>
                        <a:pt x="13" y="121"/>
                      </a:cubicBezTo>
                      <a:cubicBezTo>
                        <a:pt x="12" y="121"/>
                        <a:pt x="11" y="121"/>
                        <a:pt x="10" y="121"/>
                      </a:cubicBezTo>
                      <a:cubicBezTo>
                        <a:pt x="4" y="121"/>
                        <a:pt x="0" y="125"/>
                        <a:pt x="0" y="131"/>
                      </a:cubicBezTo>
                      <a:close/>
                      <a:moveTo>
                        <a:pt x="231" y="71"/>
                      </a:moveTo>
                      <a:cubicBezTo>
                        <a:pt x="213" y="71"/>
                        <a:pt x="213" y="71"/>
                        <a:pt x="213" y="71"/>
                      </a:cubicBezTo>
                      <a:cubicBezTo>
                        <a:pt x="216" y="59"/>
                        <a:pt x="216" y="59"/>
                        <a:pt x="216" y="59"/>
                      </a:cubicBezTo>
                      <a:cubicBezTo>
                        <a:pt x="222" y="62"/>
                        <a:pt x="228" y="67"/>
                        <a:pt x="231" y="71"/>
                      </a:cubicBezTo>
                      <a:close/>
                      <a:moveTo>
                        <a:pt x="294" y="71"/>
                      </a:moveTo>
                      <a:cubicBezTo>
                        <a:pt x="252" y="71"/>
                        <a:pt x="252" y="71"/>
                        <a:pt x="252" y="71"/>
                      </a:cubicBezTo>
                      <a:cubicBezTo>
                        <a:pt x="256" y="40"/>
                        <a:pt x="256" y="40"/>
                        <a:pt x="256" y="40"/>
                      </a:cubicBezTo>
                      <a:cubicBezTo>
                        <a:pt x="298" y="40"/>
                        <a:pt x="298" y="40"/>
                        <a:pt x="298" y="40"/>
                      </a:cubicBezTo>
                      <a:lnTo>
                        <a:pt x="294" y="71"/>
                      </a:lnTo>
                      <a:close/>
                      <a:moveTo>
                        <a:pt x="290" y="202"/>
                      </a:moveTo>
                      <a:cubicBezTo>
                        <a:pt x="290" y="193"/>
                        <a:pt x="297" y="185"/>
                        <a:pt x="307" y="185"/>
                      </a:cubicBezTo>
                      <a:cubicBezTo>
                        <a:pt x="316" y="185"/>
                        <a:pt x="324" y="193"/>
                        <a:pt x="324" y="202"/>
                      </a:cubicBezTo>
                      <a:cubicBezTo>
                        <a:pt x="324" y="212"/>
                        <a:pt x="316" y="219"/>
                        <a:pt x="307" y="219"/>
                      </a:cubicBezTo>
                      <a:cubicBezTo>
                        <a:pt x="297" y="219"/>
                        <a:pt x="290" y="212"/>
                        <a:pt x="290" y="202"/>
                      </a:cubicBezTo>
                      <a:close/>
                      <a:moveTo>
                        <a:pt x="292" y="174"/>
                      </a:moveTo>
                      <a:cubicBezTo>
                        <a:pt x="294" y="173"/>
                        <a:pt x="296" y="172"/>
                        <a:pt x="299" y="172"/>
                      </a:cubicBezTo>
                      <a:cubicBezTo>
                        <a:pt x="300" y="172"/>
                        <a:pt x="301" y="171"/>
                        <a:pt x="301" y="171"/>
                      </a:cubicBezTo>
                      <a:cubicBezTo>
                        <a:pt x="301" y="175"/>
                        <a:pt x="301" y="175"/>
                        <a:pt x="301" y="175"/>
                      </a:cubicBezTo>
                      <a:cubicBezTo>
                        <a:pt x="299" y="176"/>
                        <a:pt x="296" y="177"/>
                        <a:pt x="294" y="178"/>
                      </a:cubicBezTo>
                      <a:lnTo>
                        <a:pt x="292" y="174"/>
                      </a:lnTo>
                      <a:close/>
                      <a:moveTo>
                        <a:pt x="276" y="149"/>
                      </a:moveTo>
                      <a:cubicBezTo>
                        <a:pt x="301" y="149"/>
                        <a:pt x="301" y="149"/>
                        <a:pt x="301" y="149"/>
                      </a:cubicBezTo>
                      <a:cubicBezTo>
                        <a:pt x="301" y="166"/>
                        <a:pt x="301" y="166"/>
                        <a:pt x="301" y="166"/>
                      </a:cubicBezTo>
                      <a:cubicBezTo>
                        <a:pt x="300" y="166"/>
                        <a:pt x="299" y="167"/>
                        <a:pt x="298" y="167"/>
                      </a:cubicBezTo>
                      <a:cubicBezTo>
                        <a:pt x="295" y="167"/>
                        <a:pt x="292" y="168"/>
                        <a:pt x="289" y="170"/>
                      </a:cubicBezTo>
                      <a:lnTo>
                        <a:pt x="276" y="149"/>
                      </a:lnTo>
                      <a:close/>
                      <a:moveTo>
                        <a:pt x="15" y="122"/>
                      </a:moveTo>
                      <a:cubicBezTo>
                        <a:pt x="17" y="116"/>
                        <a:pt x="17" y="116"/>
                        <a:pt x="17" y="116"/>
                      </a:cubicBezTo>
                      <a:cubicBezTo>
                        <a:pt x="22" y="118"/>
                        <a:pt x="28" y="119"/>
                        <a:pt x="34" y="121"/>
                      </a:cubicBezTo>
                      <a:cubicBezTo>
                        <a:pt x="19" y="126"/>
                        <a:pt x="19" y="126"/>
                        <a:pt x="19" y="126"/>
                      </a:cubicBezTo>
                      <a:cubicBezTo>
                        <a:pt x="18" y="124"/>
                        <a:pt x="17" y="123"/>
                        <a:pt x="15" y="122"/>
                      </a:cubicBezTo>
                      <a:close/>
                      <a:moveTo>
                        <a:pt x="4" y="131"/>
                      </a:moveTo>
                      <a:cubicBezTo>
                        <a:pt x="4" y="127"/>
                        <a:pt x="7" y="125"/>
                        <a:pt x="10" y="125"/>
                      </a:cubicBezTo>
                      <a:cubicBezTo>
                        <a:pt x="13" y="125"/>
                        <a:pt x="16" y="127"/>
                        <a:pt x="16" y="131"/>
                      </a:cubicBezTo>
                      <a:cubicBezTo>
                        <a:pt x="16" y="134"/>
                        <a:pt x="13" y="137"/>
                        <a:pt x="10" y="137"/>
                      </a:cubicBezTo>
                      <a:cubicBezTo>
                        <a:pt x="7" y="137"/>
                        <a:pt x="4" y="134"/>
                        <a:pt x="4" y="13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id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a楷体" panose="02000500000000000000" pitchFamily="2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56" name="Oval 38"/>
                <p:cNvSpPr>
                  <a:spLocks noChangeArrowheads="1"/>
                </p:cNvSpPr>
                <p:nvPr/>
              </p:nvSpPr>
              <p:spPr bwMode="auto">
                <a:xfrm>
                  <a:off x="8241166" y="3037882"/>
                  <a:ext cx="26988" cy="26988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id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a楷体" panose="02000500000000000000" pitchFamily="2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57" name="Oval 39"/>
                <p:cNvSpPr>
                  <a:spLocks noChangeArrowheads="1"/>
                </p:cNvSpPr>
                <p:nvPr/>
              </p:nvSpPr>
              <p:spPr bwMode="auto">
                <a:xfrm>
                  <a:off x="9533391" y="3333157"/>
                  <a:ext cx="76200" cy="762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id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a楷体" panose="02000500000000000000" pitchFamily="2" charset="-122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48" name="Freeform 40"/>
              <p:cNvSpPr/>
              <p:nvPr/>
            </p:nvSpPr>
            <p:spPr bwMode="auto">
              <a:xfrm>
                <a:off x="7250566" y="2553694"/>
                <a:ext cx="857250" cy="169863"/>
              </a:xfrm>
              <a:custGeom>
                <a:avLst/>
                <a:gdLst>
                  <a:gd name="T0" fmla="*/ 537 w 540"/>
                  <a:gd name="T1" fmla="*/ 107 h 107"/>
                  <a:gd name="T2" fmla="*/ 540 w 540"/>
                  <a:gd name="T3" fmla="*/ 85 h 107"/>
                  <a:gd name="T4" fmla="*/ 3 w 540"/>
                  <a:gd name="T5" fmla="*/ 0 h 107"/>
                  <a:gd name="T6" fmla="*/ 0 w 540"/>
                  <a:gd name="T7" fmla="*/ 23 h 107"/>
                  <a:gd name="T8" fmla="*/ 537 w 540"/>
                  <a:gd name="T9" fmla="*/ 107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0" h="107">
                    <a:moveTo>
                      <a:pt x="537" y="107"/>
                    </a:moveTo>
                    <a:lnTo>
                      <a:pt x="540" y="85"/>
                    </a:lnTo>
                    <a:lnTo>
                      <a:pt x="3" y="0"/>
                    </a:lnTo>
                    <a:lnTo>
                      <a:pt x="0" y="23"/>
                    </a:lnTo>
                    <a:lnTo>
                      <a:pt x="537" y="107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49" name="Freeform 41"/>
              <p:cNvSpPr/>
              <p:nvPr/>
            </p:nvSpPr>
            <p:spPr bwMode="auto">
              <a:xfrm>
                <a:off x="7250566" y="2809282"/>
                <a:ext cx="857250" cy="169863"/>
              </a:xfrm>
              <a:custGeom>
                <a:avLst/>
                <a:gdLst>
                  <a:gd name="T0" fmla="*/ 3 w 540"/>
                  <a:gd name="T1" fmla="*/ 107 h 107"/>
                  <a:gd name="T2" fmla="*/ 540 w 540"/>
                  <a:gd name="T3" fmla="*/ 23 h 107"/>
                  <a:gd name="T4" fmla="*/ 537 w 540"/>
                  <a:gd name="T5" fmla="*/ 0 h 107"/>
                  <a:gd name="T6" fmla="*/ 0 w 540"/>
                  <a:gd name="T7" fmla="*/ 85 h 107"/>
                  <a:gd name="T8" fmla="*/ 3 w 540"/>
                  <a:gd name="T9" fmla="*/ 107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0" h="107">
                    <a:moveTo>
                      <a:pt x="3" y="107"/>
                    </a:moveTo>
                    <a:lnTo>
                      <a:pt x="540" y="23"/>
                    </a:lnTo>
                    <a:lnTo>
                      <a:pt x="537" y="0"/>
                    </a:lnTo>
                    <a:lnTo>
                      <a:pt x="0" y="85"/>
                    </a:lnTo>
                    <a:lnTo>
                      <a:pt x="3" y="107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1" name="Group 60"/>
          <p:cNvGrpSpPr/>
          <p:nvPr/>
        </p:nvGrpSpPr>
        <p:grpSpPr>
          <a:xfrm>
            <a:off x="3096137" y="5124154"/>
            <a:ext cx="6649584" cy="852643"/>
            <a:chOff x="297316" y="2253657"/>
            <a:chExt cx="7567392" cy="970329"/>
          </a:xfrm>
        </p:grpSpPr>
        <p:grpSp>
          <p:nvGrpSpPr>
            <p:cNvPr id="62" name="Group 61"/>
            <p:cNvGrpSpPr/>
            <p:nvPr/>
          </p:nvGrpSpPr>
          <p:grpSpPr>
            <a:xfrm>
              <a:off x="297316" y="2327298"/>
              <a:ext cx="5627041" cy="860590"/>
              <a:chOff x="1728788" y="1781175"/>
              <a:chExt cx="6186490" cy="946151"/>
            </a:xfrm>
          </p:grpSpPr>
          <p:sp>
            <p:nvSpPr>
              <p:cNvPr id="76" name="Freeform 28"/>
              <p:cNvSpPr/>
              <p:nvPr/>
            </p:nvSpPr>
            <p:spPr bwMode="auto">
              <a:xfrm>
                <a:off x="1728788" y="1781175"/>
                <a:ext cx="577850" cy="811213"/>
              </a:xfrm>
              <a:custGeom>
                <a:avLst/>
                <a:gdLst>
                  <a:gd name="T0" fmla="*/ 130 w 130"/>
                  <a:gd name="T1" fmla="*/ 20 h 181"/>
                  <a:gd name="T2" fmla="*/ 3 w 130"/>
                  <a:gd name="T3" fmla="*/ 0 h 181"/>
                  <a:gd name="T4" fmla="*/ 44 w 130"/>
                  <a:gd name="T5" fmla="*/ 90 h 181"/>
                  <a:gd name="T6" fmla="*/ 0 w 130"/>
                  <a:gd name="T7" fmla="*/ 164 h 181"/>
                  <a:gd name="T8" fmla="*/ 123 w 130"/>
                  <a:gd name="T9" fmla="*/ 179 h 181"/>
                  <a:gd name="T10" fmla="*/ 130 w 130"/>
                  <a:gd name="T11" fmla="*/ 20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0" h="181">
                    <a:moveTo>
                      <a:pt x="130" y="20"/>
                    </a:moveTo>
                    <a:cubicBezTo>
                      <a:pt x="130" y="20"/>
                      <a:pt x="49" y="16"/>
                      <a:pt x="3" y="0"/>
                    </a:cubicBezTo>
                    <a:cubicBezTo>
                      <a:pt x="3" y="0"/>
                      <a:pt x="37" y="83"/>
                      <a:pt x="44" y="90"/>
                    </a:cubicBezTo>
                    <a:cubicBezTo>
                      <a:pt x="0" y="164"/>
                      <a:pt x="0" y="164"/>
                      <a:pt x="0" y="164"/>
                    </a:cubicBezTo>
                    <a:cubicBezTo>
                      <a:pt x="0" y="164"/>
                      <a:pt x="77" y="181"/>
                      <a:pt x="123" y="179"/>
                    </a:cubicBezTo>
                    <a:lnTo>
                      <a:pt x="130" y="2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77" name="Freeform 29"/>
              <p:cNvSpPr/>
              <p:nvPr/>
            </p:nvSpPr>
            <p:spPr bwMode="auto">
              <a:xfrm>
                <a:off x="2097088" y="1852613"/>
                <a:ext cx="209550" cy="735013"/>
              </a:xfrm>
              <a:custGeom>
                <a:avLst/>
                <a:gdLst>
                  <a:gd name="T0" fmla="*/ 0 w 47"/>
                  <a:gd name="T1" fmla="*/ 0 h 164"/>
                  <a:gd name="T2" fmla="*/ 47 w 47"/>
                  <a:gd name="T3" fmla="*/ 4 h 164"/>
                  <a:gd name="T4" fmla="*/ 40 w 47"/>
                  <a:gd name="T5" fmla="*/ 163 h 164"/>
                  <a:gd name="T6" fmla="*/ 0 w 47"/>
                  <a:gd name="T7" fmla="*/ 161 h 164"/>
                  <a:gd name="T8" fmla="*/ 0 w 47"/>
                  <a:gd name="T9" fmla="*/ 0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7" h="164">
                    <a:moveTo>
                      <a:pt x="0" y="0"/>
                    </a:moveTo>
                    <a:cubicBezTo>
                      <a:pt x="26" y="3"/>
                      <a:pt x="47" y="4"/>
                      <a:pt x="47" y="4"/>
                    </a:cubicBezTo>
                    <a:cubicBezTo>
                      <a:pt x="40" y="163"/>
                      <a:pt x="40" y="163"/>
                      <a:pt x="40" y="163"/>
                    </a:cubicBezTo>
                    <a:cubicBezTo>
                      <a:pt x="28" y="164"/>
                      <a:pt x="14" y="163"/>
                      <a:pt x="0" y="16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  <a:alpha val="4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78" name="Freeform 30"/>
              <p:cNvSpPr/>
              <p:nvPr/>
            </p:nvSpPr>
            <p:spPr bwMode="auto">
              <a:xfrm>
                <a:off x="2257425" y="1798638"/>
                <a:ext cx="5657853" cy="928688"/>
              </a:xfrm>
              <a:custGeom>
                <a:avLst/>
                <a:gdLst>
                  <a:gd name="T0" fmla="*/ 1438 w 1438"/>
                  <a:gd name="T1" fmla="*/ 0 h 207"/>
                  <a:gd name="T2" fmla="*/ 867 w 1438"/>
                  <a:gd name="T3" fmla="*/ 6 h 207"/>
                  <a:gd name="T4" fmla="*/ 0 w 1438"/>
                  <a:gd name="T5" fmla="*/ 0 h 207"/>
                  <a:gd name="T6" fmla="*/ 0 w 1438"/>
                  <a:gd name="T7" fmla="*/ 191 h 207"/>
                  <a:gd name="T8" fmla="*/ 684 w 1438"/>
                  <a:gd name="T9" fmla="*/ 191 h 207"/>
                  <a:gd name="T10" fmla="*/ 1438 w 1438"/>
                  <a:gd name="T11" fmla="*/ 191 h 207"/>
                  <a:gd name="T12" fmla="*/ 1438 w 1438"/>
                  <a:gd name="T13" fmla="*/ 0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38" h="207">
                    <a:moveTo>
                      <a:pt x="1438" y="0"/>
                    </a:moveTo>
                    <a:cubicBezTo>
                      <a:pt x="1438" y="0"/>
                      <a:pt x="1008" y="3"/>
                      <a:pt x="867" y="6"/>
                    </a:cubicBezTo>
                    <a:cubicBezTo>
                      <a:pt x="272" y="19"/>
                      <a:pt x="0" y="0"/>
                      <a:pt x="0" y="0"/>
                    </a:cubicBezTo>
                    <a:cubicBezTo>
                      <a:pt x="0" y="191"/>
                      <a:pt x="0" y="191"/>
                      <a:pt x="0" y="191"/>
                    </a:cubicBezTo>
                    <a:cubicBezTo>
                      <a:pt x="0" y="191"/>
                      <a:pt x="227" y="207"/>
                      <a:pt x="684" y="191"/>
                    </a:cubicBezTo>
                    <a:cubicBezTo>
                      <a:pt x="863" y="185"/>
                      <a:pt x="1438" y="191"/>
                      <a:pt x="1438" y="191"/>
                    </a:cubicBezTo>
                    <a:lnTo>
                      <a:pt x="143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</p:grpSp>
        <p:grpSp>
          <p:nvGrpSpPr>
            <p:cNvPr id="63" name="Group 62"/>
            <p:cNvGrpSpPr/>
            <p:nvPr/>
          </p:nvGrpSpPr>
          <p:grpSpPr>
            <a:xfrm>
              <a:off x="5924357" y="2253657"/>
              <a:ext cx="1940351" cy="970329"/>
              <a:chOff x="7218816" y="2253657"/>
              <a:chExt cx="2133264" cy="1066800"/>
            </a:xfrm>
          </p:grpSpPr>
          <p:sp>
            <p:nvSpPr>
              <p:cNvPr id="64" name="Freeform 31"/>
              <p:cNvSpPr/>
              <p:nvPr/>
            </p:nvSpPr>
            <p:spPr bwMode="auto">
              <a:xfrm>
                <a:off x="7218816" y="2253657"/>
                <a:ext cx="66675" cy="1066800"/>
              </a:xfrm>
              <a:custGeom>
                <a:avLst/>
                <a:gdLst>
                  <a:gd name="T0" fmla="*/ 0 w 15"/>
                  <a:gd name="T1" fmla="*/ 229 h 238"/>
                  <a:gd name="T2" fmla="*/ 8 w 15"/>
                  <a:gd name="T3" fmla="*/ 238 h 238"/>
                  <a:gd name="T4" fmla="*/ 8 w 15"/>
                  <a:gd name="T5" fmla="*/ 238 h 238"/>
                  <a:gd name="T6" fmla="*/ 15 w 15"/>
                  <a:gd name="T7" fmla="*/ 229 h 238"/>
                  <a:gd name="T8" fmla="*/ 15 w 15"/>
                  <a:gd name="T9" fmla="*/ 9 h 238"/>
                  <a:gd name="T10" fmla="*/ 8 w 15"/>
                  <a:gd name="T11" fmla="*/ 0 h 238"/>
                  <a:gd name="T12" fmla="*/ 8 w 15"/>
                  <a:gd name="T13" fmla="*/ 0 h 238"/>
                  <a:gd name="T14" fmla="*/ 0 w 15"/>
                  <a:gd name="T15" fmla="*/ 9 h 238"/>
                  <a:gd name="T16" fmla="*/ 0 w 15"/>
                  <a:gd name="T17" fmla="*/ 229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" h="238">
                    <a:moveTo>
                      <a:pt x="0" y="229"/>
                    </a:moveTo>
                    <a:cubicBezTo>
                      <a:pt x="0" y="234"/>
                      <a:pt x="4" y="238"/>
                      <a:pt x="8" y="238"/>
                    </a:cubicBezTo>
                    <a:cubicBezTo>
                      <a:pt x="8" y="238"/>
                      <a:pt x="8" y="238"/>
                      <a:pt x="8" y="238"/>
                    </a:cubicBezTo>
                    <a:cubicBezTo>
                      <a:pt x="12" y="238"/>
                      <a:pt x="15" y="234"/>
                      <a:pt x="15" y="229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9"/>
                    </a:cubicBezTo>
                    <a:lnTo>
                      <a:pt x="0" y="229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grpSp>
            <p:nvGrpSpPr>
              <p:cNvPr id="65" name="Group 64"/>
              <p:cNvGrpSpPr/>
              <p:nvPr/>
            </p:nvGrpSpPr>
            <p:grpSpPr>
              <a:xfrm>
                <a:off x="8007803" y="2568976"/>
                <a:ext cx="1344277" cy="686394"/>
                <a:chOff x="8045903" y="2463207"/>
                <a:chExt cx="2020888" cy="1031875"/>
              </a:xfrm>
              <a:solidFill>
                <a:schemeClr val="tx2"/>
              </a:solidFill>
            </p:grpSpPr>
            <p:sp>
              <p:nvSpPr>
                <p:cNvPr id="68" name="Freeform 32"/>
                <p:cNvSpPr/>
                <p:nvPr/>
              </p:nvSpPr>
              <p:spPr bwMode="auto">
                <a:xfrm>
                  <a:off x="9738178" y="2769594"/>
                  <a:ext cx="182563" cy="371475"/>
                </a:xfrm>
                <a:custGeom>
                  <a:avLst/>
                  <a:gdLst>
                    <a:gd name="T0" fmla="*/ 41 w 41"/>
                    <a:gd name="T1" fmla="*/ 15 h 83"/>
                    <a:gd name="T2" fmla="*/ 41 w 41"/>
                    <a:gd name="T3" fmla="*/ 68 h 83"/>
                    <a:gd name="T4" fmla="*/ 26 w 41"/>
                    <a:gd name="T5" fmla="*/ 83 h 83"/>
                    <a:gd name="T6" fmla="*/ 0 w 41"/>
                    <a:gd name="T7" fmla="*/ 83 h 83"/>
                    <a:gd name="T8" fmla="*/ 0 w 41"/>
                    <a:gd name="T9" fmla="*/ 0 h 83"/>
                    <a:gd name="T10" fmla="*/ 26 w 41"/>
                    <a:gd name="T11" fmla="*/ 0 h 83"/>
                    <a:gd name="T12" fmla="*/ 41 w 41"/>
                    <a:gd name="T13" fmla="*/ 15 h 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1" h="83">
                      <a:moveTo>
                        <a:pt x="41" y="15"/>
                      </a:moveTo>
                      <a:cubicBezTo>
                        <a:pt x="41" y="68"/>
                        <a:pt x="41" y="68"/>
                        <a:pt x="41" y="68"/>
                      </a:cubicBezTo>
                      <a:cubicBezTo>
                        <a:pt x="41" y="77"/>
                        <a:pt x="34" y="83"/>
                        <a:pt x="26" y="83"/>
                      </a:cubicBezTo>
                      <a:cubicBezTo>
                        <a:pt x="0" y="83"/>
                        <a:pt x="0" y="83"/>
                        <a:pt x="0" y="83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cubicBezTo>
                        <a:pt x="34" y="0"/>
                        <a:pt x="41" y="7"/>
                        <a:pt x="41" y="1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id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a楷体" panose="02000500000000000000" pitchFamily="2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69" name="Freeform 33"/>
                <p:cNvSpPr/>
                <p:nvPr/>
              </p:nvSpPr>
              <p:spPr bwMode="auto">
                <a:xfrm>
                  <a:off x="9933441" y="2895007"/>
                  <a:ext cx="133350" cy="125413"/>
                </a:xfrm>
                <a:custGeom>
                  <a:avLst/>
                  <a:gdLst>
                    <a:gd name="T0" fmla="*/ 30 w 30"/>
                    <a:gd name="T1" fmla="*/ 14 h 28"/>
                    <a:gd name="T2" fmla="*/ 0 w 30"/>
                    <a:gd name="T3" fmla="*/ 28 h 28"/>
                    <a:gd name="T4" fmla="*/ 0 w 30"/>
                    <a:gd name="T5" fmla="*/ 0 h 28"/>
                    <a:gd name="T6" fmla="*/ 30 w 30"/>
                    <a:gd name="T7" fmla="*/ 14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0" h="28">
                      <a:moveTo>
                        <a:pt x="30" y="14"/>
                      </a:moveTo>
                      <a:cubicBezTo>
                        <a:pt x="30" y="22"/>
                        <a:pt x="17" y="28"/>
                        <a:pt x="0" y="28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7" y="0"/>
                        <a:pt x="30" y="6"/>
                        <a:pt x="30" y="1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id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a楷体" panose="02000500000000000000" pitchFamily="2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70" name="Oval 34"/>
                <p:cNvSpPr>
                  <a:spLocks noChangeArrowheads="1"/>
                </p:cNvSpPr>
                <p:nvPr/>
              </p:nvSpPr>
              <p:spPr bwMode="auto">
                <a:xfrm>
                  <a:off x="9955666" y="2666407"/>
                  <a:ext cx="39688" cy="219075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id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a楷体" panose="02000500000000000000" pitchFamily="2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71" name="Oval 35"/>
                <p:cNvSpPr>
                  <a:spLocks noChangeArrowheads="1"/>
                </p:cNvSpPr>
                <p:nvPr/>
              </p:nvSpPr>
              <p:spPr bwMode="auto">
                <a:xfrm>
                  <a:off x="9955666" y="3028357"/>
                  <a:ext cx="39688" cy="2206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id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a楷体" panose="02000500000000000000" pitchFamily="2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72" name="Freeform 36"/>
                <p:cNvSpPr/>
                <p:nvPr/>
              </p:nvSpPr>
              <p:spPr bwMode="auto">
                <a:xfrm>
                  <a:off x="8045903" y="2487019"/>
                  <a:ext cx="177800" cy="469900"/>
                </a:xfrm>
                <a:custGeom>
                  <a:avLst/>
                  <a:gdLst>
                    <a:gd name="T0" fmla="*/ 1 w 40"/>
                    <a:gd name="T1" fmla="*/ 63 h 105"/>
                    <a:gd name="T2" fmla="*/ 40 w 40"/>
                    <a:gd name="T3" fmla="*/ 0 h 105"/>
                    <a:gd name="T4" fmla="*/ 40 w 40"/>
                    <a:gd name="T5" fmla="*/ 105 h 105"/>
                    <a:gd name="T6" fmla="*/ 1 w 40"/>
                    <a:gd name="T7" fmla="*/ 63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105">
                      <a:moveTo>
                        <a:pt x="1" y="63"/>
                      </a:moveTo>
                      <a:cubicBezTo>
                        <a:pt x="3" y="27"/>
                        <a:pt x="23" y="3"/>
                        <a:pt x="40" y="0"/>
                      </a:cubicBezTo>
                      <a:cubicBezTo>
                        <a:pt x="40" y="105"/>
                        <a:pt x="40" y="105"/>
                        <a:pt x="40" y="105"/>
                      </a:cubicBezTo>
                      <a:cubicBezTo>
                        <a:pt x="40" y="105"/>
                        <a:pt x="0" y="100"/>
                        <a:pt x="1" y="6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id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a楷体" panose="02000500000000000000" pitchFamily="2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73" name="Freeform 37"/>
                <p:cNvSpPr>
                  <a:spLocks noEditPoints="1"/>
                </p:cNvSpPr>
                <p:nvPr/>
              </p:nvSpPr>
              <p:spPr bwMode="auto">
                <a:xfrm>
                  <a:off x="8209416" y="2463207"/>
                  <a:ext cx="1538288" cy="1031875"/>
                </a:xfrm>
                <a:custGeom>
                  <a:avLst/>
                  <a:gdLst>
                    <a:gd name="T0" fmla="*/ 10 w 346"/>
                    <a:gd name="T1" fmla="*/ 141 h 230"/>
                    <a:gd name="T2" fmla="*/ 20 w 346"/>
                    <a:gd name="T3" fmla="*/ 128 h 230"/>
                    <a:gd name="T4" fmla="*/ 127 w 346"/>
                    <a:gd name="T5" fmla="*/ 141 h 230"/>
                    <a:gd name="T6" fmla="*/ 270 w 346"/>
                    <a:gd name="T7" fmla="*/ 149 h 230"/>
                    <a:gd name="T8" fmla="*/ 272 w 346"/>
                    <a:gd name="T9" fmla="*/ 199 h 230"/>
                    <a:gd name="T10" fmla="*/ 288 w 346"/>
                    <a:gd name="T11" fmla="*/ 177 h 230"/>
                    <a:gd name="T12" fmla="*/ 279 w 346"/>
                    <a:gd name="T13" fmla="*/ 202 h 230"/>
                    <a:gd name="T14" fmla="*/ 334 w 346"/>
                    <a:gd name="T15" fmla="*/ 202 h 230"/>
                    <a:gd name="T16" fmla="*/ 311 w 346"/>
                    <a:gd name="T17" fmla="*/ 172 h 230"/>
                    <a:gd name="T18" fmla="*/ 333 w 346"/>
                    <a:gd name="T19" fmla="*/ 177 h 230"/>
                    <a:gd name="T20" fmla="*/ 311 w 346"/>
                    <a:gd name="T21" fmla="*/ 149 h 230"/>
                    <a:gd name="T22" fmla="*/ 340 w 346"/>
                    <a:gd name="T23" fmla="*/ 71 h 230"/>
                    <a:gd name="T24" fmla="*/ 304 w 346"/>
                    <a:gd name="T25" fmla="*/ 40 h 230"/>
                    <a:gd name="T26" fmla="*/ 326 w 346"/>
                    <a:gd name="T27" fmla="*/ 31 h 230"/>
                    <a:gd name="T28" fmla="*/ 228 w 346"/>
                    <a:gd name="T29" fmla="*/ 38 h 230"/>
                    <a:gd name="T30" fmla="*/ 250 w 346"/>
                    <a:gd name="T31" fmla="*/ 40 h 230"/>
                    <a:gd name="T32" fmla="*/ 236 w 346"/>
                    <a:gd name="T33" fmla="*/ 71 h 230"/>
                    <a:gd name="T34" fmla="*/ 214 w 346"/>
                    <a:gd name="T35" fmla="*/ 54 h 230"/>
                    <a:gd name="T36" fmla="*/ 146 w 346"/>
                    <a:gd name="T37" fmla="*/ 72 h 230"/>
                    <a:gd name="T38" fmla="*/ 7 w 346"/>
                    <a:gd name="T39" fmla="*/ 6 h 230"/>
                    <a:gd name="T40" fmla="*/ 15 w 346"/>
                    <a:gd name="T41" fmla="*/ 115 h 230"/>
                    <a:gd name="T42" fmla="*/ 10 w 346"/>
                    <a:gd name="T43" fmla="*/ 121 h 230"/>
                    <a:gd name="T44" fmla="*/ 231 w 346"/>
                    <a:gd name="T45" fmla="*/ 71 h 230"/>
                    <a:gd name="T46" fmla="*/ 216 w 346"/>
                    <a:gd name="T47" fmla="*/ 59 h 230"/>
                    <a:gd name="T48" fmla="*/ 294 w 346"/>
                    <a:gd name="T49" fmla="*/ 71 h 230"/>
                    <a:gd name="T50" fmla="*/ 256 w 346"/>
                    <a:gd name="T51" fmla="*/ 40 h 230"/>
                    <a:gd name="T52" fmla="*/ 294 w 346"/>
                    <a:gd name="T53" fmla="*/ 71 h 230"/>
                    <a:gd name="T54" fmla="*/ 307 w 346"/>
                    <a:gd name="T55" fmla="*/ 185 h 230"/>
                    <a:gd name="T56" fmla="*/ 307 w 346"/>
                    <a:gd name="T57" fmla="*/ 219 h 230"/>
                    <a:gd name="T58" fmla="*/ 292 w 346"/>
                    <a:gd name="T59" fmla="*/ 174 h 230"/>
                    <a:gd name="T60" fmla="*/ 301 w 346"/>
                    <a:gd name="T61" fmla="*/ 171 h 230"/>
                    <a:gd name="T62" fmla="*/ 294 w 346"/>
                    <a:gd name="T63" fmla="*/ 178 h 230"/>
                    <a:gd name="T64" fmla="*/ 276 w 346"/>
                    <a:gd name="T65" fmla="*/ 149 h 230"/>
                    <a:gd name="T66" fmla="*/ 301 w 346"/>
                    <a:gd name="T67" fmla="*/ 166 h 230"/>
                    <a:gd name="T68" fmla="*/ 289 w 346"/>
                    <a:gd name="T69" fmla="*/ 170 h 230"/>
                    <a:gd name="T70" fmla="*/ 15 w 346"/>
                    <a:gd name="T71" fmla="*/ 122 h 230"/>
                    <a:gd name="T72" fmla="*/ 34 w 346"/>
                    <a:gd name="T73" fmla="*/ 121 h 230"/>
                    <a:gd name="T74" fmla="*/ 15 w 346"/>
                    <a:gd name="T75" fmla="*/ 122 h 230"/>
                    <a:gd name="T76" fmla="*/ 10 w 346"/>
                    <a:gd name="T77" fmla="*/ 125 h 230"/>
                    <a:gd name="T78" fmla="*/ 10 w 346"/>
                    <a:gd name="T79" fmla="*/ 137 h 2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346" h="230">
                      <a:moveTo>
                        <a:pt x="0" y="131"/>
                      </a:moveTo>
                      <a:cubicBezTo>
                        <a:pt x="0" y="136"/>
                        <a:pt x="4" y="141"/>
                        <a:pt x="10" y="141"/>
                      </a:cubicBezTo>
                      <a:cubicBezTo>
                        <a:pt x="15" y="141"/>
                        <a:pt x="20" y="136"/>
                        <a:pt x="20" y="131"/>
                      </a:cubicBezTo>
                      <a:cubicBezTo>
                        <a:pt x="20" y="130"/>
                        <a:pt x="20" y="129"/>
                        <a:pt x="20" y="128"/>
                      </a:cubicBezTo>
                      <a:cubicBezTo>
                        <a:pt x="38" y="122"/>
                        <a:pt x="38" y="122"/>
                        <a:pt x="38" y="122"/>
                      </a:cubicBezTo>
                      <a:cubicBezTo>
                        <a:pt x="67" y="130"/>
                        <a:pt x="108" y="138"/>
                        <a:pt x="127" y="141"/>
                      </a:cubicBezTo>
                      <a:cubicBezTo>
                        <a:pt x="156" y="146"/>
                        <a:pt x="210" y="149"/>
                        <a:pt x="210" y="149"/>
                      </a:cubicBezTo>
                      <a:cubicBezTo>
                        <a:pt x="270" y="149"/>
                        <a:pt x="270" y="149"/>
                        <a:pt x="270" y="149"/>
                      </a:cubicBezTo>
                      <a:cubicBezTo>
                        <a:pt x="285" y="172"/>
                        <a:pt x="285" y="172"/>
                        <a:pt x="285" y="172"/>
                      </a:cubicBezTo>
                      <a:cubicBezTo>
                        <a:pt x="277" y="179"/>
                        <a:pt x="272" y="189"/>
                        <a:pt x="272" y="199"/>
                      </a:cubicBezTo>
                      <a:cubicBezTo>
                        <a:pt x="277" y="198"/>
                        <a:pt x="277" y="198"/>
                        <a:pt x="277" y="198"/>
                      </a:cubicBezTo>
                      <a:cubicBezTo>
                        <a:pt x="277" y="191"/>
                        <a:pt x="281" y="182"/>
                        <a:pt x="288" y="177"/>
                      </a:cubicBezTo>
                      <a:cubicBezTo>
                        <a:pt x="290" y="181"/>
                        <a:pt x="290" y="181"/>
                        <a:pt x="290" y="181"/>
                      </a:cubicBezTo>
                      <a:cubicBezTo>
                        <a:pt x="283" y="186"/>
                        <a:pt x="279" y="193"/>
                        <a:pt x="279" y="202"/>
                      </a:cubicBezTo>
                      <a:cubicBezTo>
                        <a:pt x="279" y="217"/>
                        <a:pt x="292" y="230"/>
                        <a:pt x="307" y="230"/>
                      </a:cubicBezTo>
                      <a:cubicBezTo>
                        <a:pt x="322" y="230"/>
                        <a:pt x="334" y="217"/>
                        <a:pt x="334" y="202"/>
                      </a:cubicBezTo>
                      <a:cubicBezTo>
                        <a:pt x="334" y="189"/>
                        <a:pt x="324" y="177"/>
                        <a:pt x="311" y="175"/>
                      </a:cubicBezTo>
                      <a:cubicBezTo>
                        <a:pt x="311" y="172"/>
                        <a:pt x="311" y="172"/>
                        <a:pt x="311" y="172"/>
                      </a:cubicBezTo>
                      <a:cubicBezTo>
                        <a:pt x="322" y="174"/>
                        <a:pt x="329" y="181"/>
                        <a:pt x="329" y="181"/>
                      </a:cubicBezTo>
                      <a:cubicBezTo>
                        <a:pt x="333" y="177"/>
                        <a:pt x="333" y="177"/>
                        <a:pt x="333" y="177"/>
                      </a:cubicBezTo>
                      <a:cubicBezTo>
                        <a:pt x="332" y="177"/>
                        <a:pt x="324" y="169"/>
                        <a:pt x="311" y="167"/>
                      </a:cubicBezTo>
                      <a:cubicBezTo>
                        <a:pt x="311" y="149"/>
                        <a:pt x="311" y="149"/>
                        <a:pt x="311" y="149"/>
                      </a:cubicBezTo>
                      <a:cubicBezTo>
                        <a:pt x="340" y="149"/>
                        <a:pt x="340" y="149"/>
                        <a:pt x="340" y="149"/>
                      </a:cubicBezTo>
                      <a:cubicBezTo>
                        <a:pt x="340" y="71"/>
                        <a:pt x="340" y="71"/>
                        <a:pt x="340" y="71"/>
                      </a:cubicBezTo>
                      <a:cubicBezTo>
                        <a:pt x="300" y="71"/>
                        <a:pt x="300" y="71"/>
                        <a:pt x="300" y="71"/>
                      </a:cubicBezTo>
                      <a:cubicBezTo>
                        <a:pt x="304" y="40"/>
                        <a:pt x="304" y="40"/>
                        <a:pt x="304" y="40"/>
                      </a:cubicBezTo>
                      <a:cubicBezTo>
                        <a:pt x="318" y="40"/>
                        <a:pt x="318" y="40"/>
                        <a:pt x="318" y="40"/>
                      </a:cubicBezTo>
                      <a:cubicBezTo>
                        <a:pt x="346" y="40"/>
                        <a:pt x="333" y="33"/>
                        <a:pt x="326" y="31"/>
                      </a:cubicBezTo>
                      <a:cubicBezTo>
                        <a:pt x="318" y="29"/>
                        <a:pt x="313" y="28"/>
                        <a:pt x="293" y="27"/>
                      </a:cubicBezTo>
                      <a:cubicBezTo>
                        <a:pt x="273" y="27"/>
                        <a:pt x="232" y="35"/>
                        <a:pt x="228" y="38"/>
                      </a:cubicBezTo>
                      <a:cubicBezTo>
                        <a:pt x="224" y="40"/>
                        <a:pt x="230" y="40"/>
                        <a:pt x="230" y="40"/>
                      </a:cubicBezTo>
                      <a:cubicBezTo>
                        <a:pt x="250" y="40"/>
                        <a:pt x="250" y="40"/>
                        <a:pt x="250" y="40"/>
                      </a:cubicBezTo>
                      <a:cubicBezTo>
                        <a:pt x="246" y="71"/>
                        <a:pt x="246" y="71"/>
                        <a:pt x="246" y="71"/>
                      </a:cubicBezTo>
                      <a:cubicBezTo>
                        <a:pt x="236" y="71"/>
                        <a:pt x="236" y="71"/>
                        <a:pt x="236" y="71"/>
                      </a:cubicBezTo>
                      <a:cubicBezTo>
                        <a:pt x="232" y="66"/>
                        <a:pt x="225" y="58"/>
                        <a:pt x="216" y="55"/>
                      </a:cubicBezTo>
                      <a:cubicBezTo>
                        <a:pt x="214" y="54"/>
                        <a:pt x="214" y="54"/>
                        <a:pt x="214" y="54"/>
                      </a:cubicBezTo>
                      <a:cubicBezTo>
                        <a:pt x="209" y="72"/>
                        <a:pt x="209" y="72"/>
                        <a:pt x="209" y="72"/>
                      </a:cubicBezTo>
                      <a:cubicBezTo>
                        <a:pt x="190" y="93"/>
                        <a:pt x="146" y="72"/>
                        <a:pt x="146" y="72"/>
                      </a:cubicBezTo>
                      <a:cubicBezTo>
                        <a:pt x="68" y="75"/>
                        <a:pt x="68" y="75"/>
                        <a:pt x="68" y="75"/>
                      </a:cubicBezTo>
                      <a:cubicBezTo>
                        <a:pt x="40" y="0"/>
                        <a:pt x="7" y="6"/>
                        <a:pt x="7" y="6"/>
                      </a:cubicBezTo>
                      <a:cubicBezTo>
                        <a:pt x="7" y="112"/>
                        <a:pt x="7" y="112"/>
                        <a:pt x="7" y="112"/>
                      </a:cubicBezTo>
                      <a:cubicBezTo>
                        <a:pt x="9" y="113"/>
                        <a:pt x="12" y="114"/>
                        <a:pt x="15" y="115"/>
                      </a:cubicBezTo>
                      <a:cubicBezTo>
                        <a:pt x="13" y="121"/>
                        <a:pt x="13" y="121"/>
                        <a:pt x="13" y="121"/>
                      </a:cubicBezTo>
                      <a:cubicBezTo>
                        <a:pt x="12" y="121"/>
                        <a:pt x="11" y="121"/>
                        <a:pt x="10" y="121"/>
                      </a:cubicBezTo>
                      <a:cubicBezTo>
                        <a:pt x="4" y="121"/>
                        <a:pt x="0" y="125"/>
                        <a:pt x="0" y="131"/>
                      </a:cubicBezTo>
                      <a:close/>
                      <a:moveTo>
                        <a:pt x="231" y="71"/>
                      </a:moveTo>
                      <a:cubicBezTo>
                        <a:pt x="213" y="71"/>
                        <a:pt x="213" y="71"/>
                        <a:pt x="213" y="71"/>
                      </a:cubicBezTo>
                      <a:cubicBezTo>
                        <a:pt x="216" y="59"/>
                        <a:pt x="216" y="59"/>
                        <a:pt x="216" y="59"/>
                      </a:cubicBezTo>
                      <a:cubicBezTo>
                        <a:pt x="222" y="62"/>
                        <a:pt x="228" y="67"/>
                        <a:pt x="231" y="71"/>
                      </a:cubicBezTo>
                      <a:close/>
                      <a:moveTo>
                        <a:pt x="294" y="71"/>
                      </a:moveTo>
                      <a:cubicBezTo>
                        <a:pt x="252" y="71"/>
                        <a:pt x="252" y="71"/>
                        <a:pt x="252" y="71"/>
                      </a:cubicBezTo>
                      <a:cubicBezTo>
                        <a:pt x="256" y="40"/>
                        <a:pt x="256" y="40"/>
                        <a:pt x="256" y="40"/>
                      </a:cubicBezTo>
                      <a:cubicBezTo>
                        <a:pt x="298" y="40"/>
                        <a:pt x="298" y="40"/>
                        <a:pt x="298" y="40"/>
                      </a:cubicBezTo>
                      <a:lnTo>
                        <a:pt x="294" y="71"/>
                      </a:lnTo>
                      <a:close/>
                      <a:moveTo>
                        <a:pt x="290" y="202"/>
                      </a:moveTo>
                      <a:cubicBezTo>
                        <a:pt x="290" y="193"/>
                        <a:pt x="297" y="185"/>
                        <a:pt x="307" y="185"/>
                      </a:cubicBezTo>
                      <a:cubicBezTo>
                        <a:pt x="316" y="185"/>
                        <a:pt x="324" y="193"/>
                        <a:pt x="324" y="202"/>
                      </a:cubicBezTo>
                      <a:cubicBezTo>
                        <a:pt x="324" y="212"/>
                        <a:pt x="316" y="219"/>
                        <a:pt x="307" y="219"/>
                      </a:cubicBezTo>
                      <a:cubicBezTo>
                        <a:pt x="297" y="219"/>
                        <a:pt x="290" y="212"/>
                        <a:pt x="290" y="202"/>
                      </a:cubicBezTo>
                      <a:close/>
                      <a:moveTo>
                        <a:pt x="292" y="174"/>
                      </a:moveTo>
                      <a:cubicBezTo>
                        <a:pt x="294" y="173"/>
                        <a:pt x="296" y="172"/>
                        <a:pt x="299" y="172"/>
                      </a:cubicBezTo>
                      <a:cubicBezTo>
                        <a:pt x="300" y="172"/>
                        <a:pt x="301" y="171"/>
                        <a:pt x="301" y="171"/>
                      </a:cubicBezTo>
                      <a:cubicBezTo>
                        <a:pt x="301" y="175"/>
                        <a:pt x="301" y="175"/>
                        <a:pt x="301" y="175"/>
                      </a:cubicBezTo>
                      <a:cubicBezTo>
                        <a:pt x="299" y="176"/>
                        <a:pt x="296" y="177"/>
                        <a:pt x="294" y="178"/>
                      </a:cubicBezTo>
                      <a:lnTo>
                        <a:pt x="292" y="174"/>
                      </a:lnTo>
                      <a:close/>
                      <a:moveTo>
                        <a:pt x="276" y="149"/>
                      </a:moveTo>
                      <a:cubicBezTo>
                        <a:pt x="301" y="149"/>
                        <a:pt x="301" y="149"/>
                        <a:pt x="301" y="149"/>
                      </a:cubicBezTo>
                      <a:cubicBezTo>
                        <a:pt x="301" y="166"/>
                        <a:pt x="301" y="166"/>
                        <a:pt x="301" y="166"/>
                      </a:cubicBezTo>
                      <a:cubicBezTo>
                        <a:pt x="300" y="166"/>
                        <a:pt x="299" y="167"/>
                        <a:pt x="298" y="167"/>
                      </a:cubicBezTo>
                      <a:cubicBezTo>
                        <a:pt x="295" y="167"/>
                        <a:pt x="292" y="168"/>
                        <a:pt x="289" y="170"/>
                      </a:cubicBezTo>
                      <a:lnTo>
                        <a:pt x="276" y="149"/>
                      </a:lnTo>
                      <a:close/>
                      <a:moveTo>
                        <a:pt x="15" y="122"/>
                      </a:moveTo>
                      <a:cubicBezTo>
                        <a:pt x="17" y="116"/>
                        <a:pt x="17" y="116"/>
                        <a:pt x="17" y="116"/>
                      </a:cubicBezTo>
                      <a:cubicBezTo>
                        <a:pt x="22" y="118"/>
                        <a:pt x="28" y="119"/>
                        <a:pt x="34" y="121"/>
                      </a:cubicBezTo>
                      <a:cubicBezTo>
                        <a:pt x="19" y="126"/>
                        <a:pt x="19" y="126"/>
                        <a:pt x="19" y="126"/>
                      </a:cubicBezTo>
                      <a:cubicBezTo>
                        <a:pt x="18" y="124"/>
                        <a:pt x="17" y="123"/>
                        <a:pt x="15" y="122"/>
                      </a:cubicBezTo>
                      <a:close/>
                      <a:moveTo>
                        <a:pt x="4" y="131"/>
                      </a:moveTo>
                      <a:cubicBezTo>
                        <a:pt x="4" y="127"/>
                        <a:pt x="7" y="125"/>
                        <a:pt x="10" y="125"/>
                      </a:cubicBezTo>
                      <a:cubicBezTo>
                        <a:pt x="13" y="125"/>
                        <a:pt x="16" y="127"/>
                        <a:pt x="16" y="131"/>
                      </a:cubicBezTo>
                      <a:cubicBezTo>
                        <a:pt x="16" y="134"/>
                        <a:pt x="13" y="137"/>
                        <a:pt x="10" y="137"/>
                      </a:cubicBezTo>
                      <a:cubicBezTo>
                        <a:pt x="7" y="137"/>
                        <a:pt x="4" y="134"/>
                        <a:pt x="4" y="13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id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a楷体" panose="02000500000000000000" pitchFamily="2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74" name="Oval 38"/>
                <p:cNvSpPr>
                  <a:spLocks noChangeArrowheads="1"/>
                </p:cNvSpPr>
                <p:nvPr/>
              </p:nvSpPr>
              <p:spPr bwMode="auto">
                <a:xfrm>
                  <a:off x="8241166" y="3037882"/>
                  <a:ext cx="26988" cy="26988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id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a楷体" panose="02000500000000000000" pitchFamily="2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75" name="Oval 39"/>
                <p:cNvSpPr>
                  <a:spLocks noChangeArrowheads="1"/>
                </p:cNvSpPr>
                <p:nvPr/>
              </p:nvSpPr>
              <p:spPr bwMode="auto">
                <a:xfrm>
                  <a:off x="9533391" y="3333157"/>
                  <a:ext cx="76200" cy="762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id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a楷体" panose="02000500000000000000" pitchFamily="2" charset="-122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66" name="Freeform 40"/>
              <p:cNvSpPr/>
              <p:nvPr/>
            </p:nvSpPr>
            <p:spPr bwMode="auto">
              <a:xfrm>
                <a:off x="7250566" y="2553694"/>
                <a:ext cx="857250" cy="169863"/>
              </a:xfrm>
              <a:custGeom>
                <a:avLst/>
                <a:gdLst>
                  <a:gd name="T0" fmla="*/ 537 w 540"/>
                  <a:gd name="T1" fmla="*/ 107 h 107"/>
                  <a:gd name="T2" fmla="*/ 540 w 540"/>
                  <a:gd name="T3" fmla="*/ 85 h 107"/>
                  <a:gd name="T4" fmla="*/ 3 w 540"/>
                  <a:gd name="T5" fmla="*/ 0 h 107"/>
                  <a:gd name="T6" fmla="*/ 0 w 540"/>
                  <a:gd name="T7" fmla="*/ 23 h 107"/>
                  <a:gd name="T8" fmla="*/ 537 w 540"/>
                  <a:gd name="T9" fmla="*/ 107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0" h="107">
                    <a:moveTo>
                      <a:pt x="537" y="107"/>
                    </a:moveTo>
                    <a:lnTo>
                      <a:pt x="540" y="85"/>
                    </a:lnTo>
                    <a:lnTo>
                      <a:pt x="3" y="0"/>
                    </a:lnTo>
                    <a:lnTo>
                      <a:pt x="0" y="23"/>
                    </a:lnTo>
                    <a:lnTo>
                      <a:pt x="537" y="107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67" name="Freeform 41"/>
              <p:cNvSpPr/>
              <p:nvPr/>
            </p:nvSpPr>
            <p:spPr bwMode="auto">
              <a:xfrm>
                <a:off x="7250566" y="2809282"/>
                <a:ext cx="857250" cy="169863"/>
              </a:xfrm>
              <a:custGeom>
                <a:avLst/>
                <a:gdLst>
                  <a:gd name="T0" fmla="*/ 3 w 540"/>
                  <a:gd name="T1" fmla="*/ 107 h 107"/>
                  <a:gd name="T2" fmla="*/ 540 w 540"/>
                  <a:gd name="T3" fmla="*/ 23 h 107"/>
                  <a:gd name="T4" fmla="*/ 537 w 540"/>
                  <a:gd name="T5" fmla="*/ 0 h 107"/>
                  <a:gd name="T6" fmla="*/ 0 w 540"/>
                  <a:gd name="T7" fmla="*/ 85 h 107"/>
                  <a:gd name="T8" fmla="*/ 3 w 540"/>
                  <a:gd name="T9" fmla="*/ 107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0" h="107">
                    <a:moveTo>
                      <a:pt x="3" y="107"/>
                    </a:moveTo>
                    <a:lnTo>
                      <a:pt x="540" y="23"/>
                    </a:lnTo>
                    <a:lnTo>
                      <a:pt x="537" y="0"/>
                    </a:lnTo>
                    <a:lnTo>
                      <a:pt x="0" y="85"/>
                    </a:lnTo>
                    <a:lnTo>
                      <a:pt x="3" y="107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</p:grpSp>
      </p:grpSp>
      <p:sp>
        <p:nvSpPr>
          <p:cNvPr id="82" name="TextBox 23"/>
          <p:cNvSpPr txBox="1"/>
          <p:nvPr/>
        </p:nvSpPr>
        <p:spPr>
          <a:xfrm>
            <a:off x="2224733" y="2400938"/>
            <a:ext cx="20875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28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PLANNING</a:t>
            </a:r>
            <a:endParaRPr kumimoji="0" lang="id-ID" sz="28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83" name="TextBox 23"/>
          <p:cNvSpPr txBox="1"/>
          <p:nvPr/>
        </p:nvSpPr>
        <p:spPr>
          <a:xfrm>
            <a:off x="2990083" y="3388898"/>
            <a:ext cx="20875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28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SKETCHES</a:t>
            </a:r>
            <a:endParaRPr kumimoji="0" lang="id-ID" sz="28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84" name="TextBox 23"/>
          <p:cNvSpPr txBox="1"/>
          <p:nvPr/>
        </p:nvSpPr>
        <p:spPr>
          <a:xfrm>
            <a:off x="3561583" y="4319966"/>
            <a:ext cx="20875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28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CODING</a:t>
            </a:r>
            <a:endParaRPr kumimoji="0" lang="id-ID" sz="28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85" name="TextBox 23"/>
          <p:cNvSpPr txBox="1"/>
          <p:nvPr/>
        </p:nvSpPr>
        <p:spPr>
          <a:xfrm>
            <a:off x="4183883" y="5313741"/>
            <a:ext cx="20875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28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TESTING</a:t>
            </a:r>
            <a:endParaRPr kumimoji="0" lang="id-ID" sz="28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91" name="TextBox 90"/>
          <p:cNvSpPr txBox="1">
            <a:spLocks noChangeAspect="1"/>
          </p:cNvSpPr>
          <p:nvPr/>
        </p:nvSpPr>
        <p:spPr>
          <a:xfrm>
            <a:off x="1628462" y="2434569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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92" name="TextBox 91"/>
          <p:cNvSpPr txBox="1">
            <a:spLocks noChangeAspect="1"/>
          </p:cNvSpPr>
          <p:nvPr/>
        </p:nvSpPr>
        <p:spPr>
          <a:xfrm>
            <a:off x="2420228" y="3430813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</a:t>
            </a: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93" name="TextBox 92"/>
          <p:cNvSpPr txBox="1">
            <a:spLocks noChangeAspect="1"/>
          </p:cNvSpPr>
          <p:nvPr/>
        </p:nvSpPr>
        <p:spPr>
          <a:xfrm>
            <a:off x="2927463" y="4375341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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94" name="TextBox 93"/>
          <p:cNvSpPr txBox="1">
            <a:spLocks noChangeAspect="1"/>
          </p:cNvSpPr>
          <p:nvPr/>
        </p:nvSpPr>
        <p:spPr>
          <a:xfrm>
            <a:off x="3664267" y="5337626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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/>
      <p:bldP spid="83" grpId="0"/>
      <p:bldP spid="84" grpId="0"/>
      <p:bldP spid="85" grpId="0"/>
      <p:bldP spid="91" grpId="0"/>
      <p:bldP spid="92" grpId="0"/>
      <p:bldP spid="93" grpId="0"/>
      <p:bldP spid="9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45761" y="623789"/>
            <a:ext cx="10515600" cy="911682"/>
          </a:xfrm>
        </p:spPr>
        <p:txBody>
          <a:bodyPr/>
          <a:lstStyle/>
          <a:p>
            <a:r>
              <a:rPr lang="id-ID" dirty="0"/>
              <a:t>Step-by-step Process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845761" y="1341975"/>
            <a:ext cx="10515600" cy="366712"/>
          </a:xfrm>
        </p:spPr>
        <p:txBody>
          <a:bodyPr>
            <a:normAutofit fontScale="77500" lnSpcReduction="20000"/>
          </a:bodyPr>
          <a:lstStyle/>
          <a:p>
            <a:r>
              <a:rPr lang="id-ID" dirty="0"/>
              <a:t>5 Circle Process</a:t>
            </a:r>
            <a:endParaRPr lang="id-ID" dirty="0"/>
          </a:p>
        </p:txBody>
      </p:sp>
      <p:sp>
        <p:nvSpPr>
          <p:cNvPr id="51" name="Oval 50"/>
          <p:cNvSpPr/>
          <p:nvPr/>
        </p:nvSpPr>
        <p:spPr>
          <a:xfrm>
            <a:off x="1081118" y="3337857"/>
            <a:ext cx="1620000" cy="1620000"/>
          </a:xfrm>
          <a:prstGeom prst="ellipse">
            <a:avLst/>
          </a:prstGeom>
          <a:solidFill>
            <a:schemeClr val="accent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2" name="Oval 51"/>
          <p:cNvSpPr/>
          <p:nvPr/>
        </p:nvSpPr>
        <p:spPr>
          <a:xfrm>
            <a:off x="2558921" y="2846657"/>
            <a:ext cx="1908000" cy="1908000"/>
          </a:xfrm>
          <a:prstGeom prst="ellipse">
            <a:avLst/>
          </a:prstGeom>
          <a:solidFill>
            <a:schemeClr val="accent2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3" name="Oval 52"/>
          <p:cNvSpPr/>
          <p:nvPr/>
        </p:nvSpPr>
        <p:spPr>
          <a:xfrm>
            <a:off x="4165341" y="2238957"/>
            <a:ext cx="2376000" cy="2376000"/>
          </a:xfrm>
          <a:prstGeom prst="ellipse">
            <a:avLst/>
          </a:prstGeom>
          <a:solidFill>
            <a:schemeClr val="accent3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4" name="Oval 53"/>
          <p:cNvSpPr/>
          <p:nvPr/>
        </p:nvSpPr>
        <p:spPr>
          <a:xfrm flipH="1">
            <a:off x="6151201" y="1758357"/>
            <a:ext cx="2628000" cy="2628000"/>
          </a:xfrm>
          <a:prstGeom prst="ellipse">
            <a:avLst/>
          </a:prstGeom>
          <a:solidFill>
            <a:schemeClr val="accent4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5" name="Oval 54"/>
          <p:cNvSpPr/>
          <p:nvPr/>
        </p:nvSpPr>
        <p:spPr>
          <a:xfrm flipH="1">
            <a:off x="8228299" y="1955057"/>
            <a:ext cx="2952000" cy="2952000"/>
          </a:xfrm>
          <a:prstGeom prst="ellipse">
            <a:avLst/>
          </a:prstGeom>
          <a:solidFill>
            <a:schemeClr val="accent5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6" name="Content Placeholder 19"/>
          <p:cNvSpPr txBox="1"/>
          <p:nvPr/>
        </p:nvSpPr>
        <p:spPr>
          <a:xfrm>
            <a:off x="921994" y="5357614"/>
            <a:ext cx="2029769" cy="6852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categories business and personal presentation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7" name="Content Placeholder 19"/>
          <p:cNvSpPr txBox="1"/>
          <p:nvPr/>
        </p:nvSpPr>
        <p:spPr>
          <a:xfrm>
            <a:off x="2807546" y="5230614"/>
            <a:ext cx="2029769" cy="6852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categories business and personal presentation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8" name="Content Placeholder 19"/>
          <p:cNvSpPr txBox="1"/>
          <p:nvPr/>
        </p:nvSpPr>
        <p:spPr>
          <a:xfrm>
            <a:off x="6600953" y="4862314"/>
            <a:ext cx="2029769" cy="6852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categories business and personal presentation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9" name="Content Placeholder 19"/>
          <p:cNvSpPr txBox="1"/>
          <p:nvPr/>
        </p:nvSpPr>
        <p:spPr>
          <a:xfrm>
            <a:off x="8880571" y="5383014"/>
            <a:ext cx="2029769" cy="6852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categories business and personal presentation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921994" y="5075886"/>
            <a:ext cx="5469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Brief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807546" y="4948886"/>
            <a:ext cx="8996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Research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600953" y="4580586"/>
            <a:ext cx="12250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Development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8880571" y="5101286"/>
            <a:ext cx="14109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Implementation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4" name="Content Placeholder 19"/>
          <p:cNvSpPr txBox="1"/>
          <p:nvPr/>
        </p:nvSpPr>
        <p:spPr>
          <a:xfrm>
            <a:off x="4673717" y="5090914"/>
            <a:ext cx="2029769" cy="6852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categories business and personal presentation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4673717" y="4809186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Design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66" name="Group 65"/>
          <p:cNvGrpSpPr/>
          <p:nvPr/>
        </p:nvGrpSpPr>
        <p:grpSpPr>
          <a:xfrm>
            <a:off x="1642864" y="3807231"/>
            <a:ext cx="478036" cy="629140"/>
            <a:chOff x="5081588" y="1744663"/>
            <a:chExt cx="552450" cy="727075"/>
          </a:xfrm>
          <a:solidFill>
            <a:schemeClr val="bg1"/>
          </a:solidFill>
        </p:grpSpPr>
        <p:sp>
          <p:nvSpPr>
            <p:cNvPr id="67" name="Freeform 66"/>
            <p:cNvSpPr>
              <a:spLocks noEditPoints="1"/>
            </p:cNvSpPr>
            <p:nvPr/>
          </p:nvSpPr>
          <p:spPr bwMode="auto">
            <a:xfrm>
              <a:off x="5081588" y="1744663"/>
              <a:ext cx="552450" cy="727075"/>
            </a:xfrm>
            <a:custGeom>
              <a:avLst/>
              <a:gdLst>
                <a:gd name="T0" fmla="*/ 884 w 971"/>
                <a:gd name="T1" fmla="*/ 207 h 1283"/>
                <a:gd name="T2" fmla="*/ 715 w 971"/>
                <a:gd name="T3" fmla="*/ 207 h 1283"/>
                <a:gd name="T4" fmla="*/ 715 w 971"/>
                <a:gd name="T5" fmla="*/ 192 h 1283"/>
                <a:gd name="T6" fmla="*/ 673 w 971"/>
                <a:gd name="T7" fmla="*/ 150 h 1283"/>
                <a:gd name="T8" fmla="*/ 578 w 971"/>
                <a:gd name="T9" fmla="*/ 150 h 1283"/>
                <a:gd name="T10" fmla="*/ 589 w 971"/>
                <a:gd name="T11" fmla="*/ 103 h 1283"/>
                <a:gd name="T12" fmla="*/ 485 w 971"/>
                <a:gd name="T13" fmla="*/ 0 h 1283"/>
                <a:gd name="T14" fmla="*/ 382 w 971"/>
                <a:gd name="T15" fmla="*/ 103 h 1283"/>
                <a:gd name="T16" fmla="*/ 393 w 971"/>
                <a:gd name="T17" fmla="*/ 150 h 1283"/>
                <a:gd name="T18" fmla="*/ 297 w 971"/>
                <a:gd name="T19" fmla="*/ 150 h 1283"/>
                <a:gd name="T20" fmla="*/ 255 w 971"/>
                <a:gd name="T21" fmla="*/ 192 h 1283"/>
                <a:gd name="T22" fmla="*/ 255 w 971"/>
                <a:gd name="T23" fmla="*/ 207 h 1283"/>
                <a:gd name="T24" fmla="*/ 87 w 971"/>
                <a:gd name="T25" fmla="*/ 207 h 1283"/>
                <a:gd name="T26" fmla="*/ 0 w 971"/>
                <a:gd name="T27" fmla="*/ 294 h 1283"/>
                <a:gd name="T28" fmla="*/ 0 w 971"/>
                <a:gd name="T29" fmla="*/ 1196 h 1283"/>
                <a:gd name="T30" fmla="*/ 87 w 971"/>
                <a:gd name="T31" fmla="*/ 1283 h 1283"/>
                <a:gd name="T32" fmla="*/ 884 w 971"/>
                <a:gd name="T33" fmla="*/ 1283 h 1283"/>
                <a:gd name="T34" fmla="*/ 971 w 971"/>
                <a:gd name="T35" fmla="*/ 1196 h 1283"/>
                <a:gd name="T36" fmla="*/ 971 w 971"/>
                <a:gd name="T37" fmla="*/ 294 h 1283"/>
                <a:gd name="T38" fmla="*/ 884 w 971"/>
                <a:gd name="T39" fmla="*/ 207 h 1283"/>
                <a:gd name="T40" fmla="*/ 485 w 971"/>
                <a:gd name="T41" fmla="*/ 59 h 1283"/>
                <a:gd name="T42" fmla="*/ 530 w 971"/>
                <a:gd name="T43" fmla="*/ 103 h 1283"/>
                <a:gd name="T44" fmla="*/ 485 w 971"/>
                <a:gd name="T45" fmla="*/ 148 h 1283"/>
                <a:gd name="T46" fmla="*/ 441 w 971"/>
                <a:gd name="T47" fmla="*/ 103 h 1283"/>
                <a:gd name="T48" fmla="*/ 485 w 971"/>
                <a:gd name="T49" fmla="*/ 59 h 1283"/>
                <a:gd name="T50" fmla="*/ 825 w 971"/>
                <a:gd name="T51" fmla="*/ 921 h 1283"/>
                <a:gd name="T52" fmla="*/ 659 w 971"/>
                <a:gd name="T53" fmla="*/ 921 h 1283"/>
                <a:gd name="T54" fmla="*/ 659 w 971"/>
                <a:gd name="T55" fmla="*/ 1087 h 1283"/>
                <a:gd name="T56" fmla="*/ 146 w 971"/>
                <a:gd name="T57" fmla="*/ 1087 h 1283"/>
                <a:gd name="T58" fmla="*/ 146 w 971"/>
                <a:gd name="T59" fmla="*/ 275 h 1283"/>
                <a:gd name="T60" fmla="*/ 255 w 971"/>
                <a:gd name="T61" fmla="*/ 275 h 1283"/>
                <a:gd name="T62" fmla="*/ 255 w 971"/>
                <a:gd name="T63" fmla="*/ 290 h 1283"/>
                <a:gd name="T64" fmla="*/ 297 w 971"/>
                <a:gd name="T65" fmla="*/ 332 h 1283"/>
                <a:gd name="T66" fmla="*/ 673 w 971"/>
                <a:gd name="T67" fmla="*/ 332 h 1283"/>
                <a:gd name="T68" fmla="*/ 715 w 971"/>
                <a:gd name="T69" fmla="*/ 290 h 1283"/>
                <a:gd name="T70" fmla="*/ 715 w 971"/>
                <a:gd name="T71" fmla="*/ 275 h 1283"/>
                <a:gd name="T72" fmla="*/ 825 w 971"/>
                <a:gd name="T73" fmla="*/ 275 h 1283"/>
                <a:gd name="T74" fmla="*/ 825 w 971"/>
                <a:gd name="T75" fmla="*/ 921 h 1283"/>
                <a:gd name="T76" fmla="*/ 802 w 971"/>
                <a:gd name="T77" fmla="*/ 953 h 1283"/>
                <a:gd name="T78" fmla="*/ 691 w 971"/>
                <a:gd name="T79" fmla="*/ 1065 h 1283"/>
                <a:gd name="T80" fmla="*/ 691 w 971"/>
                <a:gd name="T81" fmla="*/ 953 h 1283"/>
                <a:gd name="T82" fmla="*/ 802 w 971"/>
                <a:gd name="T83" fmla="*/ 953 h 1283"/>
                <a:gd name="T84" fmla="*/ 903 w 971"/>
                <a:gd name="T85" fmla="*/ 1196 h 1283"/>
                <a:gd name="T86" fmla="*/ 884 w 971"/>
                <a:gd name="T87" fmla="*/ 1215 h 1283"/>
                <a:gd name="T88" fmla="*/ 87 w 971"/>
                <a:gd name="T89" fmla="*/ 1215 h 1283"/>
                <a:gd name="T90" fmla="*/ 68 w 971"/>
                <a:gd name="T91" fmla="*/ 1196 h 1283"/>
                <a:gd name="T92" fmla="*/ 68 w 971"/>
                <a:gd name="T93" fmla="*/ 294 h 1283"/>
                <a:gd name="T94" fmla="*/ 87 w 971"/>
                <a:gd name="T95" fmla="*/ 275 h 1283"/>
                <a:gd name="T96" fmla="*/ 114 w 971"/>
                <a:gd name="T97" fmla="*/ 275 h 1283"/>
                <a:gd name="T98" fmla="*/ 114 w 971"/>
                <a:gd name="T99" fmla="*/ 1120 h 1283"/>
                <a:gd name="T100" fmla="*/ 681 w 971"/>
                <a:gd name="T101" fmla="*/ 1120 h 1283"/>
                <a:gd name="T102" fmla="*/ 686 w 971"/>
                <a:gd name="T103" fmla="*/ 1115 h 1283"/>
                <a:gd name="T104" fmla="*/ 852 w 971"/>
                <a:gd name="T105" fmla="*/ 948 h 1283"/>
                <a:gd name="T106" fmla="*/ 857 w 971"/>
                <a:gd name="T107" fmla="*/ 943 h 1283"/>
                <a:gd name="T108" fmla="*/ 857 w 971"/>
                <a:gd name="T109" fmla="*/ 275 h 1283"/>
                <a:gd name="T110" fmla="*/ 884 w 971"/>
                <a:gd name="T111" fmla="*/ 275 h 1283"/>
                <a:gd name="T112" fmla="*/ 903 w 971"/>
                <a:gd name="T113" fmla="*/ 294 h 1283"/>
                <a:gd name="T114" fmla="*/ 903 w 971"/>
                <a:gd name="T115" fmla="*/ 1196 h 1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971" h="1283">
                  <a:moveTo>
                    <a:pt x="884" y="207"/>
                  </a:moveTo>
                  <a:cubicBezTo>
                    <a:pt x="715" y="207"/>
                    <a:pt x="715" y="207"/>
                    <a:pt x="715" y="207"/>
                  </a:cubicBezTo>
                  <a:cubicBezTo>
                    <a:pt x="715" y="192"/>
                    <a:pt x="715" y="192"/>
                    <a:pt x="715" y="192"/>
                  </a:cubicBezTo>
                  <a:cubicBezTo>
                    <a:pt x="715" y="169"/>
                    <a:pt x="696" y="150"/>
                    <a:pt x="673" y="150"/>
                  </a:cubicBezTo>
                  <a:cubicBezTo>
                    <a:pt x="578" y="150"/>
                    <a:pt x="578" y="150"/>
                    <a:pt x="578" y="150"/>
                  </a:cubicBezTo>
                  <a:cubicBezTo>
                    <a:pt x="585" y="136"/>
                    <a:pt x="589" y="120"/>
                    <a:pt x="589" y="103"/>
                  </a:cubicBezTo>
                  <a:cubicBezTo>
                    <a:pt x="589" y="46"/>
                    <a:pt x="542" y="0"/>
                    <a:pt x="485" y="0"/>
                  </a:cubicBezTo>
                  <a:cubicBezTo>
                    <a:pt x="428" y="0"/>
                    <a:pt x="382" y="46"/>
                    <a:pt x="382" y="103"/>
                  </a:cubicBezTo>
                  <a:cubicBezTo>
                    <a:pt x="382" y="120"/>
                    <a:pt x="386" y="136"/>
                    <a:pt x="393" y="150"/>
                  </a:cubicBezTo>
                  <a:cubicBezTo>
                    <a:pt x="297" y="150"/>
                    <a:pt x="297" y="150"/>
                    <a:pt x="297" y="150"/>
                  </a:cubicBezTo>
                  <a:cubicBezTo>
                    <a:pt x="274" y="150"/>
                    <a:pt x="255" y="169"/>
                    <a:pt x="255" y="192"/>
                  </a:cubicBezTo>
                  <a:cubicBezTo>
                    <a:pt x="255" y="207"/>
                    <a:pt x="255" y="207"/>
                    <a:pt x="255" y="207"/>
                  </a:cubicBezTo>
                  <a:cubicBezTo>
                    <a:pt x="87" y="207"/>
                    <a:pt x="87" y="207"/>
                    <a:pt x="87" y="207"/>
                  </a:cubicBezTo>
                  <a:cubicBezTo>
                    <a:pt x="39" y="207"/>
                    <a:pt x="0" y="246"/>
                    <a:pt x="0" y="294"/>
                  </a:cubicBezTo>
                  <a:cubicBezTo>
                    <a:pt x="0" y="1196"/>
                    <a:pt x="0" y="1196"/>
                    <a:pt x="0" y="1196"/>
                  </a:cubicBezTo>
                  <a:cubicBezTo>
                    <a:pt x="0" y="1244"/>
                    <a:pt x="39" y="1283"/>
                    <a:pt x="87" y="1283"/>
                  </a:cubicBezTo>
                  <a:cubicBezTo>
                    <a:pt x="884" y="1283"/>
                    <a:pt x="884" y="1283"/>
                    <a:pt x="884" y="1283"/>
                  </a:cubicBezTo>
                  <a:cubicBezTo>
                    <a:pt x="932" y="1283"/>
                    <a:pt x="971" y="1244"/>
                    <a:pt x="971" y="1196"/>
                  </a:cubicBezTo>
                  <a:cubicBezTo>
                    <a:pt x="971" y="294"/>
                    <a:pt x="971" y="294"/>
                    <a:pt x="971" y="294"/>
                  </a:cubicBezTo>
                  <a:cubicBezTo>
                    <a:pt x="971" y="246"/>
                    <a:pt x="932" y="207"/>
                    <a:pt x="884" y="207"/>
                  </a:cubicBezTo>
                  <a:close/>
                  <a:moveTo>
                    <a:pt x="485" y="59"/>
                  </a:moveTo>
                  <a:cubicBezTo>
                    <a:pt x="510" y="59"/>
                    <a:pt x="530" y="79"/>
                    <a:pt x="530" y="103"/>
                  </a:cubicBezTo>
                  <a:cubicBezTo>
                    <a:pt x="530" y="128"/>
                    <a:pt x="510" y="148"/>
                    <a:pt x="485" y="148"/>
                  </a:cubicBezTo>
                  <a:cubicBezTo>
                    <a:pt x="461" y="148"/>
                    <a:pt x="441" y="128"/>
                    <a:pt x="441" y="103"/>
                  </a:cubicBezTo>
                  <a:cubicBezTo>
                    <a:pt x="441" y="79"/>
                    <a:pt x="461" y="59"/>
                    <a:pt x="485" y="59"/>
                  </a:cubicBezTo>
                  <a:close/>
                  <a:moveTo>
                    <a:pt x="825" y="921"/>
                  </a:moveTo>
                  <a:cubicBezTo>
                    <a:pt x="659" y="921"/>
                    <a:pt x="659" y="921"/>
                    <a:pt x="659" y="921"/>
                  </a:cubicBezTo>
                  <a:cubicBezTo>
                    <a:pt x="659" y="1087"/>
                    <a:pt x="659" y="1087"/>
                    <a:pt x="659" y="1087"/>
                  </a:cubicBezTo>
                  <a:cubicBezTo>
                    <a:pt x="146" y="1087"/>
                    <a:pt x="146" y="1087"/>
                    <a:pt x="146" y="1087"/>
                  </a:cubicBezTo>
                  <a:cubicBezTo>
                    <a:pt x="146" y="275"/>
                    <a:pt x="146" y="275"/>
                    <a:pt x="146" y="275"/>
                  </a:cubicBezTo>
                  <a:cubicBezTo>
                    <a:pt x="255" y="275"/>
                    <a:pt x="255" y="275"/>
                    <a:pt x="255" y="275"/>
                  </a:cubicBezTo>
                  <a:cubicBezTo>
                    <a:pt x="255" y="290"/>
                    <a:pt x="255" y="290"/>
                    <a:pt x="255" y="290"/>
                  </a:cubicBezTo>
                  <a:cubicBezTo>
                    <a:pt x="255" y="313"/>
                    <a:pt x="274" y="332"/>
                    <a:pt x="297" y="332"/>
                  </a:cubicBezTo>
                  <a:cubicBezTo>
                    <a:pt x="673" y="332"/>
                    <a:pt x="673" y="332"/>
                    <a:pt x="673" y="332"/>
                  </a:cubicBezTo>
                  <a:cubicBezTo>
                    <a:pt x="696" y="332"/>
                    <a:pt x="715" y="313"/>
                    <a:pt x="715" y="290"/>
                  </a:cubicBezTo>
                  <a:cubicBezTo>
                    <a:pt x="715" y="275"/>
                    <a:pt x="715" y="275"/>
                    <a:pt x="715" y="275"/>
                  </a:cubicBezTo>
                  <a:cubicBezTo>
                    <a:pt x="825" y="275"/>
                    <a:pt x="825" y="275"/>
                    <a:pt x="825" y="275"/>
                  </a:cubicBezTo>
                  <a:lnTo>
                    <a:pt x="825" y="921"/>
                  </a:lnTo>
                  <a:close/>
                  <a:moveTo>
                    <a:pt x="802" y="953"/>
                  </a:moveTo>
                  <a:cubicBezTo>
                    <a:pt x="770" y="985"/>
                    <a:pt x="726" y="1029"/>
                    <a:pt x="691" y="1065"/>
                  </a:cubicBezTo>
                  <a:cubicBezTo>
                    <a:pt x="691" y="953"/>
                    <a:pt x="691" y="953"/>
                    <a:pt x="691" y="953"/>
                  </a:cubicBezTo>
                  <a:lnTo>
                    <a:pt x="802" y="953"/>
                  </a:lnTo>
                  <a:close/>
                  <a:moveTo>
                    <a:pt x="903" y="1196"/>
                  </a:moveTo>
                  <a:cubicBezTo>
                    <a:pt x="903" y="1207"/>
                    <a:pt x="894" y="1215"/>
                    <a:pt x="884" y="1215"/>
                  </a:cubicBezTo>
                  <a:cubicBezTo>
                    <a:pt x="87" y="1215"/>
                    <a:pt x="87" y="1215"/>
                    <a:pt x="87" y="1215"/>
                  </a:cubicBezTo>
                  <a:cubicBezTo>
                    <a:pt x="76" y="1215"/>
                    <a:pt x="68" y="1207"/>
                    <a:pt x="68" y="1196"/>
                  </a:cubicBezTo>
                  <a:cubicBezTo>
                    <a:pt x="68" y="294"/>
                    <a:pt x="68" y="294"/>
                    <a:pt x="68" y="294"/>
                  </a:cubicBezTo>
                  <a:cubicBezTo>
                    <a:pt x="68" y="284"/>
                    <a:pt x="76" y="275"/>
                    <a:pt x="87" y="275"/>
                  </a:cubicBezTo>
                  <a:cubicBezTo>
                    <a:pt x="114" y="275"/>
                    <a:pt x="114" y="275"/>
                    <a:pt x="114" y="275"/>
                  </a:cubicBezTo>
                  <a:cubicBezTo>
                    <a:pt x="114" y="1120"/>
                    <a:pt x="114" y="1120"/>
                    <a:pt x="114" y="1120"/>
                  </a:cubicBezTo>
                  <a:cubicBezTo>
                    <a:pt x="681" y="1120"/>
                    <a:pt x="681" y="1120"/>
                    <a:pt x="681" y="1120"/>
                  </a:cubicBezTo>
                  <a:cubicBezTo>
                    <a:pt x="686" y="1115"/>
                    <a:pt x="686" y="1115"/>
                    <a:pt x="686" y="1115"/>
                  </a:cubicBezTo>
                  <a:cubicBezTo>
                    <a:pt x="732" y="1069"/>
                    <a:pt x="818" y="983"/>
                    <a:pt x="852" y="948"/>
                  </a:cubicBezTo>
                  <a:cubicBezTo>
                    <a:pt x="857" y="943"/>
                    <a:pt x="857" y="943"/>
                    <a:pt x="857" y="943"/>
                  </a:cubicBezTo>
                  <a:cubicBezTo>
                    <a:pt x="857" y="275"/>
                    <a:pt x="857" y="275"/>
                    <a:pt x="857" y="275"/>
                  </a:cubicBezTo>
                  <a:cubicBezTo>
                    <a:pt x="884" y="275"/>
                    <a:pt x="884" y="275"/>
                    <a:pt x="884" y="275"/>
                  </a:cubicBezTo>
                  <a:cubicBezTo>
                    <a:pt x="894" y="275"/>
                    <a:pt x="903" y="284"/>
                    <a:pt x="903" y="294"/>
                  </a:cubicBezTo>
                  <a:lnTo>
                    <a:pt x="903" y="11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68" name="Rectangle 67"/>
            <p:cNvSpPr>
              <a:spLocks noChangeArrowheads="1"/>
            </p:cNvSpPr>
            <p:nvPr/>
          </p:nvSpPr>
          <p:spPr bwMode="auto">
            <a:xfrm>
              <a:off x="5208588" y="2003426"/>
              <a:ext cx="298450" cy="174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69" name="Rectangle 68"/>
            <p:cNvSpPr>
              <a:spLocks noChangeArrowheads="1"/>
            </p:cNvSpPr>
            <p:nvPr/>
          </p:nvSpPr>
          <p:spPr bwMode="auto">
            <a:xfrm>
              <a:off x="5208588" y="2081213"/>
              <a:ext cx="298450" cy="174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70" name="Rectangle 69"/>
            <p:cNvSpPr>
              <a:spLocks noChangeArrowheads="1"/>
            </p:cNvSpPr>
            <p:nvPr/>
          </p:nvSpPr>
          <p:spPr bwMode="auto">
            <a:xfrm>
              <a:off x="5208588" y="2154238"/>
              <a:ext cx="298450" cy="174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71" name="Group 70"/>
          <p:cNvGrpSpPr/>
          <p:nvPr/>
        </p:nvGrpSpPr>
        <p:grpSpPr>
          <a:xfrm>
            <a:off x="9257195" y="3034943"/>
            <a:ext cx="910397" cy="910399"/>
            <a:chOff x="8756835" y="3387391"/>
            <a:chExt cx="380133" cy="380134"/>
          </a:xfrm>
          <a:solidFill>
            <a:schemeClr val="bg1"/>
          </a:solidFill>
        </p:grpSpPr>
        <p:sp>
          <p:nvSpPr>
            <p:cNvPr id="72" name="Freeform 11"/>
            <p:cNvSpPr/>
            <p:nvPr/>
          </p:nvSpPr>
          <p:spPr bwMode="auto">
            <a:xfrm>
              <a:off x="8957479" y="3387391"/>
              <a:ext cx="179489" cy="179490"/>
            </a:xfrm>
            <a:custGeom>
              <a:avLst/>
              <a:gdLst>
                <a:gd name="T0" fmla="*/ 12 w 117"/>
                <a:gd name="T1" fmla="*/ 98 h 117"/>
                <a:gd name="T2" fmla="*/ 16 w 117"/>
                <a:gd name="T3" fmla="*/ 94 h 117"/>
                <a:gd name="T4" fmla="*/ 23 w 117"/>
                <a:gd name="T5" fmla="*/ 94 h 117"/>
                <a:gd name="T6" fmla="*/ 23 w 117"/>
                <a:gd name="T7" fmla="*/ 101 h 117"/>
                <a:gd name="T8" fmla="*/ 19 w 117"/>
                <a:gd name="T9" fmla="*/ 105 h 117"/>
                <a:gd name="T10" fmla="*/ 31 w 117"/>
                <a:gd name="T11" fmla="*/ 117 h 117"/>
                <a:gd name="T12" fmla="*/ 53 w 117"/>
                <a:gd name="T13" fmla="*/ 95 h 117"/>
                <a:gd name="T14" fmla="*/ 101 w 117"/>
                <a:gd name="T15" fmla="*/ 83 h 117"/>
                <a:gd name="T16" fmla="*/ 113 w 117"/>
                <a:gd name="T17" fmla="*/ 39 h 117"/>
                <a:gd name="T18" fmla="*/ 87 w 117"/>
                <a:gd name="T19" fmla="*/ 65 h 117"/>
                <a:gd name="T20" fmla="*/ 68 w 117"/>
                <a:gd name="T21" fmla="*/ 65 h 117"/>
                <a:gd name="T22" fmla="*/ 52 w 117"/>
                <a:gd name="T23" fmla="*/ 49 h 117"/>
                <a:gd name="T24" fmla="*/ 52 w 117"/>
                <a:gd name="T25" fmla="*/ 30 h 117"/>
                <a:gd name="T26" fmla="*/ 78 w 117"/>
                <a:gd name="T27" fmla="*/ 4 h 117"/>
                <a:gd name="T28" fmla="*/ 34 w 117"/>
                <a:gd name="T29" fmla="*/ 17 h 117"/>
                <a:gd name="T30" fmla="*/ 22 w 117"/>
                <a:gd name="T31" fmla="*/ 64 h 117"/>
                <a:gd name="T32" fmla="*/ 0 w 117"/>
                <a:gd name="T33" fmla="*/ 86 h 117"/>
                <a:gd name="T34" fmla="*/ 12 w 117"/>
                <a:gd name="T35" fmla="*/ 98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7" h="117">
                  <a:moveTo>
                    <a:pt x="12" y="98"/>
                  </a:moveTo>
                  <a:cubicBezTo>
                    <a:pt x="16" y="94"/>
                    <a:pt x="16" y="94"/>
                    <a:pt x="16" y="94"/>
                  </a:cubicBezTo>
                  <a:cubicBezTo>
                    <a:pt x="18" y="92"/>
                    <a:pt x="21" y="92"/>
                    <a:pt x="23" y="94"/>
                  </a:cubicBezTo>
                  <a:cubicBezTo>
                    <a:pt x="25" y="96"/>
                    <a:pt x="25" y="99"/>
                    <a:pt x="23" y="101"/>
                  </a:cubicBezTo>
                  <a:cubicBezTo>
                    <a:pt x="19" y="105"/>
                    <a:pt x="19" y="105"/>
                    <a:pt x="19" y="105"/>
                  </a:cubicBezTo>
                  <a:cubicBezTo>
                    <a:pt x="31" y="117"/>
                    <a:pt x="31" y="117"/>
                    <a:pt x="31" y="117"/>
                  </a:cubicBezTo>
                  <a:cubicBezTo>
                    <a:pt x="53" y="95"/>
                    <a:pt x="53" y="95"/>
                    <a:pt x="53" y="95"/>
                  </a:cubicBezTo>
                  <a:cubicBezTo>
                    <a:pt x="69" y="100"/>
                    <a:pt x="88" y="96"/>
                    <a:pt x="101" y="83"/>
                  </a:cubicBezTo>
                  <a:cubicBezTo>
                    <a:pt x="113" y="71"/>
                    <a:pt x="117" y="54"/>
                    <a:pt x="113" y="39"/>
                  </a:cubicBezTo>
                  <a:cubicBezTo>
                    <a:pt x="87" y="65"/>
                    <a:pt x="87" y="65"/>
                    <a:pt x="87" y="65"/>
                  </a:cubicBezTo>
                  <a:cubicBezTo>
                    <a:pt x="82" y="70"/>
                    <a:pt x="74" y="70"/>
                    <a:pt x="68" y="65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47" y="44"/>
                    <a:pt x="47" y="35"/>
                    <a:pt x="52" y="30"/>
                  </a:cubicBezTo>
                  <a:cubicBezTo>
                    <a:pt x="78" y="4"/>
                    <a:pt x="78" y="4"/>
                    <a:pt x="78" y="4"/>
                  </a:cubicBezTo>
                  <a:cubicBezTo>
                    <a:pt x="63" y="0"/>
                    <a:pt x="46" y="5"/>
                    <a:pt x="34" y="17"/>
                  </a:cubicBezTo>
                  <a:cubicBezTo>
                    <a:pt x="21" y="29"/>
                    <a:pt x="17" y="48"/>
                    <a:pt x="22" y="64"/>
                  </a:cubicBezTo>
                  <a:cubicBezTo>
                    <a:pt x="0" y="86"/>
                    <a:pt x="0" y="86"/>
                    <a:pt x="0" y="86"/>
                  </a:cubicBezTo>
                  <a:lnTo>
                    <a:pt x="12" y="9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73" name="Freeform 12"/>
            <p:cNvSpPr/>
            <p:nvPr/>
          </p:nvSpPr>
          <p:spPr bwMode="auto">
            <a:xfrm>
              <a:off x="8756835" y="3589958"/>
              <a:ext cx="177566" cy="177567"/>
            </a:xfrm>
            <a:custGeom>
              <a:avLst/>
              <a:gdLst>
                <a:gd name="T0" fmla="*/ 105 w 116"/>
                <a:gd name="T1" fmla="*/ 19 h 116"/>
                <a:gd name="T2" fmla="*/ 101 w 116"/>
                <a:gd name="T3" fmla="*/ 23 h 116"/>
                <a:gd name="T4" fmla="*/ 93 w 116"/>
                <a:gd name="T5" fmla="*/ 23 h 116"/>
                <a:gd name="T6" fmla="*/ 93 w 116"/>
                <a:gd name="T7" fmla="*/ 15 h 116"/>
                <a:gd name="T8" fmla="*/ 97 w 116"/>
                <a:gd name="T9" fmla="*/ 11 h 116"/>
                <a:gd name="T10" fmla="*/ 86 w 116"/>
                <a:gd name="T11" fmla="*/ 0 h 116"/>
                <a:gd name="T12" fmla="*/ 64 w 116"/>
                <a:gd name="T13" fmla="*/ 22 h 116"/>
                <a:gd name="T14" fmla="*/ 16 w 116"/>
                <a:gd name="T15" fmla="*/ 34 h 116"/>
                <a:gd name="T16" fmla="*/ 4 w 116"/>
                <a:gd name="T17" fmla="*/ 78 h 116"/>
                <a:gd name="T18" fmla="*/ 30 w 116"/>
                <a:gd name="T19" fmla="*/ 52 h 116"/>
                <a:gd name="T20" fmla="*/ 48 w 116"/>
                <a:gd name="T21" fmla="*/ 52 h 116"/>
                <a:gd name="T22" fmla="*/ 64 w 116"/>
                <a:gd name="T23" fmla="*/ 68 h 116"/>
                <a:gd name="T24" fmla="*/ 64 w 116"/>
                <a:gd name="T25" fmla="*/ 86 h 116"/>
                <a:gd name="T26" fmla="*/ 38 w 116"/>
                <a:gd name="T27" fmla="*/ 113 h 116"/>
                <a:gd name="T28" fmla="*/ 83 w 116"/>
                <a:gd name="T29" fmla="*/ 100 h 116"/>
                <a:gd name="T30" fmla="*/ 94 w 116"/>
                <a:gd name="T31" fmla="*/ 52 h 116"/>
                <a:gd name="T32" fmla="*/ 116 w 116"/>
                <a:gd name="T33" fmla="*/ 30 h 116"/>
                <a:gd name="T34" fmla="*/ 105 w 116"/>
                <a:gd name="T35" fmla="*/ 19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6" h="116">
                  <a:moveTo>
                    <a:pt x="105" y="19"/>
                  </a:moveTo>
                  <a:cubicBezTo>
                    <a:pt x="101" y="23"/>
                    <a:pt x="101" y="23"/>
                    <a:pt x="101" y="23"/>
                  </a:cubicBezTo>
                  <a:cubicBezTo>
                    <a:pt x="99" y="25"/>
                    <a:pt x="95" y="25"/>
                    <a:pt x="93" y="23"/>
                  </a:cubicBezTo>
                  <a:cubicBezTo>
                    <a:pt x="91" y="21"/>
                    <a:pt x="91" y="17"/>
                    <a:pt x="93" y="15"/>
                  </a:cubicBezTo>
                  <a:cubicBezTo>
                    <a:pt x="97" y="11"/>
                    <a:pt x="97" y="11"/>
                    <a:pt x="97" y="11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64" y="22"/>
                    <a:pt x="64" y="22"/>
                    <a:pt x="64" y="22"/>
                  </a:cubicBezTo>
                  <a:cubicBezTo>
                    <a:pt x="47" y="17"/>
                    <a:pt x="29" y="21"/>
                    <a:pt x="16" y="34"/>
                  </a:cubicBezTo>
                  <a:cubicBezTo>
                    <a:pt x="4" y="46"/>
                    <a:pt x="0" y="63"/>
                    <a:pt x="4" y="78"/>
                  </a:cubicBezTo>
                  <a:cubicBezTo>
                    <a:pt x="30" y="52"/>
                    <a:pt x="30" y="52"/>
                    <a:pt x="30" y="52"/>
                  </a:cubicBezTo>
                  <a:cubicBezTo>
                    <a:pt x="35" y="47"/>
                    <a:pt x="43" y="47"/>
                    <a:pt x="48" y="52"/>
                  </a:cubicBezTo>
                  <a:cubicBezTo>
                    <a:pt x="64" y="68"/>
                    <a:pt x="64" y="68"/>
                    <a:pt x="64" y="68"/>
                  </a:cubicBezTo>
                  <a:cubicBezTo>
                    <a:pt x="69" y="73"/>
                    <a:pt x="69" y="81"/>
                    <a:pt x="64" y="86"/>
                  </a:cubicBezTo>
                  <a:cubicBezTo>
                    <a:pt x="38" y="113"/>
                    <a:pt x="38" y="113"/>
                    <a:pt x="38" y="113"/>
                  </a:cubicBezTo>
                  <a:cubicBezTo>
                    <a:pt x="53" y="116"/>
                    <a:pt x="71" y="112"/>
                    <a:pt x="83" y="100"/>
                  </a:cubicBezTo>
                  <a:cubicBezTo>
                    <a:pt x="95" y="87"/>
                    <a:pt x="99" y="69"/>
                    <a:pt x="94" y="52"/>
                  </a:cubicBezTo>
                  <a:cubicBezTo>
                    <a:pt x="116" y="30"/>
                    <a:pt x="116" y="30"/>
                    <a:pt x="116" y="30"/>
                  </a:cubicBezTo>
                  <a:lnTo>
                    <a:pt x="105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74" name="Freeform 13"/>
            <p:cNvSpPr>
              <a:spLocks noEditPoints="1"/>
            </p:cNvSpPr>
            <p:nvPr/>
          </p:nvSpPr>
          <p:spPr bwMode="auto">
            <a:xfrm>
              <a:off x="8756835" y="3387391"/>
              <a:ext cx="380133" cy="380134"/>
            </a:xfrm>
            <a:custGeom>
              <a:avLst/>
              <a:gdLst>
                <a:gd name="T0" fmla="*/ 232 w 248"/>
                <a:gd name="T1" fmla="*/ 166 h 248"/>
                <a:gd name="T2" fmla="*/ 184 w 248"/>
                <a:gd name="T3" fmla="*/ 154 h 248"/>
                <a:gd name="T4" fmla="*/ 94 w 248"/>
                <a:gd name="T5" fmla="*/ 64 h 248"/>
                <a:gd name="T6" fmla="*/ 83 w 248"/>
                <a:gd name="T7" fmla="*/ 17 h 248"/>
                <a:gd name="T8" fmla="*/ 38 w 248"/>
                <a:gd name="T9" fmla="*/ 4 h 248"/>
                <a:gd name="T10" fmla="*/ 64 w 248"/>
                <a:gd name="T11" fmla="*/ 30 h 248"/>
                <a:gd name="T12" fmla="*/ 64 w 248"/>
                <a:gd name="T13" fmla="*/ 49 h 248"/>
                <a:gd name="T14" fmla="*/ 48 w 248"/>
                <a:gd name="T15" fmla="*/ 65 h 248"/>
                <a:gd name="T16" fmla="*/ 30 w 248"/>
                <a:gd name="T17" fmla="*/ 65 h 248"/>
                <a:gd name="T18" fmla="*/ 4 w 248"/>
                <a:gd name="T19" fmla="*/ 39 h 248"/>
                <a:gd name="T20" fmla="*/ 16 w 248"/>
                <a:gd name="T21" fmla="*/ 83 h 248"/>
                <a:gd name="T22" fmla="*/ 64 w 248"/>
                <a:gd name="T23" fmla="*/ 95 h 248"/>
                <a:gd name="T24" fmla="*/ 153 w 248"/>
                <a:gd name="T25" fmla="*/ 184 h 248"/>
                <a:gd name="T26" fmla="*/ 165 w 248"/>
                <a:gd name="T27" fmla="*/ 232 h 248"/>
                <a:gd name="T28" fmla="*/ 209 w 248"/>
                <a:gd name="T29" fmla="*/ 245 h 248"/>
                <a:gd name="T30" fmla="*/ 183 w 248"/>
                <a:gd name="T31" fmla="*/ 218 h 248"/>
                <a:gd name="T32" fmla="*/ 183 w 248"/>
                <a:gd name="T33" fmla="*/ 200 h 248"/>
                <a:gd name="T34" fmla="*/ 199 w 248"/>
                <a:gd name="T35" fmla="*/ 184 h 248"/>
                <a:gd name="T36" fmla="*/ 218 w 248"/>
                <a:gd name="T37" fmla="*/ 184 h 248"/>
                <a:gd name="T38" fmla="*/ 244 w 248"/>
                <a:gd name="T39" fmla="*/ 210 h 248"/>
                <a:gd name="T40" fmla="*/ 232 w 248"/>
                <a:gd name="T41" fmla="*/ 166 h 248"/>
                <a:gd name="T42" fmla="*/ 154 w 248"/>
                <a:gd name="T43" fmla="*/ 155 h 248"/>
                <a:gd name="T44" fmla="*/ 147 w 248"/>
                <a:gd name="T45" fmla="*/ 155 h 248"/>
                <a:gd name="T46" fmla="*/ 93 w 248"/>
                <a:gd name="T47" fmla="*/ 101 h 248"/>
                <a:gd name="T48" fmla="*/ 93 w 248"/>
                <a:gd name="T49" fmla="*/ 94 h 248"/>
                <a:gd name="T50" fmla="*/ 101 w 248"/>
                <a:gd name="T51" fmla="*/ 94 h 248"/>
                <a:gd name="T52" fmla="*/ 154 w 248"/>
                <a:gd name="T53" fmla="*/ 147 h 248"/>
                <a:gd name="T54" fmla="*/ 154 w 248"/>
                <a:gd name="T55" fmla="*/ 155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48" h="248">
                  <a:moveTo>
                    <a:pt x="232" y="166"/>
                  </a:moveTo>
                  <a:cubicBezTo>
                    <a:pt x="219" y="153"/>
                    <a:pt x="200" y="149"/>
                    <a:pt x="184" y="154"/>
                  </a:cubicBezTo>
                  <a:cubicBezTo>
                    <a:pt x="94" y="64"/>
                    <a:pt x="94" y="64"/>
                    <a:pt x="94" y="64"/>
                  </a:cubicBezTo>
                  <a:cubicBezTo>
                    <a:pt x="99" y="48"/>
                    <a:pt x="95" y="29"/>
                    <a:pt x="83" y="17"/>
                  </a:cubicBezTo>
                  <a:cubicBezTo>
                    <a:pt x="71" y="5"/>
                    <a:pt x="53" y="0"/>
                    <a:pt x="38" y="4"/>
                  </a:cubicBezTo>
                  <a:cubicBezTo>
                    <a:pt x="64" y="30"/>
                    <a:pt x="64" y="30"/>
                    <a:pt x="64" y="30"/>
                  </a:cubicBezTo>
                  <a:cubicBezTo>
                    <a:pt x="69" y="35"/>
                    <a:pt x="69" y="44"/>
                    <a:pt x="64" y="49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3" y="70"/>
                    <a:pt x="35" y="70"/>
                    <a:pt x="30" y="65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0" y="54"/>
                    <a:pt x="4" y="71"/>
                    <a:pt x="16" y="83"/>
                  </a:cubicBezTo>
                  <a:cubicBezTo>
                    <a:pt x="29" y="96"/>
                    <a:pt x="47" y="100"/>
                    <a:pt x="64" y="95"/>
                  </a:cubicBezTo>
                  <a:cubicBezTo>
                    <a:pt x="153" y="184"/>
                    <a:pt x="153" y="184"/>
                    <a:pt x="153" y="184"/>
                  </a:cubicBezTo>
                  <a:cubicBezTo>
                    <a:pt x="148" y="201"/>
                    <a:pt x="152" y="219"/>
                    <a:pt x="165" y="232"/>
                  </a:cubicBezTo>
                  <a:cubicBezTo>
                    <a:pt x="177" y="244"/>
                    <a:pt x="194" y="248"/>
                    <a:pt x="209" y="245"/>
                  </a:cubicBezTo>
                  <a:cubicBezTo>
                    <a:pt x="183" y="218"/>
                    <a:pt x="183" y="218"/>
                    <a:pt x="183" y="218"/>
                  </a:cubicBezTo>
                  <a:cubicBezTo>
                    <a:pt x="178" y="213"/>
                    <a:pt x="178" y="205"/>
                    <a:pt x="183" y="200"/>
                  </a:cubicBezTo>
                  <a:cubicBezTo>
                    <a:pt x="199" y="184"/>
                    <a:pt x="199" y="184"/>
                    <a:pt x="199" y="184"/>
                  </a:cubicBezTo>
                  <a:cubicBezTo>
                    <a:pt x="205" y="179"/>
                    <a:pt x="213" y="179"/>
                    <a:pt x="218" y="184"/>
                  </a:cubicBezTo>
                  <a:cubicBezTo>
                    <a:pt x="244" y="210"/>
                    <a:pt x="244" y="210"/>
                    <a:pt x="244" y="210"/>
                  </a:cubicBezTo>
                  <a:cubicBezTo>
                    <a:pt x="248" y="195"/>
                    <a:pt x="244" y="178"/>
                    <a:pt x="232" y="166"/>
                  </a:cubicBezTo>
                  <a:close/>
                  <a:moveTo>
                    <a:pt x="154" y="155"/>
                  </a:moveTo>
                  <a:cubicBezTo>
                    <a:pt x="152" y="157"/>
                    <a:pt x="149" y="157"/>
                    <a:pt x="147" y="155"/>
                  </a:cubicBezTo>
                  <a:cubicBezTo>
                    <a:pt x="93" y="101"/>
                    <a:pt x="93" y="101"/>
                    <a:pt x="93" y="101"/>
                  </a:cubicBezTo>
                  <a:cubicBezTo>
                    <a:pt x="91" y="99"/>
                    <a:pt x="91" y="96"/>
                    <a:pt x="93" y="94"/>
                  </a:cubicBezTo>
                  <a:cubicBezTo>
                    <a:pt x="95" y="92"/>
                    <a:pt x="99" y="92"/>
                    <a:pt x="101" y="94"/>
                  </a:cubicBezTo>
                  <a:cubicBezTo>
                    <a:pt x="154" y="147"/>
                    <a:pt x="154" y="147"/>
                    <a:pt x="154" y="147"/>
                  </a:cubicBezTo>
                  <a:cubicBezTo>
                    <a:pt x="156" y="149"/>
                    <a:pt x="156" y="153"/>
                    <a:pt x="154" y="1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75" name="Freeform 33"/>
          <p:cNvSpPr>
            <a:spLocks noEditPoints="1"/>
          </p:cNvSpPr>
          <p:nvPr/>
        </p:nvSpPr>
        <p:spPr bwMode="auto">
          <a:xfrm rot="21545399">
            <a:off x="4969122" y="3117283"/>
            <a:ext cx="659458" cy="616512"/>
          </a:xfrm>
          <a:custGeom>
            <a:avLst/>
            <a:gdLst>
              <a:gd name="T0" fmla="*/ 159 w 282"/>
              <a:gd name="T1" fmla="*/ 0 h 264"/>
              <a:gd name="T2" fmla="*/ 0 w 282"/>
              <a:gd name="T3" fmla="*/ 176 h 264"/>
              <a:gd name="T4" fmla="*/ 53 w 282"/>
              <a:gd name="T5" fmla="*/ 176 h 264"/>
              <a:gd name="T6" fmla="*/ 106 w 282"/>
              <a:gd name="T7" fmla="*/ 194 h 264"/>
              <a:gd name="T8" fmla="*/ 159 w 282"/>
              <a:gd name="T9" fmla="*/ 264 h 264"/>
              <a:gd name="T10" fmla="*/ 282 w 282"/>
              <a:gd name="T11" fmla="*/ 124 h 264"/>
              <a:gd name="T12" fmla="*/ 159 w 282"/>
              <a:gd name="T13" fmla="*/ 0 h 264"/>
              <a:gd name="T14" fmla="*/ 71 w 282"/>
              <a:gd name="T15" fmla="*/ 128 h 264"/>
              <a:gd name="T16" fmla="*/ 49 w 282"/>
              <a:gd name="T17" fmla="*/ 106 h 264"/>
              <a:gd name="T18" fmla="*/ 71 w 282"/>
              <a:gd name="T19" fmla="*/ 84 h 264"/>
              <a:gd name="T20" fmla="*/ 93 w 282"/>
              <a:gd name="T21" fmla="*/ 106 h 264"/>
              <a:gd name="T22" fmla="*/ 71 w 282"/>
              <a:gd name="T23" fmla="*/ 128 h 264"/>
              <a:gd name="T24" fmla="*/ 110 w 282"/>
              <a:gd name="T25" fmla="*/ 62 h 264"/>
              <a:gd name="T26" fmla="*/ 132 w 282"/>
              <a:gd name="T27" fmla="*/ 40 h 264"/>
              <a:gd name="T28" fmla="*/ 154 w 282"/>
              <a:gd name="T29" fmla="*/ 62 h 264"/>
              <a:gd name="T30" fmla="*/ 132 w 282"/>
              <a:gd name="T31" fmla="*/ 84 h 264"/>
              <a:gd name="T32" fmla="*/ 110 w 282"/>
              <a:gd name="T33" fmla="*/ 62 h 264"/>
              <a:gd name="T34" fmla="*/ 167 w 282"/>
              <a:gd name="T35" fmla="*/ 216 h 264"/>
              <a:gd name="T36" fmla="*/ 137 w 282"/>
              <a:gd name="T37" fmla="*/ 185 h 264"/>
              <a:gd name="T38" fmla="*/ 167 w 282"/>
              <a:gd name="T39" fmla="*/ 154 h 264"/>
              <a:gd name="T40" fmla="*/ 198 w 282"/>
              <a:gd name="T41" fmla="*/ 185 h 264"/>
              <a:gd name="T42" fmla="*/ 167 w 282"/>
              <a:gd name="T43" fmla="*/ 216 h 264"/>
              <a:gd name="T44" fmla="*/ 220 w 282"/>
              <a:gd name="T45" fmla="*/ 163 h 264"/>
              <a:gd name="T46" fmla="*/ 207 w 282"/>
              <a:gd name="T47" fmla="*/ 150 h 264"/>
              <a:gd name="T48" fmla="*/ 220 w 282"/>
              <a:gd name="T49" fmla="*/ 137 h 264"/>
              <a:gd name="T50" fmla="*/ 233 w 282"/>
              <a:gd name="T51" fmla="*/ 150 h 264"/>
              <a:gd name="T52" fmla="*/ 220 w 282"/>
              <a:gd name="T53" fmla="*/ 163 h 264"/>
              <a:gd name="T54" fmla="*/ 203 w 282"/>
              <a:gd name="T55" fmla="*/ 110 h 264"/>
              <a:gd name="T56" fmla="*/ 172 w 282"/>
              <a:gd name="T57" fmla="*/ 80 h 264"/>
              <a:gd name="T58" fmla="*/ 203 w 282"/>
              <a:gd name="T59" fmla="*/ 49 h 264"/>
              <a:gd name="T60" fmla="*/ 233 w 282"/>
              <a:gd name="T61" fmla="*/ 80 h 264"/>
              <a:gd name="T62" fmla="*/ 203 w 282"/>
              <a:gd name="T63" fmla="*/ 110 h 2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82" h="264">
                <a:moveTo>
                  <a:pt x="159" y="0"/>
                </a:moveTo>
                <a:cubicBezTo>
                  <a:pt x="53" y="0"/>
                  <a:pt x="0" y="106"/>
                  <a:pt x="0" y="176"/>
                </a:cubicBezTo>
                <a:cubicBezTo>
                  <a:pt x="0" y="194"/>
                  <a:pt x="35" y="229"/>
                  <a:pt x="53" y="176"/>
                </a:cubicBezTo>
                <a:cubicBezTo>
                  <a:pt x="61" y="153"/>
                  <a:pt x="106" y="159"/>
                  <a:pt x="106" y="194"/>
                </a:cubicBezTo>
                <a:cubicBezTo>
                  <a:pt x="106" y="233"/>
                  <a:pt x="123" y="264"/>
                  <a:pt x="159" y="264"/>
                </a:cubicBezTo>
                <a:cubicBezTo>
                  <a:pt x="264" y="264"/>
                  <a:pt x="282" y="176"/>
                  <a:pt x="282" y="124"/>
                </a:cubicBezTo>
                <a:cubicBezTo>
                  <a:pt x="282" y="71"/>
                  <a:pt x="264" y="0"/>
                  <a:pt x="159" y="0"/>
                </a:cubicBezTo>
                <a:close/>
                <a:moveTo>
                  <a:pt x="71" y="128"/>
                </a:moveTo>
                <a:cubicBezTo>
                  <a:pt x="58" y="128"/>
                  <a:pt x="49" y="118"/>
                  <a:pt x="49" y="106"/>
                </a:cubicBezTo>
                <a:cubicBezTo>
                  <a:pt x="49" y="94"/>
                  <a:pt x="58" y="84"/>
                  <a:pt x="71" y="84"/>
                </a:cubicBezTo>
                <a:cubicBezTo>
                  <a:pt x="83" y="84"/>
                  <a:pt x="93" y="94"/>
                  <a:pt x="93" y="106"/>
                </a:cubicBezTo>
                <a:cubicBezTo>
                  <a:pt x="93" y="118"/>
                  <a:pt x="83" y="128"/>
                  <a:pt x="71" y="128"/>
                </a:cubicBezTo>
                <a:close/>
                <a:moveTo>
                  <a:pt x="110" y="62"/>
                </a:moveTo>
                <a:cubicBezTo>
                  <a:pt x="110" y="50"/>
                  <a:pt x="120" y="40"/>
                  <a:pt x="132" y="40"/>
                </a:cubicBezTo>
                <a:cubicBezTo>
                  <a:pt x="144" y="40"/>
                  <a:pt x="154" y="50"/>
                  <a:pt x="154" y="62"/>
                </a:cubicBezTo>
                <a:cubicBezTo>
                  <a:pt x="154" y="74"/>
                  <a:pt x="144" y="84"/>
                  <a:pt x="132" y="84"/>
                </a:cubicBezTo>
                <a:cubicBezTo>
                  <a:pt x="120" y="84"/>
                  <a:pt x="110" y="74"/>
                  <a:pt x="110" y="62"/>
                </a:cubicBezTo>
                <a:close/>
                <a:moveTo>
                  <a:pt x="167" y="216"/>
                </a:moveTo>
                <a:cubicBezTo>
                  <a:pt x="150" y="216"/>
                  <a:pt x="137" y="202"/>
                  <a:pt x="137" y="185"/>
                </a:cubicBezTo>
                <a:cubicBezTo>
                  <a:pt x="137" y="168"/>
                  <a:pt x="150" y="154"/>
                  <a:pt x="167" y="154"/>
                </a:cubicBezTo>
                <a:cubicBezTo>
                  <a:pt x="184" y="154"/>
                  <a:pt x="198" y="168"/>
                  <a:pt x="198" y="185"/>
                </a:cubicBezTo>
                <a:cubicBezTo>
                  <a:pt x="198" y="202"/>
                  <a:pt x="184" y="216"/>
                  <a:pt x="167" y="216"/>
                </a:cubicBezTo>
                <a:close/>
                <a:moveTo>
                  <a:pt x="220" y="163"/>
                </a:moveTo>
                <a:cubicBezTo>
                  <a:pt x="213" y="163"/>
                  <a:pt x="207" y="157"/>
                  <a:pt x="207" y="150"/>
                </a:cubicBezTo>
                <a:cubicBezTo>
                  <a:pt x="207" y="143"/>
                  <a:pt x="213" y="137"/>
                  <a:pt x="220" y="137"/>
                </a:cubicBezTo>
                <a:cubicBezTo>
                  <a:pt x="227" y="137"/>
                  <a:pt x="233" y="143"/>
                  <a:pt x="233" y="150"/>
                </a:cubicBezTo>
                <a:cubicBezTo>
                  <a:pt x="233" y="157"/>
                  <a:pt x="227" y="163"/>
                  <a:pt x="220" y="163"/>
                </a:cubicBezTo>
                <a:close/>
                <a:moveTo>
                  <a:pt x="203" y="110"/>
                </a:moveTo>
                <a:cubicBezTo>
                  <a:pt x="186" y="110"/>
                  <a:pt x="172" y="97"/>
                  <a:pt x="172" y="80"/>
                </a:cubicBezTo>
                <a:cubicBezTo>
                  <a:pt x="172" y="63"/>
                  <a:pt x="186" y="49"/>
                  <a:pt x="203" y="49"/>
                </a:cubicBezTo>
                <a:cubicBezTo>
                  <a:pt x="220" y="49"/>
                  <a:pt x="233" y="63"/>
                  <a:pt x="233" y="80"/>
                </a:cubicBezTo>
                <a:cubicBezTo>
                  <a:pt x="233" y="97"/>
                  <a:pt x="220" y="110"/>
                  <a:pt x="203" y="11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76" name="Group 75"/>
          <p:cNvGrpSpPr/>
          <p:nvPr/>
        </p:nvGrpSpPr>
        <p:grpSpPr>
          <a:xfrm>
            <a:off x="6974799" y="2789643"/>
            <a:ext cx="859430" cy="572356"/>
            <a:chOff x="10594976" y="2798763"/>
            <a:chExt cx="760412" cy="506412"/>
          </a:xfrm>
          <a:solidFill>
            <a:schemeClr val="bg1"/>
          </a:solidFill>
          <a:effectLst/>
        </p:grpSpPr>
        <p:sp>
          <p:nvSpPr>
            <p:cNvPr id="77" name="Freeform 5"/>
            <p:cNvSpPr>
              <a:spLocks noEditPoints="1"/>
            </p:cNvSpPr>
            <p:nvPr/>
          </p:nvSpPr>
          <p:spPr bwMode="auto">
            <a:xfrm>
              <a:off x="10594976" y="2798763"/>
              <a:ext cx="501650" cy="506412"/>
            </a:xfrm>
            <a:custGeom>
              <a:avLst/>
              <a:gdLst>
                <a:gd name="T0" fmla="*/ 116 w 132"/>
                <a:gd name="T1" fmla="*/ 39 h 132"/>
                <a:gd name="T2" fmla="*/ 113 w 132"/>
                <a:gd name="T3" fmla="*/ 20 h 132"/>
                <a:gd name="T4" fmla="*/ 100 w 132"/>
                <a:gd name="T5" fmla="*/ 21 h 132"/>
                <a:gd name="T6" fmla="*/ 98 w 132"/>
                <a:gd name="T7" fmla="*/ 9 h 132"/>
                <a:gd name="T8" fmla="*/ 78 w 132"/>
                <a:gd name="T9" fmla="*/ 11 h 132"/>
                <a:gd name="T10" fmla="*/ 68 w 132"/>
                <a:gd name="T11" fmla="*/ 9 h 132"/>
                <a:gd name="T12" fmla="*/ 49 w 132"/>
                <a:gd name="T13" fmla="*/ 2 h 132"/>
                <a:gd name="T14" fmla="*/ 44 w 132"/>
                <a:gd name="T15" fmla="*/ 14 h 132"/>
                <a:gd name="T16" fmla="*/ 32 w 132"/>
                <a:gd name="T17" fmla="*/ 9 h 132"/>
                <a:gd name="T18" fmla="*/ 24 w 132"/>
                <a:gd name="T19" fmla="*/ 28 h 132"/>
                <a:gd name="T20" fmla="*/ 17 w 132"/>
                <a:gd name="T21" fmla="*/ 36 h 132"/>
                <a:gd name="T22" fmla="*/ 2 w 132"/>
                <a:gd name="T23" fmla="*/ 49 h 132"/>
                <a:gd name="T24" fmla="*/ 9 w 132"/>
                <a:gd name="T25" fmla="*/ 59 h 132"/>
                <a:gd name="T26" fmla="*/ 0 w 132"/>
                <a:gd name="T27" fmla="*/ 67 h 132"/>
                <a:gd name="T28" fmla="*/ 11 w 132"/>
                <a:gd name="T29" fmla="*/ 83 h 132"/>
                <a:gd name="T30" fmla="*/ 15 w 132"/>
                <a:gd name="T31" fmla="*/ 93 h 132"/>
                <a:gd name="T32" fmla="*/ 19 w 132"/>
                <a:gd name="T33" fmla="*/ 113 h 132"/>
                <a:gd name="T34" fmla="*/ 31 w 132"/>
                <a:gd name="T35" fmla="*/ 112 h 132"/>
                <a:gd name="T36" fmla="*/ 33 w 132"/>
                <a:gd name="T37" fmla="*/ 124 h 132"/>
                <a:gd name="T38" fmla="*/ 53 w 132"/>
                <a:gd name="T39" fmla="*/ 122 h 132"/>
                <a:gd name="T40" fmla="*/ 64 w 132"/>
                <a:gd name="T41" fmla="*/ 123 h 132"/>
                <a:gd name="T42" fmla="*/ 83 w 132"/>
                <a:gd name="T43" fmla="*/ 130 h 132"/>
                <a:gd name="T44" fmla="*/ 88 w 132"/>
                <a:gd name="T45" fmla="*/ 119 h 132"/>
                <a:gd name="T46" fmla="*/ 100 w 132"/>
                <a:gd name="T47" fmla="*/ 123 h 132"/>
                <a:gd name="T48" fmla="*/ 108 w 132"/>
                <a:gd name="T49" fmla="*/ 105 h 132"/>
                <a:gd name="T50" fmla="*/ 114 w 132"/>
                <a:gd name="T51" fmla="*/ 96 h 132"/>
                <a:gd name="T52" fmla="*/ 130 w 132"/>
                <a:gd name="T53" fmla="*/ 83 h 132"/>
                <a:gd name="T54" fmla="*/ 122 w 132"/>
                <a:gd name="T55" fmla="*/ 73 h 132"/>
                <a:gd name="T56" fmla="*/ 132 w 132"/>
                <a:gd name="T57" fmla="*/ 66 h 132"/>
                <a:gd name="T58" fmla="*/ 120 w 132"/>
                <a:gd name="T59" fmla="*/ 49 h 132"/>
                <a:gd name="T60" fmla="*/ 91 w 132"/>
                <a:gd name="T61" fmla="*/ 86 h 132"/>
                <a:gd name="T62" fmla="*/ 62 w 132"/>
                <a:gd name="T63" fmla="*/ 98 h 132"/>
                <a:gd name="T64" fmla="*/ 36 w 132"/>
                <a:gd name="T65" fmla="*/ 79 h 132"/>
                <a:gd name="T66" fmla="*/ 40 w 132"/>
                <a:gd name="T67" fmla="*/ 47 h 132"/>
                <a:gd name="T68" fmla="*/ 70 w 132"/>
                <a:gd name="T69" fmla="*/ 34 h 132"/>
                <a:gd name="T70" fmla="*/ 95 w 132"/>
                <a:gd name="T71" fmla="*/ 54 h 132"/>
                <a:gd name="T72" fmla="*/ 91 w 132"/>
                <a:gd name="T73" fmla="*/ 86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32" h="132">
                  <a:moveTo>
                    <a:pt x="118" y="44"/>
                  </a:moveTo>
                  <a:cubicBezTo>
                    <a:pt x="116" y="39"/>
                    <a:pt x="116" y="39"/>
                    <a:pt x="116" y="39"/>
                  </a:cubicBezTo>
                  <a:cubicBezTo>
                    <a:pt x="118" y="37"/>
                    <a:pt x="121" y="35"/>
                    <a:pt x="123" y="33"/>
                  </a:cubicBezTo>
                  <a:cubicBezTo>
                    <a:pt x="120" y="28"/>
                    <a:pt x="116" y="23"/>
                    <a:pt x="113" y="20"/>
                  </a:cubicBezTo>
                  <a:cubicBezTo>
                    <a:pt x="110" y="21"/>
                    <a:pt x="107" y="23"/>
                    <a:pt x="104" y="24"/>
                  </a:cubicBezTo>
                  <a:cubicBezTo>
                    <a:pt x="103" y="23"/>
                    <a:pt x="102" y="22"/>
                    <a:pt x="100" y="21"/>
                  </a:cubicBezTo>
                  <a:cubicBezTo>
                    <a:pt x="99" y="20"/>
                    <a:pt x="97" y="19"/>
                    <a:pt x="96" y="18"/>
                  </a:cubicBezTo>
                  <a:cubicBezTo>
                    <a:pt x="97" y="15"/>
                    <a:pt x="98" y="12"/>
                    <a:pt x="98" y="9"/>
                  </a:cubicBezTo>
                  <a:cubicBezTo>
                    <a:pt x="93" y="6"/>
                    <a:pt x="88" y="4"/>
                    <a:pt x="83" y="2"/>
                  </a:cubicBezTo>
                  <a:cubicBezTo>
                    <a:pt x="81" y="5"/>
                    <a:pt x="80" y="8"/>
                    <a:pt x="78" y="11"/>
                  </a:cubicBezTo>
                  <a:cubicBezTo>
                    <a:pt x="76" y="10"/>
                    <a:pt x="75" y="10"/>
                    <a:pt x="73" y="10"/>
                  </a:cubicBezTo>
                  <a:cubicBezTo>
                    <a:pt x="71" y="9"/>
                    <a:pt x="69" y="9"/>
                    <a:pt x="68" y="9"/>
                  </a:cubicBezTo>
                  <a:cubicBezTo>
                    <a:pt x="67" y="6"/>
                    <a:pt x="66" y="3"/>
                    <a:pt x="65" y="0"/>
                  </a:cubicBezTo>
                  <a:cubicBezTo>
                    <a:pt x="60" y="0"/>
                    <a:pt x="54" y="1"/>
                    <a:pt x="49" y="2"/>
                  </a:cubicBezTo>
                  <a:cubicBezTo>
                    <a:pt x="49" y="6"/>
                    <a:pt x="48" y="9"/>
                    <a:pt x="49" y="12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7" y="14"/>
                    <a:pt x="34" y="12"/>
                    <a:pt x="32" y="9"/>
                  </a:cubicBezTo>
                  <a:cubicBezTo>
                    <a:pt x="27" y="12"/>
                    <a:pt x="23" y="16"/>
                    <a:pt x="19" y="19"/>
                  </a:cubicBezTo>
                  <a:cubicBezTo>
                    <a:pt x="20" y="22"/>
                    <a:pt x="22" y="25"/>
                    <a:pt x="24" y="28"/>
                  </a:cubicBezTo>
                  <a:cubicBezTo>
                    <a:pt x="23" y="29"/>
                    <a:pt x="21" y="30"/>
                    <a:pt x="20" y="32"/>
                  </a:cubicBezTo>
                  <a:cubicBezTo>
                    <a:pt x="19" y="33"/>
                    <a:pt x="18" y="35"/>
                    <a:pt x="17" y="36"/>
                  </a:cubicBezTo>
                  <a:cubicBezTo>
                    <a:pt x="14" y="35"/>
                    <a:pt x="11" y="35"/>
                    <a:pt x="8" y="34"/>
                  </a:cubicBezTo>
                  <a:cubicBezTo>
                    <a:pt x="5" y="39"/>
                    <a:pt x="3" y="44"/>
                    <a:pt x="2" y="49"/>
                  </a:cubicBezTo>
                  <a:cubicBezTo>
                    <a:pt x="5" y="51"/>
                    <a:pt x="7" y="52"/>
                    <a:pt x="10" y="54"/>
                  </a:cubicBezTo>
                  <a:cubicBezTo>
                    <a:pt x="10" y="56"/>
                    <a:pt x="10" y="57"/>
                    <a:pt x="9" y="59"/>
                  </a:cubicBezTo>
                  <a:cubicBezTo>
                    <a:pt x="9" y="61"/>
                    <a:pt x="9" y="63"/>
                    <a:pt x="9" y="64"/>
                  </a:cubicBezTo>
                  <a:cubicBezTo>
                    <a:pt x="6" y="65"/>
                    <a:pt x="3" y="66"/>
                    <a:pt x="0" y="67"/>
                  </a:cubicBezTo>
                  <a:cubicBezTo>
                    <a:pt x="0" y="73"/>
                    <a:pt x="0" y="78"/>
                    <a:pt x="2" y="83"/>
                  </a:cubicBezTo>
                  <a:cubicBezTo>
                    <a:pt x="5" y="84"/>
                    <a:pt x="8" y="84"/>
                    <a:pt x="11" y="83"/>
                  </a:cubicBezTo>
                  <a:cubicBezTo>
                    <a:pt x="13" y="88"/>
                    <a:pt x="13" y="88"/>
                    <a:pt x="13" y="88"/>
                  </a:cubicBezTo>
                  <a:cubicBezTo>
                    <a:pt x="15" y="93"/>
                    <a:pt x="15" y="93"/>
                    <a:pt x="15" y="93"/>
                  </a:cubicBezTo>
                  <a:cubicBezTo>
                    <a:pt x="13" y="95"/>
                    <a:pt x="11" y="98"/>
                    <a:pt x="9" y="100"/>
                  </a:cubicBezTo>
                  <a:cubicBezTo>
                    <a:pt x="12" y="105"/>
                    <a:pt x="15" y="109"/>
                    <a:pt x="19" y="113"/>
                  </a:cubicBezTo>
                  <a:cubicBezTo>
                    <a:pt x="22" y="112"/>
                    <a:pt x="25" y="110"/>
                    <a:pt x="27" y="108"/>
                  </a:cubicBezTo>
                  <a:cubicBezTo>
                    <a:pt x="29" y="109"/>
                    <a:pt x="30" y="111"/>
                    <a:pt x="31" y="112"/>
                  </a:cubicBezTo>
                  <a:cubicBezTo>
                    <a:pt x="33" y="113"/>
                    <a:pt x="34" y="114"/>
                    <a:pt x="36" y="115"/>
                  </a:cubicBezTo>
                  <a:cubicBezTo>
                    <a:pt x="35" y="118"/>
                    <a:pt x="34" y="121"/>
                    <a:pt x="33" y="124"/>
                  </a:cubicBezTo>
                  <a:cubicBezTo>
                    <a:pt x="38" y="127"/>
                    <a:pt x="43" y="129"/>
                    <a:pt x="49" y="130"/>
                  </a:cubicBezTo>
                  <a:cubicBezTo>
                    <a:pt x="50" y="127"/>
                    <a:pt x="52" y="125"/>
                    <a:pt x="53" y="122"/>
                  </a:cubicBezTo>
                  <a:cubicBezTo>
                    <a:pt x="55" y="122"/>
                    <a:pt x="57" y="123"/>
                    <a:pt x="59" y="123"/>
                  </a:cubicBezTo>
                  <a:cubicBezTo>
                    <a:pt x="60" y="123"/>
                    <a:pt x="62" y="123"/>
                    <a:pt x="64" y="123"/>
                  </a:cubicBezTo>
                  <a:cubicBezTo>
                    <a:pt x="65" y="126"/>
                    <a:pt x="66" y="130"/>
                    <a:pt x="67" y="132"/>
                  </a:cubicBezTo>
                  <a:cubicBezTo>
                    <a:pt x="72" y="132"/>
                    <a:pt x="78" y="132"/>
                    <a:pt x="83" y="130"/>
                  </a:cubicBezTo>
                  <a:cubicBezTo>
                    <a:pt x="83" y="127"/>
                    <a:pt x="83" y="124"/>
                    <a:pt x="83" y="121"/>
                  </a:cubicBezTo>
                  <a:cubicBezTo>
                    <a:pt x="88" y="119"/>
                    <a:pt x="88" y="119"/>
                    <a:pt x="88" y="119"/>
                  </a:cubicBezTo>
                  <a:cubicBezTo>
                    <a:pt x="93" y="117"/>
                    <a:pt x="93" y="117"/>
                    <a:pt x="93" y="117"/>
                  </a:cubicBezTo>
                  <a:cubicBezTo>
                    <a:pt x="95" y="119"/>
                    <a:pt x="97" y="121"/>
                    <a:pt x="100" y="123"/>
                  </a:cubicBezTo>
                  <a:cubicBezTo>
                    <a:pt x="104" y="121"/>
                    <a:pt x="109" y="117"/>
                    <a:pt x="113" y="113"/>
                  </a:cubicBezTo>
                  <a:cubicBezTo>
                    <a:pt x="111" y="110"/>
                    <a:pt x="109" y="108"/>
                    <a:pt x="108" y="105"/>
                  </a:cubicBezTo>
                  <a:cubicBezTo>
                    <a:pt x="109" y="103"/>
                    <a:pt x="110" y="102"/>
                    <a:pt x="111" y="101"/>
                  </a:cubicBezTo>
                  <a:cubicBezTo>
                    <a:pt x="112" y="99"/>
                    <a:pt x="113" y="98"/>
                    <a:pt x="114" y="96"/>
                  </a:cubicBezTo>
                  <a:cubicBezTo>
                    <a:pt x="117" y="97"/>
                    <a:pt x="120" y="98"/>
                    <a:pt x="123" y="99"/>
                  </a:cubicBezTo>
                  <a:cubicBezTo>
                    <a:pt x="126" y="94"/>
                    <a:pt x="128" y="89"/>
                    <a:pt x="130" y="83"/>
                  </a:cubicBezTo>
                  <a:cubicBezTo>
                    <a:pt x="127" y="82"/>
                    <a:pt x="124" y="80"/>
                    <a:pt x="121" y="79"/>
                  </a:cubicBezTo>
                  <a:cubicBezTo>
                    <a:pt x="122" y="77"/>
                    <a:pt x="122" y="75"/>
                    <a:pt x="122" y="73"/>
                  </a:cubicBezTo>
                  <a:cubicBezTo>
                    <a:pt x="123" y="72"/>
                    <a:pt x="123" y="70"/>
                    <a:pt x="123" y="68"/>
                  </a:cubicBezTo>
                  <a:cubicBezTo>
                    <a:pt x="126" y="67"/>
                    <a:pt x="129" y="67"/>
                    <a:pt x="132" y="66"/>
                  </a:cubicBezTo>
                  <a:cubicBezTo>
                    <a:pt x="132" y="60"/>
                    <a:pt x="131" y="54"/>
                    <a:pt x="130" y="49"/>
                  </a:cubicBezTo>
                  <a:cubicBezTo>
                    <a:pt x="126" y="49"/>
                    <a:pt x="123" y="49"/>
                    <a:pt x="120" y="49"/>
                  </a:cubicBezTo>
                  <a:lnTo>
                    <a:pt x="118" y="44"/>
                  </a:lnTo>
                  <a:close/>
                  <a:moveTo>
                    <a:pt x="91" y="86"/>
                  </a:moveTo>
                  <a:cubicBezTo>
                    <a:pt x="88" y="90"/>
                    <a:pt x="83" y="94"/>
                    <a:pt x="78" y="96"/>
                  </a:cubicBezTo>
                  <a:cubicBezTo>
                    <a:pt x="73" y="98"/>
                    <a:pt x="67" y="99"/>
                    <a:pt x="62" y="98"/>
                  </a:cubicBezTo>
                  <a:cubicBezTo>
                    <a:pt x="56" y="97"/>
                    <a:pt x="51" y="95"/>
                    <a:pt x="46" y="92"/>
                  </a:cubicBezTo>
                  <a:cubicBezTo>
                    <a:pt x="42" y="89"/>
                    <a:pt x="38" y="84"/>
                    <a:pt x="36" y="79"/>
                  </a:cubicBezTo>
                  <a:cubicBezTo>
                    <a:pt x="34" y="74"/>
                    <a:pt x="33" y="68"/>
                    <a:pt x="34" y="62"/>
                  </a:cubicBezTo>
                  <a:cubicBezTo>
                    <a:pt x="35" y="57"/>
                    <a:pt x="37" y="51"/>
                    <a:pt x="40" y="47"/>
                  </a:cubicBezTo>
                  <a:cubicBezTo>
                    <a:pt x="44" y="42"/>
                    <a:pt x="48" y="39"/>
                    <a:pt x="53" y="37"/>
                  </a:cubicBezTo>
                  <a:cubicBezTo>
                    <a:pt x="59" y="35"/>
                    <a:pt x="64" y="34"/>
                    <a:pt x="70" y="34"/>
                  </a:cubicBezTo>
                  <a:cubicBezTo>
                    <a:pt x="75" y="35"/>
                    <a:pt x="81" y="37"/>
                    <a:pt x="85" y="41"/>
                  </a:cubicBezTo>
                  <a:cubicBezTo>
                    <a:pt x="90" y="44"/>
                    <a:pt x="93" y="49"/>
                    <a:pt x="95" y="54"/>
                  </a:cubicBezTo>
                  <a:cubicBezTo>
                    <a:pt x="97" y="59"/>
                    <a:pt x="98" y="65"/>
                    <a:pt x="98" y="70"/>
                  </a:cubicBezTo>
                  <a:cubicBezTo>
                    <a:pt x="97" y="76"/>
                    <a:pt x="95" y="81"/>
                    <a:pt x="91" y="8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78" name="Freeform 6"/>
            <p:cNvSpPr>
              <a:spLocks noEditPoints="1"/>
            </p:cNvSpPr>
            <p:nvPr/>
          </p:nvSpPr>
          <p:spPr bwMode="auto">
            <a:xfrm>
              <a:off x="10594976" y="2798763"/>
              <a:ext cx="501650" cy="506412"/>
            </a:xfrm>
            <a:custGeom>
              <a:avLst/>
              <a:gdLst>
                <a:gd name="T0" fmla="*/ 116 w 132"/>
                <a:gd name="T1" fmla="*/ 39 h 132"/>
                <a:gd name="T2" fmla="*/ 113 w 132"/>
                <a:gd name="T3" fmla="*/ 20 h 132"/>
                <a:gd name="T4" fmla="*/ 100 w 132"/>
                <a:gd name="T5" fmla="*/ 21 h 132"/>
                <a:gd name="T6" fmla="*/ 98 w 132"/>
                <a:gd name="T7" fmla="*/ 9 h 132"/>
                <a:gd name="T8" fmla="*/ 78 w 132"/>
                <a:gd name="T9" fmla="*/ 11 h 132"/>
                <a:gd name="T10" fmla="*/ 68 w 132"/>
                <a:gd name="T11" fmla="*/ 9 h 132"/>
                <a:gd name="T12" fmla="*/ 49 w 132"/>
                <a:gd name="T13" fmla="*/ 2 h 132"/>
                <a:gd name="T14" fmla="*/ 44 w 132"/>
                <a:gd name="T15" fmla="*/ 14 h 132"/>
                <a:gd name="T16" fmla="*/ 32 w 132"/>
                <a:gd name="T17" fmla="*/ 9 h 132"/>
                <a:gd name="T18" fmla="*/ 24 w 132"/>
                <a:gd name="T19" fmla="*/ 28 h 132"/>
                <a:gd name="T20" fmla="*/ 17 w 132"/>
                <a:gd name="T21" fmla="*/ 36 h 132"/>
                <a:gd name="T22" fmla="*/ 2 w 132"/>
                <a:gd name="T23" fmla="*/ 49 h 132"/>
                <a:gd name="T24" fmla="*/ 9 w 132"/>
                <a:gd name="T25" fmla="*/ 59 h 132"/>
                <a:gd name="T26" fmla="*/ 0 w 132"/>
                <a:gd name="T27" fmla="*/ 67 h 132"/>
                <a:gd name="T28" fmla="*/ 11 w 132"/>
                <a:gd name="T29" fmla="*/ 83 h 132"/>
                <a:gd name="T30" fmla="*/ 15 w 132"/>
                <a:gd name="T31" fmla="*/ 93 h 132"/>
                <a:gd name="T32" fmla="*/ 19 w 132"/>
                <a:gd name="T33" fmla="*/ 113 h 132"/>
                <a:gd name="T34" fmla="*/ 31 w 132"/>
                <a:gd name="T35" fmla="*/ 112 h 132"/>
                <a:gd name="T36" fmla="*/ 33 w 132"/>
                <a:gd name="T37" fmla="*/ 124 h 132"/>
                <a:gd name="T38" fmla="*/ 53 w 132"/>
                <a:gd name="T39" fmla="*/ 122 h 132"/>
                <a:gd name="T40" fmla="*/ 64 w 132"/>
                <a:gd name="T41" fmla="*/ 123 h 132"/>
                <a:gd name="T42" fmla="*/ 83 w 132"/>
                <a:gd name="T43" fmla="*/ 130 h 132"/>
                <a:gd name="T44" fmla="*/ 88 w 132"/>
                <a:gd name="T45" fmla="*/ 119 h 132"/>
                <a:gd name="T46" fmla="*/ 100 w 132"/>
                <a:gd name="T47" fmla="*/ 123 h 132"/>
                <a:gd name="T48" fmla="*/ 108 w 132"/>
                <a:gd name="T49" fmla="*/ 105 h 132"/>
                <a:gd name="T50" fmla="*/ 114 w 132"/>
                <a:gd name="T51" fmla="*/ 96 h 132"/>
                <a:gd name="T52" fmla="*/ 130 w 132"/>
                <a:gd name="T53" fmla="*/ 83 h 132"/>
                <a:gd name="T54" fmla="*/ 122 w 132"/>
                <a:gd name="T55" fmla="*/ 73 h 132"/>
                <a:gd name="T56" fmla="*/ 132 w 132"/>
                <a:gd name="T57" fmla="*/ 66 h 132"/>
                <a:gd name="T58" fmla="*/ 120 w 132"/>
                <a:gd name="T59" fmla="*/ 49 h 132"/>
                <a:gd name="T60" fmla="*/ 91 w 132"/>
                <a:gd name="T61" fmla="*/ 86 h 132"/>
                <a:gd name="T62" fmla="*/ 62 w 132"/>
                <a:gd name="T63" fmla="*/ 98 h 132"/>
                <a:gd name="T64" fmla="*/ 36 w 132"/>
                <a:gd name="T65" fmla="*/ 79 h 132"/>
                <a:gd name="T66" fmla="*/ 40 w 132"/>
                <a:gd name="T67" fmla="*/ 47 h 132"/>
                <a:gd name="T68" fmla="*/ 70 w 132"/>
                <a:gd name="T69" fmla="*/ 34 h 132"/>
                <a:gd name="T70" fmla="*/ 95 w 132"/>
                <a:gd name="T71" fmla="*/ 54 h 132"/>
                <a:gd name="T72" fmla="*/ 91 w 132"/>
                <a:gd name="T73" fmla="*/ 86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32" h="132">
                  <a:moveTo>
                    <a:pt x="118" y="44"/>
                  </a:moveTo>
                  <a:cubicBezTo>
                    <a:pt x="116" y="39"/>
                    <a:pt x="116" y="39"/>
                    <a:pt x="116" y="39"/>
                  </a:cubicBezTo>
                  <a:cubicBezTo>
                    <a:pt x="118" y="37"/>
                    <a:pt x="121" y="35"/>
                    <a:pt x="123" y="33"/>
                  </a:cubicBezTo>
                  <a:cubicBezTo>
                    <a:pt x="120" y="28"/>
                    <a:pt x="116" y="23"/>
                    <a:pt x="113" y="20"/>
                  </a:cubicBezTo>
                  <a:cubicBezTo>
                    <a:pt x="110" y="21"/>
                    <a:pt x="107" y="23"/>
                    <a:pt x="104" y="24"/>
                  </a:cubicBezTo>
                  <a:cubicBezTo>
                    <a:pt x="103" y="23"/>
                    <a:pt x="102" y="22"/>
                    <a:pt x="100" y="21"/>
                  </a:cubicBezTo>
                  <a:cubicBezTo>
                    <a:pt x="99" y="20"/>
                    <a:pt x="97" y="19"/>
                    <a:pt x="96" y="18"/>
                  </a:cubicBezTo>
                  <a:cubicBezTo>
                    <a:pt x="97" y="15"/>
                    <a:pt x="98" y="12"/>
                    <a:pt x="98" y="9"/>
                  </a:cubicBezTo>
                  <a:cubicBezTo>
                    <a:pt x="93" y="6"/>
                    <a:pt x="88" y="4"/>
                    <a:pt x="83" y="2"/>
                  </a:cubicBezTo>
                  <a:cubicBezTo>
                    <a:pt x="81" y="5"/>
                    <a:pt x="80" y="8"/>
                    <a:pt x="78" y="11"/>
                  </a:cubicBezTo>
                  <a:cubicBezTo>
                    <a:pt x="76" y="10"/>
                    <a:pt x="75" y="10"/>
                    <a:pt x="73" y="10"/>
                  </a:cubicBezTo>
                  <a:cubicBezTo>
                    <a:pt x="71" y="9"/>
                    <a:pt x="69" y="9"/>
                    <a:pt x="68" y="9"/>
                  </a:cubicBezTo>
                  <a:cubicBezTo>
                    <a:pt x="67" y="6"/>
                    <a:pt x="66" y="3"/>
                    <a:pt x="65" y="0"/>
                  </a:cubicBezTo>
                  <a:cubicBezTo>
                    <a:pt x="60" y="0"/>
                    <a:pt x="54" y="1"/>
                    <a:pt x="49" y="2"/>
                  </a:cubicBezTo>
                  <a:cubicBezTo>
                    <a:pt x="49" y="6"/>
                    <a:pt x="48" y="9"/>
                    <a:pt x="49" y="12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7" y="14"/>
                    <a:pt x="34" y="12"/>
                    <a:pt x="32" y="9"/>
                  </a:cubicBezTo>
                  <a:cubicBezTo>
                    <a:pt x="27" y="12"/>
                    <a:pt x="23" y="16"/>
                    <a:pt x="19" y="19"/>
                  </a:cubicBezTo>
                  <a:cubicBezTo>
                    <a:pt x="20" y="22"/>
                    <a:pt x="22" y="25"/>
                    <a:pt x="24" y="28"/>
                  </a:cubicBezTo>
                  <a:cubicBezTo>
                    <a:pt x="23" y="29"/>
                    <a:pt x="21" y="30"/>
                    <a:pt x="20" y="32"/>
                  </a:cubicBezTo>
                  <a:cubicBezTo>
                    <a:pt x="19" y="33"/>
                    <a:pt x="18" y="35"/>
                    <a:pt x="17" y="36"/>
                  </a:cubicBezTo>
                  <a:cubicBezTo>
                    <a:pt x="14" y="35"/>
                    <a:pt x="11" y="35"/>
                    <a:pt x="8" y="34"/>
                  </a:cubicBezTo>
                  <a:cubicBezTo>
                    <a:pt x="5" y="39"/>
                    <a:pt x="3" y="44"/>
                    <a:pt x="2" y="49"/>
                  </a:cubicBezTo>
                  <a:cubicBezTo>
                    <a:pt x="5" y="51"/>
                    <a:pt x="7" y="52"/>
                    <a:pt x="10" y="54"/>
                  </a:cubicBezTo>
                  <a:cubicBezTo>
                    <a:pt x="10" y="56"/>
                    <a:pt x="10" y="57"/>
                    <a:pt x="9" y="59"/>
                  </a:cubicBezTo>
                  <a:cubicBezTo>
                    <a:pt x="9" y="61"/>
                    <a:pt x="9" y="63"/>
                    <a:pt x="9" y="64"/>
                  </a:cubicBezTo>
                  <a:cubicBezTo>
                    <a:pt x="6" y="65"/>
                    <a:pt x="3" y="66"/>
                    <a:pt x="0" y="67"/>
                  </a:cubicBezTo>
                  <a:cubicBezTo>
                    <a:pt x="0" y="73"/>
                    <a:pt x="0" y="78"/>
                    <a:pt x="2" y="83"/>
                  </a:cubicBezTo>
                  <a:cubicBezTo>
                    <a:pt x="5" y="84"/>
                    <a:pt x="8" y="84"/>
                    <a:pt x="11" y="83"/>
                  </a:cubicBezTo>
                  <a:cubicBezTo>
                    <a:pt x="13" y="88"/>
                    <a:pt x="13" y="88"/>
                    <a:pt x="13" y="88"/>
                  </a:cubicBezTo>
                  <a:cubicBezTo>
                    <a:pt x="15" y="93"/>
                    <a:pt x="15" y="93"/>
                    <a:pt x="15" y="93"/>
                  </a:cubicBezTo>
                  <a:cubicBezTo>
                    <a:pt x="13" y="95"/>
                    <a:pt x="11" y="98"/>
                    <a:pt x="9" y="100"/>
                  </a:cubicBezTo>
                  <a:cubicBezTo>
                    <a:pt x="12" y="105"/>
                    <a:pt x="15" y="109"/>
                    <a:pt x="19" y="113"/>
                  </a:cubicBezTo>
                  <a:cubicBezTo>
                    <a:pt x="22" y="112"/>
                    <a:pt x="25" y="110"/>
                    <a:pt x="27" y="108"/>
                  </a:cubicBezTo>
                  <a:cubicBezTo>
                    <a:pt x="29" y="109"/>
                    <a:pt x="30" y="111"/>
                    <a:pt x="31" y="112"/>
                  </a:cubicBezTo>
                  <a:cubicBezTo>
                    <a:pt x="33" y="113"/>
                    <a:pt x="34" y="114"/>
                    <a:pt x="36" y="115"/>
                  </a:cubicBezTo>
                  <a:cubicBezTo>
                    <a:pt x="35" y="118"/>
                    <a:pt x="34" y="121"/>
                    <a:pt x="33" y="124"/>
                  </a:cubicBezTo>
                  <a:cubicBezTo>
                    <a:pt x="38" y="127"/>
                    <a:pt x="43" y="129"/>
                    <a:pt x="49" y="130"/>
                  </a:cubicBezTo>
                  <a:cubicBezTo>
                    <a:pt x="50" y="127"/>
                    <a:pt x="52" y="125"/>
                    <a:pt x="53" y="122"/>
                  </a:cubicBezTo>
                  <a:cubicBezTo>
                    <a:pt x="55" y="122"/>
                    <a:pt x="57" y="123"/>
                    <a:pt x="59" y="123"/>
                  </a:cubicBezTo>
                  <a:cubicBezTo>
                    <a:pt x="60" y="123"/>
                    <a:pt x="62" y="123"/>
                    <a:pt x="64" y="123"/>
                  </a:cubicBezTo>
                  <a:cubicBezTo>
                    <a:pt x="65" y="126"/>
                    <a:pt x="66" y="130"/>
                    <a:pt x="67" y="132"/>
                  </a:cubicBezTo>
                  <a:cubicBezTo>
                    <a:pt x="72" y="132"/>
                    <a:pt x="78" y="132"/>
                    <a:pt x="83" y="130"/>
                  </a:cubicBezTo>
                  <a:cubicBezTo>
                    <a:pt x="83" y="127"/>
                    <a:pt x="83" y="124"/>
                    <a:pt x="83" y="121"/>
                  </a:cubicBezTo>
                  <a:cubicBezTo>
                    <a:pt x="88" y="119"/>
                    <a:pt x="88" y="119"/>
                    <a:pt x="88" y="119"/>
                  </a:cubicBezTo>
                  <a:cubicBezTo>
                    <a:pt x="93" y="117"/>
                    <a:pt x="93" y="117"/>
                    <a:pt x="93" y="117"/>
                  </a:cubicBezTo>
                  <a:cubicBezTo>
                    <a:pt x="95" y="119"/>
                    <a:pt x="97" y="121"/>
                    <a:pt x="100" y="123"/>
                  </a:cubicBezTo>
                  <a:cubicBezTo>
                    <a:pt x="104" y="121"/>
                    <a:pt x="109" y="117"/>
                    <a:pt x="113" y="113"/>
                  </a:cubicBezTo>
                  <a:cubicBezTo>
                    <a:pt x="111" y="110"/>
                    <a:pt x="109" y="108"/>
                    <a:pt x="108" y="105"/>
                  </a:cubicBezTo>
                  <a:cubicBezTo>
                    <a:pt x="109" y="103"/>
                    <a:pt x="110" y="102"/>
                    <a:pt x="111" y="101"/>
                  </a:cubicBezTo>
                  <a:cubicBezTo>
                    <a:pt x="112" y="99"/>
                    <a:pt x="113" y="98"/>
                    <a:pt x="114" y="96"/>
                  </a:cubicBezTo>
                  <a:cubicBezTo>
                    <a:pt x="117" y="97"/>
                    <a:pt x="120" y="98"/>
                    <a:pt x="123" y="99"/>
                  </a:cubicBezTo>
                  <a:cubicBezTo>
                    <a:pt x="126" y="94"/>
                    <a:pt x="128" y="89"/>
                    <a:pt x="130" y="83"/>
                  </a:cubicBezTo>
                  <a:cubicBezTo>
                    <a:pt x="127" y="82"/>
                    <a:pt x="124" y="80"/>
                    <a:pt x="121" y="79"/>
                  </a:cubicBezTo>
                  <a:cubicBezTo>
                    <a:pt x="122" y="77"/>
                    <a:pt x="122" y="75"/>
                    <a:pt x="122" y="73"/>
                  </a:cubicBezTo>
                  <a:cubicBezTo>
                    <a:pt x="123" y="72"/>
                    <a:pt x="123" y="70"/>
                    <a:pt x="123" y="68"/>
                  </a:cubicBezTo>
                  <a:cubicBezTo>
                    <a:pt x="126" y="67"/>
                    <a:pt x="129" y="67"/>
                    <a:pt x="132" y="66"/>
                  </a:cubicBezTo>
                  <a:cubicBezTo>
                    <a:pt x="132" y="60"/>
                    <a:pt x="131" y="54"/>
                    <a:pt x="130" y="49"/>
                  </a:cubicBezTo>
                  <a:cubicBezTo>
                    <a:pt x="126" y="49"/>
                    <a:pt x="123" y="49"/>
                    <a:pt x="120" y="49"/>
                  </a:cubicBezTo>
                  <a:lnTo>
                    <a:pt x="118" y="44"/>
                  </a:lnTo>
                  <a:close/>
                  <a:moveTo>
                    <a:pt x="91" y="86"/>
                  </a:moveTo>
                  <a:cubicBezTo>
                    <a:pt x="88" y="90"/>
                    <a:pt x="83" y="94"/>
                    <a:pt x="78" y="96"/>
                  </a:cubicBezTo>
                  <a:cubicBezTo>
                    <a:pt x="73" y="98"/>
                    <a:pt x="67" y="99"/>
                    <a:pt x="62" y="98"/>
                  </a:cubicBezTo>
                  <a:cubicBezTo>
                    <a:pt x="56" y="97"/>
                    <a:pt x="51" y="95"/>
                    <a:pt x="46" y="92"/>
                  </a:cubicBezTo>
                  <a:cubicBezTo>
                    <a:pt x="42" y="89"/>
                    <a:pt x="38" y="84"/>
                    <a:pt x="36" y="79"/>
                  </a:cubicBezTo>
                  <a:cubicBezTo>
                    <a:pt x="34" y="74"/>
                    <a:pt x="33" y="68"/>
                    <a:pt x="34" y="62"/>
                  </a:cubicBezTo>
                  <a:cubicBezTo>
                    <a:pt x="35" y="57"/>
                    <a:pt x="37" y="51"/>
                    <a:pt x="40" y="47"/>
                  </a:cubicBezTo>
                  <a:cubicBezTo>
                    <a:pt x="44" y="42"/>
                    <a:pt x="48" y="39"/>
                    <a:pt x="53" y="37"/>
                  </a:cubicBezTo>
                  <a:cubicBezTo>
                    <a:pt x="59" y="35"/>
                    <a:pt x="64" y="34"/>
                    <a:pt x="70" y="34"/>
                  </a:cubicBezTo>
                  <a:cubicBezTo>
                    <a:pt x="75" y="35"/>
                    <a:pt x="81" y="37"/>
                    <a:pt x="85" y="41"/>
                  </a:cubicBezTo>
                  <a:cubicBezTo>
                    <a:pt x="90" y="44"/>
                    <a:pt x="93" y="49"/>
                    <a:pt x="95" y="54"/>
                  </a:cubicBezTo>
                  <a:cubicBezTo>
                    <a:pt x="97" y="59"/>
                    <a:pt x="98" y="65"/>
                    <a:pt x="98" y="70"/>
                  </a:cubicBezTo>
                  <a:cubicBezTo>
                    <a:pt x="97" y="76"/>
                    <a:pt x="95" y="81"/>
                    <a:pt x="91" y="8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79" name="Freeform 7"/>
            <p:cNvSpPr>
              <a:spLocks noEditPoints="1"/>
            </p:cNvSpPr>
            <p:nvPr/>
          </p:nvSpPr>
          <p:spPr bwMode="auto">
            <a:xfrm>
              <a:off x="11107738" y="2982913"/>
              <a:ext cx="247650" cy="249237"/>
            </a:xfrm>
            <a:custGeom>
              <a:avLst/>
              <a:gdLst>
                <a:gd name="T0" fmla="*/ 60 w 65"/>
                <a:gd name="T1" fmla="*/ 30 h 65"/>
                <a:gd name="T2" fmla="*/ 63 w 65"/>
                <a:gd name="T3" fmla="*/ 20 h 65"/>
                <a:gd name="T4" fmla="*/ 57 w 65"/>
                <a:gd name="T5" fmla="*/ 18 h 65"/>
                <a:gd name="T6" fmla="*/ 58 w 65"/>
                <a:gd name="T7" fmla="*/ 12 h 65"/>
                <a:gd name="T8" fmla="*/ 49 w 65"/>
                <a:gd name="T9" fmla="*/ 9 h 65"/>
                <a:gd name="T10" fmla="*/ 44 w 65"/>
                <a:gd name="T11" fmla="*/ 6 h 65"/>
                <a:gd name="T12" fmla="*/ 37 w 65"/>
                <a:gd name="T13" fmla="*/ 0 h 65"/>
                <a:gd name="T14" fmla="*/ 32 w 65"/>
                <a:gd name="T15" fmla="*/ 4 h 65"/>
                <a:gd name="T16" fmla="*/ 28 w 65"/>
                <a:gd name="T17" fmla="*/ 0 h 65"/>
                <a:gd name="T18" fmla="*/ 20 w 65"/>
                <a:gd name="T19" fmla="*/ 6 h 65"/>
                <a:gd name="T20" fmla="*/ 16 w 65"/>
                <a:gd name="T21" fmla="*/ 9 h 65"/>
                <a:gd name="T22" fmla="*/ 6 w 65"/>
                <a:gd name="T23" fmla="*/ 12 h 65"/>
                <a:gd name="T24" fmla="*/ 8 w 65"/>
                <a:gd name="T25" fmla="*/ 18 h 65"/>
                <a:gd name="T26" fmla="*/ 2 w 65"/>
                <a:gd name="T27" fmla="*/ 20 h 65"/>
                <a:gd name="T28" fmla="*/ 4 w 65"/>
                <a:gd name="T29" fmla="*/ 30 h 65"/>
                <a:gd name="T30" fmla="*/ 4 w 65"/>
                <a:gd name="T31" fmla="*/ 35 h 65"/>
                <a:gd name="T32" fmla="*/ 2 w 65"/>
                <a:gd name="T33" fmla="*/ 45 h 65"/>
                <a:gd name="T34" fmla="*/ 8 w 65"/>
                <a:gd name="T35" fmla="*/ 46 h 65"/>
                <a:gd name="T36" fmla="*/ 6 w 65"/>
                <a:gd name="T37" fmla="*/ 52 h 65"/>
                <a:gd name="T38" fmla="*/ 16 w 65"/>
                <a:gd name="T39" fmla="*/ 55 h 65"/>
                <a:gd name="T40" fmla="*/ 20 w 65"/>
                <a:gd name="T41" fmla="*/ 58 h 65"/>
                <a:gd name="T42" fmla="*/ 28 w 65"/>
                <a:gd name="T43" fmla="*/ 65 h 65"/>
                <a:gd name="T44" fmla="*/ 32 w 65"/>
                <a:gd name="T45" fmla="*/ 61 h 65"/>
                <a:gd name="T46" fmla="*/ 37 w 65"/>
                <a:gd name="T47" fmla="*/ 65 h 65"/>
                <a:gd name="T48" fmla="*/ 44 w 65"/>
                <a:gd name="T49" fmla="*/ 58 h 65"/>
                <a:gd name="T50" fmla="*/ 49 w 65"/>
                <a:gd name="T51" fmla="*/ 55 h 65"/>
                <a:gd name="T52" fmla="*/ 58 w 65"/>
                <a:gd name="T53" fmla="*/ 52 h 65"/>
                <a:gd name="T54" fmla="*/ 57 w 65"/>
                <a:gd name="T55" fmla="*/ 46 h 65"/>
                <a:gd name="T56" fmla="*/ 63 w 65"/>
                <a:gd name="T57" fmla="*/ 45 h 65"/>
                <a:gd name="T58" fmla="*/ 60 w 65"/>
                <a:gd name="T59" fmla="*/ 35 h 65"/>
                <a:gd name="T60" fmla="*/ 40 w 65"/>
                <a:gd name="T61" fmla="*/ 46 h 65"/>
                <a:gd name="T62" fmla="*/ 24 w 65"/>
                <a:gd name="T63" fmla="*/ 46 h 65"/>
                <a:gd name="T64" fmla="*/ 16 w 65"/>
                <a:gd name="T65" fmla="*/ 32 h 65"/>
                <a:gd name="T66" fmla="*/ 24 w 65"/>
                <a:gd name="T67" fmla="*/ 18 h 65"/>
                <a:gd name="T68" fmla="*/ 40 w 65"/>
                <a:gd name="T69" fmla="*/ 18 h 65"/>
                <a:gd name="T70" fmla="*/ 48 w 65"/>
                <a:gd name="T71" fmla="*/ 32 h 65"/>
                <a:gd name="T72" fmla="*/ 40 w 65"/>
                <a:gd name="T73" fmla="*/ 46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5" h="65">
                  <a:moveTo>
                    <a:pt x="61" y="32"/>
                  </a:moveTo>
                  <a:cubicBezTo>
                    <a:pt x="60" y="30"/>
                    <a:pt x="60" y="30"/>
                    <a:pt x="60" y="30"/>
                  </a:cubicBezTo>
                  <a:cubicBezTo>
                    <a:pt x="62" y="29"/>
                    <a:pt x="63" y="28"/>
                    <a:pt x="65" y="28"/>
                  </a:cubicBezTo>
                  <a:cubicBezTo>
                    <a:pt x="64" y="25"/>
                    <a:pt x="64" y="22"/>
                    <a:pt x="63" y="20"/>
                  </a:cubicBezTo>
                  <a:cubicBezTo>
                    <a:pt x="61" y="20"/>
                    <a:pt x="60" y="20"/>
                    <a:pt x="58" y="20"/>
                  </a:cubicBezTo>
                  <a:cubicBezTo>
                    <a:pt x="58" y="20"/>
                    <a:pt x="57" y="19"/>
                    <a:pt x="57" y="18"/>
                  </a:cubicBezTo>
                  <a:cubicBezTo>
                    <a:pt x="56" y="17"/>
                    <a:pt x="56" y="16"/>
                    <a:pt x="55" y="16"/>
                  </a:cubicBezTo>
                  <a:cubicBezTo>
                    <a:pt x="56" y="15"/>
                    <a:pt x="57" y="13"/>
                    <a:pt x="58" y="12"/>
                  </a:cubicBezTo>
                  <a:cubicBezTo>
                    <a:pt x="57" y="10"/>
                    <a:pt x="55" y="8"/>
                    <a:pt x="52" y="6"/>
                  </a:cubicBezTo>
                  <a:cubicBezTo>
                    <a:pt x="51" y="7"/>
                    <a:pt x="50" y="8"/>
                    <a:pt x="49" y="9"/>
                  </a:cubicBezTo>
                  <a:cubicBezTo>
                    <a:pt x="48" y="8"/>
                    <a:pt x="47" y="8"/>
                    <a:pt x="46" y="8"/>
                  </a:cubicBezTo>
                  <a:cubicBezTo>
                    <a:pt x="46" y="7"/>
                    <a:pt x="45" y="7"/>
                    <a:pt x="44" y="6"/>
                  </a:cubicBezTo>
                  <a:cubicBezTo>
                    <a:pt x="44" y="5"/>
                    <a:pt x="44" y="3"/>
                    <a:pt x="45" y="2"/>
                  </a:cubicBezTo>
                  <a:cubicBezTo>
                    <a:pt x="42" y="1"/>
                    <a:pt x="39" y="0"/>
                    <a:pt x="37" y="0"/>
                  </a:cubicBezTo>
                  <a:cubicBezTo>
                    <a:pt x="36" y="1"/>
                    <a:pt x="35" y="2"/>
                    <a:pt x="35" y="4"/>
                  </a:cubicBezTo>
                  <a:cubicBezTo>
                    <a:pt x="32" y="4"/>
                    <a:pt x="32" y="4"/>
                    <a:pt x="32" y="4"/>
                  </a:cubicBezTo>
                  <a:cubicBezTo>
                    <a:pt x="30" y="4"/>
                    <a:pt x="30" y="4"/>
                    <a:pt x="30" y="4"/>
                  </a:cubicBezTo>
                  <a:cubicBezTo>
                    <a:pt x="29" y="2"/>
                    <a:pt x="28" y="1"/>
                    <a:pt x="28" y="0"/>
                  </a:cubicBezTo>
                  <a:cubicBezTo>
                    <a:pt x="25" y="0"/>
                    <a:pt x="22" y="1"/>
                    <a:pt x="20" y="2"/>
                  </a:cubicBezTo>
                  <a:cubicBezTo>
                    <a:pt x="20" y="3"/>
                    <a:pt x="20" y="5"/>
                    <a:pt x="20" y="6"/>
                  </a:cubicBezTo>
                  <a:cubicBezTo>
                    <a:pt x="20" y="7"/>
                    <a:pt x="19" y="7"/>
                    <a:pt x="18" y="8"/>
                  </a:cubicBezTo>
                  <a:cubicBezTo>
                    <a:pt x="17" y="8"/>
                    <a:pt x="16" y="8"/>
                    <a:pt x="16" y="9"/>
                  </a:cubicBezTo>
                  <a:cubicBezTo>
                    <a:pt x="15" y="8"/>
                    <a:pt x="13" y="7"/>
                    <a:pt x="12" y="6"/>
                  </a:cubicBezTo>
                  <a:cubicBezTo>
                    <a:pt x="10" y="8"/>
                    <a:pt x="8" y="10"/>
                    <a:pt x="6" y="12"/>
                  </a:cubicBezTo>
                  <a:cubicBezTo>
                    <a:pt x="7" y="13"/>
                    <a:pt x="8" y="15"/>
                    <a:pt x="9" y="16"/>
                  </a:cubicBezTo>
                  <a:cubicBezTo>
                    <a:pt x="8" y="16"/>
                    <a:pt x="8" y="17"/>
                    <a:pt x="8" y="18"/>
                  </a:cubicBezTo>
                  <a:cubicBezTo>
                    <a:pt x="7" y="19"/>
                    <a:pt x="7" y="20"/>
                    <a:pt x="6" y="20"/>
                  </a:cubicBezTo>
                  <a:cubicBezTo>
                    <a:pt x="5" y="20"/>
                    <a:pt x="3" y="20"/>
                    <a:pt x="2" y="20"/>
                  </a:cubicBezTo>
                  <a:cubicBezTo>
                    <a:pt x="1" y="22"/>
                    <a:pt x="0" y="25"/>
                    <a:pt x="0" y="28"/>
                  </a:cubicBezTo>
                  <a:cubicBezTo>
                    <a:pt x="1" y="28"/>
                    <a:pt x="2" y="29"/>
                    <a:pt x="4" y="30"/>
                  </a:cubicBezTo>
                  <a:cubicBezTo>
                    <a:pt x="4" y="32"/>
                    <a:pt x="4" y="32"/>
                    <a:pt x="4" y="32"/>
                  </a:cubicBezTo>
                  <a:cubicBezTo>
                    <a:pt x="4" y="35"/>
                    <a:pt x="4" y="35"/>
                    <a:pt x="4" y="35"/>
                  </a:cubicBezTo>
                  <a:cubicBezTo>
                    <a:pt x="2" y="35"/>
                    <a:pt x="1" y="36"/>
                    <a:pt x="0" y="37"/>
                  </a:cubicBezTo>
                  <a:cubicBezTo>
                    <a:pt x="0" y="39"/>
                    <a:pt x="1" y="42"/>
                    <a:pt x="2" y="45"/>
                  </a:cubicBezTo>
                  <a:cubicBezTo>
                    <a:pt x="3" y="44"/>
                    <a:pt x="5" y="44"/>
                    <a:pt x="6" y="44"/>
                  </a:cubicBezTo>
                  <a:cubicBezTo>
                    <a:pt x="7" y="45"/>
                    <a:pt x="7" y="46"/>
                    <a:pt x="8" y="46"/>
                  </a:cubicBezTo>
                  <a:cubicBezTo>
                    <a:pt x="8" y="47"/>
                    <a:pt x="8" y="48"/>
                    <a:pt x="9" y="49"/>
                  </a:cubicBezTo>
                  <a:cubicBezTo>
                    <a:pt x="8" y="50"/>
                    <a:pt x="7" y="51"/>
                    <a:pt x="6" y="52"/>
                  </a:cubicBezTo>
                  <a:cubicBezTo>
                    <a:pt x="8" y="55"/>
                    <a:pt x="10" y="56"/>
                    <a:pt x="12" y="58"/>
                  </a:cubicBezTo>
                  <a:cubicBezTo>
                    <a:pt x="13" y="57"/>
                    <a:pt x="15" y="56"/>
                    <a:pt x="16" y="55"/>
                  </a:cubicBezTo>
                  <a:cubicBezTo>
                    <a:pt x="16" y="56"/>
                    <a:pt x="17" y="56"/>
                    <a:pt x="18" y="57"/>
                  </a:cubicBezTo>
                  <a:cubicBezTo>
                    <a:pt x="19" y="57"/>
                    <a:pt x="20" y="58"/>
                    <a:pt x="20" y="58"/>
                  </a:cubicBezTo>
                  <a:cubicBezTo>
                    <a:pt x="20" y="59"/>
                    <a:pt x="20" y="61"/>
                    <a:pt x="20" y="63"/>
                  </a:cubicBezTo>
                  <a:cubicBezTo>
                    <a:pt x="22" y="64"/>
                    <a:pt x="25" y="64"/>
                    <a:pt x="28" y="65"/>
                  </a:cubicBezTo>
                  <a:cubicBezTo>
                    <a:pt x="28" y="63"/>
                    <a:pt x="29" y="62"/>
                    <a:pt x="30" y="60"/>
                  </a:cubicBezTo>
                  <a:cubicBezTo>
                    <a:pt x="32" y="61"/>
                    <a:pt x="32" y="61"/>
                    <a:pt x="32" y="61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35" y="62"/>
                    <a:pt x="36" y="63"/>
                    <a:pt x="37" y="65"/>
                  </a:cubicBezTo>
                  <a:cubicBezTo>
                    <a:pt x="39" y="64"/>
                    <a:pt x="42" y="64"/>
                    <a:pt x="45" y="63"/>
                  </a:cubicBezTo>
                  <a:cubicBezTo>
                    <a:pt x="44" y="61"/>
                    <a:pt x="44" y="59"/>
                    <a:pt x="44" y="58"/>
                  </a:cubicBezTo>
                  <a:cubicBezTo>
                    <a:pt x="45" y="58"/>
                    <a:pt x="46" y="57"/>
                    <a:pt x="46" y="57"/>
                  </a:cubicBezTo>
                  <a:cubicBezTo>
                    <a:pt x="47" y="56"/>
                    <a:pt x="48" y="56"/>
                    <a:pt x="49" y="55"/>
                  </a:cubicBezTo>
                  <a:cubicBezTo>
                    <a:pt x="50" y="56"/>
                    <a:pt x="51" y="57"/>
                    <a:pt x="52" y="58"/>
                  </a:cubicBezTo>
                  <a:cubicBezTo>
                    <a:pt x="55" y="56"/>
                    <a:pt x="57" y="55"/>
                    <a:pt x="58" y="52"/>
                  </a:cubicBezTo>
                  <a:cubicBezTo>
                    <a:pt x="57" y="51"/>
                    <a:pt x="56" y="50"/>
                    <a:pt x="55" y="49"/>
                  </a:cubicBezTo>
                  <a:cubicBezTo>
                    <a:pt x="56" y="48"/>
                    <a:pt x="56" y="47"/>
                    <a:pt x="57" y="46"/>
                  </a:cubicBezTo>
                  <a:cubicBezTo>
                    <a:pt x="57" y="46"/>
                    <a:pt x="58" y="45"/>
                    <a:pt x="58" y="44"/>
                  </a:cubicBezTo>
                  <a:cubicBezTo>
                    <a:pt x="60" y="44"/>
                    <a:pt x="61" y="44"/>
                    <a:pt x="63" y="45"/>
                  </a:cubicBezTo>
                  <a:cubicBezTo>
                    <a:pt x="64" y="42"/>
                    <a:pt x="64" y="39"/>
                    <a:pt x="65" y="37"/>
                  </a:cubicBezTo>
                  <a:cubicBezTo>
                    <a:pt x="63" y="36"/>
                    <a:pt x="62" y="35"/>
                    <a:pt x="60" y="35"/>
                  </a:cubicBezTo>
                  <a:lnTo>
                    <a:pt x="61" y="32"/>
                  </a:lnTo>
                  <a:close/>
                  <a:moveTo>
                    <a:pt x="40" y="46"/>
                  </a:moveTo>
                  <a:cubicBezTo>
                    <a:pt x="38" y="47"/>
                    <a:pt x="35" y="48"/>
                    <a:pt x="32" y="48"/>
                  </a:cubicBezTo>
                  <a:cubicBezTo>
                    <a:pt x="29" y="48"/>
                    <a:pt x="27" y="47"/>
                    <a:pt x="24" y="46"/>
                  </a:cubicBezTo>
                  <a:cubicBezTo>
                    <a:pt x="22" y="45"/>
                    <a:pt x="20" y="43"/>
                    <a:pt x="18" y="40"/>
                  </a:cubicBezTo>
                  <a:cubicBezTo>
                    <a:pt x="17" y="38"/>
                    <a:pt x="16" y="35"/>
                    <a:pt x="16" y="32"/>
                  </a:cubicBezTo>
                  <a:cubicBezTo>
                    <a:pt x="16" y="29"/>
                    <a:pt x="17" y="27"/>
                    <a:pt x="18" y="24"/>
                  </a:cubicBezTo>
                  <a:cubicBezTo>
                    <a:pt x="20" y="22"/>
                    <a:pt x="22" y="20"/>
                    <a:pt x="24" y="18"/>
                  </a:cubicBezTo>
                  <a:cubicBezTo>
                    <a:pt x="27" y="17"/>
                    <a:pt x="29" y="16"/>
                    <a:pt x="32" y="16"/>
                  </a:cubicBezTo>
                  <a:cubicBezTo>
                    <a:pt x="35" y="16"/>
                    <a:pt x="38" y="17"/>
                    <a:pt x="40" y="18"/>
                  </a:cubicBezTo>
                  <a:cubicBezTo>
                    <a:pt x="43" y="20"/>
                    <a:pt x="45" y="22"/>
                    <a:pt x="46" y="24"/>
                  </a:cubicBezTo>
                  <a:cubicBezTo>
                    <a:pt x="47" y="27"/>
                    <a:pt x="48" y="29"/>
                    <a:pt x="48" y="32"/>
                  </a:cubicBezTo>
                  <a:cubicBezTo>
                    <a:pt x="48" y="35"/>
                    <a:pt x="47" y="38"/>
                    <a:pt x="46" y="40"/>
                  </a:cubicBezTo>
                  <a:cubicBezTo>
                    <a:pt x="45" y="43"/>
                    <a:pt x="43" y="45"/>
                    <a:pt x="40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80" name="Group 79"/>
          <p:cNvGrpSpPr/>
          <p:nvPr/>
        </p:nvGrpSpPr>
        <p:grpSpPr>
          <a:xfrm>
            <a:off x="3168204" y="3499897"/>
            <a:ext cx="638037" cy="635946"/>
            <a:chOff x="3959225" y="5064125"/>
            <a:chExt cx="484188" cy="482601"/>
          </a:xfrm>
          <a:solidFill>
            <a:schemeClr val="bg1"/>
          </a:solidFill>
        </p:grpSpPr>
        <p:sp>
          <p:nvSpPr>
            <p:cNvPr id="81" name="Freeform 333"/>
            <p:cNvSpPr>
              <a:spLocks noEditPoints="1"/>
            </p:cNvSpPr>
            <p:nvPr/>
          </p:nvSpPr>
          <p:spPr bwMode="auto">
            <a:xfrm>
              <a:off x="3959225" y="5110163"/>
              <a:ext cx="442913" cy="436563"/>
            </a:xfrm>
            <a:custGeom>
              <a:avLst/>
              <a:gdLst>
                <a:gd name="T0" fmla="*/ 84 w 118"/>
                <a:gd name="T1" fmla="*/ 3 h 116"/>
                <a:gd name="T2" fmla="*/ 77 w 118"/>
                <a:gd name="T3" fmla="*/ 0 h 116"/>
                <a:gd name="T4" fmla="*/ 70 w 118"/>
                <a:gd name="T5" fmla="*/ 3 h 116"/>
                <a:gd name="T6" fmla="*/ 64 w 118"/>
                <a:gd name="T7" fmla="*/ 9 h 116"/>
                <a:gd name="T8" fmla="*/ 61 w 118"/>
                <a:gd name="T9" fmla="*/ 16 h 116"/>
                <a:gd name="T10" fmla="*/ 62 w 118"/>
                <a:gd name="T11" fmla="*/ 21 h 116"/>
                <a:gd name="T12" fmla="*/ 8 w 118"/>
                <a:gd name="T13" fmla="*/ 43 h 116"/>
                <a:gd name="T14" fmla="*/ 1 w 118"/>
                <a:gd name="T15" fmla="*/ 51 h 116"/>
                <a:gd name="T16" fmla="*/ 5 w 118"/>
                <a:gd name="T17" fmla="*/ 62 h 116"/>
                <a:gd name="T18" fmla="*/ 55 w 118"/>
                <a:gd name="T19" fmla="*/ 112 h 116"/>
                <a:gd name="T20" fmla="*/ 64 w 118"/>
                <a:gd name="T21" fmla="*/ 116 h 116"/>
                <a:gd name="T22" fmla="*/ 64 w 118"/>
                <a:gd name="T23" fmla="*/ 116 h 116"/>
                <a:gd name="T24" fmla="*/ 66 w 118"/>
                <a:gd name="T25" fmla="*/ 116 h 116"/>
                <a:gd name="T26" fmla="*/ 75 w 118"/>
                <a:gd name="T27" fmla="*/ 108 h 116"/>
                <a:gd name="T28" fmla="*/ 96 w 118"/>
                <a:gd name="T29" fmla="*/ 55 h 116"/>
                <a:gd name="T30" fmla="*/ 102 w 118"/>
                <a:gd name="T31" fmla="*/ 57 h 116"/>
                <a:gd name="T32" fmla="*/ 109 w 118"/>
                <a:gd name="T33" fmla="*/ 54 h 116"/>
                <a:gd name="T34" fmla="*/ 115 w 118"/>
                <a:gd name="T35" fmla="*/ 48 h 116"/>
                <a:gd name="T36" fmla="*/ 118 w 118"/>
                <a:gd name="T37" fmla="*/ 41 h 116"/>
                <a:gd name="T38" fmla="*/ 115 w 118"/>
                <a:gd name="T39" fmla="*/ 34 h 116"/>
                <a:gd name="T40" fmla="*/ 84 w 118"/>
                <a:gd name="T41" fmla="*/ 3 h 116"/>
                <a:gd name="T42" fmla="*/ 68 w 118"/>
                <a:gd name="T43" fmla="*/ 105 h 116"/>
                <a:gd name="T44" fmla="*/ 65 w 118"/>
                <a:gd name="T45" fmla="*/ 108 h 116"/>
                <a:gd name="T46" fmla="*/ 64 w 118"/>
                <a:gd name="T47" fmla="*/ 108 h 116"/>
                <a:gd name="T48" fmla="*/ 61 w 118"/>
                <a:gd name="T49" fmla="*/ 107 h 116"/>
                <a:gd name="T50" fmla="*/ 10 w 118"/>
                <a:gd name="T51" fmla="*/ 56 h 116"/>
                <a:gd name="T52" fmla="*/ 9 w 118"/>
                <a:gd name="T53" fmla="*/ 53 h 116"/>
                <a:gd name="T54" fmla="*/ 11 w 118"/>
                <a:gd name="T55" fmla="*/ 50 h 116"/>
                <a:gd name="T56" fmla="*/ 36 w 118"/>
                <a:gd name="T57" fmla="*/ 40 h 116"/>
                <a:gd name="T58" fmla="*/ 87 w 118"/>
                <a:gd name="T59" fmla="*/ 58 h 116"/>
                <a:gd name="T60" fmla="*/ 68 w 118"/>
                <a:gd name="T61" fmla="*/ 105 h 116"/>
                <a:gd name="T62" fmla="*/ 109 w 118"/>
                <a:gd name="T63" fmla="*/ 42 h 116"/>
                <a:gd name="T64" fmla="*/ 103 w 118"/>
                <a:gd name="T65" fmla="*/ 48 h 116"/>
                <a:gd name="T66" fmla="*/ 100 w 118"/>
                <a:gd name="T67" fmla="*/ 48 h 116"/>
                <a:gd name="T68" fmla="*/ 93 w 118"/>
                <a:gd name="T69" fmla="*/ 41 h 116"/>
                <a:gd name="T70" fmla="*/ 88 w 118"/>
                <a:gd name="T71" fmla="*/ 55 h 116"/>
                <a:gd name="T72" fmla="*/ 88 w 118"/>
                <a:gd name="T73" fmla="*/ 54 h 116"/>
                <a:gd name="T74" fmla="*/ 53 w 118"/>
                <a:gd name="T75" fmla="*/ 39 h 116"/>
                <a:gd name="T76" fmla="*/ 42 w 118"/>
                <a:gd name="T77" fmla="*/ 38 h 116"/>
                <a:gd name="T78" fmla="*/ 76 w 118"/>
                <a:gd name="T79" fmla="*/ 24 h 116"/>
                <a:gd name="T80" fmla="*/ 70 w 118"/>
                <a:gd name="T81" fmla="*/ 17 h 116"/>
                <a:gd name="T82" fmla="*/ 70 w 118"/>
                <a:gd name="T83" fmla="*/ 14 h 116"/>
                <a:gd name="T84" fmla="*/ 75 w 118"/>
                <a:gd name="T85" fmla="*/ 9 h 116"/>
                <a:gd name="T86" fmla="*/ 78 w 118"/>
                <a:gd name="T87" fmla="*/ 9 h 116"/>
                <a:gd name="T88" fmla="*/ 109 w 118"/>
                <a:gd name="T89" fmla="*/ 39 h 116"/>
                <a:gd name="T90" fmla="*/ 109 w 118"/>
                <a:gd name="T91" fmla="*/ 42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18" h="116">
                  <a:moveTo>
                    <a:pt x="84" y="3"/>
                  </a:moveTo>
                  <a:cubicBezTo>
                    <a:pt x="82" y="1"/>
                    <a:pt x="79" y="0"/>
                    <a:pt x="77" y="0"/>
                  </a:cubicBezTo>
                  <a:cubicBezTo>
                    <a:pt x="74" y="0"/>
                    <a:pt x="71" y="1"/>
                    <a:pt x="70" y="3"/>
                  </a:cubicBezTo>
                  <a:cubicBezTo>
                    <a:pt x="64" y="9"/>
                    <a:pt x="64" y="9"/>
                    <a:pt x="64" y="9"/>
                  </a:cubicBezTo>
                  <a:cubicBezTo>
                    <a:pt x="62" y="10"/>
                    <a:pt x="61" y="13"/>
                    <a:pt x="61" y="16"/>
                  </a:cubicBezTo>
                  <a:cubicBezTo>
                    <a:pt x="61" y="18"/>
                    <a:pt x="62" y="19"/>
                    <a:pt x="62" y="21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5" y="44"/>
                    <a:pt x="2" y="48"/>
                    <a:pt x="1" y="51"/>
                  </a:cubicBezTo>
                  <a:cubicBezTo>
                    <a:pt x="0" y="55"/>
                    <a:pt x="2" y="59"/>
                    <a:pt x="5" y="62"/>
                  </a:cubicBezTo>
                  <a:cubicBezTo>
                    <a:pt x="55" y="112"/>
                    <a:pt x="55" y="112"/>
                    <a:pt x="55" y="112"/>
                  </a:cubicBezTo>
                  <a:cubicBezTo>
                    <a:pt x="58" y="115"/>
                    <a:pt x="61" y="116"/>
                    <a:pt x="64" y="116"/>
                  </a:cubicBezTo>
                  <a:cubicBezTo>
                    <a:pt x="64" y="116"/>
                    <a:pt x="64" y="116"/>
                    <a:pt x="64" y="116"/>
                  </a:cubicBezTo>
                  <a:cubicBezTo>
                    <a:pt x="65" y="116"/>
                    <a:pt x="66" y="116"/>
                    <a:pt x="66" y="116"/>
                  </a:cubicBezTo>
                  <a:cubicBezTo>
                    <a:pt x="70" y="115"/>
                    <a:pt x="74" y="112"/>
                    <a:pt x="75" y="108"/>
                  </a:cubicBezTo>
                  <a:cubicBezTo>
                    <a:pt x="96" y="55"/>
                    <a:pt x="96" y="55"/>
                    <a:pt x="96" y="55"/>
                  </a:cubicBezTo>
                  <a:cubicBezTo>
                    <a:pt x="98" y="56"/>
                    <a:pt x="100" y="57"/>
                    <a:pt x="102" y="57"/>
                  </a:cubicBezTo>
                  <a:cubicBezTo>
                    <a:pt x="105" y="57"/>
                    <a:pt x="107" y="56"/>
                    <a:pt x="109" y="54"/>
                  </a:cubicBezTo>
                  <a:cubicBezTo>
                    <a:pt x="115" y="48"/>
                    <a:pt x="115" y="48"/>
                    <a:pt x="115" y="48"/>
                  </a:cubicBezTo>
                  <a:cubicBezTo>
                    <a:pt x="117" y="46"/>
                    <a:pt x="118" y="44"/>
                    <a:pt x="118" y="41"/>
                  </a:cubicBezTo>
                  <a:cubicBezTo>
                    <a:pt x="118" y="38"/>
                    <a:pt x="117" y="36"/>
                    <a:pt x="115" y="34"/>
                  </a:cubicBezTo>
                  <a:lnTo>
                    <a:pt x="84" y="3"/>
                  </a:lnTo>
                  <a:close/>
                  <a:moveTo>
                    <a:pt x="68" y="105"/>
                  </a:moveTo>
                  <a:cubicBezTo>
                    <a:pt x="67" y="107"/>
                    <a:pt x="66" y="108"/>
                    <a:pt x="65" y="108"/>
                  </a:cubicBezTo>
                  <a:cubicBezTo>
                    <a:pt x="64" y="108"/>
                    <a:pt x="64" y="108"/>
                    <a:pt x="64" y="108"/>
                  </a:cubicBezTo>
                  <a:cubicBezTo>
                    <a:pt x="63" y="108"/>
                    <a:pt x="62" y="108"/>
                    <a:pt x="61" y="107"/>
                  </a:cubicBezTo>
                  <a:cubicBezTo>
                    <a:pt x="10" y="56"/>
                    <a:pt x="10" y="56"/>
                    <a:pt x="10" y="56"/>
                  </a:cubicBezTo>
                  <a:cubicBezTo>
                    <a:pt x="9" y="56"/>
                    <a:pt x="9" y="54"/>
                    <a:pt x="9" y="53"/>
                  </a:cubicBezTo>
                  <a:cubicBezTo>
                    <a:pt x="9" y="52"/>
                    <a:pt x="10" y="51"/>
                    <a:pt x="11" y="5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53" y="46"/>
                    <a:pt x="70" y="40"/>
                    <a:pt x="87" y="58"/>
                  </a:cubicBezTo>
                  <a:lnTo>
                    <a:pt x="68" y="105"/>
                  </a:lnTo>
                  <a:close/>
                  <a:moveTo>
                    <a:pt x="109" y="42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3" y="49"/>
                    <a:pt x="101" y="49"/>
                    <a:pt x="100" y="48"/>
                  </a:cubicBezTo>
                  <a:cubicBezTo>
                    <a:pt x="93" y="41"/>
                    <a:pt x="93" y="41"/>
                    <a:pt x="93" y="41"/>
                  </a:cubicBezTo>
                  <a:cubicBezTo>
                    <a:pt x="88" y="55"/>
                    <a:pt x="88" y="55"/>
                    <a:pt x="88" y="55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76" y="42"/>
                    <a:pt x="64" y="41"/>
                    <a:pt x="53" y="39"/>
                  </a:cubicBezTo>
                  <a:cubicBezTo>
                    <a:pt x="49" y="39"/>
                    <a:pt x="46" y="38"/>
                    <a:pt x="42" y="38"/>
                  </a:cubicBezTo>
                  <a:cubicBezTo>
                    <a:pt x="76" y="24"/>
                    <a:pt x="76" y="24"/>
                    <a:pt x="76" y="24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9" y="16"/>
                    <a:pt x="69" y="15"/>
                    <a:pt x="70" y="14"/>
                  </a:cubicBezTo>
                  <a:cubicBezTo>
                    <a:pt x="75" y="9"/>
                    <a:pt x="75" y="9"/>
                    <a:pt x="75" y="9"/>
                  </a:cubicBezTo>
                  <a:cubicBezTo>
                    <a:pt x="76" y="8"/>
                    <a:pt x="77" y="8"/>
                    <a:pt x="78" y="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10" y="40"/>
                    <a:pt x="110" y="42"/>
                    <a:pt x="109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82" name="Freeform 334"/>
            <p:cNvSpPr>
              <a:spLocks noEditPoints="1"/>
            </p:cNvSpPr>
            <p:nvPr/>
          </p:nvSpPr>
          <p:spPr bwMode="auto">
            <a:xfrm>
              <a:off x="4173538" y="5305425"/>
              <a:ext cx="74613" cy="74613"/>
            </a:xfrm>
            <a:custGeom>
              <a:avLst/>
              <a:gdLst>
                <a:gd name="T0" fmla="*/ 10 w 20"/>
                <a:gd name="T1" fmla="*/ 20 h 20"/>
                <a:gd name="T2" fmla="*/ 20 w 20"/>
                <a:gd name="T3" fmla="*/ 10 h 20"/>
                <a:gd name="T4" fmla="*/ 10 w 20"/>
                <a:gd name="T5" fmla="*/ 0 h 20"/>
                <a:gd name="T6" fmla="*/ 0 w 20"/>
                <a:gd name="T7" fmla="*/ 10 h 20"/>
                <a:gd name="T8" fmla="*/ 10 w 20"/>
                <a:gd name="T9" fmla="*/ 20 h 20"/>
                <a:gd name="T10" fmla="*/ 10 w 20"/>
                <a:gd name="T11" fmla="*/ 4 h 20"/>
                <a:gd name="T12" fmla="*/ 16 w 20"/>
                <a:gd name="T13" fmla="*/ 10 h 20"/>
                <a:gd name="T14" fmla="*/ 10 w 20"/>
                <a:gd name="T15" fmla="*/ 16 h 20"/>
                <a:gd name="T16" fmla="*/ 4 w 20"/>
                <a:gd name="T17" fmla="*/ 10 h 20"/>
                <a:gd name="T18" fmla="*/ 10 w 20"/>
                <a:gd name="T19" fmla="*/ 4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" h="20">
                  <a:moveTo>
                    <a:pt x="10" y="20"/>
                  </a:moveTo>
                  <a:cubicBezTo>
                    <a:pt x="16" y="20"/>
                    <a:pt x="20" y="16"/>
                    <a:pt x="20" y="10"/>
                  </a:cubicBezTo>
                  <a:cubicBezTo>
                    <a:pt x="20" y="4"/>
                    <a:pt x="16" y="0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16"/>
                    <a:pt x="4" y="20"/>
                    <a:pt x="10" y="20"/>
                  </a:cubicBezTo>
                  <a:close/>
                  <a:moveTo>
                    <a:pt x="10" y="4"/>
                  </a:moveTo>
                  <a:cubicBezTo>
                    <a:pt x="13" y="4"/>
                    <a:pt x="16" y="7"/>
                    <a:pt x="16" y="10"/>
                  </a:cubicBezTo>
                  <a:cubicBezTo>
                    <a:pt x="16" y="13"/>
                    <a:pt x="13" y="16"/>
                    <a:pt x="10" y="16"/>
                  </a:cubicBezTo>
                  <a:cubicBezTo>
                    <a:pt x="7" y="16"/>
                    <a:pt x="4" y="13"/>
                    <a:pt x="4" y="10"/>
                  </a:cubicBezTo>
                  <a:cubicBezTo>
                    <a:pt x="4" y="7"/>
                    <a:pt x="7" y="4"/>
                    <a:pt x="1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83" name="Freeform 335"/>
            <p:cNvSpPr>
              <a:spLocks noEditPoints="1"/>
            </p:cNvSpPr>
            <p:nvPr/>
          </p:nvSpPr>
          <p:spPr bwMode="auto">
            <a:xfrm>
              <a:off x="4368800" y="5064125"/>
              <a:ext cx="74613" cy="76200"/>
            </a:xfrm>
            <a:custGeom>
              <a:avLst/>
              <a:gdLst>
                <a:gd name="T0" fmla="*/ 10 w 20"/>
                <a:gd name="T1" fmla="*/ 0 h 20"/>
                <a:gd name="T2" fmla="*/ 0 w 20"/>
                <a:gd name="T3" fmla="*/ 10 h 20"/>
                <a:gd name="T4" fmla="*/ 10 w 20"/>
                <a:gd name="T5" fmla="*/ 20 h 20"/>
                <a:gd name="T6" fmla="*/ 20 w 20"/>
                <a:gd name="T7" fmla="*/ 10 h 20"/>
                <a:gd name="T8" fmla="*/ 10 w 20"/>
                <a:gd name="T9" fmla="*/ 0 h 20"/>
                <a:gd name="T10" fmla="*/ 10 w 20"/>
                <a:gd name="T11" fmla="*/ 16 h 20"/>
                <a:gd name="T12" fmla="*/ 4 w 20"/>
                <a:gd name="T13" fmla="*/ 10 h 20"/>
                <a:gd name="T14" fmla="*/ 10 w 20"/>
                <a:gd name="T15" fmla="*/ 4 h 20"/>
                <a:gd name="T16" fmla="*/ 16 w 20"/>
                <a:gd name="T17" fmla="*/ 10 h 20"/>
                <a:gd name="T18" fmla="*/ 10 w 20"/>
                <a:gd name="T19" fmla="*/ 16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" h="20">
                  <a:moveTo>
                    <a:pt x="10" y="0"/>
                  </a:moveTo>
                  <a:cubicBezTo>
                    <a:pt x="4" y="0"/>
                    <a:pt x="0" y="4"/>
                    <a:pt x="0" y="10"/>
                  </a:cubicBezTo>
                  <a:cubicBezTo>
                    <a:pt x="0" y="16"/>
                    <a:pt x="4" y="20"/>
                    <a:pt x="10" y="20"/>
                  </a:cubicBezTo>
                  <a:cubicBezTo>
                    <a:pt x="16" y="20"/>
                    <a:pt x="20" y="16"/>
                    <a:pt x="20" y="10"/>
                  </a:cubicBezTo>
                  <a:cubicBezTo>
                    <a:pt x="20" y="4"/>
                    <a:pt x="16" y="0"/>
                    <a:pt x="10" y="0"/>
                  </a:cubicBezTo>
                  <a:close/>
                  <a:moveTo>
                    <a:pt x="10" y="16"/>
                  </a:moveTo>
                  <a:cubicBezTo>
                    <a:pt x="7" y="16"/>
                    <a:pt x="4" y="13"/>
                    <a:pt x="4" y="10"/>
                  </a:cubicBezTo>
                  <a:cubicBezTo>
                    <a:pt x="4" y="7"/>
                    <a:pt x="7" y="4"/>
                    <a:pt x="10" y="4"/>
                  </a:cubicBezTo>
                  <a:cubicBezTo>
                    <a:pt x="13" y="4"/>
                    <a:pt x="16" y="7"/>
                    <a:pt x="16" y="10"/>
                  </a:cubicBezTo>
                  <a:cubicBezTo>
                    <a:pt x="16" y="13"/>
                    <a:pt x="13" y="16"/>
                    <a:pt x="10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84" name="Freeform 336"/>
            <p:cNvSpPr>
              <a:spLocks noEditPoints="1"/>
            </p:cNvSpPr>
            <p:nvPr/>
          </p:nvSpPr>
          <p:spPr bwMode="auto">
            <a:xfrm>
              <a:off x="4083050" y="5289550"/>
              <a:ext cx="60325" cy="60325"/>
            </a:xfrm>
            <a:custGeom>
              <a:avLst/>
              <a:gdLst>
                <a:gd name="T0" fmla="*/ 0 w 16"/>
                <a:gd name="T1" fmla="*/ 8 h 16"/>
                <a:gd name="T2" fmla="*/ 8 w 16"/>
                <a:gd name="T3" fmla="*/ 16 h 16"/>
                <a:gd name="T4" fmla="*/ 16 w 16"/>
                <a:gd name="T5" fmla="*/ 8 h 16"/>
                <a:gd name="T6" fmla="*/ 8 w 16"/>
                <a:gd name="T7" fmla="*/ 0 h 16"/>
                <a:gd name="T8" fmla="*/ 0 w 16"/>
                <a:gd name="T9" fmla="*/ 8 h 16"/>
                <a:gd name="T10" fmla="*/ 8 w 16"/>
                <a:gd name="T11" fmla="*/ 4 h 16"/>
                <a:gd name="T12" fmla="*/ 12 w 16"/>
                <a:gd name="T13" fmla="*/ 8 h 16"/>
                <a:gd name="T14" fmla="*/ 8 w 16"/>
                <a:gd name="T15" fmla="*/ 12 h 16"/>
                <a:gd name="T16" fmla="*/ 4 w 16"/>
                <a:gd name="T17" fmla="*/ 8 h 16"/>
                <a:gd name="T18" fmla="*/ 8 w 16"/>
                <a:gd name="T19" fmla="*/ 4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16">
                  <a:moveTo>
                    <a:pt x="0" y="8"/>
                  </a:moveTo>
                  <a:cubicBezTo>
                    <a:pt x="0" y="12"/>
                    <a:pt x="4" y="16"/>
                    <a:pt x="8" y="16"/>
                  </a:cubicBezTo>
                  <a:cubicBezTo>
                    <a:pt x="12" y="16"/>
                    <a:pt x="16" y="12"/>
                    <a:pt x="16" y="8"/>
                  </a:cubicBezTo>
                  <a:cubicBezTo>
                    <a:pt x="16" y="4"/>
                    <a:pt x="12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lose/>
                  <a:moveTo>
                    <a:pt x="8" y="4"/>
                  </a:moveTo>
                  <a:cubicBezTo>
                    <a:pt x="10" y="4"/>
                    <a:pt x="12" y="6"/>
                    <a:pt x="12" y="8"/>
                  </a:cubicBezTo>
                  <a:cubicBezTo>
                    <a:pt x="12" y="10"/>
                    <a:pt x="10" y="12"/>
                    <a:pt x="8" y="12"/>
                  </a:cubicBezTo>
                  <a:cubicBezTo>
                    <a:pt x="6" y="12"/>
                    <a:pt x="4" y="10"/>
                    <a:pt x="4" y="8"/>
                  </a:cubicBezTo>
                  <a:cubicBezTo>
                    <a:pt x="4" y="6"/>
                    <a:pt x="6" y="4"/>
                    <a:pt x="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85" name="Oval 337"/>
            <p:cNvSpPr>
              <a:spLocks noChangeArrowheads="1"/>
            </p:cNvSpPr>
            <p:nvPr/>
          </p:nvSpPr>
          <p:spPr bwMode="auto">
            <a:xfrm>
              <a:off x="4143375" y="5395913"/>
              <a:ext cx="30163" cy="301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86" name="Oval 338"/>
            <p:cNvSpPr>
              <a:spLocks noChangeArrowheads="1"/>
            </p:cNvSpPr>
            <p:nvPr/>
          </p:nvSpPr>
          <p:spPr bwMode="auto">
            <a:xfrm>
              <a:off x="4384675" y="5170488"/>
              <a:ext cx="30163" cy="301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5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  <p:bldP spid="52" grpId="0" bldLvl="0" animBg="1"/>
      <p:bldP spid="53" grpId="0" bldLvl="0" animBg="1"/>
      <p:bldP spid="54" grpId="0" bldLvl="0" animBg="1"/>
      <p:bldP spid="55" grpId="0" bldLvl="0" animBg="1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75" grpId="0" bldLvl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45761" y="623789"/>
            <a:ext cx="10515600" cy="911682"/>
          </a:xfrm>
        </p:spPr>
        <p:txBody>
          <a:bodyPr/>
          <a:lstStyle/>
          <a:p>
            <a:r>
              <a:rPr lang="id-ID" dirty="0"/>
              <a:t>Gantt Chart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845761" y="1341975"/>
            <a:ext cx="10515600" cy="366712"/>
          </a:xfrm>
        </p:spPr>
        <p:txBody>
          <a:bodyPr>
            <a:normAutofit fontScale="77500" lnSpcReduction="20000"/>
          </a:bodyPr>
          <a:lstStyle/>
          <a:p>
            <a:r>
              <a:rPr lang="id-ID" dirty="0"/>
              <a:t>Progress Review</a:t>
            </a:r>
            <a:endParaRPr lang="id-ID" dirty="0"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45831" y="2520488"/>
          <a:ext cx="11154871" cy="3186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018"/>
                <a:gridCol w="1649691"/>
                <a:gridCol w="1668545"/>
                <a:gridCol w="1640263"/>
                <a:gridCol w="1668545"/>
                <a:gridCol w="1677971"/>
                <a:gridCol w="1630838"/>
              </a:tblGrid>
              <a:tr h="455180">
                <a:tc>
                  <a:txBody>
                    <a:bodyPr/>
                    <a:lstStyle/>
                    <a:p>
                      <a:pPr algn="l"/>
                      <a:r>
                        <a:rPr lang="pl-PL" sz="1300" b="0" cap="none" spc="0" dirty="0">
                          <a:ln w="0"/>
                          <a:solidFill>
                            <a:schemeClr val="bg2"/>
                          </a:solidFill>
                          <a:effectLst/>
                          <a:latin typeface="Aa楷体" panose="02000500000000000000" pitchFamily="2" charset="-122"/>
                        </a:rPr>
                        <a:t>Step One</a:t>
                      </a:r>
                      <a:endParaRPr lang="pl-PL" sz="13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bg2"/>
                        </a:solidFill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45518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l-PL" sz="1300" b="0" cap="none" spc="0" dirty="0">
                          <a:ln w="0"/>
                          <a:solidFill>
                            <a:schemeClr val="bg2"/>
                          </a:solidFill>
                          <a:effectLst/>
                          <a:latin typeface="Aa楷体" panose="02000500000000000000" pitchFamily="2" charset="-122"/>
                        </a:rPr>
                        <a:t>Step Two</a:t>
                      </a:r>
                      <a:endParaRPr lang="pl-PL" sz="13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bg2"/>
                        </a:solidFill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455180">
                <a:tc>
                  <a:txBody>
                    <a:bodyPr/>
                    <a:lstStyle/>
                    <a:p>
                      <a:pPr algn="l"/>
                      <a:r>
                        <a:rPr lang="pl-PL" sz="1300" b="0" cap="none" spc="0" dirty="0">
                          <a:ln w="0"/>
                          <a:solidFill>
                            <a:schemeClr val="bg2"/>
                          </a:solidFill>
                          <a:effectLst/>
                          <a:latin typeface="Aa楷体" panose="02000500000000000000" pitchFamily="2" charset="-122"/>
                        </a:rPr>
                        <a:t>Step Three</a:t>
                      </a:r>
                      <a:endParaRPr lang="pl-PL" sz="13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bg2"/>
                        </a:solidFill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45518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l-PL" sz="1300" b="0" cap="none" spc="0" dirty="0">
                          <a:ln w="0"/>
                          <a:solidFill>
                            <a:schemeClr val="bg2"/>
                          </a:solidFill>
                          <a:effectLst/>
                          <a:latin typeface="Aa楷体" panose="02000500000000000000" pitchFamily="2" charset="-122"/>
                        </a:rPr>
                        <a:t>Step Four</a:t>
                      </a:r>
                      <a:endParaRPr lang="pl-PL" sz="13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bg2"/>
                        </a:solidFill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tx2"/>
                        </a:solidFill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tx2"/>
                        </a:solidFill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tx2"/>
                        </a:solidFill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tx2"/>
                        </a:solidFill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tx2"/>
                        </a:solidFill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tx2"/>
                        </a:solidFill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455180">
                <a:tc>
                  <a:txBody>
                    <a:bodyPr/>
                    <a:lstStyle/>
                    <a:p>
                      <a:pPr algn="l"/>
                      <a:r>
                        <a:rPr lang="pl-PL" sz="1300" b="0" cap="none" spc="0" dirty="0">
                          <a:ln w="0"/>
                          <a:solidFill>
                            <a:schemeClr val="bg2"/>
                          </a:solidFill>
                          <a:effectLst/>
                          <a:latin typeface="Aa楷体" panose="02000500000000000000" pitchFamily="2" charset="-122"/>
                        </a:rPr>
                        <a:t>Step Five</a:t>
                      </a:r>
                      <a:endParaRPr lang="pl-PL" sz="13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bg2"/>
                        </a:solidFill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45518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l-PL" sz="1300" b="0" cap="none" spc="0" dirty="0">
                          <a:ln w="0"/>
                          <a:solidFill>
                            <a:schemeClr val="bg2"/>
                          </a:solidFill>
                          <a:effectLst/>
                          <a:latin typeface="Aa楷体" panose="02000500000000000000" pitchFamily="2" charset="-122"/>
                        </a:rPr>
                        <a:t>Step Six</a:t>
                      </a:r>
                      <a:endParaRPr lang="pl-PL" sz="13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bg2"/>
                        </a:solidFill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tx2"/>
                        </a:solidFill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tx2"/>
                        </a:solidFill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tx2"/>
                        </a:solidFill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tx2"/>
                        </a:solidFill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tx2"/>
                        </a:solidFill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tx2"/>
                        </a:solidFill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455180">
                <a:tc>
                  <a:txBody>
                    <a:bodyPr/>
                    <a:lstStyle/>
                    <a:p>
                      <a:pPr algn="l"/>
                      <a:r>
                        <a:rPr lang="pl-PL" sz="1300" b="0" cap="none" spc="0" dirty="0">
                          <a:ln w="0"/>
                          <a:solidFill>
                            <a:schemeClr val="bg2"/>
                          </a:solidFill>
                          <a:effectLst/>
                          <a:latin typeface="Aa楷体" panose="02000500000000000000" pitchFamily="2" charset="-122"/>
                        </a:rPr>
                        <a:t>Step Seven</a:t>
                      </a:r>
                      <a:endParaRPr lang="pl-PL" sz="13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bg2"/>
                        </a:solidFill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566011" y="1951566"/>
          <a:ext cx="9944118" cy="427688"/>
        </p:xfrm>
        <a:graphic>
          <a:graphicData uri="http://schemas.openxmlformats.org/drawingml/2006/table">
            <a:tbl>
              <a:tblPr firstRow="1" bandRow="1">
                <a:effectLst/>
                <a:tableStyleId>{2D5ABB26-0587-4C30-8999-92F81FD0307C}</a:tableStyleId>
              </a:tblPr>
              <a:tblGrid>
                <a:gridCol w="1657353"/>
                <a:gridCol w="1657353"/>
                <a:gridCol w="1657353"/>
                <a:gridCol w="1657353"/>
                <a:gridCol w="1657353"/>
                <a:gridCol w="1657353"/>
              </a:tblGrid>
              <a:tr h="427688">
                <a:tc>
                  <a:txBody>
                    <a:bodyPr/>
                    <a:lstStyle/>
                    <a:p>
                      <a:pPr algn="ctr"/>
                      <a:r>
                        <a:rPr lang="id-ID" sz="1600" b="1" cap="none" spc="0" dirty="0">
                          <a:ln w="0"/>
                          <a:solidFill>
                            <a:schemeClr val="bg1"/>
                          </a:solidFill>
                          <a:effectLst/>
                          <a:latin typeface="Aa楷体" panose="02000500000000000000" pitchFamily="2" charset="-122"/>
                        </a:rPr>
                        <a:t>January</a:t>
                      </a:r>
                      <a:endParaRPr lang="pl-PL" sz="1600" b="1" cap="none" spc="0" dirty="0">
                        <a:ln w="0"/>
                        <a:solidFill>
                          <a:schemeClr val="bg1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d-ID" sz="1600" b="1" cap="none" spc="0" dirty="0">
                          <a:ln w="0"/>
                          <a:solidFill>
                            <a:schemeClr val="bg1"/>
                          </a:solidFill>
                          <a:effectLst/>
                          <a:latin typeface="Aa楷体" panose="02000500000000000000" pitchFamily="2" charset="-122"/>
                        </a:rPr>
                        <a:t>February</a:t>
                      </a:r>
                      <a:endParaRPr lang="pl-PL" sz="1600" b="1" cap="none" spc="0" dirty="0">
                        <a:ln w="0"/>
                        <a:solidFill>
                          <a:schemeClr val="bg1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d-ID" sz="1600" b="1" cap="none" spc="0" dirty="0">
                          <a:ln w="0"/>
                          <a:solidFill>
                            <a:schemeClr val="bg1"/>
                          </a:solidFill>
                          <a:effectLst/>
                          <a:latin typeface="Aa楷体" panose="02000500000000000000" pitchFamily="2" charset="-122"/>
                        </a:rPr>
                        <a:t>March</a:t>
                      </a:r>
                      <a:endParaRPr lang="pl-PL" sz="1600" b="1" cap="none" spc="0" dirty="0">
                        <a:ln w="0"/>
                        <a:solidFill>
                          <a:schemeClr val="bg1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d-ID" sz="1600" b="1" cap="none" spc="0" dirty="0">
                          <a:ln w="0"/>
                          <a:solidFill>
                            <a:schemeClr val="bg1"/>
                          </a:solidFill>
                          <a:effectLst/>
                          <a:latin typeface="Aa楷体" panose="02000500000000000000" pitchFamily="2" charset="-122"/>
                        </a:rPr>
                        <a:t>April</a:t>
                      </a:r>
                      <a:endParaRPr lang="pl-PL" sz="1600" b="1" cap="none" spc="0" dirty="0">
                        <a:ln w="0"/>
                        <a:solidFill>
                          <a:schemeClr val="bg1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d-ID" sz="1600" b="1" cap="none" spc="0" dirty="0">
                          <a:ln w="0"/>
                          <a:solidFill>
                            <a:schemeClr val="bg1"/>
                          </a:solidFill>
                          <a:effectLst/>
                          <a:latin typeface="Aa楷体" panose="02000500000000000000" pitchFamily="2" charset="-122"/>
                        </a:rPr>
                        <a:t>May</a:t>
                      </a:r>
                      <a:endParaRPr lang="pl-PL" sz="1600" b="1" cap="none" spc="0" dirty="0">
                        <a:ln w="0"/>
                        <a:solidFill>
                          <a:schemeClr val="bg1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d-ID" sz="1600" b="1" cap="none" spc="0" dirty="0">
                          <a:ln w="0"/>
                          <a:solidFill>
                            <a:schemeClr val="bg1"/>
                          </a:solidFill>
                          <a:effectLst/>
                          <a:latin typeface="Aa楷体" panose="02000500000000000000" pitchFamily="2" charset="-122"/>
                        </a:rPr>
                        <a:t>June</a:t>
                      </a:r>
                      <a:endParaRPr lang="pl-PL" sz="1600" b="1" cap="none" spc="0" dirty="0">
                        <a:ln w="0"/>
                        <a:solidFill>
                          <a:schemeClr val="bg1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4016334" y="5942617"/>
            <a:ext cx="9412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Description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164440" y="5942617"/>
            <a:ext cx="9412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Description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23927" y="5942617"/>
            <a:ext cx="9412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Description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528415" y="5942617"/>
            <a:ext cx="9412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Description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872835" y="6000851"/>
            <a:ext cx="160532" cy="1605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16783" y="6000851"/>
            <a:ext cx="160532" cy="16053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183408" y="6000851"/>
            <a:ext cx="160532" cy="16053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368058" y="6000851"/>
            <a:ext cx="160532" cy="16053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4" name="Pentagon 23"/>
          <p:cNvSpPr/>
          <p:nvPr/>
        </p:nvSpPr>
        <p:spPr>
          <a:xfrm>
            <a:off x="1772239" y="2567626"/>
            <a:ext cx="2884603" cy="356334"/>
          </a:xfrm>
          <a:prstGeom prst="homePlate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Descripstion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5" name="Pentagon 24"/>
          <p:cNvSpPr/>
          <p:nvPr/>
        </p:nvSpPr>
        <p:spPr>
          <a:xfrm>
            <a:off x="3941975" y="3040537"/>
            <a:ext cx="2608083" cy="356334"/>
          </a:xfrm>
          <a:prstGeom prst="homePlate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Descripstion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6" name="Pentagon 25"/>
          <p:cNvSpPr/>
          <p:nvPr/>
        </p:nvSpPr>
        <p:spPr>
          <a:xfrm>
            <a:off x="5593237" y="3504022"/>
            <a:ext cx="2608083" cy="356334"/>
          </a:xfrm>
          <a:prstGeom prst="homePlate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Descripstion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7" name="Pentagon 26"/>
          <p:cNvSpPr/>
          <p:nvPr/>
        </p:nvSpPr>
        <p:spPr>
          <a:xfrm>
            <a:off x="3952973" y="3947081"/>
            <a:ext cx="2608083" cy="356334"/>
          </a:xfrm>
          <a:prstGeom prst="homePlate">
            <a:avLst/>
          </a:prstGeom>
          <a:solidFill>
            <a:schemeClr val="accent3"/>
          </a:solidFill>
          <a:ln>
            <a:noFill/>
          </a:ln>
          <a:effectLst>
            <a:outerShdw blurRad="50800" dist="381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Descripstion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8" name="Pentagon 27"/>
          <p:cNvSpPr/>
          <p:nvPr/>
        </p:nvSpPr>
        <p:spPr>
          <a:xfrm>
            <a:off x="7324626" y="4391713"/>
            <a:ext cx="1744077" cy="356334"/>
          </a:xfrm>
          <a:prstGeom prst="homePlate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Descripstion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9" name="Pentagon 28"/>
          <p:cNvSpPr/>
          <p:nvPr/>
        </p:nvSpPr>
        <p:spPr>
          <a:xfrm>
            <a:off x="8759071" y="4845770"/>
            <a:ext cx="1744077" cy="356334"/>
          </a:xfrm>
          <a:prstGeom prst="homePlate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Descripstion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0" name="Pentagon 29"/>
          <p:cNvSpPr/>
          <p:nvPr/>
        </p:nvSpPr>
        <p:spPr>
          <a:xfrm>
            <a:off x="9879291" y="5299827"/>
            <a:ext cx="1200464" cy="356334"/>
          </a:xfrm>
          <a:prstGeom prst="homePlate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Descripstion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000"/>
                            </p:stCondLst>
                            <p:childTnLst>
                              <p:par>
                                <p:cTn id="4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0"/>
                            </p:stCondLst>
                            <p:childTnLst>
                              <p:par>
                                <p:cTn id="5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 bldLvl="0" animBg="1"/>
      <p:bldP spid="21" grpId="0" bldLvl="0" animBg="1"/>
      <p:bldP spid="22" grpId="0" bldLvl="0" animBg="1"/>
      <p:bldP spid="23" grpId="0" bldLvl="0" animBg="1"/>
      <p:bldP spid="24" grpId="0" bldLvl="0" animBg="1"/>
      <p:bldP spid="25" grpId="0" bldLvl="0" animBg="1"/>
      <p:bldP spid="26" grpId="0" bldLvl="0" animBg="1"/>
      <p:bldP spid="27" grpId="0" bldLvl="0" animBg="1"/>
      <p:bldP spid="28" grpId="0" bldLvl="0" animBg="1"/>
      <p:bldP spid="29" grpId="0" bldLvl="0" animBg="1"/>
      <p:bldP spid="30" grpId="0" bldLvl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45761" y="623789"/>
            <a:ext cx="10515600" cy="911682"/>
          </a:xfrm>
        </p:spPr>
        <p:txBody>
          <a:bodyPr/>
          <a:lstStyle/>
          <a:p>
            <a:r>
              <a:rPr lang="id-ID" dirty="0"/>
              <a:t>Four Step Cycle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845761" y="1341975"/>
            <a:ext cx="10515600" cy="366712"/>
          </a:xfrm>
        </p:spPr>
        <p:txBody>
          <a:bodyPr>
            <a:normAutofit fontScale="77500" lnSpcReduction="20000"/>
          </a:bodyPr>
          <a:lstStyle/>
          <a:p>
            <a:r>
              <a:rPr lang="id-ID" dirty="0"/>
              <a:t>Cloud diagram</a:t>
            </a:r>
            <a:endParaRPr lang="id-ID" dirty="0"/>
          </a:p>
        </p:txBody>
      </p:sp>
      <p:grpSp>
        <p:nvGrpSpPr>
          <p:cNvPr id="142" name="Group 141"/>
          <p:cNvGrpSpPr/>
          <p:nvPr/>
        </p:nvGrpSpPr>
        <p:grpSpPr>
          <a:xfrm>
            <a:off x="5127625" y="5534025"/>
            <a:ext cx="2389187" cy="622301"/>
            <a:chOff x="5065713" y="5353050"/>
            <a:chExt cx="2389187" cy="622301"/>
          </a:xfrm>
          <a:solidFill>
            <a:schemeClr val="tx2"/>
          </a:solidFill>
        </p:grpSpPr>
        <p:sp>
          <p:nvSpPr>
            <p:cNvPr id="93" name="Freeform 5"/>
            <p:cNvSpPr/>
            <p:nvPr/>
          </p:nvSpPr>
          <p:spPr bwMode="auto">
            <a:xfrm>
              <a:off x="7137400" y="5538788"/>
              <a:ext cx="96838" cy="88900"/>
            </a:xfrm>
            <a:custGeom>
              <a:avLst/>
              <a:gdLst>
                <a:gd name="T0" fmla="*/ 57 w 57"/>
                <a:gd name="T1" fmla="*/ 24 h 53"/>
                <a:gd name="T2" fmla="*/ 39 w 57"/>
                <a:gd name="T3" fmla="*/ 0 h 53"/>
                <a:gd name="T4" fmla="*/ 20 w 57"/>
                <a:gd name="T5" fmla="*/ 14 h 53"/>
                <a:gd name="T6" fmla="*/ 6 w 57"/>
                <a:gd name="T7" fmla="*/ 24 h 53"/>
                <a:gd name="T8" fmla="*/ 0 w 57"/>
                <a:gd name="T9" fmla="*/ 28 h 53"/>
                <a:gd name="T10" fmla="*/ 17 w 57"/>
                <a:gd name="T11" fmla="*/ 53 h 53"/>
                <a:gd name="T12" fmla="*/ 23 w 57"/>
                <a:gd name="T13" fmla="*/ 48 h 53"/>
                <a:gd name="T14" fmla="*/ 37 w 57"/>
                <a:gd name="T15" fmla="*/ 39 h 53"/>
                <a:gd name="T16" fmla="*/ 57 w 57"/>
                <a:gd name="T17" fmla="*/ 24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7" h="53">
                  <a:moveTo>
                    <a:pt x="57" y="24"/>
                  </a:moveTo>
                  <a:cubicBezTo>
                    <a:pt x="39" y="0"/>
                    <a:pt x="39" y="0"/>
                    <a:pt x="39" y="0"/>
                  </a:cubicBezTo>
                  <a:cubicBezTo>
                    <a:pt x="39" y="0"/>
                    <a:pt x="29" y="7"/>
                    <a:pt x="20" y="14"/>
                  </a:cubicBezTo>
                  <a:cubicBezTo>
                    <a:pt x="15" y="18"/>
                    <a:pt x="10" y="21"/>
                    <a:pt x="6" y="24"/>
                  </a:cubicBezTo>
                  <a:cubicBezTo>
                    <a:pt x="3" y="26"/>
                    <a:pt x="0" y="28"/>
                    <a:pt x="0" y="28"/>
                  </a:cubicBezTo>
                  <a:cubicBezTo>
                    <a:pt x="17" y="53"/>
                    <a:pt x="17" y="53"/>
                    <a:pt x="17" y="53"/>
                  </a:cubicBezTo>
                  <a:cubicBezTo>
                    <a:pt x="17" y="53"/>
                    <a:pt x="20" y="51"/>
                    <a:pt x="23" y="48"/>
                  </a:cubicBezTo>
                  <a:cubicBezTo>
                    <a:pt x="27" y="46"/>
                    <a:pt x="32" y="42"/>
                    <a:pt x="37" y="39"/>
                  </a:cubicBezTo>
                  <a:cubicBezTo>
                    <a:pt x="47" y="32"/>
                    <a:pt x="57" y="24"/>
                    <a:pt x="57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94" name="Freeform 6"/>
            <p:cNvSpPr/>
            <p:nvPr/>
          </p:nvSpPr>
          <p:spPr bwMode="auto">
            <a:xfrm>
              <a:off x="7254875" y="5449888"/>
              <a:ext cx="93663" cy="90488"/>
            </a:xfrm>
            <a:custGeom>
              <a:avLst/>
              <a:gdLst>
                <a:gd name="T0" fmla="*/ 56 w 56"/>
                <a:gd name="T1" fmla="*/ 23 h 54"/>
                <a:gd name="T2" fmla="*/ 36 w 56"/>
                <a:gd name="T3" fmla="*/ 0 h 54"/>
                <a:gd name="T4" fmla="*/ 31 w 56"/>
                <a:gd name="T5" fmla="*/ 5 h 54"/>
                <a:gd name="T6" fmla="*/ 18 w 56"/>
                <a:gd name="T7" fmla="*/ 16 h 54"/>
                <a:gd name="T8" fmla="*/ 0 w 56"/>
                <a:gd name="T9" fmla="*/ 30 h 54"/>
                <a:gd name="T10" fmla="*/ 18 w 56"/>
                <a:gd name="T11" fmla="*/ 54 h 54"/>
                <a:gd name="T12" fmla="*/ 37 w 56"/>
                <a:gd name="T13" fmla="*/ 39 h 54"/>
                <a:gd name="T14" fmla="*/ 50 w 56"/>
                <a:gd name="T15" fmla="*/ 28 h 54"/>
                <a:gd name="T16" fmla="*/ 56 w 56"/>
                <a:gd name="T17" fmla="*/ 23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54">
                  <a:moveTo>
                    <a:pt x="56" y="23"/>
                  </a:moveTo>
                  <a:cubicBezTo>
                    <a:pt x="36" y="0"/>
                    <a:pt x="36" y="0"/>
                    <a:pt x="36" y="0"/>
                  </a:cubicBezTo>
                  <a:cubicBezTo>
                    <a:pt x="36" y="0"/>
                    <a:pt x="34" y="2"/>
                    <a:pt x="31" y="5"/>
                  </a:cubicBezTo>
                  <a:cubicBezTo>
                    <a:pt x="27" y="8"/>
                    <a:pt x="23" y="12"/>
                    <a:pt x="18" y="16"/>
                  </a:cubicBezTo>
                  <a:cubicBezTo>
                    <a:pt x="9" y="23"/>
                    <a:pt x="0" y="30"/>
                    <a:pt x="0" y="30"/>
                  </a:cubicBezTo>
                  <a:cubicBezTo>
                    <a:pt x="18" y="54"/>
                    <a:pt x="18" y="54"/>
                    <a:pt x="18" y="54"/>
                  </a:cubicBezTo>
                  <a:cubicBezTo>
                    <a:pt x="18" y="54"/>
                    <a:pt x="28" y="46"/>
                    <a:pt x="37" y="39"/>
                  </a:cubicBezTo>
                  <a:cubicBezTo>
                    <a:pt x="42" y="35"/>
                    <a:pt x="47" y="31"/>
                    <a:pt x="50" y="28"/>
                  </a:cubicBezTo>
                  <a:cubicBezTo>
                    <a:pt x="53" y="25"/>
                    <a:pt x="56" y="23"/>
                    <a:pt x="56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95" name="Freeform 7"/>
            <p:cNvSpPr/>
            <p:nvPr/>
          </p:nvSpPr>
          <p:spPr bwMode="auto">
            <a:xfrm>
              <a:off x="7362825" y="5353050"/>
              <a:ext cx="92075" cy="92075"/>
            </a:xfrm>
            <a:custGeom>
              <a:avLst/>
              <a:gdLst>
                <a:gd name="T0" fmla="*/ 55 w 55"/>
                <a:gd name="T1" fmla="*/ 21 h 55"/>
                <a:gd name="T2" fmla="*/ 34 w 55"/>
                <a:gd name="T3" fmla="*/ 0 h 55"/>
                <a:gd name="T4" fmla="*/ 17 w 55"/>
                <a:gd name="T5" fmla="*/ 16 h 55"/>
                <a:gd name="T6" fmla="*/ 6 w 55"/>
                <a:gd name="T7" fmla="*/ 28 h 55"/>
                <a:gd name="T8" fmla="*/ 0 w 55"/>
                <a:gd name="T9" fmla="*/ 33 h 55"/>
                <a:gd name="T10" fmla="*/ 20 w 55"/>
                <a:gd name="T11" fmla="*/ 55 h 55"/>
                <a:gd name="T12" fmla="*/ 26 w 55"/>
                <a:gd name="T13" fmla="*/ 50 h 55"/>
                <a:gd name="T14" fmla="*/ 38 w 55"/>
                <a:gd name="T15" fmla="*/ 38 h 55"/>
                <a:gd name="T16" fmla="*/ 55 w 55"/>
                <a:gd name="T17" fmla="*/ 21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5" h="55">
                  <a:moveTo>
                    <a:pt x="55" y="21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4" y="0"/>
                    <a:pt x="26" y="8"/>
                    <a:pt x="17" y="16"/>
                  </a:cubicBezTo>
                  <a:cubicBezTo>
                    <a:pt x="13" y="20"/>
                    <a:pt x="9" y="25"/>
                    <a:pt x="6" y="28"/>
                  </a:cubicBezTo>
                  <a:cubicBezTo>
                    <a:pt x="2" y="31"/>
                    <a:pt x="0" y="33"/>
                    <a:pt x="0" y="33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20" y="55"/>
                    <a:pt x="23" y="53"/>
                    <a:pt x="26" y="50"/>
                  </a:cubicBezTo>
                  <a:cubicBezTo>
                    <a:pt x="29" y="47"/>
                    <a:pt x="34" y="42"/>
                    <a:pt x="38" y="38"/>
                  </a:cubicBezTo>
                  <a:cubicBezTo>
                    <a:pt x="47" y="30"/>
                    <a:pt x="55" y="21"/>
                    <a:pt x="55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96" name="Freeform 8"/>
            <p:cNvSpPr/>
            <p:nvPr/>
          </p:nvSpPr>
          <p:spPr bwMode="auto">
            <a:xfrm>
              <a:off x="6757988" y="5756275"/>
              <a:ext cx="93663" cy="77788"/>
            </a:xfrm>
            <a:custGeom>
              <a:avLst/>
              <a:gdLst>
                <a:gd name="T0" fmla="*/ 56 w 56"/>
                <a:gd name="T1" fmla="*/ 27 h 46"/>
                <a:gd name="T2" fmla="*/ 44 w 56"/>
                <a:gd name="T3" fmla="*/ 0 h 46"/>
                <a:gd name="T4" fmla="*/ 37 w 56"/>
                <a:gd name="T5" fmla="*/ 3 h 46"/>
                <a:gd name="T6" fmla="*/ 22 w 56"/>
                <a:gd name="T7" fmla="*/ 9 h 46"/>
                <a:gd name="T8" fmla="*/ 0 w 56"/>
                <a:gd name="T9" fmla="*/ 18 h 46"/>
                <a:gd name="T10" fmla="*/ 11 w 56"/>
                <a:gd name="T11" fmla="*/ 46 h 46"/>
                <a:gd name="T12" fmla="*/ 34 w 56"/>
                <a:gd name="T13" fmla="*/ 37 h 46"/>
                <a:gd name="T14" fmla="*/ 49 w 56"/>
                <a:gd name="T15" fmla="*/ 30 h 46"/>
                <a:gd name="T16" fmla="*/ 56 w 56"/>
                <a:gd name="T17" fmla="*/ 27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46">
                  <a:moveTo>
                    <a:pt x="56" y="27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44" y="0"/>
                    <a:pt x="41" y="1"/>
                    <a:pt x="37" y="3"/>
                  </a:cubicBezTo>
                  <a:cubicBezTo>
                    <a:pt x="33" y="5"/>
                    <a:pt x="27" y="7"/>
                    <a:pt x="22" y="9"/>
                  </a:cubicBezTo>
                  <a:cubicBezTo>
                    <a:pt x="11" y="14"/>
                    <a:pt x="0" y="18"/>
                    <a:pt x="0" y="18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1" y="46"/>
                    <a:pt x="22" y="41"/>
                    <a:pt x="34" y="37"/>
                  </a:cubicBezTo>
                  <a:cubicBezTo>
                    <a:pt x="39" y="34"/>
                    <a:pt x="45" y="32"/>
                    <a:pt x="49" y="30"/>
                  </a:cubicBezTo>
                  <a:cubicBezTo>
                    <a:pt x="53" y="28"/>
                    <a:pt x="56" y="27"/>
                    <a:pt x="56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97" name="Freeform 9"/>
            <p:cNvSpPr/>
            <p:nvPr/>
          </p:nvSpPr>
          <p:spPr bwMode="auto">
            <a:xfrm>
              <a:off x="6889750" y="5692775"/>
              <a:ext cx="93663" cy="82550"/>
            </a:xfrm>
            <a:custGeom>
              <a:avLst/>
              <a:gdLst>
                <a:gd name="T0" fmla="*/ 56 w 56"/>
                <a:gd name="T1" fmla="*/ 27 h 49"/>
                <a:gd name="T2" fmla="*/ 42 w 56"/>
                <a:gd name="T3" fmla="*/ 0 h 49"/>
                <a:gd name="T4" fmla="*/ 21 w 56"/>
                <a:gd name="T5" fmla="*/ 11 h 49"/>
                <a:gd name="T6" fmla="*/ 7 w 56"/>
                <a:gd name="T7" fmla="*/ 19 h 49"/>
                <a:gd name="T8" fmla="*/ 0 w 56"/>
                <a:gd name="T9" fmla="*/ 22 h 49"/>
                <a:gd name="T10" fmla="*/ 13 w 56"/>
                <a:gd name="T11" fmla="*/ 49 h 49"/>
                <a:gd name="T12" fmla="*/ 20 w 56"/>
                <a:gd name="T13" fmla="*/ 46 h 49"/>
                <a:gd name="T14" fmla="*/ 35 w 56"/>
                <a:gd name="T15" fmla="*/ 38 h 49"/>
                <a:gd name="T16" fmla="*/ 56 w 56"/>
                <a:gd name="T17" fmla="*/ 27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49">
                  <a:moveTo>
                    <a:pt x="56" y="27"/>
                  </a:moveTo>
                  <a:cubicBezTo>
                    <a:pt x="42" y="0"/>
                    <a:pt x="42" y="0"/>
                    <a:pt x="42" y="0"/>
                  </a:cubicBezTo>
                  <a:cubicBezTo>
                    <a:pt x="42" y="0"/>
                    <a:pt x="31" y="6"/>
                    <a:pt x="21" y="11"/>
                  </a:cubicBezTo>
                  <a:cubicBezTo>
                    <a:pt x="16" y="14"/>
                    <a:pt x="10" y="17"/>
                    <a:pt x="7" y="19"/>
                  </a:cubicBezTo>
                  <a:cubicBezTo>
                    <a:pt x="3" y="21"/>
                    <a:pt x="0" y="22"/>
                    <a:pt x="0" y="22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3" y="49"/>
                    <a:pt x="16" y="48"/>
                    <a:pt x="20" y="46"/>
                  </a:cubicBezTo>
                  <a:cubicBezTo>
                    <a:pt x="24" y="44"/>
                    <a:pt x="29" y="41"/>
                    <a:pt x="35" y="38"/>
                  </a:cubicBezTo>
                  <a:cubicBezTo>
                    <a:pt x="45" y="32"/>
                    <a:pt x="56" y="27"/>
                    <a:pt x="56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98" name="Freeform 10"/>
            <p:cNvSpPr/>
            <p:nvPr/>
          </p:nvSpPr>
          <p:spPr bwMode="auto">
            <a:xfrm>
              <a:off x="7015163" y="5621338"/>
              <a:ext cx="95250" cy="84138"/>
            </a:xfrm>
            <a:custGeom>
              <a:avLst/>
              <a:gdLst>
                <a:gd name="T0" fmla="*/ 56 w 56"/>
                <a:gd name="T1" fmla="*/ 25 h 50"/>
                <a:gd name="T2" fmla="*/ 40 w 56"/>
                <a:gd name="T3" fmla="*/ 0 h 50"/>
                <a:gd name="T4" fmla="*/ 34 w 56"/>
                <a:gd name="T5" fmla="*/ 4 h 50"/>
                <a:gd name="T6" fmla="*/ 20 w 56"/>
                <a:gd name="T7" fmla="*/ 12 h 50"/>
                <a:gd name="T8" fmla="*/ 0 w 56"/>
                <a:gd name="T9" fmla="*/ 24 h 50"/>
                <a:gd name="T10" fmla="*/ 15 w 56"/>
                <a:gd name="T11" fmla="*/ 50 h 50"/>
                <a:gd name="T12" fmla="*/ 36 w 56"/>
                <a:gd name="T13" fmla="*/ 38 h 50"/>
                <a:gd name="T14" fmla="*/ 50 w 56"/>
                <a:gd name="T15" fmla="*/ 29 h 50"/>
                <a:gd name="T16" fmla="*/ 56 w 56"/>
                <a:gd name="T17" fmla="*/ 25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50">
                  <a:moveTo>
                    <a:pt x="56" y="25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40" y="0"/>
                    <a:pt x="38" y="1"/>
                    <a:pt x="34" y="4"/>
                  </a:cubicBezTo>
                  <a:cubicBezTo>
                    <a:pt x="30" y="6"/>
                    <a:pt x="25" y="9"/>
                    <a:pt x="20" y="12"/>
                  </a:cubicBezTo>
                  <a:cubicBezTo>
                    <a:pt x="10" y="18"/>
                    <a:pt x="0" y="24"/>
                    <a:pt x="0" y="24"/>
                  </a:cubicBezTo>
                  <a:cubicBezTo>
                    <a:pt x="15" y="50"/>
                    <a:pt x="15" y="50"/>
                    <a:pt x="15" y="50"/>
                  </a:cubicBezTo>
                  <a:cubicBezTo>
                    <a:pt x="15" y="50"/>
                    <a:pt x="25" y="44"/>
                    <a:pt x="36" y="38"/>
                  </a:cubicBezTo>
                  <a:cubicBezTo>
                    <a:pt x="41" y="35"/>
                    <a:pt x="46" y="32"/>
                    <a:pt x="50" y="29"/>
                  </a:cubicBezTo>
                  <a:cubicBezTo>
                    <a:pt x="54" y="27"/>
                    <a:pt x="56" y="25"/>
                    <a:pt x="56" y="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99" name="Freeform 11"/>
            <p:cNvSpPr/>
            <p:nvPr/>
          </p:nvSpPr>
          <p:spPr bwMode="auto">
            <a:xfrm>
              <a:off x="6342063" y="5886450"/>
              <a:ext cx="88900" cy="65088"/>
            </a:xfrm>
            <a:custGeom>
              <a:avLst/>
              <a:gdLst>
                <a:gd name="T0" fmla="*/ 56 w 56"/>
                <a:gd name="T1" fmla="*/ 31 h 41"/>
                <a:gd name="T2" fmla="*/ 50 w 56"/>
                <a:gd name="T3" fmla="*/ 0 h 41"/>
                <a:gd name="T4" fmla="*/ 0 w 56"/>
                <a:gd name="T5" fmla="*/ 9 h 41"/>
                <a:gd name="T6" fmla="*/ 5 w 56"/>
                <a:gd name="T7" fmla="*/ 41 h 41"/>
                <a:gd name="T8" fmla="*/ 56 w 56"/>
                <a:gd name="T9" fmla="*/ 3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41">
                  <a:moveTo>
                    <a:pt x="56" y="31"/>
                  </a:moveTo>
                  <a:lnTo>
                    <a:pt x="50" y="0"/>
                  </a:lnTo>
                  <a:lnTo>
                    <a:pt x="0" y="9"/>
                  </a:lnTo>
                  <a:lnTo>
                    <a:pt x="5" y="41"/>
                  </a:lnTo>
                  <a:lnTo>
                    <a:pt x="56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00" name="Freeform 12"/>
            <p:cNvSpPr/>
            <p:nvPr/>
          </p:nvSpPr>
          <p:spPr bwMode="auto">
            <a:xfrm>
              <a:off x="6483350" y="5853113"/>
              <a:ext cx="92075" cy="69850"/>
            </a:xfrm>
            <a:custGeom>
              <a:avLst/>
              <a:gdLst>
                <a:gd name="T0" fmla="*/ 54 w 54"/>
                <a:gd name="T1" fmla="*/ 29 h 41"/>
                <a:gd name="T2" fmla="*/ 46 w 54"/>
                <a:gd name="T3" fmla="*/ 0 h 41"/>
                <a:gd name="T4" fmla="*/ 38 w 54"/>
                <a:gd name="T5" fmla="*/ 2 h 41"/>
                <a:gd name="T6" fmla="*/ 31 w 54"/>
                <a:gd name="T7" fmla="*/ 4 h 41"/>
                <a:gd name="T8" fmla="*/ 23 w 54"/>
                <a:gd name="T9" fmla="*/ 6 h 41"/>
                <a:gd name="T10" fmla="*/ 0 w 54"/>
                <a:gd name="T11" fmla="*/ 12 h 41"/>
                <a:gd name="T12" fmla="*/ 6 w 54"/>
                <a:gd name="T13" fmla="*/ 41 h 41"/>
                <a:gd name="T14" fmla="*/ 30 w 54"/>
                <a:gd name="T15" fmla="*/ 35 h 41"/>
                <a:gd name="T16" fmla="*/ 39 w 54"/>
                <a:gd name="T17" fmla="*/ 33 h 41"/>
                <a:gd name="T18" fmla="*/ 46 w 54"/>
                <a:gd name="T19" fmla="*/ 31 h 41"/>
                <a:gd name="T20" fmla="*/ 54 w 54"/>
                <a:gd name="T21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4" h="41">
                  <a:moveTo>
                    <a:pt x="54" y="29"/>
                  </a:moveTo>
                  <a:cubicBezTo>
                    <a:pt x="46" y="0"/>
                    <a:pt x="46" y="0"/>
                    <a:pt x="46" y="0"/>
                  </a:cubicBezTo>
                  <a:cubicBezTo>
                    <a:pt x="46" y="0"/>
                    <a:pt x="43" y="1"/>
                    <a:pt x="38" y="2"/>
                  </a:cubicBezTo>
                  <a:cubicBezTo>
                    <a:pt x="36" y="3"/>
                    <a:pt x="34" y="3"/>
                    <a:pt x="31" y="4"/>
                  </a:cubicBezTo>
                  <a:cubicBezTo>
                    <a:pt x="28" y="5"/>
                    <a:pt x="26" y="6"/>
                    <a:pt x="23" y="6"/>
                  </a:cubicBezTo>
                  <a:cubicBezTo>
                    <a:pt x="11" y="9"/>
                    <a:pt x="0" y="12"/>
                    <a:pt x="0" y="12"/>
                  </a:cubicBezTo>
                  <a:cubicBezTo>
                    <a:pt x="6" y="41"/>
                    <a:pt x="6" y="41"/>
                    <a:pt x="6" y="41"/>
                  </a:cubicBezTo>
                  <a:cubicBezTo>
                    <a:pt x="6" y="41"/>
                    <a:pt x="18" y="38"/>
                    <a:pt x="30" y="35"/>
                  </a:cubicBezTo>
                  <a:cubicBezTo>
                    <a:pt x="33" y="35"/>
                    <a:pt x="36" y="34"/>
                    <a:pt x="39" y="33"/>
                  </a:cubicBezTo>
                  <a:cubicBezTo>
                    <a:pt x="41" y="32"/>
                    <a:pt x="44" y="32"/>
                    <a:pt x="46" y="31"/>
                  </a:cubicBezTo>
                  <a:cubicBezTo>
                    <a:pt x="51" y="30"/>
                    <a:pt x="54" y="29"/>
                    <a:pt x="54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01" name="Freeform 13"/>
            <p:cNvSpPr/>
            <p:nvPr/>
          </p:nvSpPr>
          <p:spPr bwMode="auto">
            <a:xfrm>
              <a:off x="6619875" y="5808663"/>
              <a:ext cx="93663" cy="74613"/>
            </a:xfrm>
            <a:custGeom>
              <a:avLst/>
              <a:gdLst>
                <a:gd name="T0" fmla="*/ 55 w 55"/>
                <a:gd name="T1" fmla="*/ 29 h 44"/>
                <a:gd name="T2" fmla="*/ 45 w 55"/>
                <a:gd name="T3" fmla="*/ 0 h 44"/>
                <a:gd name="T4" fmla="*/ 23 w 55"/>
                <a:gd name="T5" fmla="*/ 8 h 44"/>
                <a:gd name="T6" fmla="*/ 7 w 55"/>
                <a:gd name="T7" fmla="*/ 14 h 44"/>
                <a:gd name="T8" fmla="*/ 2 w 55"/>
                <a:gd name="T9" fmla="*/ 15 h 44"/>
                <a:gd name="T10" fmla="*/ 0 w 55"/>
                <a:gd name="T11" fmla="*/ 16 h 44"/>
                <a:gd name="T12" fmla="*/ 9 w 55"/>
                <a:gd name="T13" fmla="*/ 44 h 44"/>
                <a:gd name="T14" fmla="*/ 11 w 55"/>
                <a:gd name="T15" fmla="*/ 44 h 44"/>
                <a:gd name="T16" fmla="*/ 17 w 55"/>
                <a:gd name="T17" fmla="*/ 42 h 44"/>
                <a:gd name="T18" fmla="*/ 32 w 55"/>
                <a:gd name="T19" fmla="*/ 37 h 44"/>
                <a:gd name="T20" fmla="*/ 55 w 55"/>
                <a:gd name="T21" fmla="*/ 29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5" h="44">
                  <a:moveTo>
                    <a:pt x="55" y="29"/>
                  </a:moveTo>
                  <a:cubicBezTo>
                    <a:pt x="45" y="0"/>
                    <a:pt x="45" y="0"/>
                    <a:pt x="45" y="0"/>
                  </a:cubicBezTo>
                  <a:cubicBezTo>
                    <a:pt x="45" y="0"/>
                    <a:pt x="34" y="4"/>
                    <a:pt x="23" y="8"/>
                  </a:cubicBezTo>
                  <a:cubicBezTo>
                    <a:pt x="17" y="10"/>
                    <a:pt x="12" y="12"/>
                    <a:pt x="7" y="14"/>
                  </a:cubicBezTo>
                  <a:cubicBezTo>
                    <a:pt x="5" y="14"/>
                    <a:pt x="4" y="15"/>
                    <a:pt x="2" y="15"/>
                  </a:cubicBezTo>
                  <a:cubicBezTo>
                    <a:pt x="1" y="15"/>
                    <a:pt x="0" y="16"/>
                    <a:pt x="0" y="16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4"/>
                    <a:pt x="10" y="44"/>
                    <a:pt x="11" y="44"/>
                  </a:cubicBezTo>
                  <a:cubicBezTo>
                    <a:pt x="13" y="43"/>
                    <a:pt x="14" y="43"/>
                    <a:pt x="17" y="42"/>
                  </a:cubicBezTo>
                  <a:cubicBezTo>
                    <a:pt x="21" y="41"/>
                    <a:pt x="27" y="39"/>
                    <a:pt x="32" y="37"/>
                  </a:cubicBezTo>
                  <a:cubicBezTo>
                    <a:pt x="44" y="33"/>
                    <a:pt x="55" y="29"/>
                    <a:pt x="55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02" name="Freeform 14"/>
            <p:cNvSpPr/>
            <p:nvPr/>
          </p:nvSpPr>
          <p:spPr bwMode="auto">
            <a:xfrm>
              <a:off x="5908675" y="5921375"/>
              <a:ext cx="82550" cy="53975"/>
            </a:xfrm>
            <a:custGeom>
              <a:avLst/>
              <a:gdLst>
                <a:gd name="T0" fmla="*/ 48 w 49"/>
                <a:gd name="T1" fmla="*/ 32 h 32"/>
                <a:gd name="T2" fmla="*/ 49 w 49"/>
                <a:gd name="T3" fmla="*/ 2 h 32"/>
                <a:gd name="T4" fmla="*/ 42 w 49"/>
                <a:gd name="T5" fmla="*/ 2 h 32"/>
                <a:gd name="T6" fmla="*/ 25 w 49"/>
                <a:gd name="T7" fmla="*/ 1 h 32"/>
                <a:gd name="T8" fmla="*/ 2 w 49"/>
                <a:gd name="T9" fmla="*/ 0 h 32"/>
                <a:gd name="T10" fmla="*/ 0 w 49"/>
                <a:gd name="T11" fmla="*/ 30 h 32"/>
                <a:gd name="T12" fmla="*/ 24 w 49"/>
                <a:gd name="T13" fmla="*/ 31 h 32"/>
                <a:gd name="T14" fmla="*/ 41 w 49"/>
                <a:gd name="T15" fmla="*/ 32 h 32"/>
                <a:gd name="T16" fmla="*/ 48 w 49"/>
                <a:gd name="T1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" h="32">
                  <a:moveTo>
                    <a:pt x="48" y="32"/>
                  </a:moveTo>
                  <a:cubicBezTo>
                    <a:pt x="49" y="2"/>
                    <a:pt x="49" y="2"/>
                    <a:pt x="49" y="2"/>
                  </a:cubicBezTo>
                  <a:cubicBezTo>
                    <a:pt x="49" y="2"/>
                    <a:pt x="46" y="2"/>
                    <a:pt x="42" y="2"/>
                  </a:cubicBezTo>
                  <a:cubicBezTo>
                    <a:pt x="37" y="2"/>
                    <a:pt x="31" y="2"/>
                    <a:pt x="25" y="1"/>
                  </a:cubicBezTo>
                  <a:cubicBezTo>
                    <a:pt x="14" y="1"/>
                    <a:pt x="2" y="0"/>
                    <a:pt x="2" y="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0"/>
                    <a:pt x="12" y="31"/>
                    <a:pt x="24" y="31"/>
                  </a:cubicBezTo>
                  <a:cubicBezTo>
                    <a:pt x="30" y="32"/>
                    <a:pt x="36" y="32"/>
                    <a:pt x="41" y="32"/>
                  </a:cubicBezTo>
                  <a:cubicBezTo>
                    <a:pt x="45" y="32"/>
                    <a:pt x="48" y="32"/>
                    <a:pt x="48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03" name="Freeform 15"/>
            <p:cNvSpPr/>
            <p:nvPr/>
          </p:nvSpPr>
          <p:spPr bwMode="auto">
            <a:xfrm>
              <a:off x="6056313" y="5922963"/>
              <a:ext cx="82550" cy="52388"/>
            </a:xfrm>
            <a:custGeom>
              <a:avLst/>
              <a:gdLst>
                <a:gd name="T0" fmla="*/ 52 w 52"/>
                <a:gd name="T1" fmla="*/ 32 h 33"/>
                <a:gd name="T2" fmla="*/ 50 w 52"/>
                <a:gd name="T3" fmla="*/ 0 h 33"/>
                <a:gd name="T4" fmla="*/ 0 w 52"/>
                <a:gd name="T5" fmla="*/ 1 h 33"/>
                <a:gd name="T6" fmla="*/ 0 w 52"/>
                <a:gd name="T7" fmla="*/ 33 h 33"/>
                <a:gd name="T8" fmla="*/ 52 w 52"/>
                <a:gd name="T9" fmla="*/ 3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33">
                  <a:moveTo>
                    <a:pt x="52" y="32"/>
                  </a:moveTo>
                  <a:lnTo>
                    <a:pt x="50" y="0"/>
                  </a:lnTo>
                  <a:lnTo>
                    <a:pt x="0" y="1"/>
                  </a:lnTo>
                  <a:lnTo>
                    <a:pt x="0" y="33"/>
                  </a:lnTo>
                  <a:lnTo>
                    <a:pt x="52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04" name="Freeform 16"/>
            <p:cNvSpPr/>
            <p:nvPr/>
          </p:nvSpPr>
          <p:spPr bwMode="auto">
            <a:xfrm>
              <a:off x="6197600" y="5908675"/>
              <a:ext cx="85725" cy="60325"/>
            </a:xfrm>
            <a:custGeom>
              <a:avLst/>
              <a:gdLst>
                <a:gd name="T0" fmla="*/ 51 w 51"/>
                <a:gd name="T1" fmla="*/ 30 h 35"/>
                <a:gd name="T2" fmla="*/ 47 w 51"/>
                <a:gd name="T3" fmla="*/ 0 h 35"/>
                <a:gd name="T4" fmla="*/ 24 w 51"/>
                <a:gd name="T5" fmla="*/ 3 h 35"/>
                <a:gd name="T6" fmla="*/ 0 w 51"/>
                <a:gd name="T7" fmla="*/ 5 h 35"/>
                <a:gd name="T8" fmla="*/ 3 w 51"/>
                <a:gd name="T9" fmla="*/ 35 h 35"/>
                <a:gd name="T10" fmla="*/ 27 w 51"/>
                <a:gd name="T11" fmla="*/ 33 h 35"/>
                <a:gd name="T12" fmla="*/ 51 w 51"/>
                <a:gd name="T13" fmla="*/ 3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" h="35">
                  <a:moveTo>
                    <a:pt x="51" y="30"/>
                  </a:moveTo>
                  <a:cubicBezTo>
                    <a:pt x="47" y="0"/>
                    <a:pt x="47" y="0"/>
                    <a:pt x="47" y="0"/>
                  </a:cubicBezTo>
                  <a:cubicBezTo>
                    <a:pt x="47" y="0"/>
                    <a:pt x="36" y="2"/>
                    <a:pt x="24" y="3"/>
                  </a:cubicBezTo>
                  <a:cubicBezTo>
                    <a:pt x="12" y="4"/>
                    <a:pt x="0" y="5"/>
                    <a:pt x="0" y="5"/>
                  </a:cubicBezTo>
                  <a:cubicBezTo>
                    <a:pt x="3" y="35"/>
                    <a:pt x="3" y="35"/>
                    <a:pt x="3" y="35"/>
                  </a:cubicBezTo>
                  <a:cubicBezTo>
                    <a:pt x="3" y="35"/>
                    <a:pt x="15" y="34"/>
                    <a:pt x="27" y="33"/>
                  </a:cubicBezTo>
                  <a:cubicBezTo>
                    <a:pt x="39" y="32"/>
                    <a:pt x="51" y="30"/>
                    <a:pt x="51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05" name="Freeform 17"/>
            <p:cNvSpPr/>
            <p:nvPr/>
          </p:nvSpPr>
          <p:spPr bwMode="auto">
            <a:xfrm>
              <a:off x="5472113" y="5848350"/>
              <a:ext cx="92075" cy="69850"/>
            </a:xfrm>
            <a:custGeom>
              <a:avLst/>
              <a:gdLst>
                <a:gd name="T0" fmla="*/ 47 w 54"/>
                <a:gd name="T1" fmla="*/ 41 h 41"/>
                <a:gd name="T2" fmla="*/ 54 w 54"/>
                <a:gd name="T3" fmla="*/ 12 h 41"/>
                <a:gd name="T4" fmla="*/ 31 w 54"/>
                <a:gd name="T5" fmla="*/ 6 h 41"/>
                <a:gd name="T6" fmla="*/ 9 w 54"/>
                <a:gd name="T7" fmla="*/ 0 h 41"/>
                <a:gd name="T8" fmla="*/ 0 w 54"/>
                <a:gd name="T9" fmla="*/ 28 h 41"/>
                <a:gd name="T10" fmla="*/ 24 w 54"/>
                <a:gd name="T11" fmla="*/ 35 h 41"/>
                <a:gd name="T12" fmla="*/ 47 w 54"/>
                <a:gd name="T13" fmla="*/ 4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41">
                  <a:moveTo>
                    <a:pt x="47" y="41"/>
                  </a:moveTo>
                  <a:cubicBezTo>
                    <a:pt x="54" y="12"/>
                    <a:pt x="54" y="12"/>
                    <a:pt x="54" y="12"/>
                  </a:cubicBezTo>
                  <a:cubicBezTo>
                    <a:pt x="54" y="12"/>
                    <a:pt x="43" y="9"/>
                    <a:pt x="31" y="6"/>
                  </a:cubicBezTo>
                  <a:cubicBezTo>
                    <a:pt x="20" y="3"/>
                    <a:pt x="9" y="0"/>
                    <a:pt x="9" y="0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12" y="32"/>
                    <a:pt x="24" y="35"/>
                  </a:cubicBezTo>
                  <a:cubicBezTo>
                    <a:pt x="36" y="38"/>
                    <a:pt x="47" y="41"/>
                    <a:pt x="47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06" name="Freeform 18"/>
            <p:cNvSpPr/>
            <p:nvPr/>
          </p:nvSpPr>
          <p:spPr bwMode="auto">
            <a:xfrm>
              <a:off x="5616575" y="5881688"/>
              <a:ext cx="88900" cy="66675"/>
            </a:xfrm>
            <a:custGeom>
              <a:avLst/>
              <a:gdLst>
                <a:gd name="T0" fmla="*/ 48 w 53"/>
                <a:gd name="T1" fmla="*/ 39 h 39"/>
                <a:gd name="T2" fmla="*/ 53 w 53"/>
                <a:gd name="T3" fmla="*/ 9 h 39"/>
                <a:gd name="T4" fmla="*/ 29 w 53"/>
                <a:gd name="T5" fmla="*/ 5 h 39"/>
                <a:gd name="T6" fmla="*/ 6 w 53"/>
                <a:gd name="T7" fmla="*/ 0 h 39"/>
                <a:gd name="T8" fmla="*/ 0 w 53"/>
                <a:gd name="T9" fmla="*/ 30 h 39"/>
                <a:gd name="T10" fmla="*/ 24 w 53"/>
                <a:gd name="T11" fmla="*/ 34 h 39"/>
                <a:gd name="T12" fmla="*/ 48 w 53"/>
                <a:gd name="T13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" h="39">
                  <a:moveTo>
                    <a:pt x="48" y="39"/>
                  </a:moveTo>
                  <a:cubicBezTo>
                    <a:pt x="53" y="9"/>
                    <a:pt x="53" y="9"/>
                    <a:pt x="53" y="9"/>
                  </a:cubicBezTo>
                  <a:cubicBezTo>
                    <a:pt x="53" y="9"/>
                    <a:pt x="41" y="7"/>
                    <a:pt x="29" y="5"/>
                  </a:cubicBezTo>
                  <a:cubicBezTo>
                    <a:pt x="18" y="3"/>
                    <a:pt x="6" y="0"/>
                    <a:pt x="6" y="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0"/>
                    <a:pt x="12" y="32"/>
                    <a:pt x="24" y="34"/>
                  </a:cubicBezTo>
                  <a:cubicBezTo>
                    <a:pt x="36" y="37"/>
                    <a:pt x="48" y="39"/>
                    <a:pt x="48" y="3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07" name="Freeform 19"/>
            <p:cNvSpPr/>
            <p:nvPr/>
          </p:nvSpPr>
          <p:spPr bwMode="auto">
            <a:xfrm>
              <a:off x="5759450" y="5907088"/>
              <a:ext cx="88900" cy="60325"/>
            </a:xfrm>
            <a:custGeom>
              <a:avLst/>
              <a:gdLst>
                <a:gd name="T0" fmla="*/ 49 w 52"/>
                <a:gd name="T1" fmla="*/ 35 h 35"/>
                <a:gd name="T2" fmla="*/ 52 w 52"/>
                <a:gd name="T3" fmla="*/ 5 h 35"/>
                <a:gd name="T4" fmla="*/ 44 w 52"/>
                <a:gd name="T5" fmla="*/ 4 h 35"/>
                <a:gd name="T6" fmla="*/ 28 w 52"/>
                <a:gd name="T7" fmla="*/ 3 h 35"/>
                <a:gd name="T8" fmla="*/ 12 w 52"/>
                <a:gd name="T9" fmla="*/ 1 h 35"/>
                <a:gd name="T10" fmla="*/ 5 w 52"/>
                <a:gd name="T11" fmla="*/ 0 h 35"/>
                <a:gd name="T12" fmla="*/ 0 w 52"/>
                <a:gd name="T13" fmla="*/ 29 h 35"/>
                <a:gd name="T14" fmla="*/ 8 w 52"/>
                <a:gd name="T15" fmla="*/ 30 h 35"/>
                <a:gd name="T16" fmla="*/ 25 w 52"/>
                <a:gd name="T17" fmla="*/ 32 h 35"/>
                <a:gd name="T18" fmla="*/ 41 w 52"/>
                <a:gd name="T19" fmla="*/ 34 h 35"/>
                <a:gd name="T20" fmla="*/ 49 w 52"/>
                <a:gd name="T21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2" h="35">
                  <a:moveTo>
                    <a:pt x="49" y="35"/>
                  </a:moveTo>
                  <a:cubicBezTo>
                    <a:pt x="52" y="5"/>
                    <a:pt x="52" y="5"/>
                    <a:pt x="52" y="5"/>
                  </a:cubicBezTo>
                  <a:cubicBezTo>
                    <a:pt x="52" y="5"/>
                    <a:pt x="49" y="5"/>
                    <a:pt x="44" y="4"/>
                  </a:cubicBezTo>
                  <a:cubicBezTo>
                    <a:pt x="40" y="4"/>
                    <a:pt x="34" y="3"/>
                    <a:pt x="28" y="3"/>
                  </a:cubicBezTo>
                  <a:cubicBezTo>
                    <a:pt x="22" y="2"/>
                    <a:pt x="16" y="1"/>
                    <a:pt x="12" y="1"/>
                  </a:cubicBezTo>
                  <a:cubicBezTo>
                    <a:pt x="7" y="0"/>
                    <a:pt x="5" y="0"/>
                    <a:pt x="5" y="0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9"/>
                    <a:pt x="3" y="30"/>
                    <a:pt x="8" y="30"/>
                  </a:cubicBezTo>
                  <a:cubicBezTo>
                    <a:pt x="13" y="31"/>
                    <a:pt x="19" y="32"/>
                    <a:pt x="25" y="32"/>
                  </a:cubicBezTo>
                  <a:cubicBezTo>
                    <a:pt x="31" y="33"/>
                    <a:pt x="37" y="34"/>
                    <a:pt x="41" y="34"/>
                  </a:cubicBezTo>
                  <a:cubicBezTo>
                    <a:pt x="46" y="35"/>
                    <a:pt x="49" y="35"/>
                    <a:pt x="49" y="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08" name="Freeform 20"/>
            <p:cNvSpPr/>
            <p:nvPr/>
          </p:nvSpPr>
          <p:spPr bwMode="auto">
            <a:xfrm>
              <a:off x="5065713" y="5683250"/>
              <a:ext cx="93663" cy="82550"/>
            </a:xfrm>
            <a:custGeom>
              <a:avLst/>
              <a:gdLst>
                <a:gd name="T0" fmla="*/ 43 w 56"/>
                <a:gd name="T1" fmla="*/ 49 h 49"/>
                <a:gd name="T2" fmla="*/ 56 w 56"/>
                <a:gd name="T3" fmla="*/ 22 h 49"/>
                <a:gd name="T4" fmla="*/ 35 w 56"/>
                <a:gd name="T5" fmla="*/ 11 h 49"/>
                <a:gd name="T6" fmla="*/ 21 w 56"/>
                <a:gd name="T7" fmla="*/ 4 h 49"/>
                <a:gd name="T8" fmla="*/ 14 w 56"/>
                <a:gd name="T9" fmla="*/ 0 h 49"/>
                <a:gd name="T10" fmla="*/ 0 w 56"/>
                <a:gd name="T11" fmla="*/ 26 h 49"/>
                <a:gd name="T12" fmla="*/ 7 w 56"/>
                <a:gd name="T13" fmla="*/ 30 h 49"/>
                <a:gd name="T14" fmla="*/ 21 w 56"/>
                <a:gd name="T15" fmla="*/ 38 h 49"/>
                <a:gd name="T16" fmla="*/ 43 w 56"/>
                <a:gd name="T17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49">
                  <a:moveTo>
                    <a:pt x="43" y="49"/>
                  </a:moveTo>
                  <a:cubicBezTo>
                    <a:pt x="56" y="22"/>
                    <a:pt x="56" y="22"/>
                    <a:pt x="56" y="22"/>
                  </a:cubicBezTo>
                  <a:cubicBezTo>
                    <a:pt x="56" y="22"/>
                    <a:pt x="46" y="17"/>
                    <a:pt x="35" y="11"/>
                  </a:cubicBezTo>
                  <a:cubicBezTo>
                    <a:pt x="30" y="9"/>
                    <a:pt x="25" y="6"/>
                    <a:pt x="21" y="4"/>
                  </a:cubicBezTo>
                  <a:cubicBezTo>
                    <a:pt x="17" y="2"/>
                    <a:pt x="14" y="0"/>
                    <a:pt x="14" y="0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26"/>
                    <a:pt x="3" y="28"/>
                    <a:pt x="7" y="30"/>
                  </a:cubicBezTo>
                  <a:cubicBezTo>
                    <a:pt x="11" y="32"/>
                    <a:pt x="16" y="35"/>
                    <a:pt x="21" y="38"/>
                  </a:cubicBezTo>
                  <a:cubicBezTo>
                    <a:pt x="32" y="44"/>
                    <a:pt x="43" y="49"/>
                    <a:pt x="43" y="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09" name="Freeform 21"/>
            <p:cNvSpPr/>
            <p:nvPr/>
          </p:nvSpPr>
          <p:spPr bwMode="auto">
            <a:xfrm>
              <a:off x="5197475" y="5746750"/>
              <a:ext cx="93663" cy="79375"/>
            </a:xfrm>
            <a:custGeom>
              <a:avLst/>
              <a:gdLst>
                <a:gd name="T0" fmla="*/ 44 w 56"/>
                <a:gd name="T1" fmla="*/ 47 h 47"/>
                <a:gd name="T2" fmla="*/ 56 w 56"/>
                <a:gd name="T3" fmla="*/ 19 h 47"/>
                <a:gd name="T4" fmla="*/ 49 w 56"/>
                <a:gd name="T5" fmla="*/ 16 h 47"/>
                <a:gd name="T6" fmla="*/ 34 w 56"/>
                <a:gd name="T7" fmla="*/ 10 h 47"/>
                <a:gd name="T8" fmla="*/ 19 w 56"/>
                <a:gd name="T9" fmla="*/ 4 h 47"/>
                <a:gd name="T10" fmla="*/ 12 w 56"/>
                <a:gd name="T11" fmla="*/ 0 h 47"/>
                <a:gd name="T12" fmla="*/ 0 w 56"/>
                <a:gd name="T13" fmla="*/ 28 h 47"/>
                <a:gd name="T14" fmla="*/ 7 w 56"/>
                <a:gd name="T15" fmla="*/ 31 h 47"/>
                <a:gd name="T16" fmla="*/ 22 w 56"/>
                <a:gd name="T17" fmla="*/ 38 h 47"/>
                <a:gd name="T18" fmla="*/ 37 w 56"/>
                <a:gd name="T19" fmla="*/ 44 h 47"/>
                <a:gd name="T20" fmla="*/ 44 w 56"/>
                <a:gd name="T21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6" h="47">
                  <a:moveTo>
                    <a:pt x="44" y="47"/>
                  </a:moveTo>
                  <a:cubicBezTo>
                    <a:pt x="56" y="19"/>
                    <a:pt x="56" y="19"/>
                    <a:pt x="56" y="19"/>
                  </a:cubicBezTo>
                  <a:cubicBezTo>
                    <a:pt x="56" y="19"/>
                    <a:pt x="53" y="18"/>
                    <a:pt x="49" y="16"/>
                  </a:cubicBezTo>
                  <a:cubicBezTo>
                    <a:pt x="45" y="15"/>
                    <a:pt x="39" y="12"/>
                    <a:pt x="34" y="10"/>
                  </a:cubicBezTo>
                  <a:cubicBezTo>
                    <a:pt x="28" y="8"/>
                    <a:pt x="23" y="5"/>
                    <a:pt x="19" y="4"/>
                  </a:cubicBezTo>
                  <a:cubicBezTo>
                    <a:pt x="15" y="2"/>
                    <a:pt x="12" y="0"/>
                    <a:pt x="12" y="0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2" y="29"/>
                    <a:pt x="7" y="31"/>
                  </a:cubicBezTo>
                  <a:cubicBezTo>
                    <a:pt x="11" y="33"/>
                    <a:pt x="16" y="35"/>
                    <a:pt x="22" y="38"/>
                  </a:cubicBezTo>
                  <a:cubicBezTo>
                    <a:pt x="27" y="40"/>
                    <a:pt x="33" y="42"/>
                    <a:pt x="37" y="44"/>
                  </a:cubicBezTo>
                  <a:cubicBezTo>
                    <a:pt x="41" y="46"/>
                    <a:pt x="44" y="47"/>
                    <a:pt x="44" y="4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10" name="Freeform 22"/>
            <p:cNvSpPr/>
            <p:nvPr/>
          </p:nvSpPr>
          <p:spPr bwMode="auto">
            <a:xfrm>
              <a:off x="5332413" y="5802313"/>
              <a:ext cx="92075" cy="74613"/>
            </a:xfrm>
            <a:custGeom>
              <a:avLst/>
              <a:gdLst>
                <a:gd name="T0" fmla="*/ 46 w 55"/>
                <a:gd name="T1" fmla="*/ 44 h 44"/>
                <a:gd name="T2" fmla="*/ 55 w 55"/>
                <a:gd name="T3" fmla="*/ 15 h 44"/>
                <a:gd name="T4" fmla="*/ 48 w 55"/>
                <a:gd name="T5" fmla="*/ 13 h 44"/>
                <a:gd name="T6" fmla="*/ 33 w 55"/>
                <a:gd name="T7" fmla="*/ 8 h 44"/>
                <a:gd name="T8" fmla="*/ 10 w 55"/>
                <a:gd name="T9" fmla="*/ 0 h 44"/>
                <a:gd name="T10" fmla="*/ 0 w 55"/>
                <a:gd name="T11" fmla="*/ 28 h 44"/>
                <a:gd name="T12" fmla="*/ 23 w 55"/>
                <a:gd name="T13" fmla="*/ 36 h 44"/>
                <a:gd name="T14" fmla="*/ 39 w 55"/>
                <a:gd name="T15" fmla="*/ 42 h 44"/>
                <a:gd name="T16" fmla="*/ 46 w 55"/>
                <a:gd name="T17" fmla="*/ 4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5" h="44">
                  <a:moveTo>
                    <a:pt x="46" y="44"/>
                  </a:moveTo>
                  <a:cubicBezTo>
                    <a:pt x="55" y="15"/>
                    <a:pt x="55" y="15"/>
                    <a:pt x="55" y="15"/>
                  </a:cubicBezTo>
                  <a:cubicBezTo>
                    <a:pt x="55" y="15"/>
                    <a:pt x="52" y="14"/>
                    <a:pt x="48" y="13"/>
                  </a:cubicBezTo>
                  <a:cubicBezTo>
                    <a:pt x="44" y="12"/>
                    <a:pt x="38" y="10"/>
                    <a:pt x="33" y="8"/>
                  </a:cubicBezTo>
                  <a:cubicBezTo>
                    <a:pt x="22" y="4"/>
                    <a:pt x="10" y="0"/>
                    <a:pt x="10" y="0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11" y="32"/>
                    <a:pt x="23" y="36"/>
                  </a:cubicBezTo>
                  <a:cubicBezTo>
                    <a:pt x="29" y="38"/>
                    <a:pt x="34" y="40"/>
                    <a:pt x="39" y="42"/>
                  </a:cubicBezTo>
                  <a:cubicBezTo>
                    <a:pt x="43" y="43"/>
                    <a:pt x="46" y="44"/>
                    <a:pt x="46" y="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143" name="Group 142"/>
          <p:cNvGrpSpPr/>
          <p:nvPr/>
        </p:nvGrpSpPr>
        <p:grpSpPr>
          <a:xfrm>
            <a:off x="7862887" y="3254375"/>
            <a:ext cx="249238" cy="941388"/>
            <a:chOff x="7800975" y="3073400"/>
            <a:chExt cx="249238" cy="941388"/>
          </a:xfrm>
          <a:solidFill>
            <a:schemeClr val="tx2"/>
          </a:solidFill>
        </p:grpSpPr>
        <p:sp>
          <p:nvSpPr>
            <p:cNvPr id="111" name="Freeform 23"/>
            <p:cNvSpPr/>
            <p:nvPr/>
          </p:nvSpPr>
          <p:spPr bwMode="auto">
            <a:xfrm>
              <a:off x="7921625" y="3398838"/>
              <a:ext cx="74613" cy="104775"/>
            </a:xfrm>
            <a:custGeom>
              <a:avLst/>
              <a:gdLst>
                <a:gd name="T0" fmla="*/ 29 w 44"/>
                <a:gd name="T1" fmla="*/ 0 h 62"/>
                <a:gd name="T2" fmla="*/ 0 w 44"/>
                <a:gd name="T3" fmla="*/ 8 h 62"/>
                <a:gd name="T4" fmla="*/ 8 w 44"/>
                <a:gd name="T5" fmla="*/ 35 h 62"/>
                <a:gd name="T6" fmla="*/ 13 w 44"/>
                <a:gd name="T7" fmla="*/ 54 h 62"/>
                <a:gd name="T8" fmla="*/ 15 w 44"/>
                <a:gd name="T9" fmla="*/ 62 h 62"/>
                <a:gd name="T10" fmla="*/ 44 w 44"/>
                <a:gd name="T11" fmla="*/ 55 h 62"/>
                <a:gd name="T12" fmla="*/ 42 w 44"/>
                <a:gd name="T13" fmla="*/ 47 h 62"/>
                <a:gd name="T14" fmla="*/ 37 w 44"/>
                <a:gd name="T15" fmla="*/ 27 h 62"/>
                <a:gd name="T16" fmla="*/ 29 w 44"/>
                <a:gd name="T17" fmla="*/ 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4" h="62">
                  <a:moveTo>
                    <a:pt x="29" y="0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5" y="21"/>
                    <a:pt x="8" y="35"/>
                  </a:cubicBezTo>
                  <a:cubicBezTo>
                    <a:pt x="10" y="42"/>
                    <a:pt x="11" y="49"/>
                    <a:pt x="13" y="54"/>
                  </a:cubicBezTo>
                  <a:cubicBezTo>
                    <a:pt x="14" y="59"/>
                    <a:pt x="15" y="62"/>
                    <a:pt x="15" y="62"/>
                  </a:cubicBezTo>
                  <a:cubicBezTo>
                    <a:pt x="44" y="55"/>
                    <a:pt x="44" y="55"/>
                    <a:pt x="44" y="55"/>
                  </a:cubicBezTo>
                  <a:cubicBezTo>
                    <a:pt x="44" y="55"/>
                    <a:pt x="43" y="52"/>
                    <a:pt x="42" y="47"/>
                  </a:cubicBezTo>
                  <a:cubicBezTo>
                    <a:pt x="41" y="41"/>
                    <a:pt x="39" y="34"/>
                    <a:pt x="37" y="27"/>
                  </a:cubicBezTo>
                  <a:cubicBezTo>
                    <a:pt x="33" y="13"/>
                    <a:pt x="29" y="0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12" name="Freeform 24"/>
            <p:cNvSpPr/>
            <p:nvPr/>
          </p:nvSpPr>
          <p:spPr bwMode="auto">
            <a:xfrm>
              <a:off x="7867650" y="3233738"/>
              <a:ext cx="80963" cy="106363"/>
            </a:xfrm>
            <a:custGeom>
              <a:avLst/>
              <a:gdLst>
                <a:gd name="T0" fmla="*/ 28 w 48"/>
                <a:gd name="T1" fmla="*/ 0 h 63"/>
                <a:gd name="T2" fmla="*/ 0 w 48"/>
                <a:gd name="T3" fmla="*/ 10 h 63"/>
                <a:gd name="T4" fmla="*/ 4 w 48"/>
                <a:gd name="T5" fmla="*/ 19 h 63"/>
                <a:gd name="T6" fmla="*/ 10 w 48"/>
                <a:gd name="T7" fmla="*/ 37 h 63"/>
                <a:gd name="T8" fmla="*/ 17 w 48"/>
                <a:gd name="T9" fmla="*/ 55 h 63"/>
                <a:gd name="T10" fmla="*/ 19 w 48"/>
                <a:gd name="T11" fmla="*/ 63 h 63"/>
                <a:gd name="T12" fmla="*/ 48 w 48"/>
                <a:gd name="T13" fmla="*/ 54 h 63"/>
                <a:gd name="T14" fmla="*/ 45 w 48"/>
                <a:gd name="T15" fmla="*/ 45 h 63"/>
                <a:gd name="T16" fmla="*/ 38 w 48"/>
                <a:gd name="T17" fmla="*/ 27 h 63"/>
                <a:gd name="T18" fmla="*/ 32 w 48"/>
                <a:gd name="T19" fmla="*/ 8 h 63"/>
                <a:gd name="T20" fmla="*/ 28 w 48"/>
                <a:gd name="T21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8" h="63">
                  <a:moveTo>
                    <a:pt x="28" y="0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2" y="14"/>
                    <a:pt x="4" y="19"/>
                  </a:cubicBezTo>
                  <a:cubicBezTo>
                    <a:pt x="5" y="23"/>
                    <a:pt x="8" y="30"/>
                    <a:pt x="10" y="37"/>
                  </a:cubicBezTo>
                  <a:cubicBezTo>
                    <a:pt x="12" y="43"/>
                    <a:pt x="15" y="50"/>
                    <a:pt x="17" y="55"/>
                  </a:cubicBezTo>
                  <a:cubicBezTo>
                    <a:pt x="18" y="60"/>
                    <a:pt x="19" y="63"/>
                    <a:pt x="19" y="63"/>
                  </a:cubicBezTo>
                  <a:cubicBezTo>
                    <a:pt x="48" y="54"/>
                    <a:pt x="48" y="54"/>
                    <a:pt x="48" y="54"/>
                  </a:cubicBezTo>
                  <a:cubicBezTo>
                    <a:pt x="48" y="54"/>
                    <a:pt x="47" y="50"/>
                    <a:pt x="45" y="45"/>
                  </a:cubicBezTo>
                  <a:cubicBezTo>
                    <a:pt x="43" y="40"/>
                    <a:pt x="41" y="33"/>
                    <a:pt x="38" y="27"/>
                  </a:cubicBezTo>
                  <a:cubicBezTo>
                    <a:pt x="36" y="20"/>
                    <a:pt x="34" y="13"/>
                    <a:pt x="32" y="8"/>
                  </a:cubicBezTo>
                  <a:cubicBezTo>
                    <a:pt x="30" y="3"/>
                    <a:pt x="28" y="0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13" name="Freeform 25"/>
            <p:cNvSpPr/>
            <p:nvPr/>
          </p:nvSpPr>
          <p:spPr bwMode="auto">
            <a:xfrm>
              <a:off x="7800975" y="3073400"/>
              <a:ext cx="85725" cy="107950"/>
            </a:xfrm>
            <a:custGeom>
              <a:avLst/>
              <a:gdLst>
                <a:gd name="T0" fmla="*/ 27 w 51"/>
                <a:gd name="T1" fmla="*/ 0 h 64"/>
                <a:gd name="T2" fmla="*/ 0 w 51"/>
                <a:gd name="T3" fmla="*/ 13 h 64"/>
                <a:gd name="T4" fmla="*/ 4 w 51"/>
                <a:gd name="T5" fmla="*/ 21 h 64"/>
                <a:gd name="T6" fmla="*/ 12 w 51"/>
                <a:gd name="T7" fmla="*/ 39 h 64"/>
                <a:gd name="T8" fmla="*/ 20 w 51"/>
                <a:gd name="T9" fmla="*/ 56 h 64"/>
                <a:gd name="T10" fmla="*/ 24 w 51"/>
                <a:gd name="T11" fmla="*/ 64 h 64"/>
                <a:gd name="T12" fmla="*/ 51 w 51"/>
                <a:gd name="T13" fmla="*/ 52 h 64"/>
                <a:gd name="T14" fmla="*/ 48 w 51"/>
                <a:gd name="T15" fmla="*/ 44 h 64"/>
                <a:gd name="T16" fmla="*/ 39 w 51"/>
                <a:gd name="T17" fmla="*/ 26 h 64"/>
                <a:gd name="T18" fmla="*/ 31 w 51"/>
                <a:gd name="T19" fmla="*/ 8 h 64"/>
                <a:gd name="T20" fmla="*/ 27 w 51"/>
                <a:gd name="T21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4">
                  <a:moveTo>
                    <a:pt x="27" y="0"/>
                  </a:move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2" y="16"/>
                    <a:pt x="4" y="21"/>
                  </a:cubicBezTo>
                  <a:cubicBezTo>
                    <a:pt x="6" y="26"/>
                    <a:pt x="9" y="32"/>
                    <a:pt x="12" y="39"/>
                  </a:cubicBezTo>
                  <a:cubicBezTo>
                    <a:pt x="15" y="45"/>
                    <a:pt x="18" y="51"/>
                    <a:pt x="20" y="56"/>
                  </a:cubicBezTo>
                  <a:cubicBezTo>
                    <a:pt x="22" y="61"/>
                    <a:pt x="24" y="64"/>
                    <a:pt x="24" y="64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51" y="52"/>
                    <a:pt x="50" y="49"/>
                    <a:pt x="48" y="44"/>
                  </a:cubicBezTo>
                  <a:cubicBezTo>
                    <a:pt x="45" y="39"/>
                    <a:pt x="42" y="33"/>
                    <a:pt x="39" y="26"/>
                  </a:cubicBezTo>
                  <a:cubicBezTo>
                    <a:pt x="36" y="20"/>
                    <a:pt x="33" y="13"/>
                    <a:pt x="31" y="8"/>
                  </a:cubicBezTo>
                  <a:cubicBezTo>
                    <a:pt x="29" y="3"/>
                    <a:pt x="27" y="0"/>
                    <a:pt x="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14" name="Freeform 26"/>
            <p:cNvSpPr/>
            <p:nvPr/>
          </p:nvSpPr>
          <p:spPr bwMode="auto">
            <a:xfrm>
              <a:off x="7997825" y="3916363"/>
              <a:ext cx="52388" cy="98425"/>
            </a:xfrm>
            <a:custGeom>
              <a:avLst/>
              <a:gdLst>
                <a:gd name="T0" fmla="*/ 31 w 31"/>
                <a:gd name="T1" fmla="*/ 0 h 58"/>
                <a:gd name="T2" fmla="*/ 1 w 31"/>
                <a:gd name="T3" fmla="*/ 1 h 58"/>
                <a:gd name="T4" fmla="*/ 1 w 31"/>
                <a:gd name="T5" fmla="*/ 10 h 58"/>
                <a:gd name="T6" fmla="*/ 1 w 31"/>
                <a:gd name="T7" fmla="*/ 29 h 58"/>
                <a:gd name="T8" fmla="*/ 0 w 31"/>
                <a:gd name="T9" fmla="*/ 57 h 58"/>
                <a:gd name="T10" fmla="*/ 30 w 31"/>
                <a:gd name="T11" fmla="*/ 58 h 58"/>
                <a:gd name="T12" fmla="*/ 31 w 31"/>
                <a:gd name="T13" fmla="*/ 29 h 58"/>
                <a:gd name="T14" fmla="*/ 31 w 31"/>
                <a:gd name="T15" fmla="*/ 9 h 58"/>
                <a:gd name="T16" fmla="*/ 31 w 31"/>
                <a:gd name="T17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" h="58">
                  <a:moveTo>
                    <a:pt x="31" y="0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4"/>
                    <a:pt x="1" y="10"/>
                  </a:cubicBezTo>
                  <a:cubicBezTo>
                    <a:pt x="1" y="15"/>
                    <a:pt x="1" y="22"/>
                    <a:pt x="1" y="29"/>
                  </a:cubicBezTo>
                  <a:cubicBezTo>
                    <a:pt x="1" y="43"/>
                    <a:pt x="0" y="57"/>
                    <a:pt x="0" y="57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0" y="58"/>
                    <a:pt x="31" y="44"/>
                    <a:pt x="31" y="29"/>
                  </a:cubicBezTo>
                  <a:cubicBezTo>
                    <a:pt x="31" y="22"/>
                    <a:pt x="31" y="15"/>
                    <a:pt x="31" y="9"/>
                  </a:cubicBezTo>
                  <a:cubicBezTo>
                    <a:pt x="31" y="4"/>
                    <a:pt x="31" y="0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15" name="Freeform 27"/>
            <p:cNvSpPr/>
            <p:nvPr/>
          </p:nvSpPr>
          <p:spPr bwMode="auto">
            <a:xfrm>
              <a:off x="7988300" y="3743325"/>
              <a:ext cx="58738" cy="98425"/>
            </a:xfrm>
            <a:custGeom>
              <a:avLst/>
              <a:gdLst>
                <a:gd name="T0" fmla="*/ 30 w 35"/>
                <a:gd name="T1" fmla="*/ 0 h 59"/>
                <a:gd name="T2" fmla="*/ 0 w 35"/>
                <a:gd name="T3" fmla="*/ 3 h 59"/>
                <a:gd name="T4" fmla="*/ 1 w 35"/>
                <a:gd name="T5" fmla="*/ 12 h 59"/>
                <a:gd name="T6" fmla="*/ 2 w 35"/>
                <a:gd name="T7" fmla="*/ 21 h 59"/>
                <a:gd name="T8" fmla="*/ 3 w 35"/>
                <a:gd name="T9" fmla="*/ 31 h 59"/>
                <a:gd name="T10" fmla="*/ 4 w 35"/>
                <a:gd name="T11" fmla="*/ 51 h 59"/>
                <a:gd name="T12" fmla="*/ 5 w 35"/>
                <a:gd name="T13" fmla="*/ 59 h 59"/>
                <a:gd name="T14" fmla="*/ 35 w 35"/>
                <a:gd name="T15" fmla="*/ 58 h 59"/>
                <a:gd name="T16" fmla="*/ 34 w 35"/>
                <a:gd name="T17" fmla="*/ 49 h 59"/>
                <a:gd name="T18" fmla="*/ 33 w 35"/>
                <a:gd name="T19" fmla="*/ 29 h 59"/>
                <a:gd name="T20" fmla="*/ 32 w 35"/>
                <a:gd name="T21" fmla="*/ 18 h 59"/>
                <a:gd name="T22" fmla="*/ 31 w 35"/>
                <a:gd name="T23" fmla="*/ 9 h 59"/>
                <a:gd name="T24" fmla="*/ 30 w 35"/>
                <a:gd name="T25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59">
                  <a:moveTo>
                    <a:pt x="30" y="0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1" y="7"/>
                    <a:pt x="1" y="12"/>
                  </a:cubicBezTo>
                  <a:cubicBezTo>
                    <a:pt x="1" y="15"/>
                    <a:pt x="2" y="18"/>
                    <a:pt x="2" y="21"/>
                  </a:cubicBezTo>
                  <a:cubicBezTo>
                    <a:pt x="2" y="24"/>
                    <a:pt x="3" y="28"/>
                    <a:pt x="3" y="31"/>
                  </a:cubicBezTo>
                  <a:cubicBezTo>
                    <a:pt x="3" y="38"/>
                    <a:pt x="4" y="45"/>
                    <a:pt x="4" y="51"/>
                  </a:cubicBezTo>
                  <a:cubicBezTo>
                    <a:pt x="5" y="56"/>
                    <a:pt x="5" y="59"/>
                    <a:pt x="5" y="59"/>
                  </a:cubicBezTo>
                  <a:cubicBezTo>
                    <a:pt x="35" y="58"/>
                    <a:pt x="35" y="58"/>
                    <a:pt x="35" y="58"/>
                  </a:cubicBezTo>
                  <a:cubicBezTo>
                    <a:pt x="35" y="58"/>
                    <a:pt x="35" y="54"/>
                    <a:pt x="34" y="49"/>
                  </a:cubicBezTo>
                  <a:cubicBezTo>
                    <a:pt x="34" y="43"/>
                    <a:pt x="33" y="36"/>
                    <a:pt x="33" y="29"/>
                  </a:cubicBezTo>
                  <a:cubicBezTo>
                    <a:pt x="33" y="25"/>
                    <a:pt x="32" y="22"/>
                    <a:pt x="32" y="18"/>
                  </a:cubicBezTo>
                  <a:cubicBezTo>
                    <a:pt x="32" y="15"/>
                    <a:pt x="31" y="12"/>
                    <a:pt x="31" y="9"/>
                  </a:cubicBezTo>
                  <a:cubicBezTo>
                    <a:pt x="31" y="4"/>
                    <a:pt x="30" y="0"/>
                    <a:pt x="3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16" name="Freeform 28"/>
            <p:cNvSpPr/>
            <p:nvPr/>
          </p:nvSpPr>
          <p:spPr bwMode="auto">
            <a:xfrm>
              <a:off x="7962900" y="3570288"/>
              <a:ext cx="65088" cy="103188"/>
            </a:xfrm>
            <a:custGeom>
              <a:avLst/>
              <a:gdLst>
                <a:gd name="T0" fmla="*/ 30 w 39"/>
                <a:gd name="T1" fmla="*/ 0 h 61"/>
                <a:gd name="T2" fmla="*/ 0 w 39"/>
                <a:gd name="T3" fmla="*/ 6 h 61"/>
                <a:gd name="T4" fmla="*/ 5 w 39"/>
                <a:gd name="T5" fmla="*/ 33 h 61"/>
                <a:gd name="T6" fmla="*/ 9 w 39"/>
                <a:gd name="T7" fmla="*/ 53 h 61"/>
                <a:gd name="T8" fmla="*/ 10 w 39"/>
                <a:gd name="T9" fmla="*/ 61 h 61"/>
                <a:gd name="T10" fmla="*/ 39 w 39"/>
                <a:gd name="T11" fmla="*/ 57 h 61"/>
                <a:gd name="T12" fmla="*/ 38 w 39"/>
                <a:gd name="T13" fmla="*/ 48 h 61"/>
                <a:gd name="T14" fmla="*/ 35 w 39"/>
                <a:gd name="T15" fmla="*/ 28 h 61"/>
                <a:gd name="T16" fmla="*/ 30 w 39"/>
                <a:gd name="T17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61">
                  <a:moveTo>
                    <a:pt x="30" y="0"/>
                  </a:move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3" y="20"/>
                    <a:pt x="5" y="33"/>
                  </a:cubicBezTo>
                  <a:cubicBezTo>
                    <a:pt x="7" y="40"/>
                    <a:pt x="8" y="47"/>
                    <a:pt x="9" y="53"/>
                  </a:cubicBezTo>
                  <a:cubicBezTo>
                    <a:pt x="9" y="58"/>
                    <a:pt x="10" y="61"/>
                    <a:pt x="10" y="61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9" y="57"/>
                    <a:pt x="39" y="53"/>
                    <a:pt x="38" y="48"/>
                  </a:cubicBezTo>
                  <a:cubicBezTo>
                    <a:pt x="37" y="43"/>
                    <a:pt x="36" y="36"/>
                    <a:pt x="35" y="28"/>
                  </a:cubicBezTo>
                  <a:cubicBezTo>
                    <a:pt x="33" y="14"/>
                    <a:pt x="30" y="0"/>
                    <a:pt x="3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145" name="Group 144"/>
          <p:cNvGrpSpPr/>
          <p:nvPr/>
        </p:nvGrpSpPr>
        <p:grpSpPr>
          <a:xfrm>
            <a:off x="4932362" y="2122488"/>
            <a:ext cx="1590676" cy="412750"/>
            <a:chOff x="4870450" y="1941513"/>
            <a:chExt cx="1590676" cy="412750"/>
          </a:xfrm>
          <a:solidFill>
            <a:schemeClr val="tx2"/>
          </a:solidFill>
        </p:grpSpPr>
        <p:sp>
          <p:nvSpPr>
            <p:cNvPr id="117" name="Freeform 29"/>
            <p:cNvSpPr/>
            <p:nvPr/>
          </p:nvSpPr>
          <p:spPr bwMode="auto">
            <a:xfrm>
              <a:off x="5116513" y="2127250"/>
              <a:ext cx="93663" cy="80963"/>
            </a:xfrm>
            <a:custGeom>
              <a:avLst/>
              <a:gdLst>
                <a:gd name="T0" fmla="*/ 0 w 56"/>
                <a:gd name="T1" fmla="*/ 21 h 48"/>
                <a:gd name="T2" fmla="*/ 14 w 56"/>
                <a:gd name="T3" fmla="*/ 48 h 48"/>
                <a:gd name="T4" fmla="*/ 35 w 56"/>
                <a:gd name="T5" fmla="*/ 37 h 48"/>
                <a:gd name="T6" fmla="*/ 49 w 56"/>
                <a:gd name="T7" fmla="*/ 30 h 48"/>
                <a:gd name="T8" fmla="*/ 56 w 56"/>
                <a:gd name="T9" fmla="*/ 27 h 48"/>
                <a:gd name="T10" fmla="*/ 43 w 56"/>
                <a:gd name="T11" fmla="*/ 0 h 48"/>
                <a:gd name="T12" fmla="*/ 36 w 56"/>
                <a:gd name="T13" fmla="*/ 3 h 48"/>
                <a:gd name="T14" fmla="*/ 22 w 56"/>
                <a:gd name="T15" fmla="*/ 10 h 48"/>
                <a:gd name="T16" fmla="*/ 0 w 56"/>
                <a:gd name="T17" fmla="*/ 21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48">
                  <a:moveTo>
                    <a:pt x="0" y="21"/>
                  </a:moveTo>
                  <a:cubicBezTo>
                    <a:pt x="14" y="48"/>
                    <a:pt x="14" y="48"/>
                    <a:pt x="14" y="48"/>
                  </a:cubicBezTo>
                  <a:cubicBezTo>
                    <a:pt x="14" y="48"/>
                    <a:pt x="25" y="43"/>
                    <a:pt x="35" y="37"/>
                  </a:cubicBezTo>
                  <a:cubicBezTo>
                    <a:pt x="40" y="35"/>
                    <a:pt x="45" y="32"/>
                    <a:pt x="49" y="30"/>
                  </a:cubicBezTo>
                  <a:cubicBezTo>
                    <a:pt x="53" y="29"/>
                    <a:pt x="56" y="27"/>
                    <a:pt x="56" y="27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3" y="0"/>
                    <a:pt x="41" y="1"/>
                    <a:pt x="36" y="3"/>
                  </a:cubicBezTo>
                  <a:cubicBezTo>
                    <a:pt x="32" y="5"/>
                    <a:pt x="27" y="8"/>
                    <a:pt x="22" y="10"/>
                  </a:cubicBezTo>
                  <a:cubicBezTo>
                    <a:pt x="11" y="16"/>
                    <a:pt x="0" y="21"/>
                    <a:pt x="0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18" name="Freeform 30"/>
            <p:cNvSpPr/>
            <p:nvPr/>
          </p:nvSpPr>
          <p:spPr bwMode="auto">
            <a:xfrm>
              <a:off x="4991100" y="2193925"/>
              <a:ext cx="93663" cy="82550"/>
            </a:xfrm>
            <a:custGeom>
              <a:avLst/>
              <a:gdLst>
                <a:gd name="T0" fmla="*/ 0 w 56"/>
                <a:gd name="T1" fmla="*/ 24 h 49"/>
                <a:gd name="T2" fmla="*/ 15 w 56"/>
                <a:gd name="T3" fmla="*/ 49 h 49"/>
                <a:gd name="T4" fmla="*/ 35 w 56"/>
                <a:gd name="T5" fmla="*/ 37 h 49"/>
                <a:gd name="T6" fmla="*/ 49 w 56"/>
                <a:gd name="T7" fmla="*/ 30 h 49"/>
                <a:gd name="T8" fmla="*/ 56 w 56"/>
                <a:gd name="T9" fmla="*/ 26 h 49"/>
                <a:gd name="T10" fmla="*/ 41 w 56"/>
                <a:gd name="T11" fmla="*/ 0 h 49"/>
                <a:gd name="T12" fmla="*/ 35 w 56"/>
                <a:gd name="T13" fmla="*/ 3 h 49"/>
                <a:gd name="T14" fmla="*/ 20 w 56"/>
                <a:gd name="T15" fmla="*/ 12 h 49"/>
                <a:gd name="T16" fmla="*/ 0 w 56"/>
                <a:gd name="T17" fmla="*/ 24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49">
                  <a:moveTo>
                    <a:pt x="0" y="24"/>
                  </a:moveTo>
                  <a:cubicBezTo>
                    <a:pt x="15" y="49"/>
                    <a:pt x="15" y="49"/>
                    <a:pt x="15" y="49"/>
                  </a:cubicBezTo>
                  <a:cubicBezTo>
                    <a:pt x="15" y="49"/>
                    <a:pt x="25" y="43"/>
                    <a:pt x="35" y="37"/>
                  </a:cubicBezTo>
                  <a:cubicBezTo>
                    <a:pt x="40" y="34"/>
                    <a:pt x="45" y="32"/>
                    <a:pt x="49" y="30"/>
                  </a:cubicBezTo>
                  <a:cubicBezTo>
                    <a:pt x="53" y="27"/>
                    <a:pt x="56" y="26"/>
                    <a:pt x="56" y="26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39" y="1"/>
                    <a:pt x="35" y="3"/>
                  </a:cubicBezTo>
                  <a:cubicBezTo>
                    <a:pt x="31" y="5"/>
                    <a:pt x="25" y="8"/>
                    <a:pt x="20" y="12"/>
                  </a:cubicBezTo>
                  <a:cubicBezTo>
                    <a:pt x="10" y="18"/>
                    <a:pt x="0" y="24"/>
                    <a:pt x="0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19" name="Freeform 31"/>
            <p:cNvSpPr/>
            <p:nvPr/>
          </p:nvSpPr>
          <p:spPr bwMode="auto">
            <a:xfrm>
              <a:off x="4870450" y="2268538"/>
              <a:ext cx="93663" cy="85725"/>
            </a:xfrm>
            <a:custGeom>
              <a:avLst/>
              <a:gdLst>
                <a:gd name="T0" fmla="*/ 0 w 55"/>
                <a:gd name="T1" fmla="*/ 26 h 51"/>
                <a:gd name="T2" fmla="*/ 17 w 55"/>
                <a:gd name="T3" fmla="*/ 51 h 51"/>
                <a:gd name="T4" fmla="*/ 36 w 55"/>
                <a:gd name="T5" fmla="*/ 38 h 51"/>
                <a:gd name="T6" fmla="*/ 49 w 55"/>
                <a:gd name="T7" fmla="*/ 29 h 51"/>
                <a:gd name="T8" fmla="*/ 55 w 55"/>
                <a:gd name="T9" fmla="*/ 25 h 51"/>
                <a:gd name="T10" fmla="*/ 39 w 55"/>
                <a:gd name="T11" fmla="*/ 0 h 51"/>
                <a:gd name="T12" fmla="*/ 33 w 55"/>
                <a:gd name="T13" fmla="*/ 4 h 51"/>
                <a:gd name="T14" fmla="*/ 19 w 55"/>
                <a:gd name="T15" fmla="*/ 13 h 51"/>
                <a:gd name="T16" fmla="*/ 0 w 55"/>
                <a:gd name="T17" fmla="*/ 26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5" h="51">
                  <a:moveTo>
                    <a:pt x="0" y="26"/>
                  </a:move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27" y="44"/>
                    <a:pt x="36" y="38"/>
                  </a:cubicBezTo>
                  <a:cubicBezTo>
                    <a:pt x="41" y="34"/>
                    <a:pt x="46" y="31"/>
                    <a:pt x="49" y="29"/>
                  </a:cubicBezTo>
                  <a:cubicBezTo>
                    <a:pt x="53" y="26"/>
                    <a:pt x="55" y="25"/>
                    <a:pt x="55" y="25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39" y="0"/>
                    <a:pt x="37" y="1"/>
                    <a:pt x="33" y="4"/>
                  </a:cubicBezTo>
                  <a:cubicBezTo>
                    <a:pt x="29" y="6"/>
                    <a:pt x="24" y="9"/>
                    <a:pt x="19" y="13"/>
                  </a:cubicBezTo>
                  <a:cubicBezTo>
                    <a:pt x="9" y="20"/>
                    <a:pt x="0" y="26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20" name="Freeform 32"/>
            <p:cNvSpPr/>
            <p:nvPr/>
          </p:nvSpPr>
          <p:spPr bwMode="auto">
            <a:xfrm>
              <a:off x="5521325" y="1989138"/>
              <a:ext cx="90488" cy="69850"/>
            </a:xfrm>
            <a:custGeom>
              <a:avLst/>
              <a:gdLst>
                <a:gd name="T0" fmla="*/ 0 w 53"/>
                <a:gd name="T1" fmla="*/ 12 h 41"/>
                <a:gd name="T2" fmla="*/ 7 w 53"/>
                <a:gd name="T3" fmla="*/ 41 h 41"/>
                <a:gd name="T4" fmla="*/ 14 w 53"/>
                <a:gd name="T5" fmla="*/ 39 h 41"/>
                <a:gd name="T6" fmla="*/ 30 w 53"/>
                <a:gd name="T7" fmla="*/ 35 h 41"/>
                <a:gd name="T8" fmla="*/ 53 w 53"/>
                <a:gd name="T9" fmla="*/ 30 h 41"/>
                <a:gd name="T10" fmla="*/ 46 w 53"/>
                <a:gd name="T11" fmla="*/ 0 h 41"/>
                <a:gd name="T12" fmla="*/ 23 w 53"/>
                <a:gd name="T13" fmla="*/ 6 h 41"/>
                <a:gd name="T14" fmla="*/ 7 w 53"/>
                <a:gd name="T15" fmla="*/ 10 h 41"/>
                <a:gd name="T16" fmla="*/ 0 w 53"/>
                <a:gd name="T1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3" h="41">
                  <a:moveTo>
                    <a:pt x="0" y="12"/>
                  </a:moveTo>
                  <a:cubicBezTo>
                    <a:pt x="7" y="41"/>
                    <a:pt x="7" y="41"/>
                    <a:pt x="7" y="41"/>
                  </a:cubicBezTo>
                  <a:cubicBezTo>
                    <a:pt x="7" y="41"/>
                    <a:pt x="10" y="40"/>
                    <a:pt x="14" y="39"/>
                  </a:cubicBezTo>
                  <a:cubicBezTo>
                    <a:pt x="19" y="38"/>
                    <a:pt x="24" y="36"/>
                    <a:pt x="30" y="35"/>
                  </a:cubicBezTo>
                  <a:cubicBezTo>
                    <a:pt x="41" y="32"/>
                    <a:pt x="53" y="30"/>
                    <a:pt x="53" y="3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6" y="0"/>
                    <a:pt x="34" y="3"/>
                    <a:pt x="23" y="6"/>
                  </a:cubicBezTo>
                  <a:cubicBezTo>
                    <a:pt x="17" y="7"/>
                    <a:pt x="11" y="9"/>
                    <a:pt x="7" y="10"/>
                  </a:cubicBezTo>
                  <a:cubicBezTo>
                    <a:pt x="3" y="11"/>
                    <a:pt x="0" y="12"/>
                    <a:pt x="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21" name="Freeform 33"/>
            <p:cNvSpPr/>
            <p:nvPr/>
          </p:nvSpPr>
          <p:spPr bwMode="auto">
            <a:xfrm>
              <a:off x="5383213" y="2025650"/>
              <a:ext cx="90488" cy="73025"/>
            </a:xfrm>
            <a:custGeom>
              <a:avLst/>
              <a:gdLst>
                <a:gd name="T0" fmla="*/ 0 w 54"/>
                <a:gd name="T1" fmla="*/ 14 h 43"/>
                <a:gd name="T2" fmla="*/ 10 w 54"/>
                <a:gd name="T3" fmla="*/ 43 h 43"/>
                <a:gd name="T4" fmla="*/ 17 w 54"/>
                <a:gd name="T5" fmla="*/ 40 h 43"/>
                <a:gd name="T6" fmla="*/ 32 w 54"/>
                <a:gd name="T7" fmla="*/ 35 h 43"/>
                <a:gd name="T8" fmla="*/ 54 w 54"/>
                <a:gd name="T9" fmla="*/ 28 h 43"/>
                <a:gd name="T10" fmla="*/ 45 w 54"/>
                <a:gd name="T11" fmla="*/ 0 h 43"/>
                <a:gd name="T12" fmla="*/ 23 w 54"/>
                <a:gd name="T13" fmla="*/ 7 h 43"/>
                <a:gd name="T14" fmla="*/ 7 w 54"/>
                <a:gd name="T15" fmla="*/ 12 h 43"/>
                <a:gd name="T16" fmla="*/ 0 w 54"/>
                <a:gd name="T17" fmla="*/ 14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43">
                  <a:moveTo>
                    <a:pt x="0" y="14"/>
                  </a:move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2" y="42"/>
                    <a:pt x="17" y="40"/>
                  </a:cubicBezTo>
                  <a:cubicBezTo>
                    <a:pt x="21" y="39"/>
                    <a:pt x="26" y="37"/>
                    <a:pt x="32" y="35"/>
                  </a:cubicBezTo>
                  <a:cubicBezTo>
                    <a:pt x="43" y="32"/>
                    <a:pt x="54" y="28"/>
                    <a:pt x="54" y="28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0"/>
                    <a:pt x="34" y="3"/>
                    <a:pt x="23" y="7"/>
                  </a:cubicBezTo>
                  <a:cubicBezTo>
                    <a:pt x="17" y="9"/>
                    <a:pt x="11" y="10"/>
                    <a:pt x="7" y="12"/>
                  </a:cubicBezTo>
                  <a:cubicBezTo>
                    <a:pt x="3" y="13"/>
                    <a:pt x="0" y="14"/>
                    <a:pt x="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22" name="Freeform 34"/>
            <p:cNvSpPr/>
            <p:nvPr/>
          </p:nvSpPr>
          <p:spPr bwMode="auto">
            <a:xfrm>
              <a:off x="5248275" y="2071688"/>
              <a:ext cx="92075" cy="76200"/>
            </a:xfrm>
            <a:custGeom>
              <a:avLst/>
              <a:gdLst>
                <a:gd name="T0" fmla="*/ 0 w 58"/>
                <a:gd name="T1" fmla="*/ 18 h 48"/>
                <a:gd name="T2" fmla="*/ 12 w 58"/>
                <a:gd name="T3" fmla="*/ 48 h 48"/>
                <a:gd name="T4" fmla="*/ 58 w 58"/>
                <a:gd name="T5" fmla="*/ 30 h 48"/>
                <a:gd name="T6" fmla="*/ 48 w 58"/>
                <a:gd name="T7" fmla="*/ 0 h 48"/>
                <a:gd name="T8" fmla="*/ 0 w 58"/>
                <a:gd name="T9" fmla="*/ 1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48">
                  <a:moveTo>
                    <a:pt x="0" y="18"/>
                  </a:moveTo>
                  <a:lnTo>
                    <a:pt x="12" y="48"/>
                  </a:lnTo>
                  <a:lnTo>
                    <a:pt x="58" y="30"/>
                  </a:lnTo>
                  <a:lnTo>
                    <a:pt x="48" y="0"/>
                  </a:lnTo>
                  <a:lnTo>
                    <a:pt x="0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23" name="Freeform 35"/>
            <p:cNvSpPr/>
            <p:nvPr/>
          </p:nvSpPr>
          <p:spPr bwMode="auto">
            <a:xfrm>
              <a:off x="5949950" y="1941513"/>
              <a:ext cx="80963" cy="52388"/>
            </a:xfrm>
            <a:custGeom>
              <a:avLst/>
              <a:gdLst>
                <a:gd name="T0" fmla="*/ 0 w 51"/>
                <a:gd name="T1" fmla="*/ 1 h 33"/>
                <a:gd name="T2" fmla="*/ 1 w 51"/>
                <a:gd name="T3" fmla="*/ 33 h 33"/>
                <a:gd name="T4" fmla="*/ 51 w 51"/>
                <a:gd name="T5" fmla="*/ 32 h 33"/>
                <a:gd name="T6" fmla="*/ 51 w 51"/>
                <a:gd name="T7" fmla="*/ 0 h 33"/>
                <a:gd name="T8" fmla="*/ 0 w 51"/>
                <a:gd name="T9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33">
                  <a:moveTo>
                    <a:pt x="0" y="1"/>
                  </a:moveTo>
                  <a:lnTo>
                    <a:pt x="1" y="33"/>
                  </a:lnTo>
                  <a:lnTo>
                    <a:pt x="51" y="32"/>
                  </a:lnTo>
                  <a:lnTo>
                    <a:pt x="51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24" name="Freeform 36"/>
            <p:cNvSpPr/>
            <p:nvPr/>
          </p:nvSpPr>
          <p:spPr bwMode="auto">
            <a:xfrm>
              <a:off x="5805488" y="1947863"/>
              <a:ext cx="84138" cy="58738"/>
            </a:xfrm>
            <a:custGeom>
              <a:avLst/>
              <a:gdLst>
                <a:gd name="T0" fmla="*/ 0 w 50"/>
                <a:gd name="T1" fmla="*/ 4 h 34"/>
                <a:gd name="T2" fmla="*/ 3 w 50"/>
                <a:gd name="T3" fmla="*/ 34 h 34"/>
                <a:gd name="T4" fmla="*/ 26 w 50"/>
                <a:gd name="T5" fmla="*/ 32 h 34"/>
                <a:gd name="T6" fmla="*/ 42 w 50"/>
                <a:gd name="T7" fmla="*/ 30 h 34"/>
                <a:gd name="T8" fmla="*/ 50 w 50"/>
                <a:gd name="T9" fmla="*/ 30 h 34"/>
                <a:gd name="T10" fmla="*/ 47 w 50"/>
                <a:gd name="T11" fmla="*/ 0 h 34"/>
                <a:gd name="T12" fmla="*/ 40 w 50"/>
                <a:gd name="T13" fmla="*/ 0 h 34"/>
                <a:gd name="T14" fmla="*/ 24 w 50"/>
                <a:gd name="T15" fmla="*/ 2 h 34"/>
                <a:gd name="T16" fmla="*/ 0 w 50"/>
                <a:gd name="T17" fmla="*/ 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" h="34">
                  <a:moveTo>
                    <a:pt x="0" y="4"/>
                  </a:moveTo>
                  <a:cubicBezTo>
                    <a:pt x="3" y="34"/>
                    <a:pt x="3" y="34"/>
                    <a:pt x="3" y="34"/>
                  </a:cubicBezTo>
                  <a:cubicBezTo>
                    <a:pt x="3" y="34"/>
                    <a:pt x="15" y="33"/>
                    <a:pt x="26" y="32"/>
                  </a:cubicBezTo>
                  <a:cubicBezTo>
                    <a:pt x="32" y="31"/>
                    <a:pt x="38" y="30"/>
                    <a:pt x="42" y="30"/>
                  </a:cubicBezTo>
                  <a:cubicBezTo>
                    <a:pt x="47" y="30"/>
                    <a:pt x="50" y="30"/>
                    <a:pt x="50" y="3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7" y="0"/>
                    <a:pt x="44" y="0"/>
                    <a:pt x="40" y="0"/>
                  </a:cubicBezTo>
                  <a:cubicBezTo>
                    <a:pt x="36" y="0"/>
                    <a:pt x="30" y="1"/>
                    <a:pt x="24" y="2"/>
                  </a:cubicBezTo>
                  <a:cubicBezTo>
                    <a:pt x="12" y="3"/>
                    <a:pt x="0" y="4"/>
                    <a:pt x="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25" name="Freeform 37"/>
            <p:cNvSpPr/>
            <p:nvPr/>
          </p:nvSpPr>
          <p:spPr bwMode="auto">
            <a:xfrm>
              <a:off x="5664200" y="1963738"/>
              <a:ext cx="85725" cy="61913"/>
            </a:xfrm>
            <a:custGeom>
              <a:avLst/>
              <a:gdLst>
                <a:gd name="T0" fmla="*/ 0 w 51"/>
                <a:gd name="T1" fmla="*/ 8 h 37"/>
                <a:gd name="T2" fmla="*/ 5 w 51"/>
                <a:gd name="T3" fmla="*/ 37 h 37"/>
                <a:gd name="T4" fmla="*/ 28 w 51"/>
                <a:gd name="T5" fmla="*/ 33 h 37"/>
                <a:gd name="T6" fmla="*/ 44 w 51"/>
                <a:gd name="T7" fmla="*/ 31 h 37"/>
                <a:gd name="T8" fmla="*/ 51 w 51"/>
                <a:gd name="T9" fmla="*/ 30 h 37"/>
                <a:gd name="T10" fmla="*/ 47 w 51"/>
                <a:gd name="T11" fmla="*/ 0 h 37"/>
                <a:gd name="T12" fmla="*/ 39 w 51"/>
                <a:gd name="T13" fmla="*/ 1 h 37"/>
                <a:gd name="T14" fmla="*/ 23 w 51"/>
                <a:gd name="T15" fmla="*/ 3 h 37"/>
                <a:gd name="T16" fmla="*/ 0 w 51"/>
                <a:gd name="T17" fmla="*/ 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1" h="37">
                  <a:moveTo>
                    <a:pt x="0" y="8"/>
                  </a:move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17" y="35"/>
                    <a:pt x="28" y="33"/>
                  </a:cubicBezTo>
                  <a:cubicBezTo>
                    <a:pt x="34" y="32"/>
                    <a:pt x="40" y="31"/>
                    <a:pt x="44" y="31"/>
                  </a:cubicBezTo>
                  <a:cubicBezTo>
                    <a:pt x="48" y="30"/>
                    <a:pt x="51" y="30"/>
                    <a:pt x="51" y="3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7" y="0"/>
                    <a:pt x="44" y="0"/>
                    <a:pt x="39" y="1"/>
                  </a:cubicBezTo>
                  <a:cubicBezTo>
                    <a:pt x="35" y="2"/>
                    <a:pt x="29" y="2"/>
                    <a:pt x="23" y="3"/>
                  </a:cubicBezTo>
                  <a:cubicBezTo>
                    <a:pt x="11" y="6"/>
                    <a:pt x="0" y="8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26" name="Freeform 38"/>
            <p:cNvSpPr/>
            <p:nvPr/>
          </p:nvSpPr>
          <p:spPr bwMode="auto">
            <a:xfrm>
              <a:off x="6373813" y="1971675"/>
              <a:ext cx="87313" cy="66675"/>
            </a:xfrm>
            <a:custGeom>
              <a:avLst/>
              <a:gdLst>
                <a:gd name="T0" fmla="*/ 5 w 55"/>
                <a:gd name="T1" fmla="*/ 0 h 42"/>
                <a:gd name="T2" fmla="*/ 0 w 55"/>
                <a:gd name="T3" fmla="*/ 32 h 42"/>
                <a:gd name="T4" fmla="*/ 48 w 55"/>
                <a:gd name="T5" fmla="*/ 42 h 42"/>
                <a:gd name="T6" fmla="*/ 55 w 55"/>
                <a:gd name="T7" fmla="*/ 10 h 42"/>
                <a:gd name="T8" fmla="*/ 5 w 55"/>
                <a:gd name="T9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" h="42">
                  <a:moveTo>
                    <a:pt x="5" y="0"/>
                  </a:moveTo>
                  <a:lnTo>
                    <a:pt x="0" y="32"/>
                  </a:lnTo>
                  <a:lnTo>
                    <a:pt x="48" y="42"/>
                  </a:lnTo>
                  <a:lnTo>
                    <a:pt x="55" y="10"/>
                  </a:lnTo>
                  <a:lnTo>
                    <a:pt x="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27" name="Freeform 39"/>
            <p:cNvSpPr/>
            <p:nvPr/>
          </p:nvSpPr>
          <p:spPr bwMode="auto">
            <a:xfrm>
              <a:off x="6232525" y="1954213"/>
              <a:ext cx="85725" cy="58738"/>
            </a:xfrm>
            <a:custGeom>
              <a:avLst/>
              <a:gdLst>
                <a:gd name="T0" fmla="*/ 3 w 50"/>
                <a:gd name="T1" fmla="*/ 0 h 35"/>
                <a:gd name="T2" fmla="*/ 0 w 50"/>
                <a:gd name="T3" fmla="*/ 30 h 35"/>
                <a:gd name="T4" fmla="*/ 7 w 50"/>
                <a:gd name="T5" fmla="*/ 30 h 35"/>
                <a:gd name="T6" fmla="*/ 23 w 50"/>
                <a:gd name="T7" fmla="*/ 32 h 35"/>
                <a:gd name="T8" fmla="*/ 46 w 50"/>
                <a:gd name="T9" fmla="*/ 35 h 35"/>
                <a:gd name="T10" fmla="*/ 50 w 50"/>
                <a:gd name="T11" fmla="*/ 6 h 35"/>
                <a:gd name="T12" fmla="*/ 27 w 50"/>
                <a:gd name="T13" fmla="*/ 2 h 35"/>
                <a:gd name="T14" fmla="*/ 11 w 50"/>
                <a:gd name="T15" fmla="*/ 0 h 35"/>
                <a:gd name="T16" fmla="*/ 3 w 50"/>
                <a:gd name="T17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" h="35">
                  <a:moveTo>
                    <a:pt x="3" y="0"/>
                  </a:moveTo>
                  <a:cubicBezTo>
                    <a:pt x="0" y="30"/>
                    <a:pt x="0" y="30"/>
                    <a:pt x="0" y="30"/>
                  </a:cubicBezTo>
                  <a:cubicBezTo>
                    <a:pt x="0" y="30"/>
                    <a:pt x="3" y="30"/>
                    <a:pt x="7" y="30"/>
                  </a:cubicBezTo>
                  <a:cubicBezTo>
                    <a:pt x="12" y="31"/>
                    <a:pt x="18" y="31"/>
                    <a:pt x="23" y="32"/>
                  </a:cubicBezTo>
                  <a:cubicBezTo>
                    <a:pt x="35" y="34"/>
                    <a:pt x="46" y="35"/>
                    <a:pt x="46" y="35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39" y="4"/>
                    <a:pt x="27" y="2"/>
                  </a:cubicBezTo>
                  <a:cubicBezTo>
                    <a:pt x="21" y="1"/>
                    <a:pt x="15" y="1"/>
                    <a:pt x="11" y="0"/>
                  </a:cubicBezTo>
                  <a:cubicBezTo>
                    <a:pt x="6" y="0"/>
                    <a:pt x="3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28" name="Freeform 40"/>
            <p:cNvSpPr/>
            <p:nvPr/>
          </p:nvSpPr>
          <p:spPr bwMode="auto">
            <a:xfrm>
              <a:off x="6092825" y="1943100"/>
              <a:ext cx="82550" cy="53975"/>
            </a:xfrm>
            <a:custGeom>
              <a:avLst/>
              <a:gdLst>
                <a:gd name="T0" fmla="*/ 1 w 49"/>
                <a:gd name="T1" fmla="*/ 0 h 32"/>
                <a:gd name="T2" fmla="*/ 0 w 49"/>
                <a:gd name="T3" fmla="*/ 30 h 32"/>
                <a:gd name="T4" fmla="*/ 24 w 49"/>
                <a:gd name="T5" fmla="*/ 31 h 32"/>
                <a:gd name="T6" fmla="*/ 32 w 49"/>
                <a:gd name="T7" fmla="*/ 31 h 32"/>
                <a:gd name="T8" fmla="*/ 39 w 49"/>
                <a:gd name="T9" fmla="*/ 32 h 32"/>
                <a:gd name="T10" fmla="*/ 47 w 49"/>
                <a:gd name="T11" fmla="*/ 32 h 32"/>
                <a:gd name="T12" fmla="*/ 49 w 49"/>
                <a:gd name="T13" fmla="*/ 3 h 32"/>
                <a:gd name="T14" fmla="*/ 41 w 49"/>
                <a:gd name="T15" fmla="*/ 2 h 32"/>
                <a:gd name="T16" fmla="*/ 34 w 49"/>
                <a:gd name="T17" fmla="*/ 1 h 32"/>
                <a:gd name="T18" fmla="*/ 25 w 49"/>
                <a:gd name="T19" fmla="*/ 1 h 32"/>
                <a:gd name="T20" fmla="*/ 1 w 49"/>
                <a:gd name="T21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9" h="32">
                  <a:moveTo>
                    <a:pt x="1" y="0"/>
                  </a:moveTo>
                  <a:cubicBezTo>
                    <a:pt x="0" y="30"/>
                    <a:pt x="0" y="30"/>
                    <a:pt x="0" y="30"/>
                  </a:cubicBezTo>
                  <a:cubicBezTo>
                    <a:pt x="0" y="30"/>
                    <a:pt x="12" y="31"/>
                    <a:pt x="24" y="31"/>
                  </a:cubicBezTo>
                  <a:cubicBezTo>
                    <a:pt x="26" y="31"/>
                    <a:pt x="29" y="31"/>
                    <a:pt x="32" y="31"/>
                  </a:cubicBezTo>
                  <a:cubicBezTo>
                    <a:pt x="35" y="31"/>
                    <a:pt x="37" y="32"/>
                    <a:pt x="39" y="32"/>
                  </a:cubicBezTo>
                  <a:cubicBezTo>
                    <a:pt x="44" y="32"/>
                    <a:pt x="47" y="32"/>
                    <a:pt x="47" y="32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9" y="3"/>
                    <a:pt x="46" y="2"/>
                    <a:pt x="41" y="2"/>
                  </a:cubicBezTo>
                  <a:cubicBezTo>
                    <a:pt x="39" y="2"/>
                    <a:pt x="37" y="1"/>
                    <a:pt x="34" y="1"/>
                  </a:cubicBezTo>
                  <a:cubicBezTo>
                    <a:pt x="31" y="1"/>
                    <a:pt x="28" y="1"/>
                    <a:pt x="25" y="1"/>
                  </a:cubicBezTo>
                  <a:cubicBezTo>
                    <a:pt x="13" y="1"/>
                    <a:pt x="1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144" name="Group 143"/>
          <p:cNvGrpSpPr/>
          <p:nvPr/>
        </p:nvGrpSpPr>
        <p:grpSpPr>
          <a:xfrm>
            <a:off x="4081462" y="3652838"/>
            <a:ext cx="158751" cy="1146175"/>
            <a:chOff x="4019550" y="3471863"/>
            <a:chExt cx="158751" cy="1146175"/>
          </a:xfrm>
          <a:solidFill>
            <a:schemeClr val="tx2"/>
          </a:solidFill>
        </p:grpSpPr>
        <p:sp>
          <p:nvSpPr>
            <p:cNvPr id="129" name="Freeform 41"/>
            <p:cNvSpPr/>
            <p:nvPr/>
          </p:nvSpPr>
          <p:spPr bwMode="auto">
            <a:xfrm>
              <a:off x="4046538" y="4275138"/>
              <a:ext cx="61913" cy="82550"/>
            </a:xfrm>
            <a:custGeom>
              <a:avLst/>
              <a:gdLst>
                <a:gd name="T0" fmla="*/ 8 w 37"/>
                <a:gd name="T1" fmla="*/ 49 h 49"/>
                <a:gd name="T2" fmla="*/ 37 w 37"/>
                <a:gd name="T3" fmla="*/ 43 h 49"/>
                <a:gd name="T4" fmla="*/ 33 w 37"/>
                <a:gd name="T5" fmla="*/ 21 h 49"/>
                <a:gd name="T6" fmla="*/ 30 w 37"/>
                <a:gd name="T7" fmla="*/ 6 h 49"/>
                <a:gd name="T8" fmla="*/ 29 w 37"/>
                <a:gd name="T9" fmla="*/ 0 h 49"/>
                <a:gd name="T10" fmla="*/ 0 w 37"/>
                <a:gd name="T11" fmla="*/ 5 h 49"/>
                <a:gd name="T12" fmla="*/ 1 w 37"/>
                <a:gd name="T13" fmla="*/ 11 h 49"/>
                <a:gd name="T14" fmla="*/ 3 w 37"/>
                <a:gd name="T15" fmla="*/ 27 h 49"/>
                <a:gd name="T16" fmla="*/ 8 w 37"/>
                <a:gd name="T17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" h="49">
                  <a:moveTo>
                    <a:pt x="8" y="49"/>
                  </a:moveTo>
                  <a:cubicBezTo>
                    <a:pt x="37" y="43"/>
                    <a:pt x="37" y="43"/>
                    <a:pt x="37" y="43"/>
                  </a:cubicBezTo>
                  <a:cubicBezTo>
                    <a:pt x="37" y="43"/>
                    <a:pt x="35" y="32"/>
                    <a:pt x="33" y="21"/>
                  </a:cubicBezTo>
                  <a:cubicBezTo>
                    <a:pt x="31" y="16"/>
                    <a:pt x="31" y="11"/>
                    <a:pt x="30" y="6"/>
                  </a:cubicBezTo>
                  <a:cubicBezTo>
                    <a:pt x="30" y="2"/>
                    <a:pt x="29" y="0"/>
                    <a:pt x="29" y="0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7"/>
                    <a:pt x="1" y="11"/>
                  </a:cubicBezTo>
                  <a:cubicBezTo>
                    <a:pt x="1" y="16"/>
                    <a:pt x="2" y="21"/>
                    <a:pt x="3" y="27"/>
                  </a:cubicBezTo>
                  <a:cubicBezTo>
                    <a:pt x="5" y="38"/>
                    <a:pt x="8" y="49"/>
                    <a:pt x="8" y="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30" name="Freeform 42"/>
            <p:cNvSpPr/>
            <p:nvPr/>
          </p:nvSpPr>
          <p:spPr bwMode="auto">
            <a:xfrm>
              <a:off x="4071938" y="4405313"/>
              <a:ext cx="66675" cy="84138"/>
            </a:xfrm>
            <a:custGeom>
              <a:avLst/>
              <a:gdLst>
                <a:gd name="T0" fmla="*/ 11 w 40"/>
                <a:gd name="T1" fmla="*/ 50 h 50"/>
                <a:gd name="T2" fmla="*/ 40 w 40"/>
                <a:gd name="T3" fmla="*/ 42 h 50"/>
                <a:gd name="T4" fmla="*/ 38 w 40"/>
                <a:gd name="T5" fmla="*/ 35 h 50"/>
                <a:gd name="T6" fmla="*/ 34 w 40"/>
                <a:gd name="T7" fmla="*/ 21 h 50"/>
                <a:gd name="T8" fmla="*/ 29 w 40"/>
                <a:gd name="T9" fmla="*/ 0 h 50"/>
                <a:gd name="T10" fmla="*/ 0 w 40"/>
                <a:gd name="T11" fmla="*/ 6 h 50"/>
                <a:gd name="T12" fmla="*/ 5 w 40"/>
                <a:gd name="T13" fmla="*/ 28 h 50"/>
                <a:gd name="T14" fmla="*/ 9 w 40"/>
                <a:gd name="T15" fmla="*/ 43 h 50"/>
                <a:gd name="T16" fmla="*/ 11 w 40"/>
                <a:gd name="T17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" h="50">
                  <a:moveTo>
                    <a:pt x="11" y="50"/>
                  </a:move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39" y="39"/>
                    <a:pt x="38" y="35"/>
                  </a:cubicBezTo>
                  <a:cubicBezTo>
                    <a:pt x="37" y="31"/>
                    <a:pt x="36" y="26"/>
                    <a:pt x="34" y="21"/>
                  </a:cubicBezTo>
                  <a:cubicBezTo>
                    <a:pt x="32" y="10"/>
                    <a:pt x="29" y="0"/>
                    <a:pt x="29" y="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3" y="17"/>
                    <a:pt x="5" y="28"/>
                  </a:cubicBezTo>
                  <a:cubicBezTo>
                    <a:pt x="7" y="34"/>
                    <a:pt x="8" y="39"/>
                    <a:pt x="9" y="43"/>
                  </a:cubicBezTo>
                  <a:cubicBezTo>
                    <a:pt x="10" y="47"/>
                    <a:pt x="11" y="50"/>
                    <a:pt x="11" y="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31" name="Freeform 43"/>
            <p:cNvSpPr/>
            <p:nvPr/>
          </p:nvSpPr>
          <p:spPr bwMode="auto">
            <a:xfrm>
              <a:off x="4106863" y="4532313"/>
              <a:ext cx="71438" cy="85725"/>
            </a:xfrm>
            <a:custGeom>
              <a:avLst/>
              <a:gdLst>
                <a:gd name="T0" fmla="*/ 14 w 42"/>
                <a:gd name="T1" fmla="*/ 51 h 51"/>
                <a:gd name="T2" fmla="*/ 42 w 42"/>
                <a:gd name="T3" fmla="*/ 42 h 51"/>
                <a:gd name="T4" fmla="*/ 35 w 42"/>
                <a:gd name="T5" fmla="*/ 21 h 51"/>
                <a:gd name="T6" fmla="*/ 30 w 42"/>
                <a:gd name="T7" fmla="*/ 7 h 51"/>
                <a:gd name="T8" fmla="*/ 28 w 42"/>
                <a:gd name="T9" fmla="*/ 0 h 51"/>
                <a:gd name="T10" fmla="*/ 0 w 42"/>
                <a:gd name="T11" fmla="*/ 9 h 51"/>
                <a:gd name="T12" fmla="*/ 2 w 42"/>
                <a:gd name="T13" fmla="*/ 15 h 51"/>
                <a:gd name="T14" fmla="*/ 6 w 42"/>
                <a:gd name="T15" fmla="*/ 30 h 51"/>
                <a:gd name="T16" fmla="*/ 14 w 42"/>
                <a:gd name="T17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" h="51">
                  <a:moveTo>
                    <a:pt x="14" y="51"/>
                  </a:move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38" y="31"/>
                    <a:pt x="35" y="21"/>
                  </a:cubicBezTo>
                  <a:cubicBezTo>
                    <a:pt x="33" y="16"/>
                    <a:pt x="31" y="11"/>
                    <a:pt x="30" y="7"/>
                  </a:cubicBezTo>
                  <a:cubicBezTo>
                    <a:pt x="29" y="3"/>
                    <a:pt x="28" y="0"/>
                    <a:pt x="28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11"/>
                    <a:pt x="2" y="15"/>
                  </a:cubicBezTo>
                  <a:cubicBezTo>
                    <a:pt x="3" y="20"/>
                    <a:pt x="5" y="25"/>
                    <a:pt x="6" y="30"/>
                  </a:cubicBezTo>
                  <a:cubicBezTo>
                    <a:pt x="10" y="41"/>
                    <a:pt x="14" y="51"/>
                    <a:pt x="1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32" name="Freeform 44"/>
            <p:cNvSpPr/>
            <p:nvPr/>
          </p:nvSpPr>
          <p:spPr bwMode="auto">
            <a:xfrm>
              <a:off x="4019550" y="3876675"/>
              <a:ext cx="52388" cy="76200"/>
            </a:xfrm>
            <a:custGeom>
              <a:avLst/>
              <a:gdLst>
                <a:gd name="T0" fmla="*/ 0 w 31"/>
                <a:gd name="T1" fmla="*/ 45 h 45"/>
                <a:gd name="T2" fmla="*/ 30 w 31"/>
                <a:gd name="T3" fmla="*/ 45 h 45"/>
                <a:gd name="T4" fmla="*/ 30 w 31"/>
                <a:gd name="T5" fmla="*/ 23 h 45"/>
                <a:gd name="T6" fmla="*/ 31 w 31"/>
                <a:gd name="T7" fmla="*/ 8 h 45"/>
                <a:gd name="T8" fmla="*/ 31 w 31"/>
                <a:gd name="T9" fmla="*/ 1 h 45"/>
                <a:gd name="T10" fmla="*/ 1 w 31"/>
                <a:gd name="T11" fmla="*/ 0 h 45"/>
                <a:gd name="T12" fmla="*/ 1 w 31"/>
                <a:gd name="T13" fmla="*/ 7 h 45"/>
                <a:gd name="T14" fmla="*/ 0 w 31"/>
                <a:gd name="T15" fmla="*/ 22 h 45"/>
                <a:gd name="T16" fmla="*/ 0 w 31"/>
                <a:gd name="T17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" h="45">
                  <a:moveTo>
                    <a:pt x="0" y="45"/>
                  </a:moveTo>
                  <a:cubicBezTo>
                    <a:pt x="30" y="45"/>
                    <a:pt x="30" y="45"/>
                    <a:pt x="30" y="45"/>
                  </a:cubicBezTo>
                  <a:cubicBezTo>
                    <a:pt x="30" y="45"/>
                    <a:pt x="30" y="34"/>
                    <a:pt x="30" y="23"/>
                  </a:cubicBezTo>
                  <a:cubicBezTo>
                    <a:pt x="30" y="18"/>
                    <a:pt x="30" y="12"/>
                    <a:pt x="31" y="8"/>
                  </a:cubicBezTo>
                  <a:cubicBezTo>
                    <a:pt x="31" y="4"/>
                    <a:pt x="31" y="1"/>
                    <a:pt x="3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3"/>
                    <a:pt x="1" y="7"/>
                  </a:cubicBezTo>
                  <a:cubicBezTo>
                    <a:pt x="0" y="11"/>
                    <a:pt x="0" y="17"/>
                    <a:pt x="0" y="22"/>
                  </a:cubicBezTo>
                  <a:cubicBezTo>
                    <a:pt x="0" y="34"/>
                    <a:pt x="0" y="45"/>
                    <a:pt x="0" y="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33" name="Freeform 45"/>
            <p:cNvSpPr/>
            <p:nvPr/>
          </p:nvSpPr>
          <p:spPr bwMode="auto">
            <a:xfrm>
              <a:off x="4021138" y="4011613"/>
              <a:ext cx="53975" cy="76200"/>
            </a:xfrm>
            <a:custGeom>
              <a:avLst/>
              <a:gdLst>
                <a:gd name="T0" fmla="*/ 2 w 32"/>
                <a:gd name="T1" fmla="*/ 45 h 45"/>
                <a:gd name="T2" fmla="*/ 32 w 32"/>
                <a:gd name="T3" fmla="*/ 43 h 45"/>
                <a:gd name="T4" fmla="*/ 30 w 32"/>
                <a:gd name="T5" fmla="*/ 21 h 45"/>
                <a:gd name="T6" fmla="*/ 30 w 32"/>
                <a:gd name="T7" fmla="*/ 0 h 45"/>
                <a:gd name="T8" fmla="*/ 0 w 32"/>
                <a:gd name="T9" fmla="*/ 0 h 45"/>
                <a:gd name="T10" fmla="*/ 0 w 32"/>
                <a:gd name="T11" fmla="*/ 23 h 45"/>
                <a:gd name="T12" fmla="*/ 2 w 32"/>
                <a:gd name="T13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45">
                  <a:moveTo>
                    <a:pt x="2" y="45"/>
                  </a:moveTo>
                  <a:cubicBezTo>
                    <a:pt x="32" y="43"/>
                    <a:pt x="32" y="43"/>
                    <a:pt x="32" y="43"/>
                  </a:cubicBezTo>
                  <a:cubicBezTo>
                    <a:pt x="32" y="43"/>
                    <a:pt x="31" y="32"/>
                    <a:pt x="30" y="21"/>
                  </a:cubicBezTo>
                  <a:cubicBezTo>
                    <a:pt x="30" y="10"/>
                    <a:pt x="30" y="0"/>
                    <a:pt x="3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2"/>
                    <a:pt x="0" y="23"/>
                  </a:cubicBezTo>
                  <a:cubicBezTo>
                    <a:pt x="1" y="34"/>
                    <a:pt x="2" y="45"/>
                    <a:pt x="2" y="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34" name="Freeform 46"/>
            <p:cNvSpPr/>
            <p:nvPr/>
          </p:nvSpPr>
          <p:spPr bwMode="auto">
            <a:xfrm>
              <a:off x="4027488" y="4141788"/>
              <a:ext cx="58738" cy="80963"/>
            </a:xfrm>
            <a:custGeom>
              <a:avLst/>
              <a:gdLst>
                <a:gd name="T0" fmla="*/ 5 w 37"/>
                <a:gd name="T1" fmla="*/ 51 h 51"/>
                <a:gd name="T2" fmla="*/ 37 w 37"/>
                <a:gd name="T3" fmla="*/ 47 h 51"/>
                <a:gd name="T4" fmla="*/ 32 w 37"/>
                <a:gd name="T5" fmla="*/ 0 h 51"/>
                <a:gd name="T6" fmla="*/ 0 w 37"/>
                <a:gd name="T7" fmla="*/ 3 h 51"/>
                <a:gd name="T8" fmla="*/ 5 w 37"/>
                <a:gd name="T9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51">
                  <a:moveTo>
                    <a:pt x="5" y="51"/>
                  </a:moveTo>
                  <a:lnTo>
                    <a:pt x="37" y="47"/>
                  </a:lnTo>
                  <a:lnTo>
                    <a:pt x="32" y="0"/>
                  </a:lnTo>
                  <a:lnTo>
                    <a:pt x="0" y="3"/>
                  </a:lnTo>
                  <a:lnTo>
                    <a:pt x="5" y="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35" name="Freeform 47"/>
            <p:cNvSpPr/>
            <p:nvPr/>
          </p:nvSpPr>
          <p:spPr bwMode="auto">
            <a:xfrm>
              <a:off x="4060825" y="3471863"/>
              <a:ext cx="66675" cy="84138"/>
            </a:xfrm>
            <a:custGeom>
              <a:avLst/>
              <a:gdLst>
                <a:gd name="T0" fmla="*/ 0 w 39"/>
                <a:gd name="T1" fmla="*/ 44 h 50"/>
                <a:gd name="T2" fmla="*/ 29 w 39"/>
                <a:gd name="T3" fmla="*/ 50 h 50"/>
                <a:gd name="T4" fmla="*/ 34 w 39"/>
                <a:gd name="T5" fmla="*/ 29 h 50"/>
                <a:gd name="T6" fmla="*/ 39 w 39"/>
                <a:gd name="T7" fmla="*/ 8 h 50"/>
                <a:gd name="T8" fmla="*/ 10 w 39"/>
                <a:gd name="T9" fmla="*/ 0 h 50"/>
                <a:gd name="T10" fmla="*/ 5 w 39"/>
                <a:gd name="T11" fmla="*/ 22 h 50"/>
                <a:gd name="T12" fmla="*/ 0 w 39"/>
                <a:gd name="T13" fmla="*/ 44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" h="50">
                  <a:moveTo>
                    <a:pt x="0" y="44"/>
                  </a:moveTo>
                  <a:cubicBezTo>
                    <a:pt x="29" y="50"/>
                    <a:pt x="29" y="50"/>
                    <a:pt x="29" y="50"/>
                  </a:cubicBezTo>
                  <a:cubicBezTo>
                    <a:pt x="29" y="50"/>
                    <a:pt x="32" y="40"/>
                    <a:pt x="34" y="29"/>
                  </a:cubicBezTo>
                  <a:cubicBezTo>
                    <a:pt x="36" y="18"/>
                    <a:pt x="39" y="8"/>
                    <a:pt x="39" y="8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7" y="11"/>
                    <a:pt x="5" y="22"/>
                  </a:cubicBezTo>
                  <a:cubicBezTo>
                    <a:pt x="2" y="33"/>
                    <a:pt x="0" y="44"/>
                    <a:pt x="0" y="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36" name="Freeform 48"/>
            <p:cNvSpPr/>
            <p:nvPr/>
          </p:nvSpPr>
          <p:spPr bwMode="auto">
            <a:xfrm>
              <a:off x="4037013" y="3605213"/>
              <a:ext cx="63500" cy="80963"/>
            </a:xfrm>
            <a:custGeom>
              <a:avLst/>
              <a:gdLst>
                <a:gd name="T0" fmla="*/ 0 w 37"/>
                <a:gd name="T1" fmla="*/ 44 h 48"/>
                <a:gd name="T2" fmla="*/ 30 w 37"/>
                <a:gd name="T3" fmla="*/ 48 h 48"/>
                <a:gd name="T4" fmla="*/ 33 w 37"/>
                <a:gd name="T5" fmla="*/ 27 h 48"/>
                <a:gd name="T6" fmla="*/ 36 w 37"/>
                <a:gd name="T7" fmla="*/ 12 h 48"/>
                <a:gd name="T8" fmla="*/ 37 w 37"/>
                <a:gd name="T9" fmla="*/ 5 h 48"/>
                <a:gd name="T10" fmla="*/ 7 w 37"/>
                <a:gd name="T11" fmla="*/ 0 h 48"/>
                <a:gd name="T12" fmla="*/ 6 w 37"/>
                <a:gd name="T13" fmla="*/ 7 h 48"/>
                <a:gd name="T14" fmla="*/ 4 w 37"/>
                <a:gd name="T15" fmla="*/ 22 h 48"/>
                <a:gd name="T16" fmla="*/ 0 w 37"/>
                <a:gd name="T17" fmla="*/ 4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" h="48">
                  <a:moveTo>
                    <a:pt x="0" y="44"/>
                  </a:moveTo>
                  <a:cubicBezTo>
                    <a:pt x="30" y="48"/>
                    <a:pt x="30" y="48"/>
                    <a:pt x="30" y="48"/>
                  </a:cubicBezTo>
                  <a:cubicBezTo>
                    <a:pt x="30" y="48"/>
                    <a:pt x="32" y="38"/>
                    <a:pt x="33" y="27"/>
                  </a:cubicBezTo>
                  <a:cubicBezTo>
                    <a:pt x="34" y="21"/>
                    <a:pt x="35" y="16"/>
                    <a:pt x="36" y="12"/>
                  </a:cubicBezTo>
                  <a:cubicBezTo>
                    <a:pt x="36" y="8"/>
                    <a:pt x="37" y="5"/>
                    <a:pt x="37" y="5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0"/>
                    <a:pt x="7" y="3"/>
                    <a:pt x="6" y="7"/>
                  </a:cubicBezTo>
                  <a:cubicBezTo>
                    <a:pt x="5" y="11"/>
                    <a:pt x="4" y="17"/>
                    <a:pt x="4" y="22"/>
                  </a:cubicBezTo>
                  <a:cubicBezTo>
                    <a:pt x="2" y="33"/>
                    <a:pt x="0" y="44"/>
                    <a:pt x="0" y="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37" name="Freeform 49"/>
            <p:cNvSpPr/>
            <p:nvPr/>
          </p:nvSpPr>
          <p:spPr bwMode="auto">
            <a:xfrm>
              <a:off x="4024313" y="3738563"/>
              <a:ext cx="57150" cy="80963"/>
            </a:xfrm>
            <a:custGeom>
              <a:avLst/>
              <a:gdLst>
                <a:gd name="T0" fmla="*/ 0 w 34"/>
                <a:gd name="T1" fmla="*/ 45 h 47"/>
                <a:gd name="T2" fmla="*/ 30 w 34"/>
                <a:gd name="T3" fmla="*/ 47 h 47"/>
                <a:gd name="T4" fmla="*/ 32 w 34"/>
                <a:gd name="T5" fmla="*/ 25 h 47"/>
                <a:gd name="T6" fmla="*/ 33 w 34"/>
                <a:gd name="T7" fmla="*/ 10 h 47"/>
                <a:gd name="T8" fmla="*/ 34 w 34"/>
                <a:gd name="T9" fmla="*/ 4 h 47"/>
                <a:gd name="T10" fmla="*/ 4 w 34"/>
                <a:gd name="T11" fmla="*/ 0 h 47"/>
                <a:gd name="T12" fmla="*/ 3 w 34"/>
                <a:gd name="T13" fmla="*/ 7 h 47"/>
                <a:gd name="T14" fmla="*/ 2 w 34"/>
                <a:gd name="T15" fmla="*/ 23 h 47"/>
                <a:gd name="T16" fmla="*/ 0 w 34"/>
                <a:gd name="T17" fmla="*/ 45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47">
                  <a:moveTo>
                    <a:pt x="0" y="45"/>
                  </a:moveTo>
                  <a:cubicBezTo>
                    <a:pt x="30" y="47"/>
                    <a:pt x="30" y="47"/>
                    <a:pt x="30" y="47"/>
                  </a:cubicBezTo>
                  <a:cubicBezTo>
                    <a:pt x="30" y="47"/>
                    <a:pt x="31" y="36"/>
                    <a:pt x="32" y="25"/>
                  </a:cubicBezTo>
                  <a:cubicBezTo>
                    <a:pt x="32" y="20"/>
                    <a:pt x="33" y="14"/>
                    <a:pt x="33" y="10"/>
                  </a:cubicBezTo>
                  <a:cubicBezTo>
                    <a:pt x="34" y="6"/>
                    <a:pt x="34" y="4"/>
                    <a:pt x="34" y="4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3"/>
                    <a:pt x="3" y="7"/>
                  </a:cubicBezTo>
                  <a:cubicBezTo>
                    <a:pt x="3" y="11"/>
                    <a:pt x="2" y="17"/>
                    <a:pt x="2" y="23"/>
                  </a:cubicBezTo>
                  <a:cubicBezTo>
                    <a:pt x="1" y="34"/>
                    <a:pt x="0" y="45"/>
                    <a:pt x="0" y="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138" name="Freeform 50"/>
          <p:cNvSpPr/>
          <p:nvPr/>
        </p:nvSpPr>
        <p:spPr bwMode="auto">
          <a:xfrm>
            <a:off x="3309937" y="2398713"/>
            <a:ext cx="2082800" cy="1173163"/>
          </a:xfrm>
          <a:custGeom>
            <a:avLst/>
            <a:gdLst>
              <a:gd name="T0" fmla="*/ 1136 w 1232"/>
              <a:gd name="T1" fmla="*/ 300 h 694"/>
              <a:gd name="T2" fmla="*/ 1136 w 1232"/>
              <a:gd name="T3" fmla="*/ 297 h 694"/>
              <a:gd name="T4" fmla="*/ 971 w 1232"/>
              <a:gd name="T5" fmla="*/ 131 h 694"/>
              <a:gd name="T6" fmla="*/ 913 w 1232"/>
              <a:gd name="T7" fmla="*/ 142 h 694"/>
              <a:gd name="T8" fmla="*/ 688 w 1232"/>
              <a:gd name="T9" fmla="*/ 0 h 694"/>
              <a:gd name="T10" fmla="*/ 449 w 1232"/>
              <a:gd name="T11" fmla="*/ 181 h 694"/>
              <a:gd name="T12" fmla="*/ 358 w 1232"/>
              <a:gd name="T13" fmla="*/ 157 h 694"/>
              <a:gd name="T14" fmla="*/ 179 w 1232"/>
              <a:gd name="T15" fmla="*/ 336 h 694"/>
              <a:gd name="T16" fmla="*/ 0 w 1232"/>
              <a:gd name="T17" fmla="*/ 515 h 694"/>
              <a:gd name="T18" fmla="*/ 179 w 1232"/>
              <a:gd name="T19" fmla="*/ 694 h 694"/>
              <a:gd name="T20" fmla="*/ 1016 w 1232"/>
              <a:gd name="T21" fmla="*/ 694 h 694"/>
              <a:gd name="T22" fmla="*/ 1232 w 1232"/>
              <a:gd name="T23" fmla="*/ 479 h 694"/>
              <a:gd name="T24" fmla="*/ 1136 w 1232"/>
              <a:gd name="T25" fmla="*/ 300 h 6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232" h="694">
                <a:moveTo>
                  <a:pt x="1136" y="300"/>
                </a:moveTo>
                <a:cubicBezTo>
                  <a:pt x="1136" y="299"/>
                  <a:pt x="1136" y="298"/>
                  <a:pt x="1136" y="297"/>
                </a:cubicBezTo>
                <a:cubicBezTo>
                  <a:pt x="1136" y="205"/>
                  <a:pt x="1062" y="131"/>
                  <a:pt x="971" y="131"/>
                </a:cubicBezTo>
                <a:cubicBezTo>
                  <a:pt x="951" y="131"/>
                  <a:pt x="931" y="135"/>
                  <a:pt x="913" y="142"/>
                </a:cubicBezTo>
                <a:cubicBezTo>
                  <a:pt x="873" y="58"/>
                  <a:pt x="788" y="0"/>
                  <a:pt x="688" y="0"/>
                </a:cubicBezTo>
                <a:cubicBezTo>
                  <a:pt x="574" y="0"/>
                  <a:pt x="478" y="77"/>
                  <a:pt x="449" y="181"/>
                </a:cubicBezTo>
                <a:cubicBezTo>
                  <a:pt x="422" y="166"/>
                  <a:pt x="391" y="157"/>
                  <a:pt x="358" y="157"/>
                </a:cubicBezTo>
                <a:cubicBezTo>
                  <a:pt x="259" y="157"/>
                  <a:pt x="179" y="237"/>
                  <a:pt x="179" y="336"/>
                </a:cubicBezTo>
                <a:cubicBezTo>
                  <a:pt x="80" y="336"/>
                  <a:pt x="0" y="416"/>
                  <a:pt x="0" y="515"/>
                </a:cubicBezTo>
                <a:cubicBezTo>
                  <a:pt x="0" y="614"/>
                  <a:pt x="80" y="694"/>
                  <a:pt x="179" y="694"/>
                </a:cubicBezTo>
                <a:cubicBezTo>
                  <a:pt x="1016" y="694"/>
                  <a:pt x="1016" y="694"/>
                  <a:pt x="1016" y="694"/>
                </a:cubicBezTo>
                <a:cubicBezTo>
                  <a:pt x="1135" y="694"/>
                  <a:pt x="1232" y="598"/>
                  <a:pt x="1232" y="479"/>
                </a:cubicBezTo>
                <a:cubicBezTo>
                  <a:pt x="1232" y="404"/>
                  <a:pt x="1194" y="338"/>
                  <a:pt x="1136" y="3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39" name="Freeform 51"/>
          <p:cNvSpPr/>
          <p:nvPr/>
        </p:nvSpPr>
        <p:spPr bwMode="auto">
          <a:xfrm>
            <a:off x="3556000" y="4651375"/>
            <a:ext cx="2082800" cy="1173163"/>
          </a:xfrm>
          <a:custGeom>
            <a:avLst/>
            <a:gdLst>
              <a:gd name="T0" fmla="*/ 1136 w 1232"/>
              <a:gd name="T1" fmla="*/ 300 h 694"/>
              <a:gd name="T2" fmla="*/ 1136 w 1232"/>
              <a:gd name="T3" fmla="*/ 297 h 694"/>
              <a:gd name="T4" fmla="*/ 971 w 1232"/>
              <a:gd name="T5" fmla="*/ 131 h 694"/>
              <a:gd name="T6" fmla="*/ 913 w 1232"/>
              <a:gd name="T7" fmla="*/ 142 h 694"/>
              <a:gd name="T8" fmla="*/ 688 w 1232"/>
              <a:gd name="T9" fmla="*/ 0 h 694"/>
              <a:gd name="T10" fmla="*/ 449 w 1232"/>
              <a:gd name="T11" fmla="*/ 181 h 694"/>
              <a:gd name="T12" fmla="*/ 358 w 1232"/>
              <a:gd name="T13" fmla="*/ 157 h 694"/>
              <a:gd name="T14" fmla="*/ 179 w 1232"/>
              <a:gd name="T15" fmla="*/ 336 h 694"/>
              <a:gd name="T16" fmla="*/ 0 w 1232"/>
              <a:gd name="T17" fmla="*/ 515 h 694"/>
              <a:gd name="T18" fmla="*/ 179 w 1232"/>
              <a:gd name="T19" fmla="*/ 694 h 694"/>
              <a:gd name="T20" fmla="*/ 1016 w 1232"/>
              <a:gd name="T21" fmla="*/ 694 h 694"/>
              <a:gd name="T22" fmla="*/ 1232 w 1232"/>
              <a:gd name="T23" fmla="*/ 479 h 694"/>
              <a:gd name="T24" fmla="*/ 1136 w 1232"/>
              <a:gd name="T25" fmla="*/ 300 h 6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232" h="694">
                <a:moveTo>
                  <a:pt x="1136" y="300"/>
                </a:moveTo>
                <a:cubicBezTo>
                  <a:pt x="1136" y="299"/>
                  <a:pt x="1136" y="298"/>
                  <a:pt x="1136" y="297"/>
                </a:cubicBezTo>
                <a:cubicBezTo>
                  <a:pt x="1136" y="205"/>
                  <a:pt x="1062" y="131"/>
                  <a:pt x="971" y="131"/>
                </a:cubicBezTo>
                <a:cubicBezTo>
                  <a:pt x="951" y="131"/>
                  <a:pt x="931" y="135"/>
                  <a:pt x="913" y="142"/>
                </a:cubicBezTo>
                <a:cubicBezTo>
                  <a:pt x="873" y="58"/>
                  <a:pt x="788" y="0"/>
                  <a:pt x="688" y="0"/>
                </a:cubicBezTo>
                <a:cubicBezTo>
                  <a:pt x="574" y="0"/>
                  <a:pt x="478" y="77"/>
                  <a:pt x="449" y="181"/>
                </a:cubicBezTo>
                <a:cubicBezTo>
                  <a:pt x="422" y="166"/>
                  <a:pt x="391" y="157"/>
                  <a:pt x="358" y="157"/>
                </a:cubicBezTo>
                <a:cubicBezTo>
                  <a:pt x="259" y="157"/>
                  <a:pt x="179" y="237"/>
                  <a:pt x="179" y="336"/>
                </a:cubicBezTo>
                <a:cubicBezTo>
                  <a:pt x="80" y="336"/>
                  <a:pt x="0" y="416"/>
                  <a:pt x="0" y="515"/>
                </a:cubicBezTo>
                <a:cubicBezTo>
                  <a:pt x="0" y="614"/>
                  <a:pt x="80" y="694"/>
                  <a:pt x="179" y="694"/>
                </a:cubicBezTo>
                <a:cubicBezTo>
                  <a:pt x="1016" y="694"/>
                  <a:pt x="1016" y="694"/>
                  <a:pt x="1016" y="694"/>
                </a:cubicBezTo>
                <a:cubicBezTo>
                  <a:pt x="1135" y="694"/>
                  <a:pt x="1232" y="598"/>
                  <a:pt x="1232" y="479"/>
                </a:cubicBezTo>
                <a:cubicBezTo>
                  <a:pt x="1232" y="404"/>
                  <a:pt x="1194" y="338"/>
                  <a:pt x="1136" y="30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40" name="Freeform 52"/>
          <p:cNvSpPr/>
          <p:nvPr/>
        </p:nvSpPr>
        <p:spPr bwMode="auto">
          <a:xfrm>
            <a:off x="6938962" y="4289425"/>
            <a:ext cx="2082800" cy="1173163"/>
          </a:xfrm>
          <a:custGeom>
            <a:avLst/>
            <a:gdLst>
              <a:gd name="T0" fmla="*/ 1137 w 1232"/>
              <a:gd name="T1" fmla="*/ 300 h 694"/>
              <a:gd name="T2" fmla="*/ 1137 w 1232"/>
              <a:gd name="T3" fmla="*/ 297 h 694"/>
              <a:gd name="T4" fmla="*/ 972 w 1232"/>
              <a:gd name="T5" fmla="*/ 131 h 694"/>
              <a:gd name="T6" fmla="*/ 914 w 1232"/>
              <a:gd name="T7" fmla="*/ 142 h 694"/>
              <a:gd name="T8" fmla="*/ 689 w 1232"/>
              <a:gd name="T9" fmla="*/ 0 h 694"/>
              <a:gd name="T10" fmla="*/ 449 w 1232"/>
              <a:gd name="T11" fmla="*/ 181 h 694"/>
              <a:gd name="T12" fmla="*/ 359 w 1232"/>
              <a:gd name="T13" fmla="*/ 157 h 694"/>
              <a:gd name="T14" fmla="*/ 180 w 1232"/>
              <a:gd name="T15" fmla="*/ 336 h 694"/>
              <a:gd name="T16" fmla="*/ 0 w 1232"/>
              <a:gd name="T17" fmla="*/ 515 h 694"/>
              <a:gd name="T18" fmla="*/ 180 w 1232"/>
              <a:gd name="T19" fmla="*/ 694 h 694"/>
              <a:gd name="T20" fmla="*/ 1017 w 1232"/>
              <a:gd name="T21" fmla="*/ 694 h 694"/>
              <a:gd name="T22" fmla="*/ 1232 w 1232"/>
              <a:gd name="T23" fmla="*/ 479 h 694"/>
              <a:gd name="T24" fmla="*/ 1137 w 1232"/>
              <a:gd name="T25" fmla="*/ 300 h 6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232" h="694">
                <a:moveTo>
                  <a:pt x="1137" y="300"/>
                </a:moveTo>
                <a:cubicBezTo>
                  <a:pt x="1137" y="299"/>
                  <a:pt x="1137" y="298"/>
                  <a:pt x="1137" y="297"/>
                </a:cubicBezTo>
                <a:cubicBezTo>
                  <a:pt x="1137" y="205"/>
                  <a:pt x="1063" y="131"/>
                  <a:pt x="972" y="131"/>
                </a:cubicBezTo>
                <a:cubicBezTo>
                  <a:pt x="952" y="131"/>
                  <a:pt x="932" y="135"/>
                  <a:pt x="914" y="142"/>
                </a:cubicBezTo>
                <a:cubicBezTo>
                  <a:pt x="874" y="58"/>
                  <a:pt x="788" y="0"/>
                  <a:pt x="689" y="0"/>
                </a:cubicBezTo>
                <a:cubicBezTo>
                  <a:pt x="575" y="0"/>
                  <a:pt x="479" y="76"/>
                  <a:pt x="449" y="181"/>
                </a:cubicBezTo>
                <a:cubicBezTo>
                  <a:pt x="423" y="166"/>
                  <a:pt x="392" y="157"/>
                  <a:pt x="359" y="157"/>
                </a:cubicBezTo>
                <a:cubicBezTo>
                  <a:pt x="260" y="157"/>
                  <a:pt x="180" y="237"/>
                  <a:pt x="180" y="336"/>
                </a:cubicBezTo>
                <a:cubicBezTo>
                  <a:pt x="81" y="336"/>
                  <a:pt x="0" y="416"/>
                  <a:pt x="0" y="515"/>
                </a:cubicBezTo>
                <a:cubicBezTo>
                  <a:pt x="0" y="614"/>
                  <a:pt x="81" y="694"/>
                  <a:pt x="180" y="694"/>
                </a:cubicBezTo>
                <a:cubicBezTo>
                  <a:pt x="1017" y="694"/>
                  <a:pt x="1017" y="694"/>
                  <a:pt x="1017" y="694"/>
                </a:cubicBezTo>
                <a:cubicBezTo>
                  <a:pt x="1136" y="694"/>
                  <a:pt x="1232" y="598"/>
                  <a:pt x="1232" y="479"/>
                </a:cubicBezTo>
                <a:cubicBezTo>
                  <a:pt x="1232" y="404"/>
                  <a:pt x="1195" y="338"/>
                  <a:pt x="1137" y="30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41" name="Freeform 53"/>
          <p:cNvSpPr/>
          <p:nvPr/>
        </p:nvSpPr>
        <p:spPr bwMode="auto">
          <a:xfrm>
            <a:off x="6096000" y="1982788"/>
            <a:ext cx="2082800" cy="1173163"/>
          </a:xfrm>
          <a:custGeom>
            <a:avLst/>
            <a:gdLst>
              <a:gd name="T0" fmla="*/ 1136 w 1232"/>
              <a:gd name="T1" fmla="*/ 300 h 694"/>
              <a:gd name="T2" fmla="*/ 1136 w 1232"/>
              <a:gd name="T3" fmla="*/ 297 h 694"/>
              <a:gd name="T4" fmla="*/ 971 w 1232"/>
              <a:gd name="T5" fmla="*/ 131 h 694"/>
              <a:gd name="T6" fmla="*/ 913 w 1232"/>
              <a:gd name="T7" fmla="*/ 142 h 694"/>
              <a:gd name="T8" fmla="*/ 688 w 1232"/>
              <a:gd name="T9" fmla="*/ 0 h 694"/>
              <a:gd name="T10" fmla="*/ 449 w 1232"/>
              <a:gd name="T11" fmla="*/ 181 h 694"/>
              <a:gd name="T12" fmla="*/ 358 w 1232"/>
              <a:gd name="T13" fmla="*/ 157 h 694"/>
              <a:gd name="T14" fmla="*/ 179 w 1232"/>
              <a:gd name="T15" fmla="*/ 336 h 694"/>
              <a:gd name="T16" fmla="*/ 0 w 1232"/>
              <a:gd name="T17" fmla="*/ 515 h 694"/>
              <a:gd name="T18" fmla="*/ 179 w 1232"/>
              <a:gd name="T19" fmla="*/ 694 h 694"/>
              <a:gd name="T20" fmla="*/ 1016 w 1232"/>
              <a:gd name="T21" fmla="*/ 694 h 694"/>
              <a:gd name="T22" fmla="*/ 1232 w 1232"/>
              <a:gd name="T23" fmla="*/ 479 h 694"/>
              <a:gd name="T24" fmla="*/ 1136 w 1232"/>
              <a:gd name="T25" fmla="*/ 300 h 6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232" h="694">
                <a:moveTo>
                  <a:pt x="1136" y="300"/>
                </a:moveTo>
                <a:cubicBezTo>
                  <a:pt x="1136" y="299"/>
                  <a:pt x="1136" y="298"/>
                  <a:pt x="1136" y="297"/>
                </a:cubicBezTo>
                <a:cubicBezTo>
                  <a:pt x="1136" y="205"/>
                  <a:pt x="1062" y="131"/>
                  <a:pt x="971" y="131"/>
                </a:cubicBezTo>
                <a:cubicBezTo>
                  <a:pt x="951" y="131"/>
                  <a:pt x="931" y="135"/>
                  <a:pt x="913" y="142"/>
                </a:cubicBezTo>
                <a:cubicBezTo>
                  <a:pt x="873" y="58"/>
                  <a:pt x="788" y="0"/>
                  <a:pt x="688" y="0"/>
                </a:cubicBezTo>
                <a:cubicBezTo>
                  <a:pt x="574" y="0"/>
                  <a:pt x="478" y="77"/>
                  <a:pt x="449" y="181"/>
                </a:cubicBezTo>
                <a:cubicBezTo>
                  <a:pt x="422" y="166"/>
                  <a:pt x="391" y="157"/>
                  <a:pt x="358" y="157"/>
                </a:cubicBezTo>
                <a:cubicBezTo>
                  <a:pt x="259" y="157"/>
                  <a:pt x="179" y="237"/>
                  <a:pt x="179" y="336"/>
                </a:cubicBezTo>
                <a:cubicBezTo>
                  <a:pt x="80" y="336"/>
                  <a:pt x="0" y="416"/>
                  <a:pt x="0" y="515"/>
                </a:cubicBezTo>
                <a:cubicBezTo>
                  <a:pt x="0" y="614"/>
                  <a:pt x="80" y="694"/>
                  <a:pt x="179" y="694"/>
                </a:cubicBezTo>
                <a:cubicBezTo>
                  <a:pt x="1016" y="694"/>
                  <a:pt x="1016" y="694"/>
                  <a:pt x="1016" y="694"/>
                </a:cubicBezTo>
                <a:cubicBezTo>
                  <a:pt x="1135" y="694"/>
                  <a:pt x="1232" y="598"/>
                  <a:pt x="1232" y="479"/>
                </a:cubicBezTo>
                <a:cubicBezTo>
                  <a:pt x="1232" y="404"/>
                  <a:pt x="1194" y="338"/>
                  <a:pt x="1136" y="30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147" name="Group 146"/>
          <p:cNvGrpSpPr/>
          <p:nvPr/>
        </p:nvGrpSpPr>
        <p:grpSpPr>
          <a:xfrm rot="2700000">
            <a:off x="4338728" y="2673438"/>
            <a:ext cx="232934" cy="405926"/>
            <a:chOff x="4732338" y="4783138"/>
            <a:chExt cx="703263" cy="1225550"/>
          </a:xfrm>
          <a:solidFill>
            <a:schemeClr val="bg1"/>
          </a:solidFill>
        </p:grpSpPr>
        <p:sp>
          <p:nvSpPr>
            <p:cNvPr id="148" name="Freeform 30"/>
            <p:cNvSpPr>
              <a:spLocks noEditPoints="1"/>
            </p:cNvSpPr>
            <p:nvPr/>
          </p:nvSpPr>
          <p:spPr bwMode="auto">
            <a:xfrm>
              <a:off x="4732338" y="4783138"/>
              <a:ext cx="703263" cy="1173163"/>
            </a:xfrm>
            <a:custGeom>
              <a:avLst/>
              <a:gdLst>
                <a:gd name="T0" fmla="*/ 50 w 184"/>
                <a:gd name="T1" fmla="*/ 310 h 310"/>
                <a:gd name="T2" fmla="*/ 32 w 184"/>
                <a:gd name="T3" fmla="*/ 282 h 310"/>
                <a:gd name="T4" fmla="*/ 10 w 184"/>
                <a:gd name="T5" fmla="*/ 199 h 310"/>
                <a:gd name="T6" fmla="*/ 39 w 184"/>
                <a:gd name="T7" fmla="*/ 171 h 310"/>
                <a:gd name="T8" fmla="*/ 30 w 184"/>
                <a:gd name="T9" fmla="*/ 116 h 310"/>
                <a:gd name="T10" fmla="*/ 36 w 184"/>
                <a:gd name="T11" fmla="*/ 73 h 310"/>
                <a:gd name="T12" fmla="*/ 36 w 184"/>
                <a:gd name="T13" fmla="*/ 72 h 310"/>
                <a:gd name="T14" fmla="*/ 92 w 184"/>
                <a:gd name="T15" fmla="*/ 0 h 310"/>
                <a:gd name="T16" fmla="*/ 148 w 184"/>
                <a:gd name="T17" fmla="*/ 72 h 310"/>
                <a:gd name="T18" fmla="*/ 148 w 184"/>
                <a:gd name="T19" fmla="*/ 73 h 310"/>
                <a:gd name="T20" fmla="*/ 155 w 184"/>
                <a:gd name="T21" fmla="*/ 116 h 310"/>
                <a:gd name="T22" fmla="*/ 145 w 184"/>
                <a:gd name="T23" fmla="*/ 171 h 310"/>
                <a:gd name="T24" fmla="*/ 174 w 184"/>
                <a:gd name="T25" fmla="*/ 199 h 310"/>
                <a:gd name="T26" fmla="*/ 153 w 184"/>
                <a:gd name="T27" fmla="*/ 282 h 310"/>
                <a:gd name="T28" fmla="*/ 134 w 184"/>
                <a:gd name="T29" fmla="*/ 310 h 310"/>
                <a:gd name="T30" fmla="*/ 134 w 184"/>
                <a:gd name="T31" fmla="*/ 276 h 310"/>
                <a:gd name="T32" fmla="*/ 118 w 184"/>
                <a:gd name="T33" fmla="*/ 239 h 310"/>
                <a:gd name="T34" fmla="*/ 118 w 184"/>
                <a:gd name="T35" fmla="*/ 240 h 310"/>
                <a:gd name="T36" fmla="*/ 115 w 184"/>
                <a:gd name="T37" fmla="*/ 246 h 310"/>
                <a:gd name="T38" fmla="*/ 108 w 184"/>
                <a:gd name="T39" fmla="*/ 245 h 310"/>
                <a:gd name="T40" fmla="*/ 76 w 184"/>
                <a:gd name="T41" fmla="*/ 245 h 310"/>
                <a:gd name="T42" fmla="*/ 69 w 184"/>
                <a:gd name="T43" fmla="*/ 246 h 310"/>
                <a:gd name="T44" fmla="*/ 66 w 184"/>
                <a:gd name="T45" fmla="*/ 240 h 310"/>
                <a:gd name="T46" fmla="*/ 66 w 184"/>
                <a:gd name="T47" fmla="*/ 239 h 310"/>
                <a:gd name="T48" fmla="*/ 50 w 184"/>
                <a:gd name="T49" fmla="*/ 276 h 310"/>
                <a:gd name="T50" fmla="*/ 50 w 184"/>
                <a:gd name="T51" fmla="*/ 310 h 310"/>
                <a:gd name="T52" fmla="*/ 55 w 184"/>
                <a:gd name="T53" fmla="*/ 79 h 310"/>
                <a:gd name="T54" fmla="*/ 50 w 184"/>
                <a:gd name="T55" fmla="*/ 116 h 310"/>
                <a:gd name="T56" fmla="*/ 61 w 184"/>
                <a:gd name="T57" fmla="*/ 174 h 310"/>
                <a:gd name="T58" fmla="*/ 64 w 184"/>
                <a:gd name="T59" fmla="*/ 184 h 310"/>
                <a:gd name="T60" fmla="*/ 54 w 184"/>
                <a:gd name="T61" fmla="*/ 187 h 310"/>
                <a:gd name="T62" fmla="*/ 29 w 184"/>
                <a:gd name="T63" fmla="*/ 205 h 310"/>
                <a:gd name="T64" fmla="*/ 36 w 184"/>
                <a:gd name="T65" fmla="*/ 247 h 310"/>
                <a:gd name="T66" fmla="*/ 65 w 184"/>
                <a:gd name="T67" fmla="*/ 215 h 310"/>
                <a:gd name="T68" fmla="*/ 74 w 184"/>
                <a:gd name="T69" fmla="*/ 209 h 310"/>
                <a:gd name="T70" fmla="*/ 79 w 184"/>
                <a:gd name="T71" fmla="*/ 219 h 310"/>
                <a:gd name="T72" fmla="*/ 82 w 184"/>
                <a:gd name="T73" fmla="*/ 225 h 310"/>
                <a:gd name="T74" fmla="*/ 103 w 184"/>
                <a:gd name="T75" fmla="*/ 225 h 310"/>
                <a:gd name="T76" fmla="*/ 105 w 184"/>
                <a:gd name="T77" fmla="*/ 219 h 310"/>
                <a:gd name="T78" fmla="*/ 110 w 184"/>
                <a:gd name="T79" fmla="*/ 209 h 310"/>
                <a:gd name="T80" fmla="*/ 120 w 184"/>
                <a:gd name="T81" fmla="*/ 215 h 310"/>
                <a:gd name="T82" fmla="*/ 148 w 184"/>
                <a:gd name="T83" fmla="*/ 247 h 310"/>
                <a:gd name="T84" fmla="*/ 155 w 184"/>
                <a:gd name="T85" fmla="*/ 205 h 310"/>
                <a:gd name="T86" fmla="*/ 130 w 184"/>
                <a:gd name="T87" fmla="*/ 187 h 310"/>
                <a:gd name="T88" fmla="*/ 120 w 184"/>
                <a:gd name="T89" fmla="*/ 184 h 310"/>
                <a:gd name="T90" fmla="*/ 123 w 184"/>
                <a:gd name="T91" fmla="*/ 174 h 310"/>
                <a:gd name="T92" fmla="*/ 135 w 184"/>
                <a:gd name="T93" fmla="*/ 116 h 310"/>
                <a:gd name="T94" fmla="*/ 129 w 184"/>
                <a:gd name="T95" fmla="*/ 79 h 310"/>
                <a:gd name="T96" fmla="*/ 92 w 184"/>
                <a:gd name="T97" fmla="*/ 21 h 310"/>
                <a:gd name="T98" fmla="*/ 55 w 184"/>
                <a:gd name="T99" fmla="*/ 79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84" h="310">
                  <a:moveTo>
                    <a:pt x="50" y="310"/>
                  </a:moveTo>
                  <a:cubicBezTo>
                    <a:pt x="32" y="282"/>
                    <a:pt x="32" y="282"/>
                    <a:pt x="32" y="282"/>
                  </a:cubicBezTo>
                  <a:cubicBezTo>
                    <a:pt x="28" y="276"/>
                    <a:pt x="0" y="230"/>
                    <a:pt x="10" y="199"/>
                  </a:cubicBezTo>
                  <a:cubicBezTo>
                    <a:pt x="14" y="187"/>
                    <a:pt x="24" y="178"/>
                    <a:pt x="39" y="171"/>
                  </a:cubicBezTo>
                  <a:cubicBezTo>
                    <a:pt x="33" y="151"/>
                    <a:pt x="30" y="132"/>
                    <a:pt x="30" y="116"/>
                  </a:cubicBezTo>
                  <a:cubicBezTo>
                    <a:pt x="30" y="102"/>
                    <a:pt x="32" y="87"/>
                    <a:pt x="36" y="73"/>
                  </a:cubicBezTo>
                  <a:cubicBezTo>
                    <a:pt x="36" y="72"/>
                    <a:pt x="36" y="72"/>
                    <a:pt x="36" y="72"/>
                  </a:cubicBezTo>
                  <a:cubicBezTo>
                    <a:pt x="50" y="35"/>
                    <a:pt x="77" y="0"/>
                    <a:pt x="92" y="0"/>
                  </a:cubicBezTo>
                  <a:cubicBezTo>
                    <a:pt x="107" y="0"/>
                    <a:pt x="134" y="35"/>
                    <a:pt x="148" y="72"/>
                  </a:cubicBezTo>
                  <a:cubicBezTo>
                    <a:pt x="148" y="73"/>
                    <a:pt x="148" y="73"/>
                    <a:pt x="148" y="73"/>
                  </a:cubicBezTo>
                  <a:cubicBezTo>
                    <a:pt x="152" y="87"/>
                    <a:pt x="155" y="102"/>
                    <a:pt x="155" y="116"/>
                  </a:cubicBezTo>
                  <a:cubicBezTo>
                    <a:pt x="155" y="132"/>
                    <a:pt x="152" y="151"/>
                    <a:pt x="145" y="171"/>
                  </a:cubicBezTo>
                  <a:cubicBezTo>
                    <a:pt x="160" y="178"/>
                    <a:pt x="170" y="187"/>
                    <a:pt x="174" y="199"/>
                  </a:cubicBezTo>
                  <a:cubicBezTo>
                    <a:pt x="184" y="230"/>
                    <a:pt x="156" y="276"/>
                    <a:pt x="153" y="282"/>
                  </a:cubicBezTo>
                  <a:cubicBezTo>
                    <a:pt x="134" y="310"/>
                    <a:pt x="134" y="310"/>
                    <a:pt x="134" y="310"/>
                  </a:cubicBezTo>
                  <a:cubicBezTo>
                    <a:pt x="134" y="276"/>
                    <a:pt x="134" y="276"/>
                    <a:pt x="134" y="276"/>
                  </a:cubicBezTo>
                  <a:cubicBezTo>
                    <a:pt x="134" y="262"/>
                    <a:pt x="128" y="248"/>
                    <a:pt x="118" y="239"/>
                  </a:cubicBezTo>
                  <a:cubicBezTo>
                    <a:pt x="118" y="239"/>
                    <a:pt x="118" y="239"/>
                    <a:pt x="118" y="240"/>
                  </a:cubicBezTo>
                  <a:cubicBezTo>
                    <a:pt x="115" y="246"/>
                    <a:pt x="115" y="246"/>
                    <a:pt x="115" y="246"/>
                  </a:cubicBezTo>
                  <a:cubicBezTo>
                    <a:pt x="108" y="245"/>
                    <a:pt x="108" y="245"/>
                    <a:pt x="108" y="245"/>
                  </a:cubicBezTo>
                  <a:cubicBezTo>
                    <a:pt x="98" y="245"/>
                    <a:pt x="87" y="245"/>
                    <a:pt x="76" y="245"/>
                  </a:cubicBezTo>
                  <a:cubicBezTo>
                    <a:pt x="69" y="246"/>
                    <a:pt x="69" y="246"/>
                    <a:pt x="69" y="246"/>
                  </a:cubicBezTo>
                  <a:cubicBezTo>
                    <a:pt x="66" y="240"/>
                    <a:pt x="66" y="240"/>
                    <a:pt x="66" y="240"/>
                  </a:cubicBezTo>
                  <a:cubicBezTo>
                    <a:pt x="66" y="239"/>
                    <a:pt x="66" y="239"/>
                    <a:pt x="66" y="239"/>
                  </a:cubicBezTo>
                  <a:cubicBezTo>
                    <a:pt x="56" y="249"/>
                    <a:pt x="50" y="262"/>
                    <a:pt x="50" y="276"/>
                  </a:cubicBezTo>
                  <a:lnTo>
                    <a:pt x="50" y="310"/>
                  </a:lnTo>
                  <a:close/>
                  <a:moveTo>
                    <a:pt x="55" y="79"/>
                  </a:moveTo>
                  <a:cubicBezTo>
                    <a:pt x="52" y="91"/>
                    <a:pt x="50" y="104"/>
                    <a:pt x="50" y="116"/>
                  </a:cubicBezTo>
                  <a:cubicBezTo>
                    <a:pt x="50" y="132"/>
                    <a:pt x="53" y="152"/>
                    <a:pt x="61" y="174"/>
                  </a:cubicBezTo>
                  <a:cubicBezTo>
                    <a:pt x="64" y="184"/>
                    <a:pt x="64" y="184"/>
                    <a:pt x="64" y="184"/>
                  </a:cubicBezTo>
                  <a:cubicBezTo>
                    <a:pt x="54" y="187"/>
                    <a:pt x="54" y="187"/>
                    <a:pt x="54" y="187"/>
                  </a:cubicBezTo>
                  <a:cubicBezTo>
                    <a:pt x="45" y="190"/>
                    <a:pt x="33" y="196"/>
                    <a:pt x="29" y="205"/>
                  </a:cubicBezTo>
                  <a:cubicBezTo>
                    <a:pt x="26" y="216"/>
                    <a:pt x="30" y="233"/>
                    <a:pt x="36" y="247"/>
                  </a:cubicBezTo>
                  <a:cubicBezTo>
                    <a:pt x="42" y="234"/>
                    <a:pt x="52" y="223"/>
                    <a:pt x="65" y="215"/>
                  </a:cubicBezTo>
                  <a:cubicBezTo>
                    <a:pt x="74" y="209"/>
                    <a:pt x="74" y="209"/>
                    <a:pt x="74" y="209"/>
                  </a:cubicBezTo>
                  <a:cubicBezTo>
                    <a:pt x="79" y="219"/>
                    <a:pt x="79" y="219"/>
                    <a:pt x="79" y="219"/>
                  </a:cubicBezTo>
                  <a:cubicBezTo>
                    <a:pt x="80" y="221"/>
                    <a:pt x="81" y="223"/>
                    <a:pt x="82" y="225"/>
                  </a:cubicBezTo>
                  <a:cubicBezTo>
                    <a:pt x="89" y="225"/>
                    <a:pt x="96" y="225"/>
                    <a:pt x="103" y="225"/>
                  </a:cubicBezTo>
                  <a:cubicBezTo>
                    <a:pt x="104" y="223"/>
                    <a:pt x="105" y="221"/>
                    <a:pt x="105" y="219"/>
                  </a:cubicBezTo>
                  <a:cubicBezTo>
                    <a:pt x="110" y="209"/>
                    <a:pt x="110" y="209"/>
                    <a:pt x="110" y="209"/>
                  </a:cubicBezTo>
                  <a:cubicBezTo>
                    <a:pt x="120" y="215"/>
                    <a:pt x="120" y="215"/>
                    <a:pt x="120" y="215"/>
                  </a:cubicBezTo>
                  <a:cubicBezTo>
                    <a:pt x="133" y="223"/>
                    <a:pt x="142" y="234"/>
                    <a:pt x="148" y="247"/>
                  </a:cubicBezTo>
                  <a:cubicBezTo>
                    <a:pt x="154" y="233"/>
                    <a:pt x="159" y="216"/>
                    <a:pt x="155" y="205"/>
                  </a:cubicBezTo>
                  <a:cubicBezTo>
                    <a:pt x="152" y="196"/>
                    <a:pt x="140" y="190"/>
                    <a:pt x="130" y="187"/>
                  </a:cubicBezTo>
                  <a:cubicBezTo>
                    <a:pt x="120" y="184"/>
                    <a:pt x="120" y="184"/>
                    <a:pt x="120" y="184"/>
                  </a:cubicBezTo>
                  <a:cubicBezTo>
                    <a:pt x="123" y="174"/>
                    <a:pt x="123" y="174"/>
                    <a:pt x="123" y="174"/>
                  </a:cubicBezTo>
                  <a:cubicBezTo>
                    <a:pt x="131" y="152"/>
                    <a:pt x="135" y="132"/>
                    <a:pt x="135" y="116"/>
                  </a:cubicBezTo>
                  <a:cubicBezTo>
                    <a:pt x="135" y="104"/>
                    <a:pt x="133" y="91"/>
                    <a:pt x="129" y="79"/>
                  </a:cubicBezTo>
                  <a:cubicBezTo>
                    <a:pt x="117" y="47"/>
                    <a:pt x="99" y="26"/>
                    <a:pt x="92" y="21"/>
                  </a:cubicBezTo>
                  <a:cubicBezTo>
                    <a:pt x="85" y="26"/>
                    <a:pt x="67" y="47"/>
                    <a:pt x="55" y="7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49" name="Freeform 31"/>
            <p:cNvSpPr>
              <a:spLocks noEditPoints="1"/>
            </p:cNvSpPr>
            <p:nvPr/>
          </p:nvSpPr>
          <p:spPr bwMode="auto">
            <a:xfrm>
              <a:off x="4960938" y="5127626"/>
              <a:ext cx="244475" cy="241300"/>
            </a:xfrm>
            <a:custGeom>
              <a:avLst/>
              <a:gdLst>
                <a:gd name="T0" fmla="*/ 32 w 64"/>
                <a:gd name="T1" fmla="*/ 64 h 64"/>
                <a:gd name="T2" fmla="*/ 0 w 64"/>
                <a:gd name="T3" fmla="*/ 32 h 64"/>
                <a:gd name="T4" fmla="*/ 32 w 64"/>
                <a:gd name="T5" fmla="*/ 0 h 64"/>
                <a:gd name="T6" fmla="*/ 64 w 64"/>
                <a:gd name="T7" fmla="*/ 32 h 64"/>
                <a:gd name="T8" fmla="*/ 32 w 64"/>
                <a:gd name="T9" fmla="*/ 64 h 64"/>
                <a:gd name="T10" fmla="*/ 32 w 64"/>
                <a:gd name="T11" fmla="*/ 12 h 64"/>
                <a:gd name="T12" fmla="*/ 12 w 64"/>
                <a:gd name="T13" fmla="*/ 32 h 64"/>
                <a:gd name="T14" fmla="*/ 32 w 64"/>
                <a:gd name="T15" fmla="*/ 52 h 64"/>
                <a:gd name="T16" fmla="*/ 52 w 64"/>
                <a:gd name="T17" fmla="*/ 32 h 64"/>
                <a:gd name="T18" fmla="*/ 32 w 64"/>
                <a:gd name="T19" fmla="*/ 12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4" h="64">
                  <a:moveTo>
                    <a:pt x="32" y="64"/>
                  </a:moveTo>
                  <a:cubicBezTo>
                    <a:pt x="14" y="64"/>
                    <a:pt x="0" y="50"/>
                    <a:pt x="0" y="32"/>
                  </a:cubicBezTo>
                  <a:cubicBezTo>
                    <a:pt x="0" y="14"/>
                    <a:pt x="14" y="0"/>
                    <a:pt x="32" y="0"/>
                  </a:cubicBezTo>
                  <a:cubicBezTo>
                    <a:pt x="50" y="0"/>
                    <a:pt x="64" y="14"/>
                    <a:pt x="64" y="32"/>
                  </a:cubicBezTo>
                  <a:cubicBezTo>
                    <a:pt x="64" y="50"/>
                    <a:pt x="50" y="64"/>
                    <a:pt x="32" y="64"/>
                  </a:cubicBezTo>
                  <a:close/>
                  <a:moveTo>
                    <a:pt x="32" y="12"/>
                  </a:moveTo>
                  <a:cubicBezTo>
                    <a:pt x="21" y="12"/>
                    <a:pt x="12" y="21"/>
                    <a:pt x="12" y="32"/>
                  </a:cubicBezTo>
                  <a:cubicBezTo>
                    <a:pt x="12" y="43"/>
                    <a:pt x="21" y="52"/>
                    <a:pt x="32" y="52"/>
                  </a:cubicBezTo>
                  <a:cubicBezTo>
                    <a:pt x="43" y="52"/>
                    <a:pt x="52" y="43"/>
                    <a:pt x="52" y="32"/>
                  </a:cubicBezTo>
                  <a:cubicBezTo>
                    <a:pt x="52" y="21"/>
                    <a:pt x="43" y="12"/>
                    <a:pt x="3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50" name="Freeform 32"/>
            <p:cNvSpPr>
              <a:spLocks noEditPoints="1"/>
            </p:cNvSpPr>
            <p:nvPr/>
          </p:nvSpPr>
          <p:spPr bwMode="auto">
            <a:xfrm>
              <a:off x="4973638" y="5649913"/>
              <a:ext cx="225425" cy="358775"/>
            </a:xfrm>
            <a:custGeom>
              <a:avLst/>
              <a:gdLst>
                <a:gd name="T0" fmla="*/ 29 w 59"/>
                <a:gd name="T1" fmla="*/ 95 h 95"/>
                <a:gd name="T2" fmla="*/ 24 w 59"/>
                <a:gd name="T3" fmla="*/ 85 h 95"/>
                <a:gd name="T4" fmla="*/ 0 w 59"/>
                <a:gd name="T5" fmla="*/ 26 h 95"/>
                <a:gd name="T6" fmla="*/ 29 w 59"/>
                <a:gd name="T7" fmla="*/ 0 h 95"/>
                <a:gd name="T8" fmla="*/ 59 w 59"/>
                <a:gd name="T9" fmla="*/ 26 h 95"/>
                <a:gd name="T10" fmla="*/ 34 w 59"/>
                <a:gd name="T11" fmla="*/ 85 h 95"/>
                <a:gd name="T12" fmla="*/ 29 w 59"/>
                <a:gd name="T13" fmla="*/ 95 h 95"/>
                <a:gd name="T14" fmla="*/ 29 w 59"/>
                <a:gd name="T15" fmla="*/ 12 h 95"/>
                <a:gd name="T16" fmla="*/ 12 w 59"/>
                <a:gd name="T17" fmla="*/ 26 h 95"/>
                <a:gd name="T18" fmla="*/ 29 w 59"/>
                <a:gd name="T19" fmla="*/ 69 h 95"/>
                <a:gd name="T20" fmla="*/ 47 w 59"/>
                <a:gd name="T21" fmla="*/ 26 h 95"/>
                <a:gd name="T22" fmla="*/ 29 w 59"/>
                <a:gd name="T23" fmla="*/ 12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9" h="95">
                  <a:moveTo>
                    <a:pt x="29" y="95"/>
                  </a:moveTo>
                  <a:cubicBezTo>
                    <a:pt x="24" y="85"/>
                    <a:pt x="24" y="85"/>
                    <a:pt x="24" y="85"/>
                  </a:cubicBezTo>
                  <a:cubicBezTo>
                    <a:pt x="20" y="77"/>
                    <a:pt x="0" y="38"/>
                    <a:pt x="0" y="26"/>
                  </a:cubicBezTo>
                  <a:cubicBezTo>
                    <a:pt x="0" y="12"/>
                    <a:pt x="13" y="0"/>
                    <a:pt x="29" y="0"/>
                  </a:cubicBezTo>
                  <a:cubicBezTo>
                    <a:pt x="45" y="0"/>
                    <a:pt x="59" y="12"/>
                    <a:pt x="59" y="26"/>
                  </a:cubicBezTo>
                  <a:cubicBezTo>
                    <a:pt x="59" y="38"/>
                    <a:pt x="39" y="77"/>
                    <a:pt x="34" y="85"/>
                  </a:cubicBezTo>
                  <a:lnTo>
                    <a:pt x="29" y="95"/>
                  </a:lnTo>
                  <a:close/>
                  <a:moveTo>
                    <a:pt x="29" y="12"/>
                  </a:moveTo>
                  <a:cubicBezTo>
                    <a:pt x="19" y="12"/>
                    <a:pt x="12" y="18"/>
                    <a:pt x="12" y="26"/>
                  </a:cubicBezTo>
                  <a:cubicBezTo>
                    <a:pt x="12" y="31"/>
                    <a:pt x="20" y="50"/>
                    <a:pt x="29" y="69"/>
                  </a:cubicBezTo>
                  <a:cubicBezTo>
                    <a:pt x="38" y="50"/>
                    <a:pt x="47" y="31"/>
                    <a:pt x="47" y="26"/>
                  </a:cubicBezTo>
                  <a:cubicBezTo>
                    <a:pt x="47" y="18"/>
                    <a:pt x="39" y="12"/>
                    <a:pt x="29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151" name="TextBox 150"/>
          <p:cNvSpPr txBox="1"/>
          <p:nvPr/>
        </p:nvSpPr>
        <p:spPr>
          <a:xfrm>
            <a:off x="3886771" y="3019804"/>
            <a:ext cx="1136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Aa楷体" panose="02000500000000000000" pitchFamily="2" charset="-122"/>
              </a:rPr>
              <a:t>Launching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Aa楷体" panose="02000500000000000000" pitchFamily="2" charset="-122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6776924" y="2704618"/>
            <a:ext cx="8370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Aa楷体" panose="02000500000000000000" pitchFamily="2" charset="-122"/>
              </a:rPr>
              <a:t>Testing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Aa楷体" panose="02000500000000000000" pitchFamily="2" charset="-122"/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4124306" y="5346076"/>
            <a:ext cx="11288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Aa楷体" panose="02000500000000000000" pitchFamily="2" charset="-122"/>
              </a:rPr>
              <a:t>Maintance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Aa楷体" panose="02000500000000000000" pitchFamily="2" charset="-122"/>
            </a:endParaRPr>
          </a:p>
        </p:txBody>
      </p:sp>
      <p:sp>
        <p:nvSpPr>
          <p:cNvPr id="154" name="TextBox 153"/>
          <p:cNvSpPr txBox="1"/>
          <p:nvPr/>
        </p:nvSpPr>
        <p:spPr>
          <a:xfrm>
            <a:off x="7330286" y="5010824"/>
            <a:ext cx="12795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Aa楷体" panose="02000500000000000000" pitchFamily="2" charset="-122"/>
              </a:rPr>
              <a:t>Observation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Aa楷体" panose="02000500000000000000" pitchFamily="2" charset="-122"/>
            </a:endParaRPr>
          </a:p>
        </p:txBody>
      </p:sp>
      <p:grpSp>
        <p:nvGrpSpPr>
          <p:cNvPr id="155" name="Group 154"/>
          <p:cNvGrpSpPr/>
          <p:nvPr/>
        </p:nvGrpSpPr>
        <p:grpSpPr>
          <a:xfrm>
            <a:off x="7039981" y="2295980"/>
            <a:ext cx="310974" cy="360075"/>
            <a:chOff x="4937125" y="1749425"/>
            <a:chExt cx="392113" cy="454025"/>
          </a:xfrm>
          <a:solidFill>
            <a:schemeClr val="bg1"/>
          </a:solidFill>
        </p:grpSpPr>
        <p:sp>
          <p:nvSpPr>
            <p:cNvPr id="156" name="Freeform 58"/>
            <p:cNvSpPr/>
            <p:nvPr/>
          </p:nvSpPr>
          <p:spPr bwMode="auto">
            <a:xfrm>
              <a:off x="5016500" y="2016125"/>
              <a:ext cx="79375" cy="19050"/>
            </a:xfrm>
            <a:custGeom>
              <a:avLst/>
              <a:gdLst>
                <a:gd name="T0" fmla="*/ 14 w 16"/>
                <a:gd name="T1" fmla="*/ 4 h 4"/>
                <a:gd name="T2" fmla="*/ 2 w 16"/>
                <a:gd name="T3" fmla="*/ 4 h 4"/>
                <a:gd name="T4" fmla="*/ 0 w 16"/>
                <a:gd name="T5" fmla="*/ 2 h 4"/>
                <a:gd name="T6" fmla="*/ 2 w 16"/>
                <a:gd name="T7" fmla="*/ 0 h 4"/>
                <a:gd name="T8" fmla="*/ 14 w 16"/>
                <a:gd name="T9" fmla="*/ 0 h 4"/>
                <a:gd name="T10" fmla="*/ 16 w 16"/>
                <a:gd name="T11" fmla="*/ 2 h 4"/>
                <a:gd name="T12" fmla="*/ 14 w 16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4">
                  <a:moveTo>
                    <a:pt x="14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5" y="0"/>
                    <a:pt x="16" y="1"/>
                    <a:pt x="16" y="2"/>
                  </a:cubicBezTo>
                  <a:cubicBezTo>
                    <a:pt x="16" y="3"/>
                    <a:pt x="15" y="4"/>
                    <a:pt x="14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57" name="Freeform 59"/>
            <p:cNvSpPr/>
            <p:nvPr/>
          </p:nvSpPr>
          <p:spPr bwMode="auto">
            <a:xfrm>
              <a:off x="5046663" y="1952625"/>
              <a:ext cx="84138" cy="19050"/>
            </a:xfrm>
            <a:custGeom>
              <a:avLst/>
              <a:gdLst>
                <a:gd name="T0" fmla="*/ 15 w 17"/>
                <a:gd name="T1" fmla="*/ 4 h 4"/>
                <a:gd name="T2" fmla="*/ 2 w 17"/>
                <a:gd name="T3" fmla="*/ 4 h 4"/>
                <a:gd name="T4" fmla="*/ 0 w 17"/>
                <a:gd name="T5" fmla="*/ 2 h 4"/>
                <a:gd name="T6" fmla="*/ 2 w 17"/>
                <a:gd name="T7" fmla="*/ 0 h 4"/>
                <a:gd name="T8" fmla="*/ 15 w 17"/>
                <a:gd name="T9" fmla="*/ 0 h 4"/>
                <a:gd name="T10" fmla="*/ 17 w 17"/>
                <a:gd name="T11" fmla="*/ 2 h 4"/>
                <a:gd name="T12" fmla="*/ 15 w 17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4">
                  <a:moveTo>
                    <a:pt x="15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6" y="0"/>
                    <a:pt x="17" y="1"/>
                    <a:pt x="17" y="2"/>
                  </a:cubicBezTo>
                  <a:cubicBezTo>
                    <a:pt x="17" y="4"/>
                    <a:pt x="16" y="4"/>
                    <a:pt x="15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58" name="Freeform 60"/>
            <p:cNvSpPr/>
            <p:nvPr/>
          </p:nvSpPr>
          <p:spPr bwMode="auto">
            <a:xfrm>
              <a:off x="4976813" y="2055813"/>
              <a:ext cx="307975" cy="117475"/>
            </a:xfrm>
            <a:custGeom>
              <a:avLst/>
              <a:gdLst>
                <a:gd name="T0" fmla="*/ 61 w 62"/>
                <a:gd name="T1" fmla="*/ 16 h 24"/>
                <a:gd name="T2" fmla="*/ 52 w 62"/>
                <a:gd name="T3" fmla="*/ 0 h 24"/>
                <a:gd name="T4" fmla="*/ 10 w 62"/>
                <a:gd name="T5" fmla="*/ 0 h 24"/>
                <a:gd name="T6" fmla="*/ 7 w 62"/>
                <a:gd name="T7" fmla="*/ 4 h 24"/>
                <a:gd name="T8" fmla="*/ 15 w 62"/>
                <a:gd name="T9" fmla="*/ 4 h 24"/>
                <a:gd name="T10" fmla="*/ 17 w 62"/>
                <a:gd name="T11" fmla="*/ 6 h 24"/>
                <a:gd name="T12" fmla="*/ 15 w 62"/>
                <a:gd name="T13" fmla="*/ 8 h 24"/>
                <a:gd name="T14" fmla="*/ 5 w 62"/>
                <a:gd name="T15" fmla="*/ 8 h 24"/>
                <a:gd name="T16" fmla="*/ 1 w 62"/>
                <a:gd name="T17" fmla="*/ 16 h 24"/>
                <a:gd name="T18" fmla="*/ 9 w 62"/>
                <a:gd name="T19" fmla="*/ 16 h 24"/>
                <a:gd name="T20" fmla="*/ 11 w 62"/>
                <a:gd name="T21" fmla="*/ 18 h 24"/>
                <a:gd name="T22" fmla="*/ 9 w 62"/>
                <a:gd name="T23" fmla="*/ 20 h 24"/>
                <a:gd name="T24" fmla="*/ 0 w 62"/>
                <a:gd name="T25" fmla="*/ 20 h 24"/>
                <a:gd name="T26" fmla="*/ 0 w 62"/>
                <a:gd name="T27" fmla="*/ 21 h 24"/>
                <a:gd name="T28" fmla="*/ 9 w 62"/>
                <a:gd name="T29" fmla="*/ 24 h 24"/>
                <a:gd name="T30" fmla="*/ 52 w 62"/>
                <a:gd name="T31" fmla="*/ 24 h 24"/>
                <a:gd name="T32" fmla="*/ 61 w 62"/>
                <a:gd name="T33" fmla="*/ 21 h 24"/>
                <a:gd name="T34" fmla="*/ 62 w 62"/>
                <a:gd name="T35" fmla="*/ 20 h 24"/>
                <a:gd name="T36" fmla="*/ 61 w 62"/>
                <a:gd name="T37" fmla="*/ 16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2" h="24">
                  <a:moveTo>
                    <a:pt x="61" y="16"/>
                  </a:moveTo>
                  <a:cubicBezTo>
                    <a:pt x="52" y="0"/>
                    <a:pt x="52" y="0"/>
                    <a:pt x="5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9" y="1"/>
                    <a:pt x="8" y="3"/>
                    <a:pt x="7" y="4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6" y="4"/>
                    <a:pt x="17" y="5"/>
                    <a:pt x="17" y="6"/>
                  </a:cubicBezTo>
                  <a:cubicBezTo>
                    <a:pt x="17" y="7"/>
                    <a:pt x="16" y="8"/>
                    <a:pt x="1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3" y="12"/>
                    <a:pt x="1" y="16"/>
                    <a:pt x="1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10" y="16"/>
                    <a:pt x="11" y="17"/>
                    <a:pt x="11" y="18"/>
                  </a:cubicBezTo>
                  <a:cubicBezTo>
                    <a:pt x="11" y="19"/>
                    <a:pt x="10" y="20"/>
                    <a:pt x="9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" y="23"/>
                    <a:pt x="4" y="24"/>
                    <a:pt x="9" y="24"/>
                  </a:cubicBezTo>
                  <a:cubicBezTo>
                    <a:pt x="52" y="24"/>
                    <a:pt x="52" y="24"/>
                    <a:pt x="52" y="24"/>
                  </a:cubicBezTo>
                  <a:cubicBezTo>
                    <a:pt x="57" y="24"/>
                    <a:pt x="60" y="23"/>
                    <a:pt x="61" y="21"/>
                  </a:cubicBezTo>
                  <a:cubicBezTo>
                    <a:pt x="62" y="21"/>
                    <a:pt x="62" y="20"/>
                    <a:pt x="62" y="20"/>
                  </a:cubicBezTo>
                  <a:cubicBezTo>
                    <a:pt x="62" y="18"/>
                    <a:pt x="61" y="17"/>
                    <a:pt x="61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59" name="Freeform 61"/>
            <p:cNvSpPr>
              <a:spLocks noEditPoints="1"/>
            </p:cNvSpPr>
            <p:nvPr/>
          </p:nvSpPr>
          <p:spPr bwMode="auto">
            <a:xfrm>
              <a:off x="4937125" y="1749425"/>
              <a:ext cx="392113" cy="454025"/>
            </a:xfrm>
            <a:custGeom>
              <a:avLst/>
              <a:gdLst>
                <a:gd name="T0" fmla="*/ 63 w 79"/>
                <a:gd name="T1" fmla="*/ 92 h 92"/>
                <a:gd name="T2" fmla="*/ 15 w 79"/>
                <a:gd name="T3" fmla="*/ 92 h 92"/>
                <a:gd name="T4" fmla="*/ 2 w 79"/>
                <a:gd name="T5" fmla="*/ 87 h 92"/>
                <a:gd name="T6" fmla="*/ 3 w 79"/>
                <a:gd name="T7" fmla="*/ 78 h 92"/>
                <a:gd name="T8" fmla="*/ 28 w 79"/>
                <a:gd name="T9" fmla="*/ 31 h 92"/>
                <a:gd name="T10" fmla="*/ 28 w 79"/>
                <a:gd name="T11" fmla="*/ 10 h 92"/>
                <a:gd name="T12" fmla="*/ 27 w 79"/>
                <a:gd name="T13" fmla="*/ 10 h 92"/>
                <a:gd name="T14" fmla="*/ 23 w 79"/>
                <a:gd name="T15" fmla="*/ 9 h 92"/>
                <a:gd name="T16" fmla="*/ 23 w 79"/>
                <a:gd name="T17" fmla="*/ 8 h 92"/>
                <a:gd name="T18" fmla="*/ 22 w 79"/>
                <a:gd name="T19" fmla="*/ 2 h 92"/>
                <a:gd name="T20" fmla="*/ 24 w 79"/>
                <a:gd name="T21" fmla="*/ 0 h 92"/>
                <a:gd name="T22" fmla="*/ 54 w 79"/>
                <a:gd name="T23" fmla="*/ 0 h 92"/>
                <a:gd name="T24" fmla="*/ 56 w 79"/>
                <a:gd name="T25" fmla="*/ 2 h 92"/>
                <a:gd name="T26" fmla="*/ 55 w 79"/>
                <a:gd name="T27" fmla="*/ 8 h 92"/>
                <a:gd name="T28" fmla="*/ 55 w 79"/>
                <a:gd name="T29" fmla="*/ 9 h 92"/>
                <a:gd name="T30" fmla="*/ 51 w 79"/>
                <a:gd name="T31" fmla="*/ 10 h 92"/>
                <a:gd name="T32" fmla="*/ 50 w 79"/>
                <a:gd name="T33" fmla="*/ 10 h 92"/>
                <a:gd name="T34" fmla="*/ 50 w 79"/>
                <a:gd name="T35" fmla="*/ 12 h 92"/>
                <a:gd name="T36" fmla="*/ 50 w 79"/>
                <a:gd name="T37" fmla="*/ 31 h 92"/>
                <a:gd name="T38" fmla="*/ 76 w 79"/>
                <a:gd name="T39" fmla="*/ 78 h 92"/>
                <a:gd name="T40" fmla="*/ 76 w 79"/>
                <a:gd name="T41" fmla="*/ 87 h 92"/>
                <a:gd name="T42" fmla="*/ 63 w 79"/>
                <a:gd name="T43" fmla="*/ 92 h 92"/>
                <a:gd name="T44" fmla="*/ 26 w 79"/>
                <a:gd name="T45" fmla="*/ 6 h 92"/>
                <a:gd name="T46" fmla="*/ 27 w 79"/>
                <a:gd name="T47" fmla="*/ 6 h 92"/>
                <a:gd name="T48" fmla="*/ 32 w 79"/>
                <a:gd name="T49" fmla="*/ 10 h 92"/>
                <a:gd name="T50" fmla="*/ 32 w 79"/>
                <a:gd name="T51" fmla="*/ 32 h 92"/>
                <a:gd name="T52" fmla="*/ 32 w 79"/>
                <a:gd name="T53" fmla="*/ 33 h 92"/>
                <a:gd name="T54" fmla="*/ 6 w 79"/>
                <a:gd name="T55" fmla="*/ 80 h 92"/>
                <a:gd name="T56" fmla="*/ 5 w 79"/>
                <a:gd name="T57" fmla="*/ 85 h 92"/>
                <a:gd name="T58" fmla="*/ 15 w 79"/>
                <a:gd name="T59" fmla="*/ 88 h 92"/>
                <a:gd name="T60" fmla="*/ 63 w 79"/>
                <a:gd name="T61" fmla="*/ 88 h 92"/>
                <a:gd name="T62" fmla="*/ 73 w 79"/>
                <a:gd name="T63" fmla="*/ 85 h 92"/>
                <a:gd name="T64" fmla="*/ 72 w 79"/>
                <a:gd name="T65" fmla="*/ 80 h 92"/>
                <a:gd name="T66" fmla="*/ 47 w 79"/>
                <a:gd name="T67" fmla="*/ 33 h 92"/>
                <a:gd name="T68" fmla="*/ 46 w 79"/>
                <a:gd name="T69" fmla="*/ 32 h 92"/>
                <a:gd name="T70" fmla="*/ 46 w 79"/>
                <a:gd name="T71" fmla="*/ 10 h 92"/>
                <a:gd name="T72" fmla="*/ 51 w 79"/>
                <a:gd name="T73" fmla="*/ 6 h 92"/>
                <a:gd name="T74" fmla="*/ 52 w 79"/>
                <a:gd name="T75" fmla="*/ 6 h 92"/>
                <a:gd name="T76" fmla="*/ 52 w 79"/>
                <a:gd name="T77" fmla="*/ 4 h 92"/>
                <a:gd name="T78" fmla="*/ 26 w 79"/>
                <a:gd name="T79" fmla="*/ 4 h 92"/>
                <a:gd name="T80" fmla="*/ 26 w 79"/>
                <a:gd name="T81" fmla="*/ 6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9" h="92">
                  <a:moveTo>
                    <a:pt x="63" y="92"/>
                  </a:moveTo>
                  <a:cubicBezTo>
                    <a:pt x="15" y="92"/>
                    <a:pt x="15" y="92"/>
                    <a:pt x="15" y="92"/>
                  </a:cubicBezTo>
                  <a:cubicBezTo>
                    <a:pt x="8" y="92"/>
                    <a:pt x="4" y="90"/>
                    <a:pt x="2" y="87"/>
                  </a:cubicBezTo>
                  <a:cubicBezTo>
                    <a:pt x="0" y="83"/>
                    <a:pt x="2" y="78"/>
                    <a:pt x="3" y="78"/>
                  </a:cubicBezTo>
                  <a:cubicBezTo>
                    <a:pt x="28" y="31"/>
                    <a:pt x="28" y="31"/>
                    <a:pt x="28" y="31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8" y="10"/>
                    <a:pt x="27" y="10"/>
                    <a:pt x="27" y="10"/>
                  </a:cubicBezTo>
                  <a:cubicBezTo>
                    <a:pt x="26" y="10"/>
                    <a:pt x="24" y="10"/>
                    <a:pt x="23" y="9"/>
                  </a:cubicBezTo>
                  <a:cubicBezTo>
                    <a:pt x="23" y="9"/>
                    <a:pt x="23" y="8"/>
                    <a:pt x="23" y="8"/>
                  </a:cubicBezTo>
                  <a:cubicBezTo>
                    <a:pt x="22" y="6"/>
                    <a:pt x="22" y="2"/>
                    <a:pt x="22" y="2"/>
                  </a:cubicBezTo>
                  <a:cubicBezTo>
                    <a:pt x="22" y="1"/>
                    <a:pt x="23" y="0"/>
                    <a:pt x="24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5" y="0"/>
                    <a:pt x="56" y="1"/>
                    <a:pt x="56" y="2"/>
                  </a:cubicBezTo>
                  <a:cubicBezTo>
                    <a:pt x="56" y="2"/>
                    <a:pt x="56" y="6"/>
                    <a:pt x="55" y="8"/>
                  </a:cubicBezTo>
                  <a:cubicBezTo>
                    <a:pt x="55" y="8"/>
                    <a:pt x="55" y="8"/>
                    <a:pt x="55" y="9"/>
                  </a:cubicBezTo>
                  <a:cubicBezTo>
                    <a:pt x="54" y="10"/>
                    <a:pt x="53" y="10"/>
                    <a:pt x="51" y="10"/>
                  </a:cubicBezTo>
                  <a:cubicBezTo>
                    <a:pt x="51" y="10"/>
                    <a:pt x="50" y="10"/>
                    <a:pt x="50" y="10"/>
                  </a:cubicBezTo>
                  <a:cubicBezTo>
                    <a:pt x="50" y="12"/>
                    <a:pt x="50" y="12"/>
                    <a:pt x="50" y="12"/>
                  </a:cubicBezTo>
                  <a:cubicBezTo>
                    <a:pt x="50" y="31"/>
                    <a:pt x="50" y="31"/>
                    <a:pt x="50" y="31"/>
                  </a:cubicBezTo>
                  <a:cubicBezTo>
                    <a:pt x="76" y="78"/>
                    <a:pt x="76" y="78"/>
                    <a:pt x="76" y="78"/>
                  </a:cubicBezTo>
                  <a:cubicBezTo>
                    <a:pt x="76" y="78"/>
                    <a:pt x="79" y="83"/>
                    <a:pt x="76" y="87"/>
                  </a:cubicBezTo>
                  <a:cubicBezTo>
                    <a:pt x="74" y="90"/>
                    <a:pt x="70" y="92"/>
                    <a:pt x="63" y="92"/>
                  </a:cubicBezTo>
                  <a:close/>
                  <a:moveTo>
                    <a:pt x="26" y="6"/>
                  </a:moveTo>
                  <a:cubicBezTo>
                    <a:pt x="27" y="6"/>
                    <a:pt x="27" y="6"/>
                    <a:pt x="27" y="6"/>
                  </a:cubicBezTo>
                  <a:cubicBezTo>
                    <a:pt x="29" y="6"/>
                    <a:pt x="31" y="7"/>
                    <a:pt x="32" y="10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32" y="32"/>
                    <a:pt x="32" y="33"/>
                    <a:pt x="32" y="33"/>
                  </a:cubicBezTo>
                  <a:cubicBezTo>
                    <a:pt x="6" y="80"/>
                    <a:pt x="6" y="80"/>
                    <a:pt x="6" y="80"/>
                  </a:cubicBezTo>
                  <a:cubicBezTo>
                    <a:pt x="6" y="80"/>
                    <a:pt x="4" y="83"/>
                    <a:pt x="5" y="85"/>
                  </a:cubicBezTo>
                  <a:cubicBezTo>
                    <a:pt x="7" y="87"/>
                    <a:pt x="10" y="88"/>
                    <a:pt x="15" y="88"/>
                  </a:cubicBezTo>
                  <a:cubicBezTo>
                    <a:pt x="63" y="88"/>
                    <a:pt x="63" y="88"/>
                    <a:pt x="63" y="88"/>
                  </a:cubicBezTo>
                  <a:cubicBezTo>
                    <a:pt x="68" y="88"/>
                    <a:pt x="72" y="87"/>
                    <a:pt x="73" y="85"/>
                  </a:cubicBezTo>
                  <a:cubicBezTo>
                    <a:pt x="74" y="83"/>
                    <a:pt x="72" y="80"/>
                    <a:pt x="72" y="80"/>
                  </a:cubicBezTo>
                  <a:cubicBezTo>
                    <a:pt x="47" y="33"/>
                    <a:pt x="47" y="33"/>
                    <a:pt x="47" y="33"/>
                  </a:cubicBezTo>
                  <a:cubicBezTo>
                    <a:pt x="46" y="33"/>
                    <a:pt x="46" y="32"/>
                    <a:pt x="46" y="32"/>
                  </a:cubicBezTo>
                  <a:cubicBezTo>
                    <a:pt x="46" y="10"/>
                    <a:pt x="46" y="10"/>
                    <a:pt x="46" y="10"/>
                  </a:cubicBezTo>
                  <a:cubicBezTo>
                    <a:pt x="47" y="7"/>
                    <a:pt x="49" y="6"/>
                    <a:pt x="51" y="6"/>
                  </a:cubicBezTo>
                  <a:cubicBezTo>
                    <a:pt x="51" y="6"/>
                    <a:pt x="52" y="6"/>
                    <a:pt x="52" y="6"/>
                  </a:cubicBezTo>
                  <a:cubicBezTo>
                    <a:pt x="52" y="5"/>
                    <a:pt x="52" y="5"/>
                    <a:pt x="52" y="4"/>
                  </a:cubicBezTo>
                  <a:cubicBezTo>
                    <a:pt x="26" y="4"/>
                    <a:pt x="26" y="4"/>
                    <a:pt x="26" y="4"/>
                  </a:cubicBezTo>
                  <a:cubicBezTo>
                    <a:pt x="26" y="5"/>
                    <a:pt x="26" y="5"/>
                    <a:pt x="26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160" name="Group 159"/>
          <p:cNvGrpSpPr/>
          <p:nvPr/>
        </p:nvGrpSpPr>
        <p:grpSpPr>
          <a:xfrm>
            <a:off x="7802464" y="4644199"/>
            <a:ext cx="400245" cy="328678"/>
            <a:chOff x="3188335" y="2400396"/>
            <a:chExt cx="479426" cy="393701"/>
          </a:xfrm>
          <a:solidFill>
            <a:schemeClr val="bg1"/>
          </a:solidFill>
          <a:effectLst/>
        </p:grpSpPr>
        <p:sp>
          <p:nvSpPr>
            <p:cNvPr id="161" name="Freeform 47"/>
            <p:cNvSpPr/>
            <p:nvPr/>
          </p:nvSpPr>
          <p:spPr bwMode="auto">
            <a:xfrm>
              <a:off x="3221673" y="2424209"/>
              <a:ext cx="374650" cy="369888"/>
            </a:xfrm>
            <a:custGeom>
              <a:avLst/>
              <a:gdLst>
                <a:gd name="T0" fmla="*/ 0 w 152"/>
                <a:gd name="T1" fmla="*/ 55 h 149"/>
                <a:gd name="T2" fmla="*/ 46 w 152"/>
                <a:gd name="T3" fmla="*/ 59 h 149"/>
                <a:gd name="T4" fmla="*/ 46 w 152"/>
                <a:gd name="T5" fmla="*/ 60 h 149"/>
                <a:gd name="T6" fmla="*/ 55 w 152"/>
                <a:gd name="T7" fmla="*/ 74 h 149"/>
                <a:gd name="T8" fmla="*/ 20 w 152"/>
                <a:gd name="T9" fmla="*/ 138 h 149"/>
                <a:gd name="T10" fmla="*/ 19 w 152"/>
                <a:gd name="T11" fmla="*/ 138 h 149"/>
                <a:gd name="T12" fmla="*/ 14 w 152"/>
                <a:gd name="T13" fmla="*/ 143 h 149"/>
                <a:gd name="T14" fmla="*/ 19 w 152"/>
                <a:gd name="T15" fmla="*/ 149 h 149"/>
                <a:gd name="T16" fmla="*/ 29 w 152"/>
                <a:gd name="T17" fmla="*/ 149 h 149"/>
                <a:gd name="T18" fmla="*/ 35 w 152"/>
                <a:gd name="T19" fmla="*/ 143 h 149"/>
                <a:gd name="T20" fmla="*/ 30 w 152"/>
                <a:gd name="T21" fmla="*/ 138 h 149"/>
                <a:gd name="T22" fmla="*/ 67 w 152"/>
                <a:gd name="T23" fmla="*/ 75 h 149"/>
                <a:gd name="T24" fmla="*/ 68 w 152"/>
                <a:gd name="T25" fmla="*/ 75 h 149"/>
                <a:gd name="T26" fmla="*/ 97 w 152"/>
                <a:gd name="T27" fmla="*/ 139 h 149"/>
                <a:gd name="T28" fmla="*/ 93 w 152"/>
                <a:gd name="T29" fmla="*/ 144 h 149"/>
                <a:gd name="T30" fmla="*/ 99 w 152"/>
                <a:gd name="T31" fmla="*/ 149 h 149"/>
                <a:gd name="T32" fmla="*/ 109 w 152"/>
                <a:gd name="T33" fmla="*/ 149 h 149"/>
                <a:gd name="T34" fmla="*/ 115 w 152"/>
                <a:gd name="T35" fmla="*/ 144 h 149"/>
                <a:gd name="T36" fmla="*/ 110 w 152"/>
                <a:gd name="T37" fmla="*/ 138 h 149"/>
                <a:gd name="T38" fmla="*/ 79 w 152"/>
                <a:gd name="T39" fmla="*/ 73 h 149"/>
                <a:gd name="T40" fmla="*/ 86 w 152"/>
                <a:gd name="T41" fmla="*/ 63 h 149"/>
                <a:gd name="T42" fmla="*/ 152 w 152"/>
                <a:gd name="T43" fmla="*/ 69 h 149"/>
                <a:gd name="T44" fmla="*/ 152 w 152"/>
                <a:gd name="T45" fmla="*/ 0 h 149"/>
                <a:gd name="T46" fmla="*/ 0 w 152"/>
                <a:gd name="T47" fmla="*/ 26 h 149"/>
                <a:gd name="T48" fmla="*/ 0 w 152"/>
                <a:gd name="T49" fmla="*/ 55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52" h="149">
                  <a:moveTo>
                    <a:pt x="0" y="55"/>
                  </a:moveTo>
                  <a:cubicBezTo>
                    <a:pt x="46" y="59"/>
                    <a:pt x="46" y="59"/>
                    <a:pt x="46" y="59"/>
                  </a:cubicBezTo>
                  <a:cubicBezTo>
                    <a:pt x="46" y="60"/>
                    <a:pt x="46" y="60"/>
                    <a:pt x="46" y="60"/>
                  </a:cubicBezTo>
                  <a:cubicBezTo>
                    <a:pt x="46" y="66"/>
                    <a:pt x="50" y="72"/>
                    <a:pt x="55" y="74"/>
                  </a:cubicBezTo>
                  <a:cubicBezTo>
                    <a:pt x="41" y="100"/>
                    <a:pt x="24" y="129"/>
                    <a:pt x="20" y="138"/>
                  </a:cubicBezTo>
                  <a:cubicBezTo>
                    <a:pt x="19" y="138"/>
                    <a:pt x="19" y="138"/>
                    <a:pt x="19" y="138"/>
                  </a:cubicBezTo>
                  <a:cubicBezTo>
                    <a:pt x="16" y="138"/>
                    <a:pt x="14" y="140"/>
                    <a:pt x="14" y="143"/>
                  </a:cubicBezTo>
                  <a:cubicBezTo>
                    <a:pt x="14" y="146"/>
                    <a:pt x="16" y="149"/>
                    <a:pt x="19" y="149"/>
                  </a:cubicBezTo>
                  <a:cubicBezTo>
                    <a:pt x="29" y="149"/>
                    <a:pt x="29" y="149"/>
                    <a:pt x="29" y="149"/>
                  </a:cubicBezTo>
                  <a:cubicBezTo>
                    <a:pt x="32" y="149"/>
                    <a:pt x="35" y="146"/>
                    <a:pt x="35" y="143"/>
                  </a:cubicBezTo>
                  <a:cubicBezTo>
                    <a:pt x="35" y="141"/>
                    <a:pt x="33" y="139"/>
                    <a:pt x="30" y="138"/>
                  </a:cubicBezTo>
                  <a:cubicBezTo>
                    <a:pt x="67" y="75"/>
                    <a:pt x="67" y="75"/>
                    <a:pt x="67" y="75"/>
                  </a:cubicBezTo>
                  <a:cubicBezTo>
                    <a:pt x="68" y="75"/>
                    <a:pt x="68" y="75"/>
                    <a:pt x="68" y="75"/>
                  </a:cubicBezTo>
                  <a:cubicBezTo>
                    <a:pt x="97" y="139"/>
                    <a:pt x="97" y="139"/>
                    <a:pt x="97" y="139"/>
                  </a:cubicBezTo>
                  <a:cubicBezTo>
                    <a:pt x="95" y="140"/>
                    <a:pt x="93" y="141"/>
                    <a:pt x="93" y="144"/>
                  </a:cubicBezTo>
                  <a:cubicBezTo>
                    <a:pt x="93" y="146"/>
                    <a:pt x="96" y="149"/>
                    <a:pt x="99" y="149"/>
                  </a:cubicBezTo>
                  <a:cubicBezTo>
                    <a:pt x="109" y="149"/>
                    <a:pt x="109" y="149"/>
                    <a:pt x="109" y="149"/>
                  </a:cubicBezTo>
                  <a:cubicBezTo>
                    <a:pt x="112" y="149"/>
                    <a:pt x="115" y="146"/>
                    <a:pt x="115" y="144"/>
                  </a:cubicBezTo>
                  <a:cubicBezTo>
                    <a:pt x="115" y="141"/>
                    <a:pt x="113" y="139"/>
                    <a:pt x="110" y="138"/>
                  </a:cubicBezTo>
                  <a:cubicBezTo>
                    <a:pt x="79" y="73"/>
                    <a:pt x="79" y="73"/>
                    <a:pt x="79" y="73"/>
                  </a:cubicBezTo>
                  <a:cubicBezTo>
                    <a:pt x="82" y="71"/>
                    <a:pt x="85" y="67"/>
                    <a:pt x="86" y="63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52" y="0"/>
                    <a:pt x="152" y="0"/>
                    <a:pt x="152" y="0"/>
                  </a:cubicBezTo>
                  <a:cubicBezTo>
                    <a:pt x="0" y="26"/>
                    <a:pt x="0" y="26"/>
                    <a:pt x="0" y="26"/>
                  </a:cubicBezTo>
                  <a:lnTo>
                    <a:pt x="0" y="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62" name="Freeform 48"/>
            <p:cNvSpPr/>
            <p:nvPr/>
          </p:nvSpPr>
          <p:spPr bwMode="auto">
            <a:xfrm>
              <a:off x="3609023" y="2400396"/>
              <a:ext cx="58738" cy="219075"/>
            </a:xfrm>
            <a:custGeom>
              <a:avLst/>
              <a:gdLst>
                <a:gd name="T0" fmla="*/ 12 w 24"/>
                <a:gd name="T1" fmla="*/ 0 h 89"/>
                <a:gd name="T2" fmla="*/ 0 w 24"/>
                <a:gd name="T3" fmla="*/ 12 h 89"/>
                <a:gd name="T4" fmla="*/ 0 w 24"/>
                <a:gd name="T5" fmla="*/ 77 h 89"/>
                <a:gd name="T6" fmla="*/ 12 w 24"/>
                <a:gd name="T7" fmla="*/ 89 h 89"/>
                <a:gd name="T8" fmla="*/ 24 w 24"/>
                <a:gd name="T9" fmla="*/ 77 h 89"/>
                <a:gd name="T10" fmla="*/ 24 w 24"/>
                <a:gd name="T11" fmla="*/ 12 h 89"/>
                <a:gd name="T12" fmla="*/ 12 w 24"/>
                <a:gd name="T13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89">
                  <a:moveTo>
                    <a:pt x="12" y="0"/>
                  </a:moveTo>
                  <a:cubicBezTo>
                    <a:pt x="6" y="0"/>
                    <a:pt x="0" y="6"/>
                    <a:pt x="0" y="12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84"/>
                    <a:pt x="6" y="89"/>
                    <a:pt x="12" y="89"/>
                  </a:cubicBezTo>
                  <a:cubicBezTo>
                    <a:pt x="19" y="89"/>
                    <a:pt x="24" y="84"/>
                    <a:pt x="24" y="77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6"/>
                    <a:pt x="19" y="0"/>
                    <a:pt x="1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63" name="Freeform 49"/>
            <p:cNvSpPr/>
            <p:nvPr/>
          </p:nvSpPr>
          <p:spPr bwMode="auto">
            <a:xfrm>
              <a:off x="3188335" y="2486121"/>
              <a:ext cx="20638" cy="79375"/>
            </a:xfrm>
            <a:custGeom>
              <a:avLst/>
              <a:gdLst>
                <a:gd name="T0" fmla="*/ 4 w 8"/>
                <a:gd name="T1" fmla="*/ 0 h 32"/>
                <a:gd name="T2" fmla="*/ 0 w 8"/>
                <a:gd name="T3" fmla="*/ 4 h 32"/>
                <a:gd name="T4" fmla="*/ 0 w 8"/>
                <a:gd name="T5" fmla="*/ 28 h 32"/>
                <a:gd name="T6" fmla="*/ 4 w 8"/>
                <a:gd name="T7" fmla="*/ 32 h 32"/>
                <a:gd name="T8" fmla="*/ 8 w 8"/>
                <a:gd name="T9" fmla="*/ 28 h 32"/>
                <a:gd name="T10" fmla="*/ 8 w 8"/>
                <a:gd name="T11" fmla="*/ 4 h 32"/>
                <a:gd name="T12" fmla="*/ 4 w 8"/>
                <a:gd name="T13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32">
                  <a:moveTo>
                    <a:pt x="4" y="0"/>
                  </a:moveTo>
                  <a:cubicBezTo>
                    <a:pt x="2" y="0"/>
                    <a:pt x="0" y="2"/>
                    <a:pt x="0" y="4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30"/>
                    <a:pt x="2" y="32"/>
                    <a:pt x="4" y="32"/>
                  </a:cubicBezTo>
                  <a:cubicBezTo>
                    <a:pt x="7" y="32"/>
                    <a:pt x="8" y="30"/>
                    <a:pt x="8" y="28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2"/>
                    <a:pt x="7" y="0"/>
                    <a:pt x="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164" name="Group 163"/>
          <p:cNvGrpSpPr/>
          <p:nvPr/>
        </p:nvGrpSpPr>
        <p:grpSpPr>
          <a:xfrm>
            <a:off x="4498656" y="4951222"/>
            <a:ext cx="380133" cy="380134"/>
            <a:chOff x="8756835" y="3387391"/>
            <a:chExt cx="380133" cy="380134"/>
          </a:xfrm>
          <a:solidFill>
            <a:schemeClr val="bg1"/>
          </a:solidFill>
        </p:grpSpPr>
        <p:sp>
          <p:nvSpPr>
            <p:cNvPr id="165" name="Freeform 11"/>
            <p:cNvSpPr/>
            <p:nvPr/>
          </p:nvSpPr>
          <p:spPr bwMode="auto">
            <a:xfrm>
              <a:off x="8957479" y="3387391"/>
              <a:ext cx="179489" cy="179490"/>
            </a:xfrm>
            <a:custGeom>
              <a:avLst/>
              <a:gdLst>
                <a:gd name="T0" fmla="*/ 12 w 117"/>
                <a:gd name="T1" fmla="*/ 98 h 117"/>
                <a:gd name="T2" fmla="*/ 16 w 117"/>
                <a:gd name="T3" fmla="*/ 94 h 117"/>
                <a:gd name="T4" fmla="*/ 23 w 117"/>
                <a:gd name="T5" fmla="*/ 94 h 117"/>
                <a:gd name="T6" fmla="*/ 23 w 117"/>
                <a:gd name="T7" fmla="*/ 101 h 117"/>
                <a:gd name="T8" fmla="*/ 19 w 117"/>
                <a:gd name="T9" fmla="*/ 105 h 117"/>
                <a:gd name="T10" fmla="*/ 31 w 117"/>
                <a:gd name="T11" fmla="*/ 117 h 117"/>
                <a:gd name="T12" fmla="*/ 53 w 117"/>
                <a:gd name="T13" fmla="*/ 95 h 117"/>
                <a:gd name="T14" fmla="*/ 101 w 117"/>
                <a:gd name="T15" fmla="*/ 83 h 117"/>
                <a:gd name="T16" fmla="*/ 113 w 117"/>
                <a:gd name="T17" fmla="*/ 39 h 117"/>
                <a:gd name="T18" fmla="*/ 87 w 117"/>
                <a:gd name="T19" fmla="*/ 65 h 117"/>
                <a:gd name="T20" fmla="*/ 68 w 117"/>
                <a:gd name="T21" fmla="*/ 65 h 117"/>
                <a:gd name="T22" fmla="*/ 52 w 117"/>
                <a:gd name="T23" fmla="*/ 49 h 117"/>
                <a:gd name="T24" fmla="*/ 52 w 117"/>
                <a:gd name="T25" fmla="*/ 30 h 117"/>
                <a:gd name="T26" fmla="*/ 78 w 117"/>
                <a:gd name="T27" fmla="*/ 4 h 117"/>
                <a:gd name="T28" fmla="*/ 34 w 117"/>
                <a:gd name="T29" fmla="*/ 17 h 117"/>
                <a:gd name="T30" fmla="*/ 22 w 117"/>
                <a:gd name="T31" fmla="*/ 64 h 117"/>
                <a:gd name="T32" fmla="*/ 0 w 117"/>
                <a:gd name="T33" fmla="*/ 86 h 117"/>
                <a:gd name="T34" fmla="*/ 12 w 117"/>
                <a:gd name="T35" fmla="*/ 98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7" h="117">
                  <a:moveTo>
                    <a:pt x="12" y="98"/>
                  </a:moveTo>
                  <a:cubicBezTo>
                    <a:pt x="16" y="94"/>
                    <a:pt x="16" y="94"/>
                    <a:pt x="16" y="94"/>
                  </a:cubicBezTo>
                  <a:cubicBezTo>
                    <a:pt x="18" y="92"/>
                    <a:pt x="21" y="92"/>
                    <a:pt x="23" y="94"/>
                  </a:cubicBezTo>
                  <a:cubicBezTo>
                    <a:pt x="25" y="96"/>
                    <a:pt x="25" y="99"/>
                    <a:pt x="23" y="101"/>
                  </a:cubicBezTo>
                  <a:cubicBezTo>
                    <a:pt x="19" y="105"/>
                    <a:pt x="19" y="105"/>
                    <a:pt x="19" y="105"/>
                  </a:cubicBezTo>
                  <a:cubicBezTo>
                    <a:pt x="31" y="117"/>
                    <a:pt x="31" y="117"/>
                    <a:pt x="31" y="117"/>
                  </a:cubicBezTo>
                  <a:cubicBezTo>
                    <a:pt x="53" y="95"/>
                    <a:pt x="53" y="95"/>
                    <a:pt x="53" y="95"/>
                  </a:cubicBezTo>
                  <a:cubicBezTo>
                    <a:pt x="69" y="100"/>
                    <a:pt x="88" y="96"/>
                    <a:pt x="101" y="83"/>
                  </a:cubicBezTo>
                  <a:cubicBezTo>
                    <a:pt x="113" y="71"/>
                    <a:pt x="117" y="54"/>
                    <a:pt x="113" y="39"/>
                  </a:cubicBezTo>
                  <a:cubicBezTo>
                    <a:pt x="87" y="65"/>
                    <a:pt x="87" y="65"/>
                    <a:pt x="87" y="65"/>
                  </a:cubicBezTo>
                  <a:cubicBezTo>
                    <a:pt x="82" y="70"/>
                    <a:pt x="74" y="70"/>
                    <a:pt x="68" y="65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47" y="44"/>
                    <a:pt x="47" y="35"/>
                    <a:pt x="52" y="30"/>
                  </a:cubicBezTo>
                  <a:cubicBezTo>
                    <a:pt x="78" y="4"/>
                    <a:pt x="78" y="4"/>
                    <a:pt x="78" y="4"/>
                  </a:cubicBezTo>
                  <a:cubicBezTo>
                    <a:pt x="63" y="0"/>
                    <a:pt x="46" y="5"/>
                    <a:pt x="34" y="17"/>
                  </a:cubicBezTo>
                  <a:cubicBezTo>
                    <a:pt x="21" y="29"/>
                    <a:pt x="17" y="48"/>
                    <a:pt x="22" y="64"/>
                  </a:cubicBezTo>
                  <a:cubicBezTo>
                    <a:pt x="0" y="86"/>
                    <a:pt x="0" y="86"/>
                    <a:pt x="0" y="86"/>
                  </a:cubicBezTo>
                  <a:lnTo>
                    <a:pt x="12" y="9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66" name="Freeform 12"/>
            <p:cNvSpPr/>
            <p:nvPr/>
          </p:nvSpPr>
          <p:spPr bwMode="auto">
            <a:xfrm>
              <a:off x="8756835" y="3589958"/>
              <a:ext cx="177566" cy="177567"/>
            </a:xfrm>
            <a:custGeom>
              <a:avLst/>
              <a:gdLst>
                <a:gd name="T0" fmla="*/ 105 w 116"/>
                <a:gd name="T1" fmla="*/ 19 h 116"/>
                <a:gd name="T2" fmla="*/ 101 w 116"/>
                <a:gd name="T3" fmla="*/ 23 h 116"/>
                <a:gd name="T4" fmla="*/ 93 w 116"/>
                <a:gd name="T5" fmla="*/ 23 h 116"/>
                <a:gd name="T6" fmla="*/ 93 w 116"/>
                <a:gd name="T7" fmla="*/ 15 h 116"/>
                <a:gd name="T8" fmla="*/ 97 w 116"/>
                <a:gd name="T9" fmla="*/ 11 h 116"/>
                <a:gd name="T10" fmla="*/ 86 w 116"/>
                <a:gd name="T11" fmla="*/ 0 h 116"/>
                <a:gd name="T12" fmla="*/ 64 w 116"/>
                <a:gd name="T13" fmla="*/ 22 h 116"/>
                <a:gd name="T14" fmla="*/ 16 w 116"/>
                <a:gd name="T15" fmla="*/ 34 h 116"/>
                <a:gd name="T16" fmla="*/ 4 w 116"/>
                <a:gd name="T17" fmla="*/ 78 h 116"/>
                <a:gd name="T18" fmla="*/ 30 w 116"/>
                <a:gd name="T19" fmla="*/ 52 h 116"/>
                <a:gd name="T20" fmla="*/ 48 w 116"/>
                <a:gd name="T21" fmla="*/ 52 h 116"/>
                <a:gd name="T22" fmla="*/ 64 w 116"/>
                <a:gd name="T23" fmla="*/ 68 h 116"/>
                <a:gd name="T24" fmla="*/ 64 w 116"/>
                <a:gd name="T25" fmla="*/ 86 h 116"/>
                <a:gd name="T26" fmla="*/ 38 w 116"/>
                <a:gd name="T27" fmla="*/ 113 h 116"/>
                <a:gd name="T28" fmla="*/ 83 w 116"/>
                <a:gd name="T29" fmla="*/ 100 h 116"/>
                <a:gd name="T30" fmla="*/ 94 w 116"/>
                <a:gd name="T31" fmla="*/ 52 h 116"/>
                <a:gd name="T32" fmla="*/ 116 w 116"/>
                <a:gd name="T33" fmla="*/ 30 h 116"/>
                <a:gd name="T34" fmla="*/ 105 w 116"/>
                <a:gd name="T35" fmla="*/ 19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6" h="116">
                  <a:moveTo>
                    <a:pt x="105" y="19"/>
                  </a:moveTo>
                  <a:cubicBezTo>
                    <a:pt x="101" y="23"/>
                    <a:pt x="101" y="23"/>
                    <a:pt x="101" y="23"/>
                  </a:cubicBezTo>
                  <a:cubicBezTo>
                    <a:pt x="99" y="25"/>
                    <a:pt x="95" y="25"/>
                    <a:pt x="93" y="23"/>
                  </a:cubicBezTo>
                  <a:cubicBezTo>
                    <a:pt x="91" y="21"/>
                    <a:pt x="91" y="17"/>
                    <a:pt x="93" y="15"/>
                  </a:cubicBezTo>
                  <a:cubicBezTo>
                    <a:pt x="97" y="11"/>
                    <a:pt x="97" y="11"/>
                    <a:pt x="97" y="11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64" y="22"/>
                    <a:pt x="64" y="22"/>
                    <a:pt x="64" y="22"/>
                  </a:cubicBezTo>
                  <a:cubicBezTo>
                    <a:pt x="47" y="17"/>
                    <a:pt x="29" y="21"/>
                    <a:pt x="16" y="34"/>
                  </a:cubicBezTo>
                  <a:cubicBezTo>
                    <a:pt x="4" y="46"/>
                    <a:pt x="0" y="63"/>
                    <a:pt x="4" y="78"/>
                  </a:cubicBezTo>
                  <a:cubicBezTo>
                    <a:pt x="30" y="52"/>
                    <a:pt x="30" y="52"/>
                    <a:pt x="30" y="52"/>
                  </a:cubicBezTo>
                  <a:cubicBezTo>
                    <a:pt x="35" y="47"/>
                    <a:pt x="43" y="47"/>
                    <a:pt x="48" y="52"/>
                  </a:cubicBezTo>
                  <a:cubicBezTo>
                    <a:pt x="64" y="68"/>
                    <a:pt x="64" y="68"/>
                    <a:pt x="64" y="68"/>
                  </a:cubicBezTo>
                  <a:cubicBezTo>
                    <a:pt x="69" y="73"/>
                    <a:pt x="69" y="81"/>
                    <a:pt x="64" y="86"/>
                  </a:cubicBezTo>
                  <a:cubicBezTo>
                    <a:pt x="38" y="113"/>
                    <a:pt x="38" y="113"/>
                    <a:pt x="38" y="113"/>
                  </a:cubicBezTo>
                  <a:cubicBezTo>
                    <a:pt x="53" y="116"/>
                    <a:pt x="71" y="112"/>
                    <a:pt x="83" y="100"/>
                  </a:cubicBezTo>
                  <a:cubicBezTo>
                    <a:pt x="95" y="87"/>
                    <a:pt x="99" y="69"/>
                    <a:pt x="94" y="52"/>
                  </a:cubicBezTo>
                  <a:cubicBezTo>
                    <a:pt x="116" y="30"/>
                    <a:pt x="116" y="30"/>
                    <a:pt x="116" y="30"/>
                  </a:cubicBezTo>
                  <a:lnTo>
                    <a:pt x="105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67" name="Freeform 13"/>
            <p:cNvSpPr>
              <a:spLocks noEditPoints="1"/>
            </p:cNvSpPr>
            <p:nvPr/>
          </p:nvSpPr>
          <p:spPr bwMode="auto">
            <a:xfrm>
              <a:off x="8756835" y="3387391"/>
              <a:ext cx="380133" cy="380134"/>
            </a:xfrm>
            <a:custGeom>
              <a:avLst/>
              <a:gdLst>
                <a:gd name="T0" fmla="*/ 232 w 248"/>
                <a:gd name="T1" fmla="*/ 166 h 248"/>
                <a:gd name="T2" fmla="*/ 184 w 248"/>
                <a:gd name="T3" fmla="*/ 154 h 248"/>
                <a:gd name="T4" fmla="*/ 94 w 248"/>
                <a:gd name="T5" fmla="*/ 64 h 248"/>
                <a:gd name="T6" fmla="*/ 83 w 248"/>
                <a:gd name="T7" fmla="*/ 17 h 248"/>
                <a:gd name="T8" fmla="*/ 38 w 248"/>
                <a:gd name="T9" fmla="*/ 4 h 248"/>
                <a:gd name="T10" fmla="*/ 64 w 248"/>
                <a:gd name="T11" fmla="*/ 30 h 248"/>
                <a:gd name="T12" fmla="*/ 64 w 248"/>
                <a:gd name="T13" fmla="*/ 49 h 248"/>
                <a:gd name="T14" fmla="*/ 48 w 248"/>
                <a:gd name="T15" fmla="*/ 65 h 248"/>
                <a:gd name="T16" fmla="*/ 30 w 248"/>
                <a:gd name="T17" fmla="*/ 65 h 248"/>
                <a:gd name="T18" fmla="*/ 4 w 248"/>
                <a:gd name="T19" fmla="*/ 39 h 248"/>
                <a:gd name="T20" fmla="*/ 16 w 248"/>
                <a:gd name="T21" fmla="*/ 83 h 248"/>
                <a:gd name="T22" fmla="*/ 64 w 248"/>
                <a:gd name="T23" fmla="*/ 95 h 248"/>
                <a:gd name="T24" fmla="*/ 153 w 248"/>
                <a:gd name="T25" fmla="*/ 184 h 248"/>
                <a:gd name="T26" fmla="*/ 165 w 248"/>
                <a:gd name="T27" fmla="*/ 232 h 248"/>
                <a:gd name="T28" fmla="*/ 209 w 248"/>
                <a:gd name="T29" fmla="*/ 245 h 248"/>
                <a:gd name="T30" fmla="*/ 183 w 248"/>
                <a:gd name="T31" fmla="*/ 218 h 248"/>
                <a:gd name="T32" fmla="*/ 183 w 248"/>
                <a:gd name="T33" fmla="*/ 200 h 248"/>
                <a:gd name="T34" fmla="*/ 199 w 248"/>
                <a:gd name="T35" fmla="*/ 184 h 248"/>
                <a:gd name="T36" fmla="*/ 218 w 248"/>
                <a:gd name="T37" fmla="*/ 184 h 248"/>
                <a:gd name="T38" fmla="*/ 244 w 248"/>
                <a:gd name="T39" fmla="*/ 210 h 248"/>
                <a:gd name="T40" fmla="*/ 232 w 248"/>
                <a:gd name="T41" fmla="*/ 166 h 248"/>
                <a:gd name="T42" fmla="*/ 154 w 248"/>
                <a:gd name="T43" fmla="*/ 155 h 248"/>
                <a:gd name="T44" fmla="*/ 147 w 248"/>
                <a:gd name="T45" fmla="*/ 155 h 248"/>
                <a:gd name="T46" fmla="*/ 93 w 248"/>
                <a:gd name="T47" fmla="*/ 101 h 248"/>
                <a:gd name="T48" fmla="*/ 93 w 248"/>
                <a:gd name="T49" fmla="*/ 94 h 248"/>
                <a:gd name="T50" fmla="*/ 101 w 248"/>
                <a:gd name="T51" fmla="*/ 94 h 248"/>
                <a:gd name="T52" fmla="*/ 154 w 248"/>
                <a:gd name="T53" fmla="*/ 147 h 248"/>
                <a:gd name="T54" fmla="*/ 154 w 248"/>
                <a:gd name="T55" fmla="*/ 155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48" h="248">
                  <a:moveTo>
                    <a:pt x="232" y="166"/>
                  </a:moveTo>
                  <a:cubicBezTo>
                    <a:pt x="219" y="153"/>
                    <a:pt x="200" y="149"/>
                    <a:pt x="184" y="154"/>
                  </a:cubicBezTo>
                  <a:cubicBezTo>
                    <a:pt x="94" y="64"/>
                    <a:pt x="94" y="64"/>
                    <a:pt x="94" y="64"/>
                  </a:cubicBezTo>
                  <a:cubicBezTo>
                    <a:pt x="99" y="48"/>
                    <a:pt x="95" y="29"/>
                    <a:pt x="83" y="17"/>
                  </a:cubicBezTo>
                  <a:cubicBezTo>
                    <a:pt x="71" y="5"/>
                    <a:pt x="53" y="0"/>
                    <a:pt x="38" y="4"/>
                  </a:cubicBezTo>
                  <a:cubicBezTo>
                    <a:pt x="64" y="30"/>
                    <a:pt x="64" y="30"/>
                    <a:pt x="64" y="30"/>
                  </a:cubicBezTo>
                  <a:cubicBezTo>
                    <a:pt x="69" y="35"/>
                    <a:pt x="69" y="44"/>
                    <a:pt x="64" y="49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3" y="70"/>
                    <a:pt x="35" y="70"/>
                    <a:pt x="30" y="65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0" y="54"/>
                    <a:pt x="4" y="71"/>
                    <a:pt x="16" y="83"/>
                  </a:cubicBezTo>
                  <a:cubicBezTo>
                    <a:pt x="29" y="96"/>
                    <a:pt x="47" y="100"/>
                    <a:pt x="64" y="95"/>
                  </a:cubicBezTo>
                  <a:cubicBezTo>
                    <a:pt x="153" y="184"/>
                    <a:pt x="153" y="184"/>
                    <a:pt x="153" y="184"/>
                  </a:cubicBezTo>
                  <a:cubicBezTo>
                    <a:pt x="148" y="201"/>
                    <a:pt x="152" y="219"/>
                    <a:pt x="165" y="232"/>
                  </a:cubicBezTo>
                  <a:cubicBezTo>
                    <a:pt x="177" y="244"/>
                    <a:pt x="194" y="248"/>
                    <a:pt x="209" y="245"/>
                  </a:cubicBezTo>
                  <a:cubicBezTo>
                    <a:pt x="183" y="218"/>
                    <a:pt x="183" y="218"/>
                    <a:pt x="183" y="218"/>
                  </a:cubicBezTo>
                  <a:cubicBezTo>
                    <a:pt x="178" y="213"/>
                    <a:pt x="178" y="205"/>
                    <a:pt x="183" y="200"/>
                  </a:cubicBezTo>
                  <a:cubicBezTo>
                    <a:pt x="199" y="184"/>
                    <a:pt x="199" y="184"/>
                    <a:pt x="199" y="184"/>
                  </a:cubicBezTo>
                  <a:cubicBezTo>
                    <a:pt x="205" y="179"/>
                    <a:pt x="213" y="179"/>
                    <a:pt x="218" y="184"/>
                  </a:cubicBezTo>
                  <a:cubicBezTo>
                    <a:pt x="244" y="210"/>
                    <a:pt x="244" y="210"/>
                    <a:pt x="244" y="210"/>
                  </a:cubicBezTo>
                  <a:cubicBezTo>
                    <a:pt x="248" y="195"/>
                    <a:pt x="244" y="178"/>
                    <a:pt x="232" y="166"/>
                  </a:cubicBezTo>
                  <a:close/>
                  <a:moveTo>
                    <a:pt x="154" y="155"/>
                  </a:moveTo>
                  <a:cubicBezTo>
                    <a:pt x="152" y="157"/>
                    <a:pt x="149" y="157"/>
                    <a:pt x="147" y="155"/>
                  </a:cubicBezTo>
                  <a:cubicBezTo>
                    <a:pt x="93" y="101"/>
                    <a:pt x="93" y="101"/>
                    <a:pt x="93" y="101"/>
                  </a:cubicBezTo>
                  <a:cubicBezTo>
                    <a:pt x="91" y="99"/>
                    <a:pt x="91" y="96"/>
                    <a:pt x="93" y="94"/>
                  </a:cubicBezTo>
                  <a:cubicBezTo>
                    <a:pt x="95" y="92"/>
                    <a:pt x="99" y="92"/>
                    <a:pt x="101" y="94"/>
                  </a:cubicBezTo>
                  <a:cubicBezTo>
                    <a:pt x="154" y="147"/>
                    <a:pt x="154" y="147"/>
                    <a:pt x="154" y="147"/>
                  </a:cubicBezTo>
                  <a:cubicBezTo>
                    <a:pt x="156" y="149"/>
                    <a:pt x="156" y="153"/>
                    <a:pt x="154" y="1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168" name="TextBox 167"/>
          <p:cNvSpPr txBox="1"/>
          <p:nvPr/>
        </p:nvSpPr>
        <p:spPr>
          <a:xfrm>
            <a:off x="8377237" y="2070686"/>
            <a:ext cx="12009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Description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69" name="Rectangle 168"/>
          <p:cNvSpPr/>
          <p:nvPr/>
        </p:nvSpPr>
        <p:spPr>
          <a:xfrm>
            <a:off x="8377238" y="2307276"/>
            <a:ext cx="220051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categories business and personal presentation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70" name="TextBox 169"/>
          <p:cNvSpPr txBox="1"/>
          <p:nvPr/>
        </p:nvSpPr>
        <p:spPr>
          <a:xfrm>
            <a:off x="9160844" y="4471020"/>
            <a:ext cx="12009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Description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71" name="Rectangle 170"/>
          <p:cNvSpPr/>
          <p:nvPr/>
        </p:nvSpPr>
        <p:spPr>
          <a:xfrm>
            <a:off x="9160845" y="4707610"/>
            <a:ext cx="220051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categories business and personal presentation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1996020" y="2523127"/>
            <a:ext cx="12009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Description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73" name="Rectangle 172"/>
          <p:cNvSpPr/>
          <p:nvPr/>
        </p:nvSpPr>
        <p:spPr>
          <a:xfrm>
            <a:off x="996475" y="2759717"/>
            <a:ext cx="220051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categories business and personal presentation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74" name="TextBox 173"/>
          <p:cNvSpPr txBox="1"/>
          <p:nvPr/>
        </p:nvSpPr>
        <p:spPr>
          <a:xfrm>
            <a:off x="2230974" y="4925293"/>
            <a:ext cx="12009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Description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75" name="Rectangle 174"/>
          <p:cNvSpPr/>
          <p:nvPr/>
        </p:nvSpPr>
        <p:spPr>
          <a:xfrm>
            <a:off x="1231429" y="5161883"/>
            <a:ext cx="220051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categories business and personal presentation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5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" grpId="0" bldLvl="0" animBg="1"/>
      <p:bldP spid="139" grpId="0" bldLvl="0" animBg="1"/>
      <p:bldP spid="140" grpId="0" bldLvl="0" animBg="1"/>
      <p:bldP spid="141" grpId="0" bldLvl="0" animBg="1"/>
      <p:bldP spid="151" grpId="0"/>
      <p:bldP spid="152" grpId="0"/>
      <p:bldP spid="153" grpId="0"/>
      <p:bldP spid="154" grpId="0"/>
      <p:bldP spid="168" grpId="0"/>
      <p:bldP spid="169" grpId="0"/>
      <p:bldP spid="170" grpId="0"/>
      <p:bldP spid="171" grpId="0"/>
      <p:bldP spid="172" grpId="0"/>
      <p:bldP spid="173" grpId="0"/>
      <p:bldP spid="174" grpId="0"/>
      <p:bldP spid="17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val 45"/>
          <p:cNvSpPr/>
          <p:nvPr/>
        </p:nvSpPr>
        <p:spPr>
          <a:xfrm>
            <a:off x="8438962" y="2518541"/>
            <a:ext cx="2509960" cy="250996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66700" dist="508000" dir="1920000" sx="96000" sy="96000" algn="tl" rotWithShape="0">
              <a:prstClr val="black">
                <a:alpha val="2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5C00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4929921" y="2518541"/>
            <a:ext cx="2509960" cy="250996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66700" dist="508000" dir="1920000" sx="96000" sy="96000" algn="tl" rotWithShape="0">
              <a:prstClr val="black">
                <a:alpha val="2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5C00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" name="Oval 4"/>
          <p:cNvSpPr/>
          <p:nvPr/>
        </p:nvSpPr>
        <p:spPr>
          <a:xfrm>
            <a:off x="1353349" y="2518541"/>
            <a:ext cx="2509960" cy="250996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66700" dist="508000" dir="1920000" sx="96000" sy="96000" algn="tl" rotWithShape="0">
              <a:prstClr val="black">
                <a:alpha val="2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5C00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" name="Title 1"/>
          <p:cNvSpPr txBox="1"/>
          <p:nvPr/>
        </p:nvSpPr>
        <p:spPr>
          <a:xfrm>
            <a:off x="904902" y="644336"/>
            <a:ext cx="4352898" cy="64633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lang="en-US" sz="2400" kern="0" smtClean="0">
                <a:solidFill>
                  <a:srgbClr val="DD2067"/>
                </a:solidFill>
                <a:latin typeface="+mj-lt"/>
                <a:ea typeface="+mj-ea"/>
                <a:cs typeface="Arial" panose="020B0604020202020204" pitchFamily="34" charset="0"/>
                <a:sym typeface="Calibri" panose="020F0502020204030204" charset="0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600" b="1" i="0" u="none" strike="noStrike" kern="0" cap="none" spc="-151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Open Sans" panose="020B0606030504020204" pitchFamily="34" charset="0"/>
                <a:cs typeface="Aa楷体" panose="02000500000000000000" pitchFamily="2" charset="-122"/>
                <a:sym typeface="Calibri" panose="020F0502020204030204" charset="0"/>
              </a:rPr>
              <a:t>Our </a:t>
            </a:r>
            <a:r>
              <a:rPr kumimoji="0" lang="en-US" sz="3600" b="0" i="0" u="none" strike="noStrike" kern="0" cap="none" spc="-151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Open Sans" panose="020B0606030504020204" pitchFamily="34" charset="0"/>
                <a:cs typeface="Aa楷体" panose="02000500000000000000" pitchFamily="2" charset="-122"/>
                <a:sym typeface="Calibri" panose="020F0502020204030204" charset="0"/>
              </a:rPr>
              <a:t>Team Work</a:t>
            </a:r>
            <a:endParaRPr kumimoji="0" lang="en-US" sz="3600" b="0" i="0" u="none" strike="noStrike" kern="0" cap="none" spc="-151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Open Sans" panose="020B0606030504020204" pitchFamily="34" charset="0"/>
              <a:cs typeface="Aa楷体" panose="02000500000000000000" pitchFamily="2" charset="-122"/>
              <a:sym typeface="Calibri" panose="020F050202020403020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58692" y="1290667"/>
            <a:ext cx="215601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4848"/>
              </a:buClr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1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Open Sans Light" panose="020B0306030504020204" pitchFamily="34" charset="0"/>
                <a:cs typeface="Open Sans Light" panose="020B0306030504020204" pitchFamily="34" charset="0"/>
              </a:rPr>
              <a:t>Insert  Your Great Subtitle Here</a:t>
            </a:r>
            <a:endParaRPr kumimoji="0" lang="en-US" sz="1100" b="0" i="0" u="none" strike="noStrike" kern="1200" cap="none" spc="0" normalizeH="0" baseline="0" noProof="1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5F62417-4A12-46BB-B530-A96D3E44AF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0" name="Block Arc 19"/>
          <p:cNvSpPr/>
          <p:nvPr/>
        </p:nvSpPr>
        <p:spPr>
          <a:xfrm>
            <a:off x="1073250" y="2238442"/>
            <a:ext cx="3070159" cy="3070159"/>
          </a:xfrm>
          <a:prstGeom prst="blockArc">
            <a:avLst>
              <a:gd name="adj1" fmla="val 120209"/>
              <a:gd name="adj2" fmla="val 81705"/>
              <a:gd name="adj3" fmla="val 2467"/>
            </a:avLst>
          </a:prstGeom>
          <a:solidFill>
            <a:schemeClr val="accent1"/>
          </a:solidFill>
          <a:ln>
            <a:noFill/>
          </a:ln>
          <a:effectLst>
            <a:outerShdw blurRad="266700" dist="508000" dir="1920000" sx="96000" sy="96000" algn="tl" rotWithShape="0">
              <a:prstClr val="black">
                <a:alpha val="2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487346" y="3753285"/>
            <a:ext cx="2241967" cy="931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4848"/>
              </a:buClr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1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Open Sans Light" panose="020B0306030504020204" pitchFamily="34" charset="0"/>
                <a:cs typeface="Open Sans Light" panose="020B0306030504020204" pitchFamily="34" charset="0"/>
              </a:rPr>
              <a:t>Lorem ipsum dolor sit amet, consectetur adipiscing elit. Nulla imperdiet volutpat dui at fermentum. </a:t>
            </a:r>
            <a:endParaRPr kumimoji="0" lang="en-US" sz="1100" b="0" i="0" u="none" strike="noStrike" kern="1200" cap="none" spc="0" normalizeH="0" baseline="0" noProof="1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4848"/>
              </a:buClr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1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Open Sans Light" panose="020B0306030504020204" pitchFamily="34" charset="0"/>
                <a:cs typeface="Open Sans Light" panose="020B0306030504020204" pitchFamily="34" charset="0"/>
              </a:rPr>
              <a:t>Aliquam erat volutpat. </a:t>
            </a:r>
            <a:endParaRPr kumimoji="0" lang="en-US" sz="1100" b="0" i="0" u="none" strike="noStrike" kern="1200" cap="none" spc="0" normalizeH="0" baseline="0" noProof="1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5" name="Title 1"/>
          <p:cNvSpPr txBox="1"/>
          <p:nvPr/>
        </p:nvSpPr>
        <p:spPr>
          <a:xfrm>
            <a:off x="1559057" y="3318308"/>
            <a:ext cx="2098544" cy="413547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lang="en-US" sz="2400" kern="0" smtClean="0">
                <a:solidFill>
                  <a:srgbClr val="DD2067"/>
                </a:solidFill>
                <a:latin typeface="+mj-lt"/>
                <a:ea typeface="+mj-ea"/>
                <a:cs typeface="Arial" panose="020B0604020202020204" pitchFamily="34" charset="0"/>
                <a:sym typeface="Calibri" panose="020F0502020204030204" charset="0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Open Sans" panose="020B0606030504020204" pitchFamily="34" charset="0"/>
                <a:cs typeface="Aa楷体" panose="02000500000000000000" pitchFamily="2" charset="-122"/>
                <a:sym typeface="Calibri" panose="020F0502020204030204" charset="0"/>
              </a:rPr>
              <a:t>Relationship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Open Sans" panose="020B0606030504020204" pitchFamily="34" charset="0"/>
              <a:cs typeface="Aa楷体" panose="02000500000000000000" pitchFamily="2" charset="-122"/>
              <a:sym typeface="Calibri" panose="020F0502020204030204" charset="0"/>
            </a:endParaRPr>
          </a:p>
        </p:txBody>
      </p:sp>
      <p:sp>
        <p:nvSpPr>
          <p:cNvPr id="26" name="Block Arc 25"/>
          <p:cNvSpPr/>
          <p:nvPr/>
        </p:nvSpPr>
        <p:spPr>
          <a:xfrm>
            <a:off x="4649822" y="2238442"/>
            <a:ext cx="3070159" cy="3070159"/>
          </a:xfrm>
          <a:prstGeom prst="blockArc">
            <a:avLst>
              <a:gd name="adj1" fmla="val 120209"/>
              <a:gd name="adj2" fmla="val 81705"/>
              <a:gd name="adj3" fmla="val 2467"/>
            </a:avLst>
          </a:prstGeom>
          <a:solidFill>
            <a:schemeClr val="accent1"/>
          </a:solidFill>
          <a:ln>
            <a:noFill/>
          </a:ln>
          <a:effectLst>
            <a:outerShdw blurRad="266700" dist="508000" dir="1920000" sx="96000" sy="96000" algn="tl" rotWithShape="0">
              <a:prstClr val="black">
                <a:alpha val="2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063918" y="3753285"/>
            <a:ext cx="2241967" cy="931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4848"/>
              </a:buClr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1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Open Sans Light" panose="020B0306030504020204" pitchFamily="34" charset="0"/>
                <a:cs typeface="Open Sans Light" panose="020B0306030504020204" pitchFamily="34" charset="0"/>
              </a:rPr>
              <a:t>Lorem ipsum dolor sit amet, consectetur adipiscing elit. Nulla imperdiet volutpat dui at fermentum. </a:t>
            </a:r>
            <a:endParaRPr kumimoji="0" lang="en-US" sz="1100" b="0" i="0" u="none" strike="noStrike" kern="1200" cap="none" spc="0" normalizeH="0" baseline="0" noProof="1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4848"/>
              </a:buClr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1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Open Sans Light" panose="020B0306030504020204" pitchFamily="34" charset="0"/>
                <a:cs typeface="Open Sans Light" panose="020B0306030504020204" pitchFamily="34" charset="0"/>
              </a:rPr>
              <a:t>Aliquam erat volutpat. </a:t>
            </a:r>
            <a:endParaRPr kumimoji="0" lang="en-US" sz="1100" b="0" i="0" u="none" strike="noStrike" kern="1200" cap="none" spc="0" normalizeH="0" baseline="0" noProof="1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8" name="Title 1"/>
          <p:cNvSpPr txBox="1"/>
          <p:nvPr/>
        </p:nvSpPr>
        <p:spPr>
          <a:xfrm>
            <a:off x="5622954" y="3318308"/>
            <a:ext cx="1123895" cy="413547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lang="en-US" sz="2400" kern="0" smtClean="0">
                <a:solidFill>
                  <a:srgbClr val="DD2067"/>
                </a:solidFill>
                <a:latin typeface="+mj-lt"/>
                <a:ea typeface="+mj-ea"/>
                <a:cs typeface="Arial" panose="020B0604020202020204" pitchFamily="34" charset="0"/>
                <a:sym typeface="Calibri" panose="020F0502020204030204" charset="0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Open Sans" panose="020B0606030504020204" pitchFamily="34" charset="0"/>
                <a:cs typeface="Aa楷体" panose="02000500000000000000" pitchFamily="2" charset="-122"/>
                <a:sym typeface="Calibri" panose="020F0502020204030204" charset="0"/>
              </a:rPr>
              <a:t>Promotion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Open Sans" panose="020B0606030504020204" pitchFamily="34" charset="0"/>
              <a:cs typeface="Aa楷体" panose="02000500000000000000" pitchFamily="2" charset="-122"/>
              <a:sym typeface="Calibri" panose="020F0502020204030204" charset="0"/>
            </a:endParaRPr>
          </a:p>
        </p:txBody>
      </p:sp>
      <p:sp>
        <p:nvSpPr>
          <p:cNvPr id="29" name="Block Arc 28"/>
          <p:cNvSpPr/>
          <p:nvPr/>
        </p:nvSpPr>
        <p:spPr>
          <a:xfrm>
            <a:off x="8226394" y="2238442"/>
            <a:ext cx="3070159" cy="3070159"/>
          </a:xfrm>
          <a:prstGeom prst="blockArc">
            <a:avLst>
              <a:gd name="adj1" fmla="val 120209"/>
              <a:gd name="adj2" fmla="val 81705"/>
              <a:gd name="adj3" fmla="val 2467"/>
            </a:avLst>
          </a:prstGeom>
          <a:solidFill>
            <a:schemeClr val="accent1"/>
          </a:solidFill>
          <a:ln>
            <a:noFill/>
          </a:ln>
          <a:effectLst>
            <a:outerShdw blurRad="266700" dist="508000" dir="1920000" sx="96000" sy="96000" algn="tl" rotWithShape="0">
              <a:prstClr val="black">
                <a:alpha val="2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8640492" y="3753285"/>
            <a:ext cx="2241967" cy="931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4848"/>
              </a:buClr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1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Open Sans Light" panose="020B0306030504020204" pitchFamily="34" charset="0"/>
                <a:cs typeface="Open Sans Light" panose="020B0306030504020204" pitchFamily="34" charset="0"/>
              </a:rPr>
              <a:t>Lorem ipsum dolor sit amet, consectetur adipiscing elit. Nulla imperdiet volutpat dui at fermentum. </a:t>
            </a:r>
            <a:endParaRPr kumimoji="0" lang="en-US" sz="1100" b="0" i="0" u="none" strike="noStrike" kern="1200" cap="none" spc="0" normalizeH="0" baseline="0" noProof="1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4848"/>
              </a:buClr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1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Open Sans Light" panose="020B0306030504020204" pitchFamily="34" charset="0"/>
                <a:cs typeface="Open Sans Light" panose="020B0306030504020204" pitchFamily="34" charset="0"/>
              </a:rPr>
              <a:t>Aliquam erat volutpat. </a:t>
            </a:r>
            <a:endParaRPr kumimoji="0" lang="en-US" sz="1100" b="0" i="0" u="none" strike="noStrike" kern="1200" cap="none" spc="0" normalizeH="0" baseline="0" noProof="1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9199527" y="3318308"/>
            <a:ext cx="1123895" cy="413547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lang="en-US" sz="2400" kern="0" smtClean="0">
                <a:solidFill>
                  <a:srgbClr val="DD2067"/>
                </a:solidFill>
                <a:latin typeface="+mj-lt"/>
                <a:ea typeface="+mj-ea"/>
                <a:cs typeface="Arial" panose="020B0604020202020204" pitchFamily="34" charset="0"/>
                <a:sym typeface="Calibri" panose="020F0502020204030204" charset="0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Open Sans" panose="020B0606030504020204" pitchFamily="34" charset="0"/>
                <a:cs typeface="Aa楷体" panose="02000500000000000000" pitchFamily="2" charset="-122"/>
                <a:sym typeface="Calibri" panose="020F0502020204030204" charset="0"/>
              </a:rPr>
              <a:t>Market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Open Sans" panose="020B0606030504020204" pitchFamily="34" charset="0"/>
              <a:cs typeface="Aa楷体" panose="02000500000000000000" pitchFamily="2" charset="-122"/>
              <a:sym typeface="Calibri" panose="020F0502020204030204" charset="0"/>
            </a:endParaRPr>
          </a:p>
        </p:txBody>
      </p:sp>
      <p:grpSp>
        <p:nvGrpSpPr>
          <p:cNvPr id="38" name="Group 37"/>
          <p:cNvGrpSpPr/>
          <p:nvPr/>
        </p:nvGrpSpPr>
        <p:grpSpPr>
          <a:xfrm>
            <a:off x="2315433" y="2664302"/>
            <a:ext cx="542067" cy="482613"/>
            <a:chOff x="2128838" y="233363"/>
            <a:chExt cx="738188" cy="657224"/>
          </a:xfrm>
          <a:solidFill>
            <a:schemeClr val="accent3"/>
          </a:solidFill>
        </p:grpSpPr>
        <p:sp>
          <p:nvSpPr>
            <p:cNvPr id="39" name="Freeform 26"/>
            <p:cNvSpPr>
              <a:spLocks noEditPoints="1"/>
            </p:cNvSpPr>
            <p:nvPr/>
          </p:nvSpPr>
          <p:spPr bwMode="auto">
            <a:xfrm>
              <a:off x="2174875" y="233363"/>
              <a:ext cx="219075" cy="219075"/>
            </a:xfrm>
            <a:custGeom>
              <a:avLst/>
              <a:gdLst>
                <a:gd name="T0" fmla="*/ 70 w 138"/>
                <a:gd name="T1" fmla="*/ 138 h 138"/>
                <a:gd name="T2" fmla="*/ 83 w 138"/>
                <a:gd name="T3" fmla="*/ 137 h 138"/>
                <a:gd name="T4" fmla="*/ 96 w 138"/>
                <a:gd name="T5" fmla="*/ 133 h 138"/>
                <a:gd name="T6" fmla="*/ 108 w 138"/>
                <a:gd name="T7" fmla="*/ 126 h 138"/>
                <a:gd name="T8" fmla="*/ 118 w 138"/>
                <a:gd name="T9" fmla="*/ 118 h 138"/>
                <a:gd name="T10" fmla="*/ 127 w 138"/>
                <a:gd name="T11" fmla="*/ 108 h 138"/>
                <a:gd name="T12" fmla="*/ 133 w 138"/>
                <a:gd name="T13" fmla="*/ 96 h 138"/>
                <a:gd name="T14" fmla="*/ 137 w 138"/>
                <a:gd name="T15" fmla="*/ 83 h 138"/>
                <a:gd name="T16" fmla="*/ 138 w 138"/>
                <a:gd name="T17" fmla="*/ 68 h 138"/>
                <a:gd name="T18" fmla="*/ 138 w 138"/>
                <a:gd name="T19" fmla="*/ 61 h 138"/>
                <a:gd name="T20" fmla="*/ 135 w 138"/>
                <a:gd name="T21" fmla="*/ 48 h 138"/>
                <a:gd name="T22" fmla="*/ 130 w 138"/>
                <a:gd name="T23" fmla="*/ 36 h 138"/>
                <a:gd name="T24" fmla="*/ 123 w 138"/>
                <a:gd name="T25" fmla="*/ 25 h 138"/>
                <a:gd name="T26" fmla="*/ 113 w 138"/>
                <a:gd name="T27" fmla="*/ 15 h 138"/>
                <a:gd name="T28" fmla="*/ 102 w 138"/>
                <a:gd name="T29" fmla="*/ 8 h 138"/>
                <a:gd name="T30" fmla="*/ 90 w 138"/>
                <a:gd name="T31" fmla="*/ 3 h 138"/>
                <a:gd name="T32" fmla="*/ 77 w 138"/>
                <a:gd name="T33" fmla="*/ 0 h 138"/>
                <a:gd name="T34" fmla="*/ 70 w 138"/>
                <a:gd name="T35" fmla="*/ 0 h 138"/>
                <a:gd name="T36" fmla="*/ 56 w 138"/>
                <a:gd name="T37" fmla="*/ 1 h 138"/>
                <a:gd name="T38" fmla="*/ 43 w 138"/>
                <a:gd name="T39" fmla="*/ 5 h 138"/>
                <a:gd name="T40" fmla="*/ 31 w 138"/>
                <a:gd name="T41" fmla="*/ 11 h 138"/>
                <a:gd name="T42" fmla="*/ 20 w 138"/>
                <a:gd name="T43" fmla="*/ 20 h 138"/>
                <a:gd name="T44" fmla="*/ 12 w 138"/>
                <a:gd name="T45" fmla="*/ 30 h 138"/>
                <a:gd name="T46" fmla="*/ 5 w 138"/>
                <a:gd name="T47" fmla="*/ 42 h 138"/>
                <a:gd name="T48" fmla="*/ 1 w 138"/>
                <a:gd name="T49" fmla="*/ 55 h 138"/>
                <a:gd name="T50" fmla="*/ 0 w 138"/>
                <a:gd name="T51" fmla="*/ 68 h 138"/>
                <a:gd name="T52" fmla="*/ 0 w 138"/>
                <a:gd name="T53" fmla="*/ 76 h 138"/>
                <a:gd name="T54" fmla="*/ 3 w 138"/>
                <a:gd name="T55" fmla="*/ 90 h 138"/>
                <a:gd name="T56" fmla="*/ 8 w 138"/>
                <a:gd name="T57" fmla="*/ 102 h 138"/>
                <a:gd name="T58" fmla="*/ 16 w 138"/>
                <a:gd name="T59" fmla="*/ 113 h 138"/>
                <a:gd name="T60" fmla="*/ 26 w 138"/>
                <a:gd name="T61" fmla="*/ 123 h 138"/>
                <a:gd name="T62" fmla="*/ 37 w 138"/>
                <a:gd name="T63" fmla="*/ 130 h 138"/>
                <a:gd name="T64" fmla="*/ 49 w 138"/>
                <a:gd name="T65" fmla="*/ 135 h 138"/>
                <a:gd name="T66" fmla="*/ 63 w 138"/>
                <a:gd name="T67" fmla="*/ 138 h 138"/>
                <a:gd name="T68" fmla="*/ 70 w 138"/>
                <a:gd name="T69" fmla="*/ 138 h 138"/>
                <a:gd name="T70" fmla="*/ 70 w 138"/>
                <a:gd name="T71" fmla="*/ 19 h 138"/>
                <a:gd name="T72" fmla="*/ 89 w 138"/>
                <a:gd name="T73" fmla="*/ 23 h 138"/>
                <a:gd name="T74" fmla="*/ 104 w 138"/>
                <a:gd name="T75" fmla="*/ 34 h 138"/>
                <a:gd name="T76" fmla="*/ 115 w 138"/>
                <a:gd name="T77" fmla="*/ 49 h 138"/>
                <a:gd name="T78" fmla="*/ 119 w 138"/>
                <a:gd name="T79" fmla="*/ 68 h 138"/>
                <a:gd name="T80" fmla="*/ 118 w 138"/>
                <a:gd name="T81" fmla="*/ 79 h 138"/>
                <a:gd name="T82" fmla="*/ 110 w 138"/>
                <a:gd name="T83" fmla="*/ 97 h 138"/>
                <a:gd name="T84" fmla="*/ 97 w 138"/>
                <a:gd name="T85" fmla="*/ 110 h 138"/>
                <a:gd name="T86" fmla="*/ 80 w 138"/>
                <a:gd name="T87" fmla="*/ 118 h 138"/>
                <a:gd name="T88" fmla="*/ 70 w 138"/>
                <a:gd name="T89" fmla="*/ 119 h 138"/>
                <a:gd name="T90" fmla="*/ 51 w 138"/>
                <a:gd name="T91" fmla="*/ 115 h 138"/>
                <a:gd name="T92" fmla="*/ 35 w 138"/>
                <a:gd name="T93" fmla="*/ 104 h 138"/>
                <a:gd name="T94" fmla="*/ 24 w 138"/>
                <a:gd name="T95" fmla="*/ 89 h 138"/>
                <a:gd name="T96" fmla="*/ 20 w 138"/>
                <a:gd name="T97" fmla="*/ 68 h 138"/>
                <a:gd name="T98" fmla="*/ 22 w 138"/>
                <a:gd name="T99" fmla="*/ 59 h 138"/>
                <a:gd name="T100" fmla="*/ 29 w 138"/>
                <a:gd name="T101" fmla="*/ 41 h 138"/>
                <a:gd name="T102" fmla="*/ 42 w 138"/>
                <a:gd name="T103" fmla="*/ 28 h 138"/>
                <a:gd name="T104" fmla="*/ 60 w 138"/>
                <a:gd name="T105" fmla="*/ 20 h 138"/>
                <a:gd name="T106" fmla="*/ 70 w 138"/>
                <a:gd name="T107" fmla="*/ 19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38" h="138">
                  <a:moveTo>
                    <a:pt x="70" y="138"/>
                  </a:moveTo>
                  <a:lnTo>
                    <a:pt x="70" y="138"/>
                  </a:lnTo>
                  <a:lnTo>
                    <a:pt x="77" y="138"/>
                  </a:lnTo>
                  <a:lnTo>
                    <a:pt x="83" y="137"/>
                  </a:lnTo>
                  <a:lnTo>
                    <a:pt x="90" y="135"/>
                  </a:lnTo>
                  <a:lnTo>
                    <a:pt x="96" y="133"/>
                  </a:lnTo>
                  <a:lnTo>
                    <a:pt x="102" y="130"/>
                  </a:lnTo>
                  <a:lnTo>
                    <a:pt x="108" y="126"/>
                  </a:lnTo>
                  <a:lnTo>
                    <a:pt x="113" y="123"/>
                  </a:lnTo>
                  <a:lnTo>
                    <a:pt x="118" y="118"/>
                  </a:lnTo>
                  <a:lnTo>
                    <a:pt x="123" y="113"/>
                  </a:lnTo>
                  <a:lnTo>
                    <a:pt x="127" y="108"/>
                  </a:lnTo>
                  <a:lnTo>
                    <a:pt x="130" y="102"/>
                  </a:lnTo>
                  <a:lnTo>
                    <a:pt x="133" y="96"/>
                  </a:lnTo>
                  <a:lnTo>
                    <a:pt x="135" y="90"/>
                  </a:lnTo>
                  <a:lnTo>
                    <a:pt x="137" y="83"/>
                  </a:lnTo>
                  <a:lnTo>
                    <a:pt x="138" y="76"/>
                  </a:lnTo>
                  <a:lnTo>
                    <a:pt x="138" y="68"/>
                  </a:lnTo>
                  <a:lnTo>
                    <a:pt x="138" y="68"/>
                  </a:lnTo>
                  <a:lnTo>
                    <a:pt x="138" y="61"/>
                  </a:lnTo>
                  <a:lnTo>
                    <a:pt x="137" y="55"/>
                  </a:lnTo>
                  <a:lnTo>
                    <a:pt x="135" y="48"/>
                  </a:lnTo>
                  <a:lnTo>
                    <a:pt x="133" y="42"/>
                  </a:lnTo>
                  <a:lnTo>
                    <a:pt x="130" y="36"/>
                  </a:lnTo>
                  <a:lnTo>
                    <a:pt x="127" y="30"/>
                  </a:lnTo>
                  <a:lnTo>
                    <a:pt x="123" y="25"/>
                  </a:lnTo>
                  <a:lnTo>
                    <a:pt x="118" y="20"/>
                  </a:lnTo>
                  <a:lnTo>
                    <a:pt x="113" y="15"/>
                  </a:lnTo>
                  <a:lnTo>
                    <a:pt x="108" y="11"/>
                  </a:lnTo>
                  <a:lnTo>
                    <a:pt x="102" y="8"/>
                  </a:lnTo>
                  <a:lnTo>
                    <a:pt x="96" y="5"/>
                  </a:lnTo>
                  <a:lnTo>
                    <a:pt x="90" y="3"/>
                  </a:lnTo>
                  <a:lnTo>
                    <a:pt x="83" y="1"/>
                  </a:lnTo>
                  <a:lnTo>
                    <a:pt x="77" y="0"/>
                  </a:lnTo>
                  <a:lnTo>
                    <a:pt x="70" y="0"/>
                  </a:lnTo>
                  <a:lnTo>
                    <a:pt x="70" y="0"/>
                  </a:lnTo>
                  <a:lnTo>
                    <a:pt x="63" y="0"/>
                  </a:lnTo>
                  <a:lnTo>
                    <a:pt x="56" y="1"/>
                  </a:lnTo>
                  <a:lnTo>
                    <a:pt x="49" y="3"/>
                  </a:lnTo>
                  <a:lnTo>
                    <a:pt x="43" y="5"/>
                  </a:lnTo>
                  <a:lnTo>
                    <a:pt x="37" y="8"/>
                  </a:lnTo>
                  <a:lnTo>
                    <a:pt x="31" y="11"/>
                  </a:lnTo>
                  <a:lnTo>
                    <a:pt x="26" y="15"/>
                  </a:lnTo>
                  <a:lnTo>
                    <a:pt x="20" y="20"/>
                  </a:lnTo>
                  <a:lnTo>
                    <a:pt x="16" y="25"/>
                  </a:lnTo>
                  <a:lnTo>
                    <a:pt x="12" y="30"/>
                  </a:lnTo>
                  <a:lnTo>
                    <a:pt x="8" y="36"/>
                  </a:lnTo>
                  <a:lnTo>
                    <a:pt x="5" y="42"/>
                  </a:lnTo>
                  <a:lnTo>
                    <a:pt x="3" y="48"/>
                  </a:lnTo>
                  <a:lnTo>
                    <a:pt x="1" y="55"/>
                  </a:lnTo>
                  <a:lnTo>
                    <a:pt x="0" y="61"/>
                  </a:lnTo>
                  <a:lnTo>
                    <a:pt x="0" y="68"/>
                  </a:lnTo>
                  <a:lnTo>
                    <a:pt x="0" y="68"/>
                  </a:lnTo>
                  <a:lnTo>
                    <a:pt x="0" y="76"/>
                  </a:lnTo>
                  <a:lnTo>
                    <a:pt x="1" y="83"/>
                  </a:lnTo>
                  <a:lnTo>
                    <a:pt x="3" y="90"/>
                  </a:lnTo>
                  <a:lnTo>
                    <a:pt x="5" y="96"/>
                  </a:lnTo>
                  <a:lnTo>
                    <a:pt x="8" y="102"/>
                  </a:lnTo>
                  <a:lnTo>
                    <a:pt x="12" y="108"/>
                  </a:lnTo>
                  <a:lnTo>
                    <a:pt x="16" y="113"/>
                  </a:lnTo>
                  <a:lnTo>
                    <a:pt x="20" y="118"/>
                  </a:lnTo>
                  <a:lnTo>
                    <a:pt x="26" y="123"/>
                  </a:lnTo>
                  <a:lnTo>
                    <a:pt x="31" y="126"/>
                  </a:lnTo>
                  <a:lnTo>
                    <a:pt x="37" y="130"/>
                  </a:lnTo>
                  <a:lnTo>
                    <a:pt x="43" y="133"/>
                  </a:lnTo>
                  <a:lnTo>
                    <a:pt x="49" y="135"/>
                  </a:lnTo>
                  <a:lnTo>
                    <a:pt x="56" y="137"/>
                  </a:lnTo>
                  <a:lnTo>
                    <a:pt x="63" y="138"/>
                  </a:lnTo>
                  <a:lnTo>
                    <a:pt x="70" y="138"/>
                  </a:lnTo>
                  <a:lnTo>
                    <a:pt x="70" y="138"/>
                  </a:lnTo>
                  <a:close/>
                  <a:moveTo>
                    <a:pt x="70" y="19"/>
                  </a:moveTo>
                  <a:lnTo>
                    <a:pt x="70" y="19"/>
                  </a:lnTo>
                  <a:lnTo>
                    <a:pt x="80" y="20"/>
                  </a:lnTo>
                  <a:lnTo>
                    <a:pt x="89" y="23"/>
                  </a:lnTo>
                  <a:lnTo>
                    <a:pt x="97" y="28"/>
                  </a:lnTo>
                  <a:lnTo>
                    <a:pt x="104" y="34"/>
                  </a:lnTo>
                  <a:lnTo>
                    <a:pt x="110" y="41"/>
                  </a:lnTo>
                  <a:lnTo>
                    <a:pt x="115" y="49"/>
                  </a:lnTo>
                  <a:lnTo>
                    <a:pt x="118" y="59"/>
                  </a:lnTo>
                  <a:lnTo>
                    <a:pt x="119" y="68"/>
                  </a:lnTo>
                  <a:lnTo>
                    <a:pt x="119" y="68"/>
                  </a:lnTo>
                  <a:lnTo>
                    <a:pt x="118" y="79"/>
                  </a:lnTo>
                  <a:lnTo>
                    <a:pt x="115" y="89"/>
                  </a:lnTo>
                  <a:lnTo>
                    <a:pt x="110" y="97"/>
                  </a:lnTo>
                  <a:lnTo>
                    <a:pt x="104" y="104"/>
                  </a:lnTo>
                  <a:lnTo>
                    <a:pt x="97" y="110"/>
                  </a:lnTo>
                  <a:lnTo>
                    <a:pt x="89" y="115"/>
                  </a:lnTo>
                  <a:lnTo>
                    <a:pt x="80" y="118"/>
                  </a:lnTo>
                  <a:lnTo>
                    <a:pt x="70" y="119"/>
                  </a:lnTo>
                  <a:lnTo>
                    <a:pt x="70" y="119"/>
                  </a:lnTo>
                  <a:lnTo>
                    <a:pt x="60" y="118"/>
                  </a:lnTo>
                  <a:lnTo>
                    <a:pt x="51" y="115"/>
                  </a:lnTo>
                  <a:lnTo>
                    <a:pt x="42" y="110"/>
                  </a:lnTo>
                  <a:lnTo>
                    <a:pt x="35" y="104"/>
                  </a:lnTo>
                  <a:lnTo>
                    <a:pt x="29" y="97"/>
                  </a:lnTo>
                  <a:lnTo>
                    <a:pt x="24" y="89"/>
                  </a:lnTo>
                  <a:lnTo>
                    <a:pt x="22" y="79"/>
                  </a:lnTo>
                  <a:lnTo>
                    <a:pt x="20" y="68"/>
                  </a:lnTo>
                  <a:lnTo>
                    <a:pt x="20" y="68"/>
                  </a:lnTo>
                  <a:lnTo>
                    <a:pt x="22" y="59"/>
                  </a:lnTo>
                  <a:lnTo>
                    <a:pt x="24" y="49"/>
                  </a:lnTo>
                  <a:lnTo>
                    <a:pt x="29" y="41"/>
                  </a:lnTo>
                  <a:lnTo>
                    <a:pt x="35" y="34"/>
                  </a:lnTo>
                  <a:lnTo>
                    <a:pt x="42" y="28"/>
                  </a:lnTo>
                  <a:lnTo>
                    <a:pt x="51" y="23"/>
                  </a:lnTo>
                  <a:lnTo>
                    <a:pt x="60" y="20"/>
                  </a:lnTo>
                  <a:lnTo>
                    <a:pt x="70" y="19"/>
                  </a:lnTo>
                  <a:lnTo>
                    <a:pt x="70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5C0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0" name="Freeform 27"/>
            <p:cNvSpPr>
              <a:spLocks noEditPoints="1"/>
            </p:cNvSpPr>
            <p:nvPr/>
          </p:nvSpPr>
          <p:spPr bwMode="auto">
            <a:xfrm>
              <a:off x="2601913" y="233363"/>
              <a:ext cx="219075" cy="219075"/>
            </a:xfrm>
            <a:custGeom>
              <a:avLst/>
              <a:gdLst>
                <a:gd name="T0" fmla="*/ 70 w 138"/>
                <a:gd name="T1" fmla="*/ 138 h 138"/>
                <a:gd name="T2" fmla="*/ 83 w 138"/>
                <a:gd name="T3" fmla="*/ 137 h 138"/>
                <a:gd name="T4" fmla="*/ 96 w 138"/>
                <a:gd name="T5" fmla="*/ 133 h 138"/>
                <a:gd name="T6" fmla="*/ 108 w 138"/>
                <a:gd name="T7" fmla="*/ 126 h 138"/>
                <a:gd name="T8" fmla="*/ 118 w 138"/>
                <a:gd name="T9" fmla="*/ 118 h 138"/>
                <a:gd name="T10" fmla="*/ 127 w 138"/>
                <a:gd name="T11" fmla="*/ 108 h 138"/>
                <a:gd name="T12" fmla="*/ 133 w 138"/>
                <a:gd name="T13" fmla="*/ 96 h 138"/>
                <a:gd name="T14" fmla="*/ 137 w 138"/>
                <a:gd name="T15" fmla="*/ 83 h 138"/>
                <a:gd name="T16" fmla="*/ 138 w 138"/>
                <a:gd name="T17" fmla="*/ 68 h 138"/>
                <a:gd name="T18" fmla="*/ 138 w 138"/>
                <a:gd name="T19" fmla="*/ 61 h 138"/>
                <a:gd name="T20" fmla="*/ 135 w 138"/>
                <a:gd name="T21" fmla="*/ 48 h 138"/>
                <a:gd name="T22" fmla="*/ 130 w 138"/>
                <a:gd name="T23" fmla="*/ 36 h 138"/>
                <a:gd name="T24" fmla="*/ 123 w 138"/>
                <a:gd name="T25" fmla="*/ 25 h 138"/>
                <a:gd name="T26" fmla="*/ 113 w 138"/>
                <a:gd name="T27" fmla="*/ 15 h 138"/>
                <a:gd name="T28" fmla="*/ 102 w 138"/>
                <a:gd name="T29" fmla="*/ 8 h 138"/>
                <a:gd name="T30" fmla="*/ 90 w 138"/>
                <a:gd name="T31" fmla="*/ 3 h 138"/>
                <a:gd name="T32" fmla="*/ 77 w 138"/>
                <a:gd name="T33" fmla="*/ 0 h 138"/>
                <a:gd name="T34" fmla="*/ 70 w 138"/>
                <a:gd name="T35" fmla="*/ 0 h 138"/>
                <a:gd name="T36" fmla="*/ 56 w 138"/>
                <a:gd name="T37" fmla="*/ 1 h 138"/>
                <a:gd name="T38" fmla="*/ 42 w 138"/>
                <a:gd name="T39" fmla="*/ 5 h 138"/>
                <a:gd name="T40" fmla="*/ 30 w 138"/>
                <a:gd name="T41" fmla="*/ 11 h 138"/>
                <a:gd name="T42" fmla="*/ 20 w 138"/>
                <a:gd name="T43" fmla="*/ 20 h 138"/>
                <a:gd name="T44" fmla="*/ 12 w 138"/>
                <a:gd name="T45" fmla="*/ 30 h 138"/>
                <a:gd name="T46" fmla="*/ 5 w 138"/>
                <a:gd name="T47" fmla="*/ 42 h 138"/>
                <a:gd name="T48" fmla="*/ 1 w 138"/>
                <a:gd name="T49" fmla="*/ 55 h 138"/>
                <a:gd name="T50" fmla="*/ 0 w 138"/>
                <a:gd name="T51" fmla="*/ 68 h 138"/>
                <a:gd name="T52" fmla="*/ 0 w 138"/>
                <a:gd name="T53" fmla="*/ 76 h 138"/>
                <a:gd name="T54" fmla="*/ 3 w 138"/>
                <a:gd name="T55" fmla="*/ 90 h 138"/>
                <a:gd name="T56" fmla="*/ 8 w 138"/>
                <a:gd name="T57" fmla="*/ 102 h 138"/>
                <a:gd name="T58" fmla="*/ 16 w 138"/>
                <a:gd name="T59" fmla="*/ 113 h 138"/>
                <a:gd name="T60" fmla="*/ 25 w 138"/>
                <a:gd name="T61" fmla="*/ 123 h 138"/>
                <a:gd name="T62" fmla="*/ 36 w 138"/>
                <a:gd name="T63" fmla="*/ 130 h 138"/>
                <a:gd name="T64" fmla="*/ 49 w 138"/>
                <a:gd name="T65" fmla="*/ 135 h 138"/>
                <a:gd name="T66" fmla="*/ 63 w 138"/>
                <a:gd name="T67" fmla="*/ 138 h 138"/>
                <a:gd name="T68" fmla="*/ 70 w 138"/>
                <a:gd name="T69" fmla="*/ 138 h 138"/>
                <a:gd name="T70" fmla="*/ 70 w 138"/>
                <a:gd name="T71" fmla="*/ 19 h 138"/>
                <a:gd name="T72" fmla="*/ 89 w 138"/>
                <a:gd name="T73" fmla="*/ 23 h 138"/>
                <a:gd name="T74" fmla="*/ 104 w 138"/>
                <a:gd name="T75" fmla="*/ 34 h 138"/>
                <a:gd name="T76" fmla="*/ 115 w 138"/>
                <a:gd name="T77" fmla="*/ 49 h 138"/>
                <a:gd name="T78" fmla="*/ 119 w 138"/>
                <a:gd name="T79" fmla="*/ 68 h 138"/>
                <a:gd name="T80" fmla="*/ 118 w 138"/>
                <a:gd name="T81" fmla="*/ 79 h 138"/>
                <a:gd name="T82" fmla="*/ 110 w 138"/>
                <a:gd name="T83" fmla="*/ 97 h 138"/>
                <a:gd name="T84" fmla="*/ 97 w 138"/>
                <a:gd name="T85" fmla="*/ 110 h 138"/>
                <a:gd name="T86" fmla="*/ 79 w 138"/>
                <a:gd name="T87" fmla="*/ 118 h 138"/>
                <a:gd name="T88" fmla="*/ 70 w 138"/>
                <a:gd name="T89" fmla="*/ 119 h 138"/>
                <a:gd name="T90" fmla="*/ 50 w 138"/>
                <a:gd name="T91" fmla="*/ 115 h 138"/>
                <a:gd name="T92" fmla="*/ 34 w 138"/>
                <a:gd name="T93" fmla="*/ 104 h 138"/>
                <a:gd name="T94" fmla="*/ 23 w 138"/>
                <a:gd name="T95" fmla="*/ 89 h 138"/>
                <a:gd name="T96" fmla="*/ 20 w 138"/>
                <a:gd name="T97" fmla="*/ 68 h 138"/>
                <a:gd name="T98" fmla="*/ 21 w 138"/>
                <a:gd name="T99" fmla="*/ 59 h 138"/>
                <a:gd name="T100" fmla="*/ 28 w 138"/>
                <a:gd name="T101" fmla="*/ 41 h 138"/>
                <a:gd name="T102" fmla="*/ 41 w 138"/>
                <a:gd name="T103" fmla="*/ 28 h 138"/>
                <a:gd name="T104" fmla="*/ 60 w 138"/>
                <a:gd name="T105" fmla="*/ 20 h 138"/>
                <a:gd name="T106" fmla="*/ 70 w 138"/>
                <a:gd name="T107" fmla="*/ 19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38" h="138">
                  <a:moveTo>
                    <a:pt x="70" y="138"/>
                  </a:moveTo>
                  <a:lnTo>
                    <a:pt x="70" y="138"/>
                  </a:lnTo>
                  <a:lnTo>
                    <a:pt x="77" y="138"/>
                  </a:lnTo>
                  <a:lnTo>
                    <a:pt x="83" y="137"/>
                  </a:lnTo>
                  <a:lnTo>
                    <a:pt x="90" y="135"/>
                  </a:lnTo>
                  <a:lnTo>
                    <a:pt x="96" y="133"/>
                  </a:lnTo>
                  <a:lnTo>
                    <a:pt x="102" y="130"/>
                  </a:lnTo>
                  <a:lnTo>
                    <a:pt x="108" y="126"/>
                  </a:lnTo>
                  <a:lnTo>
                    <a:pt x="113" y="123"/>
                  </a:lnTo>
                  <a:lnTo>
                    <a:pt x="118" y="118"/>
                  </a:lnTo>
                  <a:lnTo>
                    <a:pt x="123" y="113"/>
                  </a:lnTo>
                  <a:lnTo>
                    <a:pt x="127" y="108"/>
                  </a:lnTo>
                  <a:lnTo>
                    <a:pt x="130" y="102"/>
                  </a:lnTo>
                  <a:lnTo>
                    <a:pt x="133" y="96"/>
                  </a:lnTo>
                  <a:lnTo>
                    <a:pt x="135" y="90"/>
                  </a:lnTo>
                  <a:lnTo>
                    <a:pt x="137" y="83"/>
                  </a:lnTo>
                  <a:lnTo>
                    <a:pt x="138" y="76"/>
                  </a:lnTo>
                  <a:lnTo>
                    <a:pt x="138" y="68"/>
                  </a:lnTo>
                  <a:lnTo>
                    <a:pt x="138" y="68"/>
                  </a:lnTo>
                  <a:lnTo>
                    <a:pt x="138" y="61"/>
                  </a:lnTo>
                  <a:lnTo>
                    <a:pt x="137" y="55"/>
                  </a:lnTo>
                  <a:lnTo>
                    <a:pt x="135" y="48"/>
                  </a:lnTo>
                  <a:lnTo>
                    <a:pt x="133" y="42"/>
                  </a:lnTo>
                  <a:lnTo>
                    <a:pt x="130" y="36"/>
                  </a:lnTo>
                  <a:lnTo>
                    <a:pt x="127" y="30"/>
                  </a:lnTo>
                  <a:lnTo>
                    <a:pt x="123" y="25"/>
                  </a:lnTo>
                  <a:lnTo>
                    <a:pt x="118" y="20"/>
                  </a:lnTo>
                  <a:lnTo>
                    <a:pt x="113" y="15"/>
                  </a:lnTo>
                  <a:lnTo>
                    <a:pt x="108" y="11"/>
                  </a:lnTo>
                  <a:lnTo>
                    <a:pt x="102" y="8"/>
                  </a:lnTo>
                  <a:lnTo>
                    <a:pt x="96" y="5"/>
                  </a:lnTo>
                  <a:lnTo>
                    <a:pt x="90" y="3"/>
                  </a:lnTo>
                  <a:lnTo>
                    <a:pt x="83" y="1"/>
                  </a:lnTo>
                  <a:lnTo>
                    <a:pt x="77" y="0"/>
                  </a:lnTo>
                  <a:lnTo>
                    <a:pt x="70" y="0"/>
                  </a:lnTo>
                  <a:lnTo>
                    <a:pt x="70" y="0"/>
                  </a:lnTo>
                  <a:lnTo>
                    <a:pt x="63" y="0"/>
                  </a:lnTo>
                  <a:lnTo>
                    <a:pt x="56" y="1"/>
                  </a:lnTo>
                  <a:lnTo>
                    <a:pt x="49" y="3"/>
                  </a:lnTo>
                  <a:lnTo>
                    <a:pt x="42" y="5"/>
                  </a:lnTo>
                  <a:lnTo>
                    <a:pt x="36" y="8"/>
                  </a:lnTo>
                  <a:lnTo>
                    <a:pt x="30" y="11"/>
                  </a:lnTo>
                  <a:lnTo>
                    <a:pt x="25" y="15"/>
                  </a:lnTo>
                  <a:lnTo>
                    <a:pt x="20" y="20"/>
                  </a:lnTo>
                  <a:lnTo>
                    <a:pt x="16" y="25"/>
                  </a:lnTo>
                  <a:lnTo>
                    <a:pt x="12" y="30"/>
                  </a:lnTo>
                  <a:lnTo>
                    <a:pt x="8" y="36"/>
                  </a:lnTo>
                  <a:lnTo>
                    <a:pt x="5" y="42"/>
                  </a:lnTo>
                  <a:lnTo>
                    <a:pt x="3" y="48"/>
                  </a:lnTo>
                  <a:lnTo>
                    <a:pt x="1" y="55"/>
                  </a:lnTo>
                  <a:lnTo>
                    <a:pt x="0" y="61"/>
                  </a:lnTo>
                  <a:lnTo>
                    <a:pt x="0" y="68"/>
                  </a:lnTo>
                  <a:lnTo>
                    <a:pt x="0" y="68"/>
                  </a:lnTo>
                  <a:lnTo>
                    <a:pt x="0" y="76"/>
                  </a:lnTo>
                  <a:lnTo>
                    <a:pt x="1" y="83"/>
                  </a:lnTo>
                  <a:lnTo>
                    <a:pt x="3" y="90"/>
                  </a:lnTo>
                  <a:lnTo>
                    <a:pt x="5" y="96"/>
                  </a:lnTo>
                  <a:lnTo>
                    <a:pt x="8" y="102"/>
                  </a:lnTo>
                  <a:lnTo>
                    <a:pt x="12" y="108"/>
                  </a:lnTo>
                  <a:lnTo>
                    <a:pt x="16" y="113"/>
                  </a:lnTo>
                  <a:lnTo>
                    <a:pt x="20" y="118"/>
                  </a:lnTo>
                  <a:lnTo>
                    <a:pt x="25" y="123"/>
                  </a:lnTo>
                  <a:lnTo>
                    <a:pt x="30" y="126"/>
                  </a:lnTo>
                  <a:lnTo>
                    <a:pt x="36" y="130"/>
                  </a:lnTo>
                  <a:lnTo>
                    <a:pt x="42" y="133"/>
                  </a:lnTo>
                  <a:lnTo>
                    <a:pt x="49" y="135"/>
                  </a:lnTo>
                  <a:lnTo>
                    <a:pt x="56" y="137"/>
                  </a:lnTo>
                  <a:lnTo>
                    <a:pt x="63" y="138"/>
                  </a:lnTo>
                  <a:lnTo>
                    <a:pt x="70" y="138"/>
                  </a:lnTo>
                  <a:lnTo>
                    <a:pt x="70" y="138"/>
                  </a:lnTo>
                  <a:close/>
                  <a:moveTo>
                    <a:pt x="70" y="19"/>
                  </a:moveTo>
                  <a:lnTo>
                    <a:pt x="70" y="19"/>
                  </a:lnTo>
                  <a:lnTo>
                    <a:pt x="79" y="20"/>
                  </a:lnTo>
                  <a:lnTo>
                    <a:pt x="89" y="23"/>
                  </a:lnTo>
                  <a:lnTo>
                    <a:pt x="97" y="28"/>
                  </a:lnTo>
                  <a:lnTo>
                    <a:pt x="104" y="34"/>
                  </a:lnTo>
                  <a:lnTo>
                    <a:pt x="110" y="41"/>
                  </a:lnTo>
                  <a:lnTo>
                    <a:pt x="115" y="49"/>
                  </a:lnTo>
                  <a:lnTo>
                    <a:pt x="118" y="59"/>
                  </a:lnTo>
                  <a:lnTo>
                    <a:pt x="119" y="68"/>
                  </a:lnTo>
                  <a:lnTo>
                    <a:pt x="119" y="68"/>
                  </a:lnTo>
                  <a:lnTo>
                    <a:pt x="118" y="79"/>
                  </a:lnTo>
                  <a:lnTo>
                    <a:pt x="115" y="89"/>
                  </a:lnTo>
                  <a:lnTo>
                    <a:pt x="110" y="97"/>
                  </a:lnTo>
                  <a:lnTo>
                    <a:pt x="104" y="104"/>
                  </a:lnTo>
                  <a:lnTo>
                    <a:pt x="97" y="110"/>
                  </a:lnTo>
                  <a:lnTo>
                    <a:pt x="89" y="115"/>
                  </a:lnTo>
                  <a:lnTo>
                    <a:pt x="79" y="118"/>
                  </a:lnTo>
                  <a:lnTo>
                    <a:pt x="70" y="119"/>
                  </a:lnTo>
                  <a:lnTo>
                    <a:pt x="70" y="119"/>
                  </a:lnTo>
                  <a:lnTo>
                    <a:pt x="60" y="118"/>
                  </a:lnTo>
                  <a:lnTo>
                    <a:pt x="50" y="115"/>
                  </a:lnTo>
                  <a:lnTo>
                    <a:pt x="41" y="110"/>
                  </a:lnTo>
                  <a:lnTo>
                    <a:pt x="34" y="104"/>
                  </a:lnTo>
                  <a:lnTo>
                    <a:pt x="28" y="97"/>
                  </a:lnTo>
                  <a:lnTo>
                    <a:pt x="23" y="89"/>
                  </a:lnTo>
                  <a:lnTo>
                    <a:pt x="21" y="79"/>
                  </a:lnTo>
                  <a:lnTo>
                    <a:pt x="20" y="68"/>
                  </a:lnTo>
                  <a:lnTo>
                    <a:pt x="20" y="68"/>
                  </a:lnTo>
                  <a:lnTo>
                    <a:pt x="21" y="59"/>
                  </a:lnTo>
                  <a:lnTo>
                    <a:pt x="23" y="49"/>
                  </a:lnTo>
                  <a:lnTo>
                    <a:pt x="28" y="41"/>
                  </a:lnTo>
                  <a:lnTo>
                    <a:pt x="34" y="34"/>
                  </a:lnTo>
                  <a:lnTo>
                    <a:pt x="41" y="28"/>
                  </a:lnTo>
                  <a:lnTo>
                    <a:pt x="50" y="23"/>
                  </a:lnTo>
                  <a:lnTo>
                    <a:pt x="60" y="20"/>
                  </a:lnTo>
                  <a:lnTo>
                    <a:pt x="70" y="19"/>
                  </a:lnTo>
                  <a:lnTo>
                    <a:pt x="70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5C0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1" name="Freeform 28"/>
            <p:cNvSpPr>
              <a:spLocks noEditPoints="1"/>
            </p:cNvSpPr>
            <p:nvPr/>
          </p:nvSpPr>
          <p:spPr bwMode="auto">
            <a:xfrm>
              <a:off x="2128838" y="463550"/>
              <a:ext cx="738188" cy="427037"/>
            </a:xfrm>
            <a:custGeom>
              <a:avLst/>
              <a:gdLst>
                <a:gd name="T0" fmla="*/ 434 w 465"/>
                <a:gd name="T1" fmla="*/ 10 h 269"/>
                <a:gd name="T2" fmla="*/ 408 w 465"/>
                <a:gd name="T3" fmla="*/ 1 h 269"/>
                <a:gd name="T4" fmla="*/ 373 w 465"/>
                <a:gd name="T5" fmla="*/ 2 h 269"/>
                <a:gd name="T6" fmla="*/ 340 w 465"/>
                <a:gd name="T7" fmla="*/ 15 h 269"/>
                <a:gd name="T8" fmla="*/ 305 w 465"/>
                <a:gd name="T9" fmla="*/ 50 h 269"/>
                <a:gd name="T10" fmla="*/ 175 w 465"/>
                <a:gd name="T11" fmla="*/ 79 h 269"/>
                <a:gd name="T12" fmla="*/ 150 w 465"/>
                <a:gd name="T13" fmla="*/ 37 h 269"/>
                <a:gd name="T14" fmla="*/ 118 w 465"/>
                <a:gd name="T15" fmla="*/ 11 h 269"/>
                <a:gd name="T16" fmla="*/ 84 w 465"/>
                <a:gd name="T17" fmla="*/ 0 h 269"/>
                <a:gd name="T18" fmla="*/ 51 w 465"/>
                <a:gd name="T19" fmla="*/ 2 h 269"/>
                <a:gd name="T20" fmla="*/ 26 w 465"/>
                <a:gd name="T21" fmla="*/ 13 h 269"/>
                <a:gd name="T22" fmla="*/ 14 w 465"/>
                <a:gd name="T23" fmla="*/ 26 h 269"/>
                <a:gd name="T24" fmla="*/ 1 w 465"/>
                <a:gd name="T25" fmla="*/ 75 h 269"/>
                <a:gd name="T26" fmla="*/ 1 w 465"/>
                <a:gd name="T27" fmla="*/ 135 h 269"/>
                <a:gd name="T28" fmla="*/ 3 w 465"/>
                <a:gd name="T29" fmla="*/ 266 h 269"/>
                <a:gd name="T30" fmla="*/ 173 w 465"/>
                <a:gd name="T31" fmla="*/ 269 h 269"/>
                <a:gd name="T32" fmla="*/ 182 w 465"/>
                <a:gd name="T33" fmla="*/ 259 h 269"/>
                <a:gd name="T34" fmla="*/ 207 w 465"/>
                <a:gd name="T35" fmla="*/ 194 h 269"/>
                <a:gd name="T36" fmla="*/ 223 w 465"/>
                <a:gd name="T37" fmla="*/ 197 h 269"/>
                <a:gd name="T38" fmla="*/ 238 w 465"/>
                <a:gd name="T39" fmla="*/ 197 h 269"/>
                <a:gd name="T40" fmla="*/ 254 w 465"/>
                <a:gd name="T41" fmla="*/ 196 h 269"/>
                <a:gd name="T42" fmla="*/ 283 w 465"/>
                <a:gd name="T43" fmla="*/ 259 h 269"/>
                <a:gd name="T44" fmla="*/ 289 w 465"/>
                <a:gd name="T45" fmla="*/ 268 h 269"/>
                <a:gd name="T46" fmla="*/ 459 w 465"/>
                <a:gd name="T47" fmla="*/ 268 h 269"/>
                <a:gd name="T48" fmla="*/ 465 w 465"/>
                <a:gd name="T49" fmla="*/ 135 h 269"/>
                <a:gd name="T50" fmla="*/ 465 w 465"/>
                <a:gd name="T51" fmla="*/ 89 h 269"/>
                <a:gd name="T52" fmla="*/ 456 w 465"/>
                <a:gd name="T53" fmla="*/ 37 h 269"/>
                <a:gd name="T54" fmla="*/ 444 w 465"/>
                <a:gd name="T55" fmla="*/ 18 h 269"/>
                <a:gd name="T56" fmla="*/ 238 w 465"/>
                <a:gd name="T57" fmla="*/ 172 h 269"/>
                <a:gd name="T58" fmla="*/ 225 w 465"/>
                <a:gd name="T59" fmla="*/ 177 h 269"/>
                <a:gd name="T60" fmla="*/ 98 w 465"/>
                <a:gd name="T61" fmla="*/ 116 h 269"/>
                <a:gd name="T62" fmla="*/ 54 w 465"/>
                <a:gd name="T63" fmla="*/ 70 h 269"/>
                <a:gd name="T64" fmla="*/ 44 w 465"/>
                <a:gd name="T65" fmla="*/ 75 h 269"/>
                <a:gd name="T66" fmla="*/ 84 w 465"/>
                <a:gd name="T67" fmla="*/ 130 h 269"/>
                <a:gd name="T68" fmla="*/ 163 w 465"/>
                <a:gd name="T69" fmla="*/ 249 h 269"/>
                <a:gd name="T70" fmla="*/ 20 w 465"/>
                <a:gd name="T71" fmla="*/ 120 h 269"/>
                <a:gd name="T72" fmla="*/ 22 w 465"/>
                <a:gd name="T73" fmla="*/ 68 h 269"/>
                <a:gd name="T74" fmla="*/ 35 w 465"/>
                <a:gd name="T75" fmla="*/ 32 h 269"/>
                <a:gd name="T76" fmla="*/ 62 w 465"/>
                <a:gd name="T77" fmla="*/ 20 h 269"/>
                <a:gd name="T78" fmla="*/ 90 w 465"/>
                <a:gd name="T79" fmla="*/ 21 h 269"/>
                <a:gd name="T80" fmla="*/ 117 w 465"/>
                <a:gd name="T81" fmla="*/ 33 h 269"/>
                <a:gd name="T82" fmla="*/ 152 w 465"/>
                <a:gd name="T83" fmla="*/ 78 h 269"/>
                <a:gd name="T84" fmla="*/ 163 w 465"/>
                <a:gd name="T85" fmla="*/ 95 h 269"/>
                <a:gd name="T86" fmla="*/ 241 w 465"/>
                <a:gd name="T87" fmla="*/ 138 h 269"/>
                <a:gd name="T88" fmla="*/ 247 w 465"/>
                <a:gd name="T89" fmla="*/ 151 h 269"/>
                <a:gd name="T90" fmla="*/ 244 w 465"/>
                <a:gd name="T91" fmla="*/ 165 h 269"/>
                <a:gd name="T92" fmla="*/ 445 w 465"/>
                <a:gd name="T93" fmla="*/ 249 h 269"/>
                <a:gd name="T94" fmla="*/ 379 w 465"/>
                <a:gd name="T95" fmla="*/ 132 h 269"/>
                <a:gd name="T96" fmla="*/ 422 w 465"/>
                <a:gd name="T97" fmla="*/ 83 h 269"/>
                <a:gd name="T98" fmla="*/ 419 w 465"/>
                <a:gd name="T99" fmla="*/ 72 h 269"/>
                <a:gd name="T100" fmla="*/ 405 w 465"/>
                <a:gd name="T101" fmla="*/ 73 h 269"/>
                <a:gd name="T102" fmla="*/ 265 w 465"/>
                <a:gd name="T103" fmla="*/ 163 h 269"/>
                <a:gd name="T104" fmla="*/ 265 w 465"/>
                <a:gd name="T105" fmla="*/ 141 h 269"/>
                <a:gd name="T106" fmla="*/ 253 w 465"/>
                <a:gd name="T107" fmla="*/ 122 h 269"/>
                <a:gd name="T108" fmla="*/ 307 w 465"/>
                <a:gd name="T109" fmla="*/ 90 h 269"/>
                <a:gd name="T110" fmla="*/ 328 w 465"/>
                <a:gd name="T111" fmla="*/ 53 h 269"/>
                <a:gd name="T112" fmla="*/ 362 w 465"/>
                <a:gd name="T113" fmla="*/ 26 h 269"/>
                <a:gd name="T114" fmla="*/ 392 w 465"/>
                <a:gd name="T115" fmla="*/ 20 h 269"/>
                <a:gd name="T116" fmla="*/ 423 w 465"/>
                <a:gd name="T117" fmla="*/ 26 h 269"/>
                <a:gd name="T118" fmla="*/ 439 w 465"/>
                <a:gd name="T119" fmla="*/ 46 h 269"/>
                <a:gd name="T120" fmla="*/ 445 w 465"/>
                <a:gd name="T121" fmla="*/ 92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65" h="269">
                  <a:moveTo>
                    <a:pt x="444" y="18"/>
                  </a:moveTo>
                  <a:lnTo>
                    <a:pt x="444" y="18"/>
                  </a:lnTo>
                  <a:lnTo>
                    <a:pt x="439" y="13"/>
                  </a:lnTo>
                  <a:lnTo>
                    <a:pt x="434" y="10"/>
                  </a:lnTo>
                  <a:lnTo>
                    <a:pt x="428" y="7"/>
                  </a:lnTo>
                  <a:lnTo>
                    <a:pt x="422" y="4"/>
                  </a:lnTo>
                  <a:lnTo>
                    <a:pt x="415" y="2"/>
                  </a:lnTo>
                  <a:lnTo>
                    <a:pt x="408" y="1"/>
                  </a:lnTo>
                  <a:lnTo>
                    <a:pt x="392" y="0"/>
                  </a:lnTo>
                  <a:lnTo>
                    <a:pt x="392" y="0"/>
                  </a:lnTo>
                  <a:lnTo>
                    <a:pt x="382" y="0"/>
                  </a:lnTo>
                  <a:lnTo>
                    <a:pt x="373" y="2"/>
                  </a:lnTo>
                  <a:lnTo>
                    <a:pt x="365" y="4"/>
                  </a:lnTo>
                  <a:lnTo>
                    <a:pt x="356" y="7"/>
                  </a:lnTo>
                  <a:lnTo>
                    <a:pt x="349" y="11"/>
                  </a:lnTo>
                  <a:lnTo>
                    <a:pt x="340" y="15"/>
                  </a:lnTo>
                  <a:lnTo>
                    <a:pt x="333" y="20"/>
                  </a:lnTo>
                  <a:lnTo>
                    <a:pt x="327" y="25"/>
                  </a:lnTo>
                  <a:lnTo>
                    <a:pt x="315" y="37"/>
                  </a:lnTo>
                  <a:lnTo>
                    <a:pt x="305" y="50"/>
                  </a:lnTo>
                  <a:lnTo>
                    <a:pt x="297" y="65"/>
                  </a:lnTo>
                  <a:lnTo>
                    <a:pt x="290" y="79"/>
                  </a:lnTo>
                  <a:lnTo>
                    <a:pt x="233" y="110"/>
                  </a:lnTo>
                  <a:lnTo>
                    <a:pt x="175" y="79"/>
                  </a:lnTo>
                  <a:lnTo>
                    <a:pt x="175" y="79"/>
                  </a:lnTo>
                  <a:lnTo>
                    <a:pt x="168" y="65"/>
                  </a:lnTo>
                  <a:lnTo>
                    <a:pt x="160" y="50"/>
                  </a:lnTo>
                  <a:lnTo>
                    <a:pt x="150" y="37"/>
                  </a:lnTo>
                  <a:lnTo>
                    <a:pt x="138" y="25"/>
                  </a:lnTo>
                  <a:lnTo>
                    <a:pt x="132" y="20"/>
                  </a:lnTo>
                  <a:lnTo>
                    <a:pt x="125" y="15"/>
                  </a:lnTo>
                  <a:lnTo>
                    <a:pt x="118" y="11"/>
                  </a:lnTo>
                  <a:lnTo>
                    <a:pt x="110" y="7"/>
                  </a:lnTo>
                  <a:lnTo>
                    <a:pt x="101" y="4"/>
                  </a:lnTo>
                  <a:lnTo>
                    <a:pt x="93" y="2"/>
                  </a:lnTo>
                  <a:lnTo>
                    <a:pt x="84" y="0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58" y="1"/>
                  </a:lnTo>
                  <a:lnTo>
                    <a:pt x="51" y="2"/>
                  </a:lnTo>
                  <a:lnTo>
                    <a:pt x="43" y="4"/>
                  </a:lnTo>
                  <a:lnTo>
                    <a:pt x="37" y="7"/>
                  </a:lnTo>
                  <a:lnTo>
                    <a:pt x="31" y="10"/>
                  </a:lnTo>
                  <a:lnTo>
                    <a:pt x="26" y="13"/>
                  </a:lnTo>
                  <a:lnTo>
                    <a:pt x="21" y="18"/>
                  </a:lnTo>
                  <a:lnTo>
                    <a:pt x="21" y="18"/>
                  </a:lnTo>
                  <a:lnTo>
                    <a:pt x="18" y="22"/>
                  </a:lnTo>
                  <a:lnTo>
                    <a:pt x="14" y="26"/>
                  </a:lnTo>
                  <a:lnTo>
                    <a:pt x="9" y="37"/>
                  </a:lnTo>
                  <a:lnTo>
                    <a:pt x="5" y="48"/>
                  </a:lnTo>
                  <a:lnTo>
                    <a:pt x="3" y="60"/>
                  </a:lnTo>
                  <a:lnTo>
                    <a:pt x="1" y="75"/>
                  </a:lnTo>
                  <a:lnTo>
                    <a:pt x="1" y="89"/>
                  </a:lnTo>
                  <a:lnTo>
                    <a:pt x="0" y="120"/>
                  </a:lnTo>
                  <a:lnTo>
                    <a:pt x="0" y="120"/>
                  </a:lnTo>
                  <a:lnTo>
                    <a:pt x="1" y="135"/>
                  </a:lnTo>
                  <a:lnTo>
                    <a:pt x="1" y="259"/>
                  </a:lnTo>
                  <a:lnTo>
                    <a:pt x="1" y="259"/>
                  </a:lnTo>
                  <a:lnTo>
                    <a:pt x="1" y="263"/>
                  </a:lnTo>
                  <a:lnTo>
                    <a:pt x="3" y="266"/>
                  </a:lnTo>
                  <a:lnTo>
                    <a:pt x="7" y="268"/>
                  </a:lnTo>
                  <a:lnTo>
                    <a:pt x="10" y="269"/>
                  </a:lnTo>
                  <a:lnTo>
                    <a:pt x="173" y="269"/>
                  </a:lnTo>
                  <a:lnTo>
                    <a:pt x="173" y="269"/>
                  </a:lnTo>
                  <a:lnTo>
                    <a:pt x="176" y="268"/>
                  </a:lnTo>
                  <a:lnTo>
                    <a:pt x="179" y="266"/>
                  </a:lnTo>
                  <a:lnTo>
                    <a:pt x="182" y="263"/>
                  </a:lnTo>
                  <a:lnTo>
                    <a:pt x="182" y="259"/>
                  </a:lnTo>
                  <a:lnTo>
                    <a:pt x="182" y="182"/>
                  </a:lnTo>
                  <a:lnTo>
                    <a:pt x="202" y="192"/>
                  </a:lnTo>
                  <a:lnTo>
                    <a:pt x="202" y="192"/>
                  </a:lnTo>
                  <a:lnTo>
                    <a:pt x="207" y="194"/>
                  </a:lnTo>
                  <a:lnTo>
                    <a:pt x="212" y="196"/>
                  </a:lnTo>
                  <a:lnTo>
                    <a:pt x="218" y="197"/>
                  </a:lnTo>
                  <a:lnTo>
                    <a:pt x="223" y="197"/>
                  </a:lnTo>
                  <a:lnTo>
                    <a:pt x="223" y="197"/>
                  </a:lnTo>
                  <a:lnTo>
                    <a:pt x="228" y="197"/>
                  </a:lnTo>
                  <a:lnTo>
                    <a:pt x="233" y="196"/>
                  </a:lnTo>
                  <a:lnTo>
                    <a:pt x="233" y="196"/>
                  </a:lnTo>
                  <a:lnTo>
                    <a:pt x="238" y="197"/>
                  </a:lnTo>
                  <a:lnTo>
                    <a:pt x="243" y="197"/>
                  </a:lnTo>
                  <a:lnTo>
                    <a:pt x="243" y="197"/>
                  </a:lnTo>
                  <a:lnTo>
                    <a:pt x="249" y="197"/>
                  </a:lnTo>
                  <a:lnTo>
                    <a:pt x="254" y="196"/>
                  </a:lnTo>
                  <a:lnTo>
                    <a:pt x="259" y="194"/>
                  </a:lnTo>
                  <a:lnTo>
                    <a:pt x="264" y="192"/>
                  </a:lnTo>
                  <a:lnTo>
                    <a:pt x="283" y="182"/>
                  </a:lnTo>
                  <a:lnTo>
                    <a:pt x="283" y="259"/>
                  </a:lnTo>
                  <a:lnTo>
                    <a:pt x="283" y="259"/>
                  </a:lnTo>
                  <a:lnTo>
                    <a:pt x="284" y="263"/>
                  </a:lnTo>
                  <a:lnTo>
                    <a:pt x="286" y="266"/>
                  </a:lnTo>
                  <a:lnTo>
                    <a:pt x="289" y="268"/>
                  </a:lnTo>
                  <a:lnTo>
                    <a:pt x="293" y="269"/>
                  </a:lnTo>
                  <a:lnTo>
                    <a:pt x="455" y="269"/>
                  </a:lnTo>
                  <a:lnTo>
                    <a:pt x="455" y="269"/>
                  </a:lnTo>
                  <a:lnTo>
                    <a:pt x="459" y="268"/>
                  </a:lnTo>
                  <a:lnTo>
                    <a:pt x="462" y="266"/>
                  </a:lnTo>
                  <a:lnTo>
                    <a:pt x="464" y="263"/>
                  </a:lnTo>
                  <a:lnTo>
                    <a:pt x="465" y="259"/>
                  </a:lnTo>
                  <a:lnTo>
                    <a:pt x="465" y="135"/>
                  </a:lnTo>
                  <a:lnTo>
                    <a:pt x="465" y="135"/>
                  </a:lnTo>
                  <a:lnTo>
                    <a:pt x="465" y="120"/>
                  </a:lnTo>
                  <a:lnTo>
                    <a:pt x="465" y="120"/>
                  </a:lnTo>
                  <a:lnTo>
                    <a:pt x="465" y="89"/>
                  </a:lnTo>
                  <a:lnTo>
                    <a:pt x="464" y="75"/>
                  </a:lnTo>
                  <a:lnTo>
                    <a:pt x="462" y="60"/>
                  </a:lnTo>
                  <a:lnTo>
                    <a:pt x="460" y="48"/>
                  </a:lnTo>
                  <a:lnTo>
                    <a:pt x="456" y="37"/>
                  </a:lnTo>
                  <a:lnTo>
                    <a:pt x="451" y="26"/>
                  </a:lnTo>
                  <a:lnTo>
                    <a:pt x="447" y="22"/>
                  </a:lnTo>
                  <a:lnTo>
                    <a:pt x="444" y="18"/>
                  </a:lnTo>
                  <a:lnTo>
                    <a:pt x="444" y="18"/>
                  </a:lnTo>
                  <a:close/>
                  <a:moveTo>
                    <a:pt x="244" y="165"/>
                  </a:moveTo>
                  <a:lnTo>
                    <a:pt x="244" y="165"/>
                  </a:lnTo>
                  <a:lnTo>
                    <a:pt x="241" y="169"/>
                  </a:lnTo>
                  <a:lnTo>
                    <a:pt x="238" y="172"/>
                  </a:lnTo>
                  <a:lnTo>
                    <a:pt x="234" y="174"/>
                  </a:lnTo>
                  <a:lnTo>
                    <a:pt x="230" y="176"/>
                  </a:lnTo>
                  <a:lnTo>
                    <a:pt x="230" y="176"/>
                  </a:lnTo>
                  <a:lnTo>
                    <a:pt x="225" y="177"/>
                  </a:lnTo>
                  <a:lnTo>
                    <a:pt x="221" y="177"/>
                  </a:lnTo>
                  <a:lnTo>
                    <a:pt x="216" y="176"/>
                  </a:lnTo>
                  <a:lnTo>
                    <a:pt x="212" y="175"/>
                  </a:lnTo>
                  <a:lnTo>
                    <a:pt x="98" y="116"/>
                  </a:lnTo>
                  <a:lnTo>
                    <a:pt x="61" y="73"/>
                  </a:lnTo>
                  <a:lnTo>
                    <a:pt x="61" y="73"/>
                  </a:lnTo>
                  <a:lnTo>
                    <a:pt x="58" y="71"/>
                  </a:lnTo>
                  <a:lnTo>
                    <a:pt x="54" y="70"/>
                  </a:lnTo>
                  <a:lnTo>
                    <a:pt x="51" y="70"/>
                  </a:lnTo>
                  <a:lnTo>
                    <a:pt x="46" y="72"/>
                  </a:lnTo>
                  <a:lnTo>
                    <a:pt x="46" y="72"/>
                  </a:lnTo>
                  <a:lnTo>
                    <a:pt x="44" y="75"/>
                  </a:lnTo>
                  <a:lnTo>
                    <a:pt x="43" y="79"/>
                  </a:lnTo>
                  <a:lnTo>
                    <a:pt x="43" y="83"/>
                  </a:lnTo>
                  <a:lnTo>
                    <a:pt x="45" y="86"/>
                  </a:lnTo>
                  <a:lnTo>
                    <a:pt x="84" y="130"/>
                  </a:lnTo>
                  <a:lnTo>
                    <a:pt x="84" y="130"/>
                  </a:lnTo>
                  <a:lnTo>
                    <a:pt x="87" y="132"/>
                  </a:lnTo>
                  <a:lnTo>
                    <a:pt x="163" y="172"/>
                  </a:lnTo>
                  <a:lnTo>
                    <a:pt x="163" y="249"/>
                  </a:lnTo>
                  <a:lnTo>
                    <a:pt x="20" y="249"/>
                  </a:lnTo>
                  <a:lnTo>
                    <a:pt x="20" y="135"/>
                  </a:lnTo>
                  <a:lnTo>
                    <a:pt x="20" y="135"/>
                  </a:lnTo>
                  <a:lnTo>
                    <a:pt x="20" y="120"/>
                  </a:lnTo>
                  <a:lnTo>
                    <a:pt x="20" y="120"/>
                  </a:lnTo>
                  <a:lnTo>
                    <a:pt x="20" y="92"/>
                  </a:lnTo>
                  <a:lnTo>
                    <a:pt x="21" y="80"/>
                  </a:lnTo>
                  <a:lnTo>
                    <a:pt x="22" y="68"/>
                  </a:lnTo>
                  <a:lnTo>
                    <a:pt x="24" y="56"/>
                  </a:lnTo>
                  <a:lnTo>
                    <a:pt x="26" y="46"/>
                  </a:lnTo>
                  <a:lnTo>
                    <a:pt x="30" y="38"/>
                  </a:lnTo>
                  <a:lnTo>
                    <a:pt x="35" y="32"/>
                  </a:lnTo>
                  <a:lnTo>
                    <a:pt x="35" y="32"/>
                  </a:lnTo>
                  <a:lnTo>
                    <a:pt x="42" y="26"/>
                  </a:lnTo>
                  <a:lnTo>
                    <a:pt x="52" y="23"/>
                  </a:lnTo>
                  <a:lnTo>
                    <a:pt x="62" y="20"/>
                  </a:lnTo>
                  <a:lnTo>
                    <a:pt x="74" y="20"/>
                  </a:lnTo>
                  <a:lnTo>
                    <a:pt x="74" y="20"/>
                  </a:lnTo>
                  <a:lnTo>
                    <a:pt x="82" y="20"/>
                  </a:lnTo>
                  <a:lnTo>
                    <a:pt x="90" y="21"/>
                  </a:lnTo>
                  <a:lnTo>
                    <a:pt x="97" y="23"/>
                  </a:lnTo>
                  <a:lnTo>
                    <a:pt x="104" y="26"/>
                  </a:lnTo>
                  <a:lnTo>
                    <a:pt x="110" y="29"/>
                  </a:lnTo>
                  <a:lnTo>
                    <a:pt x="117" y="33"/>
                  </a:lnTo>
                  <a:lnTo>
                    <a:pt x="128" y="42"/>
                  </a:lnTo>
                  <a:lnTo>
                    <a:pt x="138" y="53"/>
                  </a:lnTo>
                  <a:lnTo>
                    <a:pt x="146" y="65"/>
                  </a:lnTo>
                  <a:lnTo>
                    <a:pt x="152" y="78"/>
                  </a:lnTo>
                  <a:lnTo>
                    <a:pt x="158" y="90"/>
                  </a:lnTo>
                  <a:lnTo>
                    <a:pt x="158" y="90"/>
                  </a:lnTo>
                  <a:lnTo>
                    <a:pt x="160" y="93"/>
                  </a:lnTo>
                  <a:lnTo>
                    <a:pt x="163" y="95"/>
                  </a:lnTo>
                  <a:lnTo>
                    <a:pt x="234" y="132"/>
                  </a:lnTo>
                  <a:lnTo>
                    <a:pt x="234" y="132"/>
                  </a:lnTo>
                  <a:lnTo>
                    <a:pt x="238" y="135"/>
                  </a:lnTo>
                  <a:lnTo>
                    <a:pt x="241" y="138"/>
                  </a:lnTo>
                  <a:lnTo>
                    <a:pt x="244" y="142"/>
                  </a:lnTo>
                  <a:lnTo>
                    <a:pt x="246" y="146"/>
                  </a:lnTo>
                  <a:lnTo>
                    <a:pt x="246" y="146"/>
                  </a:lnTo>
                  <a:lnTo>
                    <a:pt x="247" y="151"/>
                  </a:lnTo>
                  <a:lnTo>
                    <a:pt x="247" y="156"/>
                  </a:lnTo>
                  <a:lnTo>
                    <a:pt x="246" y="160"/>
                  </a:lnTo>
                  <a:lnTo>
                    <a:pt x="244" y="165"/>
                  </a:lnTo>
                  <a:lnTo>
                    <a:pt x="244" y="165"/>
                  </a:lnTo>
                  <a:close/>
                  <a:moveTo>
                    <a:pt x="445" y="120"/>
                  </a:moveTo>
                  <a:lnTo>
                    <a:pt x="445" y="120"/>
                  </a:lnTo>
                  <a:lnTo>
                    <a:pt x="445" y="135"/>
                  </a:lnTo>
                  <a:lnTo>
                    <a:pt x="445" y="249"/>
                  </a:lnTo>
                  <a:lnTo>
                    <a:pt x="303" y="249"/>
                  </a:lnTo>
                  <a:lnTo>
                    <a:pt x="303" y="172"/>
                  </a:lnTo>
                  <a:lnTo>
                    <a:pt x="379" y="132"/>
                  </a:lnTo>
                  <a:lnTo>
                    <a:pt x="379" y="132"/>
                  </a:lnTo>
                  <a:lnTo>
                    <a:pt x="382" y="130"/>
                  </a:lnTo>
                  <a:lnTo>
                    <a:pt x="420" y="86"/>
                  </a:lnTo>
                  <a:lnTo>
                    <a:pt x="420" y="86"/>
                  </a:lnTo>
                  <a:lnTo>
                    <a:pt x="422" y="83"/>
                  </a:lnTo>
                  <a:lnTo>
                    <a:pt x="422" y="79"/>
                  </a:lnTo>
                  <a:lnTo>
                    <a:pt x="421" y="75"/>
                  </a:lnTo>
                  <a:lnTo>
                    <a:pt x="419" y="72"/>
                  </a:lnTo>
                  <a:lnTo>
                    <a:pt x="419" y="72"/>
                  </a:lnTo>
                  <a:lnTo>
                    <a:pt x="415" y="70"/>
                  </a:lnTo>
                  <a:lnTo>
                    <a:pt x="412" y="70"/>
                  </a:lnTo>
                  <a:lnTo>
                    <a:pt x="408" y="71"/>
                  </a:lnTo>
                  <a:lnTo>
                    <a:pt x="405" y="73"/>
                  </a:lnTo>
                  <a:lnTo>
                    <a:pt x="368" y="116"/>
                  </a:lnTo>
                  <a:lnTo>
                    <a:pt x="263" y="170"/>
                  </a:lnTo>
                  <a:lnTo>
                    <a:pt x="263" y="170"/>
                  </a:lnTo>
                  <a:lnTo>
                    <a:pt x="265" y="163"/>
                  </a:lnTo>
                  <a:lnTo>
                    <a:pt x="266" y="155"/>
                  </a:lnTo>
                  <a:lnTo>
                    <a:pt x="266" y="148"/>
                  </a:lnTo>
                  <a:lnTo>
                    <a:pt x="265" y="141"/>
                  </a:lnTo>
                  <a:lnTo>
                    <a:pt x="265" y="141"/>
                  </a:lnTo>
                  <a:lnTo>
                    <a:pt x="263" y="135"/>
                  </a:lnTo>
                  <a:lnTo>
                    <a:pt x="260" y="131"/>
                  </a:lnTo>
                  <a:lnTo>
                    <a:pt x="257" y="126"/>
                  </a:lnTo>
                  <a:lnTo>
                    <a:pt x="253" y="122"/>
                  </a:lnTo>
                  <a:lnTo>
                    <a:pt x="302" y="95"/>
                  </a:lnTo>
                  <a:lnTo>
                    <a:pt x="302" y="95"/>
                  </a:lnTo>
                  <a:lnTo>
                    <a:pt x="305" y="93"/>
                  </a:lnTo>
                  <a:lnTo>
                    <a:pt x="307" y="90"/>
                  </a:lnTo>
                  <a:lnTo>
                    <a:pt x="307" y="90"/>
                  </a:lnTo>
                  <a:lnTo>
                    <a:pt x="313" y="78"/>
                  </a:lnTo>
                  <a:lnTo>
                    <a:pt x="319" y="65"/>
                  </a:lnTo>
                  <a:lnTo>
                    <a:pt x="328" y="53"/>
                  </a:lnTo>
                  <a:lnTo>
                    <a:pt x="337" y="42"/>
                  </a:lnTo>
                  <a:lnTo>
                    <a:pt x="350" y="33"/>
                  </a:lnTo>
                  <a:lnTo>
                    <a:pt x="356" y="29"/>
                  </a:lnTo>
                  <a:lnTo>
                    <a:pt x="362" y="26"/>
                  </a:lnTo>
                  <a:lnTo>
                    <a:pt x="369" y="23"/>
                  </a:lnTo>
                  <a:lnTo>
                    <a:pt x="376" y="21"/>
                  </a:lnTo>
                  <a:lnTo>
                    <a:pt x="384" y="20"/>
                  </a:lnTo>
                  <a:lnTo>
                    <a:pt x="392" y="20"/>
                  </a:lnTo>
                  <a:lnTo>
                    <a:pt x="392" y="20"/>
                  </a:lnTo>
                  <a:lnTo>
                    <a:pt x="404" y="20"/>
                  </a:lnTo>
                  <a:lnTo>
                    <a:pt x="414" y="23"/>
                  </a:lnTo>
                  <a:lnTo>
                    <a:pt x="423" y="26"/>
                  </a:lnTo>
                  <a:lnTo>
                    <a:pt x="430" y="32"/>
                  </a:lnTo>
                  <a:lnTo>
                    <a:pt x="430" y="32"/>
                  </a:lnTo>
                  <a:lnTo>
                    <a:pt x="435" y="38"/>
                  </a:lnTo>
                  <a:lnTo>
                    <a:pt x="439" y="46"/>
                  </a:lnTo>
                  <a:lnTo>
                    <a:pt x="441" y="56"/>
                  </a:lnTo>
                  <a:lnTo>
                    <a:pt x="443" y="68"/>
                  </a:lnTo>
                  <a:lnTo>
                    <a:pt x="444" y="80"/>
                  </a:lnTo>
                  <a:lnTo>
                    <a:pt x="445" y="92"/>
                  </a:lnTo>
                  <a:lnTo>
                    <a:pt x="445" y="120"/>
                  </a:lnTo>
                  <a:lnTo>
                    <a:pt x="445" y="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5C0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42" name="Freeform 60"/>
          <p:cNvSpPr>
            <a:spLocks noEditPoints="1"/>
          </p:cNvSpPr>
          <p:nvPr/>
        </p:nvSpPr>
        <p:spPr bwMode="auto">
          <a:xfrm>
            <a:off x="5989405" y="2689715"/>
            <a:ext cx="457200" cy="457200"/>
          </a:xfrm>
          <a:custGeom>
            <a:avLst/>
            <a:gdLst>
              <a:gd name="T0" fmla="*/ 600 w 1152"/>
              <a:gd name="T1" fmla="*/ 944 h 1153"/>
              <a:gd name="T2" fmla="*/ 578 w 1152"/>
              <a:gd name="T3" fmla="*/ 940 h 1153"/>
              <a:gd name="T4" fmla="*/ 908 w 1152"/>
              <a:gd name="T5" fmla="*/ 1066 h 1153"/>
              <a:gd name="T6" fmla="*/ 367 w 1152"/>
              <a:gd name="T7" fmla="*/ 868 h 1153"/>
              <a:gd name="T8" fmla="*/ 1049 w 1152"/>
              <a:gd name="T9" fmla="*/ 137 h 1153"/>
              <a:gd name="T10" fmla="*/ 367 w 1152"/>
              <a:gd name="T11" fmla="*/ 868 h 1153"/>
              <a:gd name="T12" fmla="*/ 947 w 1152"/>
              <a:gd name="T13" fmla="*/ 193 h 1153"/>
              <a:gd name="T14" fmla="*/ 336 w 1152"/>
              <a:gd name="T15" fmla="*/ 838 h 1153"/>
              <a:gd name="T16" fmla="*/ 113 w 1152"/>
              <a:gd name="T17" fmla="*/ 749 h 1153"/>
              <a:gd name="T18" fmla="*/ 1131 w 1152"/>
              <a:gd name="T19" fmla="*/ 4 h 1153"/>
              <a:gd name="T20" fmla="*/ 1121 w 1152"/>
              <a:gd name="T21" fmla="*/ 1 h 1153"/>
              <a:gd name="T22" fmla="*/ 1110 w 1152"/>
              <a:gd name="T23" fmla="*/ 1 h 1153"/>
              <a:gd name="T24" fmla="*/ 1101 w 1152"/>
              <a:gd name="T25" fmla="*/ 5 h 1153"/>
              <a:gd name="T26" fmla="*/ 16 w 1152"/>
              <a:gd name="T27" fmla="*/ 727 h 1153"/>
              <a:gd name="T28" fmla="*/ 9 w 1152"/>
              <a:gd name="T29" fmla="*/ 734 h 1153"/>
              <a:gd name="T30" fmla="*/ 3 w 1152"/>
              <a:gd name="T31" fmla="*/ 741 h 1153"/>
              <a:gd name="T32" fmla="*/ 0 w 1152"/>
              <a:gd name="T33" fmla="*/ 751 h 1153"/>
              <a:gd name="T34" fmla="*/ 0 w 1152"/>
              <a:gd name="T35" fmla="*/ 761 h 1153"/>
              <a:gd name="T36" fmla="*/ 2 w 1152"/>
              <a:gd name="T37" fmla="*/ 770 h 1153"/>
              <a:gd name="T38" fmla="*/ 8 w 1152"/>
              <a:gd name="T39" fmla="*/ 779 h 1153"/>
              <a:gd name="T40" fmla="*/ 14 w 1152"/>
              <a:gd name="T41" fmla="*/ 785 h 1153"/>
              <a:gd name="T42" fmla="*/ 23 w 1152"/>
              <a:gd name="T43" fmla="*/ 790 h 1153"/>
              <a:gd name="T44" fmla="*/ 436 w 1152"/>
              <a:gd name="T45" fmla="*/ 1134 h 1153"/>
              <a:gd name="T46" fmla="*/ 443 w 1152"/>
              <a:gd name="T47" fmla="*/ 1142 h 1153"/>
              <a:gd name="T48" fmla="*/ 449 w 1152"/>
              <a:gd name="T49" fmla="*/ 1148 h 1153"/>
              <a:gd name="T50" fmla="*/ 458 w 1152"/>
              <a:gd name="T51" fmla="*/ 1152 h 1153"/>
              <a:gd name="T52" fmla="*/ 468 w 1152"/>
              <a:gd name="T53" fmla="*/ 1153 h 1153"/>
              <a:gd name="T54" fmla="*/ 473 w 1152"/>
              <a:gd name="T55" fmla="*/ 1153 h 1153"/>
              <a:gd name="T56" fmla="*/ 482 w 1152"/>
              <a:gd name="T57" fmla="*/ 1150 h 1153"/>
              <a:gd name="T58" fmla="*/ 489 w 1152"/>
              <a:gd name="T59" fmla="*/ 1145 h 1153"/>
              <a:gd name="T60" fmla="*/ 496 w 1152"/>
              <a:gd name="T61" fmla="*/ 1139 h 1153"/>
              <a:gd name="T62" fmla="*/ 573 w 1152"/>
              <a:gd name="T63" fmla="*/ 1010 h 1153"/>
              <a:gd name="T64" fmla="*/ 929 w 1152"/>
              <a:gd name="T65" fmla="*/ 1153 h 1153"/>
              <a:gd name="T66" fmla="*/ 941 w 1152"/>
              <a:gd name="T67" fmla="*/ 1153 h 1153"/>
              <a:gd name="T68" fmla="*/ 949 w 1152"/>
              <a:gd name="T69" fmla="*/ 1150 h 1153"/>
              <a:gd name="T70" fmla="*/ 960 w 1152"/>
              <a:gd name="T71" fmla="*/ 1143 h 1153"/>
              <a:gd name="T72" fmla="*/ 969 w 1152"/>
              <a:gd name="T73" fmla="*/ 1130 h 1153"/>
              <a:gd name="T74" fmla="*/ 1151 w 1152"/>
              <a:gd name="T75" fmla="*/ 42 h 1153"/>
              <a:gd name="T76" fmla="*/ 1151 w 1152"/>
              <a:gd name="T77" fmla="*/ 33 h 1153"/>
              <a:gd name="T78" fmla="*/ 1149 w 1152"/>
              <a:gd name="T79" fmla="*/ 22 h 1153"/>
              <a:gd name="T80" fmla="*/ 1144 w 1152"/>
              <a:gd name="T81" fmla="*/ 13 h 1153"/>
              <a:gd name="T82" fmla="*/ 1135 w 1152"/>
              <a:gd name="T83" fmla="*/ 7 h 11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152" h="1153">
                <a:moveTo>
                  <a:pt x="908" y="1066"/>
                </a:moveTo>
                <a:lnTo>
                  <a:pt x="600" y="944"/>
                </a:lnTo>
                <a:lnTo>
                  <a:pt x="590" y="941"/>
                </a:lnTo>
                <a:lnTo>
                  <a:pt x="578" y="940"/>
                </a:lnTo>
                <a:lnTo>
                  <a:pt x="1051" y="205"/>
                </a:lnTo>
                <a:lnTo>
                  <a:pt x="908" y="1066"/>
                </a:lnTo>
                <a:close/>
                <a:moveTo>
                  <a:pt x="367" y="868"/>
                </a:moveTo>
                <a:lnTo>
                  <a:pt x="367" y="868"/>
                </a:lnTo>
                <a:lnTo>
                  <a:pt x="366" y="866"/>
                </a:lnTo>
                <a:lnTo>
                  <a:pt x="1049" y="137"/>
                </a:lnTo>
                <a:lnTo>
                  <a:pt x="468" y="1042"/>
                </a:lnTo>
                <a:lnTo>
                  <a:pt x="367" y="868"/>
                </a:lnTo>
                <a:close/>
                <a:moveTo>
                  <a:pt x="113" y="749"/>
                </a:moveTo>
                <a:lnTo>
                  <a:pt x="947" y="193"/>
                </a:lnTo>
                <a:lnTo>
                  <a:pt x="340" y="842"/>
                </a:lnTo>
                <a:lnTo>
                  <a:pt x="336" y="838"/>
                </a:lnTo>
                <a:lnTo>
                  <a:pt x="332" y="836"/>
                </a:lnTo>
                <a:lnTo>
                  <a:pt x="113" y="749"/>
                </a:lnTo>
                <a:close/>
                <a:moveTo>
                  <a:pt x="1135" y="7"/>
                </a:moveTo>
                <a:lnTo>
                  <a:pt x="1131" y="4"/>
                </a:lnTo>
                <a:lnTo>
                  <a:pt x="1126" y="2"/>
                </a:lnTo>
                <a:lnTo>
                  <a:pt x="1121" y="1"/>
                </a:lnTo>
                <a:lnTo>
                  <a:pt x="1116" y="0"/>
                </a:lnTo>
                <a:lnTo>
                  <a:pt x="1110" y="1"/>
                </a:lnTo>
                <a:lnTo>
                  <a:pt x="1106" y="2"/>
                </a:lnTo>
                <a:lnTo>
                  <a:pt x="1101" y="5"/>
                </a:lnTo>
                <a:lnTo>
                  <a:pt x="1096" y="7"/>
                </a:lnTo>
                <a:lnTo>
                  <a:pt x="16" y="727"/>
                </a:lnTo>
                <a:lnTo>
                  <a:pt x="12" y="730"/>
                </a:lnTo>
                <a:lnTo>
                  <a:pt x="9" y="734"/>
                </a:lnTo>
                <a:lnTo>
                  <a:pt x="5" y="737"/>
                </a:lnTo>
                <a:lnTo>
                  <a:pt x="3" y="741"/>
                </a:lnTo>
                <a:lnTo>
                  <a:pt x="2" y="745"/>
                </a:lnTo>
                <a:lnTo>
                  <a:pt x="0" y="751"/>
                </a:lnTo>
                <a:lnTo>
                  <a:pt x="0" y="755"/>
                </a:lnTo>
                <a:lnTo>
                  <a:pt x="0" y="761"/>
                </a:lnTo>
                <a:lnTo>
                  <a:pt x="1" y="765"/>
                </a:lnTo>
                <a:lnTo>
                  <a:pt x="2" y="770"/>
                </a:lnTo>
                <a:lnTo>
                  <a:pt x="4" y="775"/>
                </a:lnTo>
                <a:lnTo>
                  <a:pt x="8" y="779"/>
                </a:lnTo>
                <a:lnTo>
                  <a:pt x="11" y="782"/>
                </a:lnTo>
                <a:lnTo>
                  <a:pt x="14" y="785"/>
                </a:lnTo>
                <a:lnTo>
                  <a:pt x="18" y="788"/>
                </a:lnTo>
                <a:lnTo>
                  <a:pt x="23" y="790"/>
                </a:lnTo>
                <a:lnTo>
                  <a:pt x="305" y="903"/>
                </a:lnTo>
                <a:lnTo>
                  <a:pt x="436" y="1134"/>
                </a:lnTo>
                <a:lnTo>
                  <a:pt x="440" y="1139"/>
                </a:lnTo>
                <a:lnTo>
                  <a:pt x="443" y="1142"/>
                </a:lnTo>
                <a:lnTo>
                  <a:pt x="446" y="1145"/>
                </a:lnTo>
                <a:lnTo>
                  <a:pt x="449" y="1148"/>
                </a:lnTo>
                <a:lnTo>
                  <a:pt x="454" y="1149"/>
                </a:lnTo>
                <a:lnTo>
                  <a:pt x="458" y="1152"/>
                </a:lnTo>
                <a:lnTo>
                  <a:pt x="463" y="1153"/>
                </a:lnTo>
                <a:lnTo>
                  <a:pt x="468" y="1153"/>
                </a:lnTo>
                <a:lnTo>
                  <a:pt x="468" y="1153"/>
                </a:lnTo>
                <a:lnTo>
                  <a:pt x="473" y="1153"/>
                </a:lnTo>
                <a:lnTo>
                  <a:pt x="477" y="1152"/>
                </a:lnTo>
                <a:lnTo>
                  <a:pt x="482" y="1150"/>
                </a:lnTo>
                <a:lnTo>
                  <a:pt x="486" y="1148"/>
                </a:lnTo>
                <a:lnTo>
                  <a:pt x="489" y="1145"/>
                </a:lnTo>
                <a:lnTo>
                  <a:pt x="494" y="1143"/>
                </a:lnTo>
                <a:lnTo>
                  <a:pt x="496" y="1139"/>
                </a:lnTo>
                <a:lnTo>
                  <a:pt x="499" y="1135"/>
                </a:lnTo>
                <a:lnTo>
                  <a:pt x="573" y="1010"/>
                </a:lnTo>
                <a:lnTo>
                  <a:pt x="922" y="1150"/>
                </a:lnTo>
                <a:lnTo>
                  <a:pt x="929" y="1153"/>
                </a:lnTo>
                <a:lnTo>
                  <a:pt x="936" y="1153"/>
                </a:lnTo>
                <a:lnTo>
                  <a:pt x="941" y="1153"/>
                </a:lnTo>
                <a:lnTo>
                  <a:pt x="945" y="1152"/>
                </a:lnTo>
                <a:lnTo>
                  <a:pt x="949" y="1150"/>
                </a:lnTo>
                <a:lnTo>
                  <a:pt x="954" y="1148"/>
                </a:lnTo>
                <a:lnTo>
                  <a:pt x="960" y="1143"/>
                </a:lnTo>
                <a:lnTo>
                  <a:pt x="966" y="1138"/>
                </a:lnTo>
                <a:lnTo>
                  <a:pt x="969" y="1130"/>
                </a:lnTo>
                <a:lnTo>
                  <a:pt x="972" y="1122"/>
                </a:lnTo>
                <a:lnTo>
                  <a:pt x="1151" y="42"/>
                </a:lnTo>
                <a:lnTo>
                  <a:pt x="1152" y="37"/>
                </a:lnTo>
                <a:lnTo>
                  <a:pt x="1151" y="33"/>
                </a:lnTo>
                <a:lnTo>
                  <a:pt x="1150" y="27"/>
                </a:lnTo>
                <a:lnTo>
                  <a:pt x="1149" y="22"/>
                </a:lnTo>
                <a:lnTo>
                  <a:pt x="1147" y="18"/>
                </a:lnTo>
                <a:lnTo>
                  <a:pt x="1144" y="13"/>
                </a:lnTo>
                <a:lnTo>
                  <a:pt x="1139" y="10"/>
                </a:lnTo>
                <a:lnTo>
                  <a:pt x="1135" y="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5C00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43" name="Freeform 131"/>
          <p:cNvSpPr>
            <a:spLocks noEditPoints="1"/>
          </p:cNvSpPr>
          <p:nvPr/>
        </p:nvSpPr>
        <p:spPr bwMode="auto">
          <a:xfrm>
            <a:off x="9578509" y="2689715"/>
            <a:ext cx="457200" cy="457200"/>
          </a:xfrm>
          <a:custGeom>
            <a:avLst/>
            <a:gdLst>
              <a:gd name="T0" fmla="*/ 161 w 1152"/>
              <a:gd name="T1" fmla="*/ 1032 h 1152"/>
              <a:gd name="T2" fmla="*/ 285 w 1152"/>
              <a:gd name="T3" fmla="*/ 982 h 1152"/>
              <a:gd name="T4" fmla="*/ 482 w 1152"/>
              <a:gd name="T5" fmla="*/ 946 h 1152"/>
              <a:gd name="T6" fmla="*/ 547 w 1152"/>
              <a:gd name="T7" fmla="*/ 969 h 1152"/>
              <a:gd name="T8" fmla="*/ 617 w 1152"/>
              <a:gd name="T9" fmla="*/ 966 h 1152"/>
              <a:gd name="T10" fmla="*/ 681 w 1152"/>
              <a:gd name="T11" fmla="*/ 938 h 1152"/>
              <a:gd name="T12" fmla="*/ 894 w 1152"/>
              <a:gd name="T13" fmla="*/ 992 h 1152"/>
              <a:gd name="T14" fmla="*/ 1027 w 1152"/>
              <a:gd name="T15" fmla="*/ 1049 h 1152"/>
              <a:gd name="T16" fmla="*/ 730 w 1152"/>
              <a:gd name="T17" fmla="*/ 842 h 1152"/>
              <a:gd name="T18" fmla="*/ 650 w 1152"/>
              <a:gd name="T19" fmla="*/ 912 h 1152"/>
              <a:gd name="T20" fmla="*/ 603 w 1152"/>
              <a:gd name="T21" fmla="*/ 928 h 1152"/>
              <a:gd name="T22" fmla="*/ 557 w 1152"/>
              <a:gd name="T23" fmla="*/ 930 h 1152"/>
              <a:gd name="T24" fmla="*/ 512 w 1152"/>
              <a:gd name="T25" fmla="*/ 917 h 1152"/>
              <a:gd name="T26" fmla="*/ 434 w 1152"/>
              <a:gd name="T27" fmla="*/ 857 h 1152"/>
              <a:gd name="T28" fmla="*/ 357 w 1152"/>
              <a:gd name="T29" fmla="*/ 741 h 1152"/>
              <a:gd name="T30" fmla="*/ 305 w 1152"/>
              <a:gd name="T31" fmla="*/ 598 h 1152"/>
              <a:gd name="T32" fmla="*/ 289 w 1152"/>
              <a:gd name="T33" fmla="*/ 447 h 1152"/>
              <a:gd name="T34" fmla="*/ 312 w 1152"/>
              <a:gd name="T35" fmla="*/ 301 h 1152"/>
              <a:gd name="T36" fmla="*/ 360 w 1152"/>
              <a:gd name="T37" fmla="*/ 195 h 1152"/>
              <a:gd name="T38" fmla="*/ 405 w 1152"/>
              <a:gd name="T39" fmla="*/ 140 h 1152"/>
              <a:gd name="T40" fmla="*/ 461 w 1152"/>
              <a:gd name="T41" fmla="*/ 99 h 1152"/>
              <a:gd name="T42" fmla="*/ 529 w 1152"/>
              <a:gd name="T43" fmla="*/ 76 h 1152"/>
              <a:gd name="T44" fmla="*/ 608 w 1152"/>
              <a:gd name="T45" fmla="*/ 74 h 1152"/>
              <a:gd name="T46" fmla="*/ 678 w 1152"/>
              <a:gd name="T47" fmla="*/ 94 h 1152"/>
              <a:gd name="T48" fmla="*/ 736 w 1152"/>
              <a:gd name="T49" fmla="*/ 131 h 1152"/>
              <a:gd name="T50" fmla="*/ 784 w 1152"/>
              <a:gd name="T51" fmla="*/ 183 h 1152"/>
              <a:gd name="T52" fmla="*/ 830 w 1152"/>
              <a:gd name="T53" fmla="*/ 273 h 1152"/>
              <a:gd name="T54" fmla="*/ 862 w 1152"/>
              <a:gd name="T55" fmla="*/ 418 h 1152"/>
              <a:gd name="T56" fmla="*/ 853 w 1152"/>
              <a:gd name="T57" fmla="*/ 568 h 1152"/>
              <a:gd name="T58" fmla="*/ 809 w 1152"/>
              <a:gd name="T59" fmla="*/ 712 h 1152"/>
              <a:gd name="T60" fmla="*/ 730 w 1152"/>
              <a:gd name="T61" fmla="*/ 842 h 1152"/>
              <a:gd name="T62" fmla="*/ 1024 w 1152"/>
              <a:gd name="T63" fmla="*/ 967 h 1152"/>
              <a:gd name="T64" fmla="*/ 889 w 1152"/>
              <a:gd name="T65" fmla="*/ 914 h 1152"/>
              <a:gd name="T66" fmla="*/ 812 w 1152"/>
              <a:gd name="T67" fmla="*/ 852 h 1152"/>
              <a:gd name="T68" fmla="*/ 866 w 1152"/>
              <a:gd name="T69" fmla="*/ 756 h 1152"/>
              <a:gd name="T70" fmla="*/ 923 w 1152"/>
              <a:gd name="T71" fmla="*/ 593 h 1152"/>
              <a:gd name="T72" fmla="*/ 936 w 1152"/>
              <a:gd name="T73" fmla="*/ 462 h 1152"/>
              <a:gd name="T74" fmla="*/ 916 w 1152"/>
              <a:gd name="T75" fmla="*/ 302 h 1152"/>
              <a:gd name="T76" fmla="*/ 876 w 1152"/>
              <a:gd name="T77" fmla="*/ 192 h 1152"/>
              <a:gd name="T78" fmla="*/ 831 w 1152"/>
              <a:gd name="T79" fmla="*/ 123 h 1152"/>
              <a:gd name="T80" fmla="*/ 765 w 1152"/>
              <a:gd name="T81" fmla="*/ 59 h 1152"/>
              <a:gd name="T82" fmla="*/ 686 w 1152"/>
              <a:gd name="T83" fmla="*/ 18 h 1152"/>
              <a:gd name="T84" fmla="*/ 595 w 1152"/>
              <a:gd name="T85" fmla="*/ 1 h 1152"/>
              <a:gd name="T86" fmla="*/ 501 w 1152"/>
              <a:gd name="T87" fmla="*/ 8 h 1152"/>
              <a:gd name="T88" fmla="*/ 417 w 1152"/>
              <a:gd name="T89" fmla="*/ 40 h 1152"/>
              <a:gd name="T90" fmla="*/ 345 w 1152"/>
              <a:gd name="T91" fmla="*/ 95 h 1152"/>
              <a:gd name="T92" fmla="*/ 292 w 1152"/>
              <a:gd name="T93" fmla="*/ 163 h 1152"/>
              <a:gd name="T94" fmla="*/ 257 w 1152"/>
              <a:gd name="T95" fmla="*/ 238 h 1152"/>
              <a:gd name="T96" fmla="*/ 220 w 1152"/>
              <a:gd name="T97" fmla="*/ 399 h 1152"/>
              <a:gd name="T98" fmla="*/ 220 w 1152"/>
              <a:gd name="T99" fmla="*/ 546 h 1152"/>
              <a:gd name="T100" fmla="*/ 262 w 1152"/>
              <a:gd name="T101" fmla="*/ 697 h 1152"/>
              <a:gd name="T102" fmla="*/ 317 w 1152"/>
              <a:gd name="T103" fmla="*/ 814 h 1152"/>
              <a:gd name="T104" fmla="*/ 330 w 1152"/>
              <a:gd name="T105" fmla="*/ 895 h 1152"/>
              <a:gd name="T106" fmla="*/ 177 w 1152"/>
              <a:gd name="T107" fmla="*/ 947 h 1152"/>
              <a:gd name="T108" fmla="*/ 41 w 1152"/>
              <a:gd name="T109" fmla="*/ 1015 h 1152"/>
              <a:gd name="T110" fmla="*/ 4 w 1152"/>
              <a:gd name="T111" fmla="*/ 1056 h 1152"/>
              <a:gd name="T112" fmla="*/ 7 w 1152"/>
              <a:gd name="T113" fmla="*/ 1112 h 1152"/>
              <a:gd name="T114" fmla="*/ 49 w 1152"/>
              <a:gd name="T115" fmla="*/ 1149 h 1152"/>
              <a:gd name="T116" fmla="*/ 1102 w 1152"/>
              <a:gd name="T117" fmla="*/ 1149 h 1152"/>
              <a:gd name="T118" fmla="*/ 1145 w 1152"/>
              <a:gd name="T119" fmla="*/ 1112 h 1152"/>
              <a:gd name="T120" fmla="*/ 1148 w 1152"/>
              <a:gd name="T121" fmla="*/ 1056 h 11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152" h="1152">
                <a:moveTo>
                  <a:pt x="72" y="1080"/>
                </a:moveTo>
                <a:lnTo>
                  <a:pt x="80" y="1075"/>
                </a:lnTo>
                <a:lnTo>
                  <a:pt x="97" y="1065"/>
                </a:lnTo>
                <a:lnTo>
                  <a:pt x="124" y="1050"/>
                </a:lnTo>
                <a:lnTo>
                  <a:pt x="161" y="1032"/>
                </a:lnTo>
                <a:lnTo>
                  <a:pt x="181" y="1022"/>
                </a:lnTo>
                <a:lnTo>
                  <a:pt x="205" y="1013"/>
                </a:lnTo>
                <a:lnTo>
                  <a:pt x="230" y="1003"/>
                </a:lnTo>
                <a:lnTo>
                  <a:pt x="257" y="992"/>
                </a:lnTo>
                <a:lnTo>
                  <a:pt x="285" y="982"/>
                </a:lnTo>
                <a:lnTo>
                  <a:pt x="316" y="974"/>
                </a:lnTo>
                <a:lnTo>
                  <a:pt x="347" y="965"/>
                </a:lnTo>
                <a:lnTo>
                  <a:pt x="381" y="958"/>
                </a:lnTo>
                <a:lnTo>
                  <a:pt x="471" y="938"/>
                </a:lnTo>
                <a:lnTo>
                  <a:pt x="482" y="946"/>
                </a:lnTo>
                <a:lnTo>
                  <a:pt x="495" y="952"/>
                </a:lnTo>
                <a:lnTo>
                  <a:pt x="507" y="958"/>
                </a:lnTo>
                <a:lnTo>
                  <a:pt x="520" y="963"/>
                </a:lnTo>
                <a:lnTo>
                  <a:pt x="534" y="966"/>
                </a:lnTo>
                <a:lnTo>
                  <a:pt x="547" y="969"/>
                </a:lnTo>
                <a:lnTo>
                  <a:pt x="561" y="972"/>
                </a:lnTo>
                <a:lnTo>
                  <a:pt x="576" y="972"/>
                </a:lnTo>
                <a:lnTo>
                  <a:pt x="590" y="972"/>
                </a:lnTo>
                <a:lnTo>
                  <a:pt x="605" y="969"/>
                </a:lnTo>
                <a:lnTo>
                  <a:pt x="617" y="966"/>
                </a:lnTo>
                <a:lnTo>
                  <a:pt x="632" y="963"/>
                </a:lnTo>
                <a:lnTo>
                  <a:pt x="644" y="958"/>
                </a:lnTo>
                <a:lnTo>
                  <a:pt x="657" y="952"/>
                </a:lnTo>
                <a:lnTo>
                  <a:pt x="669" y="946"/>
                </a:lnTo>
                <a:lnTo>
                  <a:pt x="681" y="938"/>
                </a:lnTo>
                <a:lnTo>
                  <a:pt x="771" y="958"/>
                </a:lnTo>
                <a:lnTo>
                  <a:pt x="804" y="965"/>
                </a:lnTo>
                <a:lnTo>
                  <a:pt x="836" y="974"/>
                </a:lnTo>
                <a:lnTo>
                  <a:pt x="866" y="982"/>
                </a:lnTo>
                <a:lnTo>
                  <a:pt x="894" y="992"/>
                </a:lnTo>
                <a:lnTo>
                  <a:pt x="921" y="1002"/>
                </a:lnTo>
                <a:lnTo>
                  <a:pt x="946" y="1012"/>
                </a:lnTo>
                <a:lnTo>
                  <a:pt x="970" y="1022"/>
                </a:lnTo>
                <a:lnTo>
                  <a:pt x="991" y="1031"/>
                </a:lnTo>
                <a:lnTo>
                  <a:pt x="1027" y="1049"/>
                </a:lnTo>
                <a:lnTo>
                  <a:pt x="1054" y="1065"/>
                </a:lnTo>
                <a:lnTo>
                  <a:pt x="1072" y="1075"/>
                </a:lnTo>
                <a:lnTo>
                  <a:pt x="1080" y="1080"/>
                </a:lnTo>
                <a:lnTo>
                  <a:pt x="72" y="1080"/>
                </a:lnTo>
                <a:close/>
                <a:moveTo>
                  <a:pt x="730" y="842"/>
                </a:moveTo>
                <a:lnTo>
                  <a:pt x="718" y="857"/>
                </a:lnTo>
                <a:lnTo>
                  <a:pt x="702" y="874"/>
                </a:lnTo>
                <a:lnTo>
                  <a:pt x="684" y="890"/>
                </a:lnTo>
                <a:lnTo>
                  <a:pt x="667" y="903"/>
                </a:lnTo>
                <a:lnTo>
                  <a:pt x="650" y="912"/>
                </a:lnTo>
                <a:lnTo>
                  <a:pt x="640" y="917"/>
                </a:lnTo>
                <a:lnTo>
                  <a:pt x="632" y="921"/>
                </a:lnTo>
                <a:lnTo>
                  <a:pt x="622" y="924"/>
                </a:lnTo>
                <a:lnTo>
                  <a:pt x="613" y="926"/>
                </a:lnTo>
                <a:lnTo>
                  <a:pt x="603" y="928"/>
                </a:lnTo>
                <a:lnTo>
                  <a:pt x="595" y="930"/>
                </a:lnTo>
                <a:lnTo>
                  <a:pt x="585" y="931"/>
                </a:lnTo>
                <a:lnTo>
                  <a:pt x="576" y="932"/>
                </a:lnTo>
                <a:lnTo>
                  <a:pt x="567" y="931"/>
                </a:lnTo>
                <a:lnTo>
                  <a:pt x="557" y="930"/>
                </a:lnTo>
                <a:lnTo>
                  <a:pt x="548" y="928"/>
                </a:lnTo>
                <a:lnTo>
                  <a:pt x="539" y="926"/>
                </a:lnTo>
                <a:lnTo>
                  <a:pt x="530" y="924"/>
                </a:lnTo>
                <a:lnTo>
                  <a:pt x="520" y="921"/>
                </a:lnTo>
                <a:lnTo>
                  <a:pt x="512" y="917"/>
                </a:lnTo>
                <a:lnTo>
                  <a:pt x="503" y="912"/>
                </a:lnTo>
                <a:lnTo>
                  <a:pt x="485" y="903"/>
                </a:lnTo>
                <a:lnTo>
                  <a:pt x="467" y="890"/>
                </a:lnTo>
                <a:lnTo>
                  <a:pt x="450" y="874"/>
                </a:lnTo>
                <a:lnTo>
                  <a:pt x="434" y="857"/>
                </a:lnTo>
                <a:lnTo>
                  <a:pt x="422" y="842"/>
                </a:lnTo>
                <a:lnTo>
                  <a:pt x="405" y="818"/>
                </a:lnTo>
                <a:lnTo>
                  <a:pt x="387" y="792"/>
                </a:lnTo>
                <a:lnTo>
                  <a:pt x="371" y="766"/>
                </a:lnTo>
                <a:lnTo>
                  <a:pt x="357" y="741"/>
                </a:lnTo>
                <a:lnTo>
                  <a:pt x="344" y="712"/>
                </a:lnTo>
                <a:lnTo>
                  <a:pt x="332" y="684"/>
                </a:lnTo>
                <a:lnTo>
                  <a:pt x="322" y="656"/>
                </a:lnTo>
                <a:lnTo>
                  <a:pt x="313" y="627"/>
                </a:lnTo>
                <a:lnTo>
                  <a:pt x="305" y="598"/>
                </a:lnTo>
                <a:lnTo>
                  <a:pt x="299" y="568"/>
                </a:lnTo>
                <a:lnTo>
                  <a:pt x="293" y="537"/>
                </a:lnTo>
                <a:lnTo>
                  <a:pt x="290" y="508"/>
                </a:lnTo>
                <a:lnTo>
                  <a:pt x="289" y="478"/>
                </a:lnTo>
                <a:lnTo>
                  <a:pt x="289" y="447"/>
                </a:lnTo>
                <a:lnTo>
                  <a:pt x="290" y="417"/>
                </a:lnTo>
                <a:lnTo>
                  <a:pt x="293" y="387"/>
                </a:lnTo>
                <a:lnTo>
                  <a:pt x="298" y="358"/>
                </a:lnTo>
                <a:lnTo>
                  <a:pt x="304" y="329"/>
                </a:lnTo>
                <a:lnTo>
                  <a:pt x="312" y="301"/>
                </a:lnTo>
                <a:lnTo>
                  <a:pt x="322" y="273"/>
                </a:lnTo>
                <a:lnTo>
                  <a:pt x="332" y="246"/>
                </a:lnTo>
                <a:lnTo>
                  <a:pt x="345" y="220"/>
                </a:lnTo>
                <a:lnTo>
                  <a:pt x="353" y="207"/>
                </a:lnTo>
                <a:lnTo>
                  <a:pt x="360" y="195"/>
                </a:lnTo>
                <a:lnTo>
                  <a:pt x="368" y="183"/>
                </a:lnTo>
                <a:lnTo>
                  <a:pt x="377" y="171"/>
                </a:lnTo>
                <a:lnTo>
                  <a:pt x="386" y="161"/>
                </a:lnTo>
                <a:lnTo>
                  <a:pt x="395" y="151"/>
                </a:lnTo>
                <a:lnTo>
                  <a:pt x="405" y="140"/>
                </a:lnTo>
                <a:lnTo>
                  <a:pt x="416" y="131"/>
                </a:lnTo>
                <a:lnTo>
                  <a:pt x="426" y="122"/>
                </a:lnTo>
                <a:lnTo>
                  <a:pt x="437" y="114"/>
                </a:lnTo>
                <a:lnTo>
                  <a:pt x="449" y="107"/>
                </a:lnTo>
                <a:lnTo>
                  <a:pt x="461" y="99"/>
                </a:lnTo>
                <a:lnTo>
                  <a:pt x="474" y="94"/>
                </a:lnTo>
                <a:lnTo>
                  <a:pt x="487" y="88"/>
                </a:lnTo>
                <a:lnTo>
                  <a:pt x="501" y="83"/>
                </a:lnTo>
                <a:lnTo>
                  <a:pt x="515" y="80"/>
                </a:lnTo>
                <a:lnTo>
                  <a:pt x="529" y="76"/>
                </a:lnTo>
                <a:lnTo>
                  <a:pt x="544" y="74"/>
                </a:lnTo>
                <a:lnTo>
                  <a:pt x="560" y="72"/>
                </a:lnTo>
                <a:lnTo>
                  <a:pt x="576" y="72"/>
                </a:lnTo>
                <a:lnTo>
                  <a:pt x="592" y="72"/>
                </a:lnTo>
                <a:lnTo>
                  <a:pt x="608" y="74"/>
                </a:lnTo>
                <a:lnTo>
                  <a:pt x="623" y="76"/>
                </a:lnTo>
                <a:lnTo>
                  <a:pt x="637" y="80"/>
                </a:lnTo>
                <a:lnTo>
                  <a:pt x="651" y="83"/>
                </a:lnTo>
                <a:lnTo>
                  <a:pt x="665" y="88"/>
                </a:lnTo>
                <a:lnTo>
                  <a:pt x="678" y="94"/>
                </a:lnTo>
                <a:lnTo>
                  <a:pt x="691" y="99"/>
                </a:lnTo>
                <a:lnTo>
                  <a:pt x="703" y="107"/>
                </a:lnTo>
                <a:lnTo>
                  <a:pt x="715" y="114"/>
                </a:lnTo>
                <a:lnTo>
                  <a:pt x="725" y="122"/>
                </a:lnTo>
                <a:lnTo>
                  <a:pt x="736" y="131"/>
                </a:lnTo>
                <a:lnTo>
                  <a:pt x="747" y="140"/>
                </a:lnTo>
                <a:lnTo>
                  <a:pt x="757" y="151"/>
                </a:lnTo>
                <a:lnTo>
                  <a:pt x="767" y="161"/>
                </a:lnTo>
                <a:lnTo>
                  <a:pt x="775" y="171"/>
                </a:lnTo>
                <a:lnTo>
                  <a:pt x="784" y="183"/>
                </a:lnTo>
                <a:lnTo>
                  <a:pt x="791" y="195"/>
                </a:lnTo>
                <a:lnTo>
                  <a:pt x="799" y="207"/>
                </a:lnTo>
                <a:lnTo>
                  <a:pt x="806" y="220"/>
                </a:lnTo>
                <a:lnTo>
                  <a:pt x="819" y="246"/>
                </a:lnTo>
                <a:lnTo>
                  <a:pt x="830" y="273"/>
                </a:lnTo>
                <a:lnTo>
                  <a:pt x="840" y="301"/>
                </a:lnTo>
                <a:lnTo>
                  <a:pt x="848" y="329"/>
                </a:lnTo>
                <a:lnTo>
                  <a:pt x="854" y="358"/>
                </a:lnTo>
                <a:lnTo>
                  <a:pt x="858" y="387"/>
                </a:lnTo>
                <a:lnTo>
                  <a:pt x="862" y="418"/>
                </a:lnTo>
                <a:lnTo>
                  <a:pt x="863" y="448"/>
                </a:lnTo>
                <a:lnTo>
                  <a:pt x="863" y="478"/>
                </a:lnTo>
                <a:lnTo>
                  <a:pt x="862" y="508"/>
                </a:lnTo>
                <a:lnTo>
                  <a:pt x="858" y="537"/>
                </a:lnTo>
                <a:lnTo>
                  <a:pt x="853" y="568"/>
                </a:lnTo>
                <a:lnTo>
                  <a:pt x="848" y="598"/>
                </a:lnTo>
                <a:lnTo>
                  <a:pt x="840" y="627"/>
                </a:lnTo>
                <a:lnTo>
                  <a:pt x="830" y="656"/>
                </a:lnTo>
                <a:lnTo>
                  <a:pt x="821" y="684"/>
                </a:lnTo>
                <a:lnTo>
                  <a:pt x="809" y="712"/>
                </a:lnTo>
                <a:lnTo>
                  <a:pt x="795" y="741"/>
                </a:lnTo>
                <a:lnTo>
                  <a:pt x="781" y="766"/>
                </a:lnTo>
                <a:lnTo>
                  <a:pt x="764" y="792"/>
                </a:lnTo>
                <a:lnTo>
                  <a:pt x="748" y="818"/>
                </a:lnTo>
                <a:lnTo>
                  <a:pt x="730" y="842"/>
                </a:lnTo>
                <a:close/>
                <a:moveTo>
                  <a:pt x="1120" y="1020"/>
                </a:moveTo>
                <a:lnTo>
                  <a:pt x="1111" y="1015"/>
                </a:lnTo>
                <a:lnTo>
                  <a:pt x="1093" y="1003"/>
                </a:lnTo>
                <a:lnTo>
                  <a:pt x="1062" y="987"/>
                </a:lnTo>
                <a:lnTo>
                  <a:pt x="1024" y="967"/>
                </a:lnTo>
                <a:lnTo>
                  <a:pt x="1001" y="957"/>
                </a:lnTo>
                <a:lnTo>
                  <a:pt x="976" y="947"/>
                </a:lnTo>
                <a:lnTo>
                  <a:pt x="949" y="936"/>
                </a:lnTo>
                <a:lnTo>
                  <a:pt x="920" y="925"/>
                </a:lnTo>
                <a:lnTo>
                  <a:pt x="889" y="914"/>
                </a:lnTo>
                <a:lnTo>
                  <a:pt x="856" y="905"/>
                </a:lnTo>
                <a:lnTo>
                  <a:pt x="822" y="895"/>
                </a:lnTo>
                <a:lnTo>
                  <a:pt x="786" y="887"/>
                </a:lnTo>
                <a:lnTo>
                  <a:pt x="799" y="869"/>
                </a:lnTo>
                <a:lnTo>
                  <a:pt x="812" y="852"/>
                </a:lnTo>
                <a:lnTo>
                  <a:pt x="824" y="833"/>
                </a:lnTo>
                <a:lnTo>
                  <a:pt x="835" y="814"/>
                </a:lnTo>
                <a:lnTo>
                  <a:pt x="845" y="795"/>
                </a:lnTo>
                <a:lnTo>
                  <a:pt x="856" y="775"/>
                </a:lnTo>
                <a:lnTo>
                  <a:pt x="866" y="756"/>
                </a:lnTo>
                <a:lnTo>
                  <a:pt x="875" y="736"/>
                </a:lnTo>
                <a:lnTo>
                  <a:pt x="890" y="697"/>
                </a:lnTo>
                <a:lnTo>
                  <a:pt x="904" y="661"/>
                </a:lnTo>
                <a:lnTo>
                  <a:pt x="914" y="625"/>
                </a:lnTo>
                <a:lnTo>
                  <a:pt x="923" y="593"/>
                </a:lnTo>
                <a:lnTo>
                  <a:pt x="927" y="571"/>
                </a:lnTo>
                <a:lnTo>
                  <a:pt x="932" y="546"/>
                </a:lnTo>
                <a:lnTo>
                  <a:pt x="934" y="519"/>
                </a:lnTo>
                <a:lnTo>
                  <a:pt x="936" y="491"/>
                </a:lnTo>
                <a:lnTo>
                  <a:pt x="936" y="462"/>
                </a:lnTo>
                <a:lnTo>
                  <a:pt x="935" y="431"/>
                </a:lnTo>
                <a:lnTo>
                  <a:pt x="932" y="399"/>
                </a:lnTo>
                <a:lnTo>
                  <a:pt x="929" y="367"/>
                </a:lnTo>
                <a:lnTo>
                  <a:pt x="923" y="334"/>
                </a:lnTo>
                <a:lnTo>
                  <a:pt x="916" y="302"/>
                </a:lnTo>
                <a:lnTo>
                  <a:pt x="906" y="270"/>
                </a:lnTo>
                <a:lnTo>
                  <a:pt x="895" y="238"/>
                </a:lnTo>
                <a:lnTo>
                  <a:pt x="890" y="222"/>
                </a:lnTo>
                <a:lnTo>
                  <a:pt x="883" y="207"/>
                </a:lnTo>
                <a:lnTo>
                  <a:pt x="876" y="192"/>
                </a:lnTo>
                <a:lnTo>
                  <a:pt x="868" y="178"/>
                </a:lnTo>
                <a:lnTo>
                  <a:pt x="859" y="163"/>
                </a:lnTo>
                <a:lnTo>
                  <a:pt x="851" y="150"/>
                </a:lnTo>
                <a:lnTo>
                  <a:pt x="841" y="136"/>
                </a:lnTo>
                <a:lnTo>
                  <a:pt x="831" y="123"/>
                </a:lnTo>
                <a:lnTo>
                  <a:pt x="819" y="108"/>
                </a:lnTo>
                <a:lnTo>
                  <a:pt x="806" y="95"/>
                </a:lnTo>
                <a:lnTo>
                  <a:pt x="794" y="82"/>
                </a:lnTo>
                <a:lnTo>
                  <a:pt x="779" y="70"/>
                </a:lnTo>
                <a:lnTo>
                  <a:pt x="765" y="59"/>
                </a:lnTo>
                <a:lnTo>
                  <a:pt x="750" y="48"/>
                </a:lnTo>
                <a:lnTo>
                  <a:pt x="735" y="40"/>
                </a:lnTo>
                <a:lnTo>
                  <a:pt x="719" y="31"/>
                </a:lnTo>
                <a:lnTo>
                  <a:pt x="703" y="23"/>
                </a:lnTo>
                <a:lnTo>
                  <a:pt x="686" y="18"/>
                </a:lnTo>
                <a:lnTo>
                  <a:pt x="668" y="13"/>
                </a:lnTo>
                <a:lnTo>
                  <a:pt x="651" y="8"/>
                </a:lnTo>
                <a:lnTo>
                  <a:pt x="633" y="4"/>
                </a:lnTo>
                <a:lnTo>
                  <a:pt x="614" y="2"/>
                </a:lnTo>
                <a:lnTo>
                  <a:pt x="595" y="1"/>
                </a:lnTo>
                <a:lnTo>
                  <a:pt x="576" y="0"/>
                </a:lnTo>
                <a:lnTo>
                  <a:pt x="557" y="1"/>
                </a:lnTo>
                <a:lnTo>
                  <a:pt x="538" y="2"/>
                </a:lnTo>
                <a:lnTo>
                  <a:pt x="519" y="4"/>
                </a:lnTo>
                <a:lnTo>
                  <a:pt x="501" y="8"/>
                </a:lnTo>
                <a:lnTo>
                  <a:pt x="484" y="13"/>
                </a:lnTo>
                <a:lnTo>
                  <a:pt x="466" y="18"/>
                </a:lnTo>
                <a:lnTo>
                  <a:pt x="449" y="23"/>
                </a:lnTo>
                <a:lnTo>
                  <a:pt x="433" y="31"/>
                </a:lnTo>
                <a:lnTo>
                  <a:pt x="417" y="40"/>
                </a:lnTo>
                <a:lnTo>
                  <a:pt x="401" y="48"/>
                </a:lnTo>
                <a:lnTo>
                  <a:pt x="386" y="59"/>
                </a:lnTo>
                <a:lnTo>
                  <a:pt x="372" y="70"/>
                </a:lnTo>
                <a:lnTo>
                  <a:pt x="358" y="82"/>
                </a:lnTo>
                <a:lnTo>
                  <a:pt x="345" y="95"/>
                </a:lnTo>
                <a:lnTo>
                  <a:pt x="332" y="108"/>
                </a:lnTo>
                <a:lnTo>
                  <a:pt x="320" y="123"/>
                </a:lnTo>
                <a:lnTo>
                  <a:pt x="311" y="136"/>
                </a:lnTo>
                <a:lnTo>
                  <a:pt x="301" y="150"/>
                </a:lnTo>
                <a:lnTo>
                  <a:pt x="292" y="163"/>
                </a:lnTo>
                <a:lnTo>
                  <a:pt x="284" y="178"/>
                </a:lnTo>
                <a:lnTo>
                  <a:pt x="276" y="192"/>
                </a:lnTo>
                <a:lnTo>
                  <a:pt x="270" y="207"/>
                </a:lnTo>
                <a:lnTo>
                  <a:pt x="262" y="222"/>
                </a:lnTo>
                <a:lnTo>
                  <a:pt x="257" y="238"/>
                </a:lnTo>
                <a:lnTo>
                  <a:pt x="246" y="270"/>
                </a:lnTo>
                <a:lnTo>
                  <a:pt x="236" y="302"/>
                </a:lnTo>
                <a:lnTo>
                  <a:pt x="230" y="334"/>
                </a:lnTo>
                <a:lnTo>
                  <a:pt x="223" y="367"/>
                </a:lnTo>
                <a:lnTo>
                  <a:pt x="220" y="399"/>
                </a:lnTo>
                <a:lnTo>
                  <a:pt x="217" y="431"/>
                </a:lnTo>
                <a:lnTo>
                  <a:pt x="216" y="462"/>
                </a:lnTo>
                <a:lnTo>
                  <a:pt x="217" y="491"/>
                </a:lnTo>
                <a:lnTo>
                  <a:pt x="218" y="519"/>
                </a:lnTo>
                <a:lnTo>
                  <a:pt x="220" y="546"/>
                </a:lnTo>
                <a:lnTo>
                  <a:pt x="224" y="571"/>
                </a:lnTo>
                <a:lnTo>
                  <a:pt x="229" y="593"/>
                </a:lnTo>
                <a:lnTo>
                  <a:pt x="237" y="625"/>
                </a:lnTo>
                <a:lnTo>
                  <a:pt x="248" y="661"/>
                </a:lnTo>
                <a:lnTo>
                  <a:pt x="262" y="697"/>
                </a:lnTo>
                <a:lnTo>
                  <a:pt x="277" y="736"/>
                </a:lnTo>
                <a:lnTo>
                  <a:pt x="287" y="756"/>
                </a:lnTo>
                <a:lnTo>
                  <a:pt x="296" y="775"/>
                </a:lnTo>
                <a:lnTo>
                  <a:pt x="306" y="795"/>
                </a:lnTo>
                <a:lnTo>
                  <a:pt x="317" y="814"/>
                </a:lnTo>
                <a:lnTo>
                  <a:pt x="328" y="833"/>
                </a:lnTo>
                <a:lnTo>
                  <a:pt x="340" y="852"/>
                </a:lnTo>
                <a:lnTo>
                  <a:pt x="353" y="869"/>
                </a:lnTo>
                <a:lnTo>
                  <a:pt x="366" y="887"/>
                </a:lnTo>
                <a:lnTo>
                  <a:pt x="330" y="895"/>
                </a:lnTo>
                <a:lnTo>
                  <a:pt x="296" y="905"/>
                </a:lnTo>
                <a:lnTo>
                  <a:pt x="263" y="914"/>
                </a:lnTo>
                <a:lnTo>
                  <a:pt x="232" y="925"/>
                </a:lnTo>
                <a:lnTo>
                  <a:pt x="204" y="936"/>
                </a:lnTo>
                <a:lnTo>
                  <a:pt x="177" y="947"/>
                </a:lnTo>
                <a:lnTo>
                  <a:pt x="151" y="957"/>
                </a:lnTo>
                <a:lnTo>
                  <a:pt x="128" y="967"/>
                </a:lnTo>
                <a:lnTo>
                  <a:pt x="89" y="987"/>
                </a:lnTo>
                <a:lnTo>
                  <a:pt x="60" y="1003"/>
                </a:lnTo>
                <a:lnTo>
                  <a:pt x="41" y="1015"/>
                </a:lnTo>
                <a:lnTo>
                  <a:pt x="32" y="1020"/>
                </a:lnTo>
                <a:lnTo>
                  <a:pt x="22" y="1028"/>
                </a:lnTo>
                <a:lnTo>
                  <a:pt x="15" y="1035"/>
                </a:lnTo>
                <a:lnTo>
                  <a:pt x="8" y="1045"/>
                </a:lnTo>
                <a:lnTo>
                  <a:pt x="4" y="1056"/>
                </a:lnTo>
                <a:lnTo>
                  <a:pt x="1" y="1067"/>
                </a:lnTo>
                <a:lnTo>
                  <a:pt x="0" y="1077"/>
                </a:lnTo>
                <a:lnTo>
                  <a:pt x="1" y="1089"/>
                </a:lnTo>
                <a:lnTo>
                  <a:pt x="3" y="1101"/>
                </a:lnTo>
                <a:lnTo>
                  <a:pt x="7" y="1112"/>
                </a:lnTo>
                <a:lnTo>
                  <a:pt x="14" y="1122"/>
                </a:lnTo>
                <a:lnTo>
                  <a:pt x="20" y="1130"/>
                </a:lnTo>
                <a:lnTo>
                  <a:pt x="29" y="1138"/>
                </a:lnTo>
                <a:lnTo>
                  <a:pt x="39" y="1143"/>
                </a:lnTo>
                <a:lnTo>
                  <a:pt x="49" y="1149"/>
                </a:lnTo>
                <a:lnTo>
                  <a:pt x="60" y="1151"/>
                </a:lnTo>
                <a:lnTo>
                  <a:pt x="72" y="1152"/>
                </a:lnTo>
                <a:lnTo>
                  <a:pt x="1080" y="1152"/>
                </a:lnTo>
                <a:lnTo>
                  <a:pt x="1092" y="1151"/>
                </a:lnTo>
                <a:lnTo>
                  <a:pt x="1102" y="1149"/>
                </a:lnTo>
                <a:lnTo>
                  <a:pt x="1113" y="1143"/>
                </a:lnTo>
                <a:lnTo>
                  <a:pt x="1123" y="1138"/>
                </a:lnTo>
                <a:lnTo>
                  <a:pt x="1132" y="1130"/>
                </a:lnTo>
                <a:lnTo>
                  <a:pt x="1139" y="1122"/>
                </a:lnTo>
                <a:lnTo>
                  <a:pt x="1145" y="1112"/>
                </a:lnTo>
                <a:lnTo>
                  <a:pt x="1149" y="1101"/>
                </a:lnTo>
                <a:lnTo>
                  <a:pt x="1151" y="1089"/>
                </a:lnTo>
                <a:lnTo>
                  <a:pt x="1152" y="1077"/>
                </a:lnTo>
                <a:lnTo>
                  <a:pt x="1151" y="1067"/>
                </a:lnTo>
                <a:lnTo>
                  <a:pt x="1148" y="1056"/>
                </a:lnTo>
                <a:lnTo>
                  <a:pt x="1143" y="1045"/>
                </a:lnTo>
                <a:lnTo>
                  <a:pt x="1137" y="1035"/>
                </a:lnTo>
                <a:lnTo>
                  <a:pt x="1129" y="1028"/>
                </a:lnTo>
                <a:lnTo>
                  <a:pt x="1120" y="102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5C00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diagram"/>
  <p:tag name="KSO_WM_TEMPLATE_INDEX" val="20231731"/>
</p:tagLst>
</file>

<file path=ppt/tags/tag67.xml><?xml version="1.0" encoding="utf-8"?>
<p:tagLst xmlns:p="http://schemas.openxmlformats.org/presentationml/2006/main">
  <p:tag name="KSO_WM_BEAUTIFY_FLAG" val="#wm#"/>
  <p:tag name="KSO_WM_TEMPLATE_CATEGORY" val="diagram"/>
  <p:tag name="KSO_WM_TEMPLATE_INDEX" val="20231731"/>
  <p:tag name="resource_record_key" val="{&quot;10&quot;:[3470981,50025305,21571102,50063233,50063292,50048919,50032145],&quot;65&quot;:[20231731]}"/>
</p:tagLst>
</file>

<file path=ppt/tags/tag68.xml><?xml version="1.0" encoding="utf-8"?>
<p:tagLst xmlns:p="http://schemas.openxmlformats.org/presentationml/2006/main">
  <p:tag name="KSO_WM_BEAUTIFY_FLAG" val="#wm#"/>
  <p:tag name="KSO_WM_TEMPLATE_CATEGORY" val="diagram"/>
  <p:tag name="KSO_WM_TEMPLATE_INDEX" val="20231731"/>
  <p:tag name="resource_record_key" val="{&quot;10&quot;:[3470981,50025305,21571102,50063233,50063292,50048919,50032145],&quot;65&quot;:[20231731]}"/>
</p:tagLst>
</file>

<file path=ppt/tags/tag69.xml><?xml version="1.0" encoding="utf-8"?>
<p:tagLst xmlns:p="http://schemas.openxmlformats.org/presentationml/2006/main">
  <p:tag name="KSO_WM_BEAUTIFY_FLAG" val="#wm#"/>
  <p:tag name="KSO_WM_TEMPLATE_CATEGORY" val="diagram"/>
  <p:tag name="KSO_WM_TEMPLATE_INDEX" val="20231731"/>
  <p:tag name="resource_record_key" val="{&quot;10&quot;:[3470981,50025305,21571102,50063233,50063292,50048919,50032145],&quot;65&quot;:[20231731]}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DIAGRAM_VIRTUALLY_FRAME" val="{&quot;height&quot;:357.7047244094489,&quot;left&quot;:98.20700787401574,&quot;top&quot;:121.14937007874016,&quot;width&quot;:766.3720472440945}"/>
</p:tagLst>
</file>

<file path=ppt/tags/tag72.xml><?xml version="1.0" encoding="utf-8"?>
<p:tagLst xmlns:p="http://schemas.openxmlformats.org/presentationml/2006/main">
  <p:tag name="KSO_WM_DIAGRAM_VIRTUALLY_FRAME" val="{&quot;height&quot;:357.7047244094489,&quot;left&quot;:98.20700787401574,&quot;top&quot;:121.14937007874016,&quot;width&quot;:766.3720472440945}"/>
</p:tagLst>
</file>

<file path=ppt/tags/tag73.xml><?xml version="1.0" encoding="utf-8"?>
<p:tagLst xmlns:p="http://schemas.openxmlformats.org/presentationml/2006/main">
  <p:tag name="KSO_WM_DIAGRAM_VIRTUALLY_FRAME" val="{&quot;height&quot;:357.7047244094489,&quot;left&quot;:98.20700787401574,&quot;top&quot;:121.14937007874016,&quot;width&quot;:766.3720472440945}"/>
</p:tagLst>
</file>

<file path=ppt/tags/tag74.xml><?xml version="1.0" encoding="utf-8"?>
<p:tagLst xmlns:p="http://schemas.openxmlformats.org/presentationml/2006/main">
  <p:tag name="KSO_WM_DIAGRAM_VIRTUALLY_FRAME" val="{&quot;height&quot;:357.7047244094489,&quot;left&quot;:98.20700787401574,&quot;top&quot;:121.14937007874016,&quot;width&quot;:766.3720472440945}"/>
</p:tagLst>
</file>

<file path=ppt/tags/tag75.xml><?xml version="1.0" encoding="utf-8"?>
<p:tagLst xmlns:p="http://schemas.openxmlformats.org/presentationml/2006/main">
  <p:tag name="KSO_WM_DIAGRAM_VIRTUALLY_FRAME" val="{&quot;height&quot;:357.7047244094489,&quot;left&quot;:98.20700787401574,&quot;top&quot;:121.14937007874016,&quot;width&quot;:766.3720472440945}"/>
</p:tagLst>
</file>

<file path=ppt/tags/tag76.xml><?xml version="1.0" encoding="utf-8"?>
<p:tagLst xmlns:p="http://schemas.openxmlformats.org/presentationml/2006/main">
  <p:tag name="KSO_WM_DIAGRAM_VIRTUALLY_FRAME" val="{&quot;height&quot;:357.7047244094489,&quot;left&quot;:98.20700787401574,&quot;top&quot;:121.14937007874016,&quot;width&quot;:766.3720472440945}"/>
</p:tagLst>
</file>

<file path=ppt/tags/tag77.xml><?xml version="1.0" encoding="utf-8"?>
<p:tagLst xmlns:p="http://schemas.openxmlformats.org/presentationml/2006/main">
  <p:tag name="KSO_WM_DIAGRAM_VIRTUALLY_FRAME" val="{&quot;height&quot;:357.7047244094489,&quot;left&quot;:98.20700787401574,&quot;top&quot;:121.14937007874016,&quot;width&quot;:766.3720472440945}"/>
</p:tagLst>
</file>

<file path=ppt/tags/tag78.xml><?xml version="1.0" encoding="utf-8"?>
<p:tagLst xmlns:p="http://schemas.openxmlformats.org/presentationml/2006/main">
  <p:tag name="KSO_WM_DIAGRAM_VIRTUALLY_FRAME" val="{&quot;height&quot;:357.7047244094489,&quot;left&quot;:98.20700787401574,&quot;top&quot;:121.14937007874016,&quot;width&quot;:766.3720472440945}"/>
</p:tagLst>
</file>

<file path=ppt/tags/tag79.xml><?xml version="1.0" encoding="utf-8"?>
<p:tagLst xmlns:p="http://schemas.openxmlformats.org/presentationml/2006/main">
  <p:tag name="KSO_WM_DIAGRAM_VIRTUALLY_FRAME" val="{&quot;height&quot;:357.7047244094489,&quot;left&quot;:98.20700787401574,&quot;top&quot;:121.14937007874016,&quot;width&quot;:766.3720472440945}"/>
</p:tagLst>
</file>

<file path=ppt/tags/tag80.xml><?xml version="1.0" encoding="utf-8"?>
<p:tagLst xmlns:p="http://schemas.openxmlformats.org/presentationml/2006/main">
  <p:tag name="KSO_WM_DIAGRAM_VIRTUALLY_FRAME" val="{&quot;height&quot;:357.7047244094489,&quot;left&quot;:98.20700787401574,&quot;top&quot;:121.14937007874016,&quot;width&quot;:766.3720472440945}"/>
</p:tagLst>
</file>

<file path=ppt/tags/tag81.xml><?xml version="1.0" encoding="utf-8"?>
<p:tagLst xmlns:p="http://schemas.openxmlformats.org/presentationml/2006/main">
  <p:tag name="KSO_WM_DIAGRAM_VIRTUALLY_FRAME" val="{&quot;height&quot;:357.7047244094489,&quot;left&quot;:98.20700787401574,&quot;top&quot;:121.14937007874016,&quot;width&quot;:766.3720472440945}"/>
</p:tagLst>
</file>

<file path=ppt/tags/tag82.xml><?xml version="1.0" encoding="utf-8"?>
<p:tagLst xmlns:p="http://schemas.openxmlformats.org/presentationml/2006/main">
  <p:tag name="KSO_WM_DIAGRAM_VIRTUALLY_FRAME" val="{&quot;height&quot;:357.7047244094489,&quot;left&quot;:98.20700787401574,&quot;top&quot;:121.14937007874016,&quot;width&quot;:766.3720472440945}"/>
</p:tagLst>
</file>

<file path=ppt/tags/tag83.xml><?xml version="1.0" encoding="utf-8"?>
<p:tagLst xmlns:p="http://schemas.openxmlformats.org/presentationml/2006/main">
  <p:tag name="KSO_WM_DIAGRAM_VIRTUALLY_FRAME" val="{&quot;height&quot;:357.7047244094489,&quot;left&quot;:98.20700787401574,&quot;top&quot;:121.14937007874016,&quot;width&quot;:766.3720472440945}"/>
</p:tagLst>
</file>

<file path=ppt/tags/tag84.xml><?xml version="1.0" encoding="utf-8"?>
<p:tagLst xmlns:p="http://schemas.openxmlformats.org/presentationml/2006/main">
  <p:tag name="KSO_WM_DIAGRAM_VIRTUALLY_FRAME" val="{&quot;height&quot;:357.7047244094489,&quot;left&quot;:98.20700787401574,&quot;top&quot;:121.14937007874016,&quot;width&quot;:766.3720472440945}"/>
</p:tagLst>
</file>

<file path=ppt/tags/tag85.xml><?xml version="1.0" encoding="utf-8"?>
<p:tagLst xmlns:p="http://schemas.openxmlformats.org/presentationml/2006/main">
  <p:tag name="KSO_WM_DIAGRAM_VIRTUALLY_FRAME" val="{&quot;height&quot;:357.7047244094489,&quot;left&quot;:98.20700787401574,&quot;top&quot;:121.14937007874016,&quot;width&quot;:766.3720472440945}"/>
</p:tagLst>
</file>

<file path=ppt/tags/tag86.xml><?xml version="1.0" encoding="utf-8"?>
<p:tagLst xmlns:p="http://schemas.openxmlformats.org/presentationml/2006/main">
  <p:tag name="KSO_WM_DIAGRAM_VIRTUALLY_FRAME" val="{&quot;height&quot;:357.7047244094489,&quot;left&quot;:98.20700787401574,&quot;top&quot;:121.14937007874016,&quot;width&quot;:766.3720472440945}"/>
</p:tagLst>
</file>

<file path=ppt/tags/tag87.xml><?xml version="1.0" encoding="utf-8"?>
<p:tagLst xmlns:p="http://schemas.openxmlformats.org/presentationml/2006/main">
  <p:tag name="KSO_WM_DIAGRAM_VIRTUALLY_FRAME" val="{&quot;height&quot;:357.7047244094489,&quot;left&quot;:98.20700787401574,&quot;top&quot;:121.14937007874016,&quot;width&quot;:766.3720472440945}"/>
</p:tagLst>
</file>

<file path=ppt/tags/tag88.xml><?xml version="1.0" encoding="utf-8"?>
<p:tagLst xmlns:p="http://schemas.openxmlformats.org/presentationml/2006/main">
  <p:tag name="KSO_WM_DIAGRAM_VIRTUALLY_FRAME" val="{&quot;height&quot;:357.7047244094489,&quot;left&quot;:98.20700787401574,&quot;top&quot;:121.14937007874016,&quot;width&quot;:766.3720472440945}"/>
</p:tagLst>
</file>

<file path=ppt/tags/tag89.xml><?xml version="1.0" encoding="utf-8"?>
<p:tagLst xmlns:p="http://schemas.openxmlformats.org/presentationml/2006/main">
  <p:tag name="KSO_WM_DIAGRAM_VIRTUALLY_FRAME" val="{&quot;height&quot;:357.7047244094489,&quot;left&quot;:98.20700787401574,&quot;top&quot;:121.14937007874016,&quot;width&quot;:766.3720472440945}"/>
</p:tagLst>
</file>

<file path=ppt/tags/tag90.xml><?xml version="1.0" encoding="utf-8"?>
<p:tagLst xmlns:p="http://schemas.openxmlformats.org/presentationml/2006/main">
  <p:tag name="KSO_WM_DIAGRAM_VIRTUALLY_FRAME" val="{&quot;height&quot;:357.7047244094489,&quot;left&quot;:98.20700787401574,&quot;top&quot;:121.14937007874016,&quot;width&quot;:766.3720472440945}"/>
</p:tagLst>
</file>

<file path=ppt/tags/tag91.xml><?xml version="1.0" encoding="utf-8"?>
<p:tagLst xmlns:p="http://schemas.openxmlformats.org/presentationml/2006/main">
  <p:tag name="KSO_WM_DIAGRAM_VIRTUALLY_FRAME" val="{&quot;height&quot;:357.7047244094489,&quot;left&quot;:98.20700787401574,&quot;top&quot;:121.14937007874016,&quot;width&quot;:766.3720472440945}"/>
</p:tagLst>
</file>

<file path=ppt/tags/tag92.xml><?xml version="1.0" encoding="utf-8"?>
<p:tagLst xmlns:p="http://schemas.openxmlformats.org/presentationml/2006/main">
  <p:tag name="KSO_WM_DIAGRAM_VIRTUALLY_FRAME" val="{&quot;height&quot;:357.7047244094489,&quot;left&quot;:98.20700787401574,&quot;top&quot;:121.14937007874016,&quot;width&quot;:766.3720472440945}"/>
</p:tagLst>
</file>

<file path=ppt/tags/tag93.xml><?xml version="1.0" encoding="utf-8"?>
<p:tagLst xmlns:p="http://schemas.openxmlformats.org/presentationml/2006/main">
  <p:tag name="KSO_WM_DIAGRAM_VIRTUALLY_FRAME" val="{&quot;height&quot;:357.7047244094489,&quot;left&quot;:98.20700787401574,&quot;top&quot;:121.14937007874016,&quot;width&quot;:766.3720472440945}"/>
</p:tagLst>
</file>

<file path=ppt/tags/tag94.xml><?xml version="1.0" encoding="utf-8"?>
<p:tagLst xmlns:p="http://schemas.openxmlformats.org/presentationml/2006/main">
  <p:tag name="KSO_WM_DIAGRAM_VIRTUALLY_FRAME" val="{&quot;height&quot;:357.7047244094489,&quot;left&quot;:98.20700787401574,&quot;top&quot;:121.14937007874016,&quot;width&quot;:766.3720472440945}"/>
</p:tagLst>
</file>

<file path=ppt/tags/tag95.xml><?xml version="1.0" encoding="utf-8"?>
<p:tagLst xmlns:p="http://schemas.openxmlformats.org/presentationml/2006/main">
  <p:tag name="resource_record_key" val="{&quot;10&quot;:[3470981,50025305,21571102,50063233,50063292,50048919,50032145],&quot;65&quot;:[20231731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61">
    <a:dk1>
      <a:srgbClr val="000000"/>
    </a:dk1>
    <a:lt1>
      <a:srgbClr val="FFFFFF"/>
    </a:lt1>
    <a:dk2>
      <a:srgbClr val="44546A"/>
    </a:dk2>
    <a:lt2>
      <a:srgbClr val="E7E6E6"/>
    </a:lt2>
    <a:accent1>
      <a:srgbClr val="EDB594"/>
    </a:accent1>
    <a:accent2>
      <a:srgbClr val="DE7A7F"/>
    </a:accent2>
    <a:accent3>
      <a:srgbClr val="B57086"/>
    </a:accent3>
    <a:accent4>
      <a:srgbClr val="695C7D"/>
    </a:accent4>
    <a:accent5>
      <a:srgbClr val="E7E1DF"/>
    </a:accent5>
    <a:accent6>
      <a:srgbClr val="E6C4B8"/>
    </a:accent6>
    <a:hlink>
      <a:srgbClr val="0026E5"/>
    </a:hlink>
    <a:folHlink>
      <a:srgbClr val="7E1FAD"/>
    </a:folHlink>
  </a:clrScheme>
  <a:fontScheme name="WPS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WPS">
    <a:fillStyleLst>
      <a:solidFill>
        <a:schemeClr val="phClr"/>
      </a:solidFill>
      <a:gradFill>
        <a:gsLst>
          <a:gs pos="0">
            <a:schemeClr val="phClr">
              <a:lumOff val="17500"/>
            </a:schemeClr>
          </a:gs>
          <a:gs pos="100000">
            <a:schemeClr val="phClr"/>
          </a:gs>
        </a:gsLst>
        <a:lin ang="2700000" scaled="0"/>
      </a:gradFill>
      <a:gradFill>
        <a:gsLst>
          <a:gs pos="0">
            <a:schemeClr val="phClr">
              <a:hueOff val="-2520000"/>
            </a:schemeClr>
          </a:gs>
          <a:gs pos="100000">
            <a:schemeClr val="phClr"/>
          </a:gs>
        </a:gsLst>
        <a:lin ang="27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gradFill>
          <a:gsLst>
            <a:gs pos="0">
              <a:schemeClr val="phClr">
                <a:hueOff val="-4200000"/>
              </a:schemeClr>
            </a:gs>
            <a:gs pos="100000">
              <a:schemeClr val="phClr"/>
            </a:gs>
          </a:gsLst>
          <a:lin ang="2700000" scaled="1"/>
        </a:gradFill>
        <a:prstDash val="solid"/>
        <a:miter lim="800000"/>
      </a:ln>
    </a:lnStyleLst>
    <a:effectStyleLst>
      <a:effectStyle>
        <a:effectLst>
          <a:outerShdw blurRad="101600" dist="50800" dir="5400000" algn="ctr" rotWithShape="0">
            <a:schemeClr val="phClr">
              <a:alpha val="60000"/>
            </a:schemeClr>
          </a:outerShdw>
        </a:effectLst>
      </a:effectStyle>
      <a:effectStyle>
        <a:effectLst>
          <a:reflection stA="50000" endA="300" endPos="40000" dist="25400" dir="5400000" sy="-100000" algn="bl" rotWithShape="0"/>
        </a:effectLst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自定义 61">
    <a:dk1>
      <a:srgbClr val="000000"/>
    </a:dk1>
    <a:lt1>
      <a:srgbClr val="FFFFFF"/>
    </a:lt1>
    <a:dk2>
      <a:srgbClr val="44546A"/>
    </a:dk2>
    <a:lt2>
      <a:srgbClr val="E7E6E6"/>
    </a:lt2>
    <a:accent1>
      <a:srgbClr val="EDB594"/>
    </a:accent1>
    <a:accent2>
      <a:srgbClr val="DE7A7F"/>
    </a:accent2>
    <a:accent3>
      <a:srgbClr val="B57086"/>
    </a:accent3>
    <a:accent4>
      <a:srgbClr val="695C7D"/>
    </a:accent4>
    <a:accent5>
      <a:srgbClr val="E7E1DF"/>
    </a:accent5>
    <a:accent6>
      <a:srgbClr val="E6C4B8"/>
    </a:accent6>
    <a:hlink>
      <a:srgbClr val="0026E5"/>
    </a:hlink>
    <a:folHlink>
      <a:srgbClr val="7E1FAD"/>
    </a:folHlink>
  </a:clrScheme>
  <a:fontScheme name="WPS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WPS">
    <a:fillStyleLst>
      <a:solidFill>
        <a:schemeClr val="phClr"/>
      </a:solidFill>
      <a:gradFill>
        <a:gsLst>
          <a:gs pos="0">
            <a:schemeClr val="phClr">
              <a:lumOff val="17500"/>
            </a:schemeClr>
          </a:gs>
          <a:gs pos="100000">
            <a:schemeClr val="phClr"/>
          </a:gs>
        </a:gsLst>
        <a:lin ang="2700000" scaled="0"/>
      </a:gradFill>
      <a:gradFill>
        <a:gsLst>
          <a:gs pos="0">
            <a:schemeClr val="phClr">
              <a:hueOff val="-2520000"/>
            </a:schemeClr>
          </a:gs>
          <a:gs pos="100000">
            <a:schemeClr val="phClr"/>
          </a:gs>
        </a:gsLst>
        <a:lin ang="27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gradFill>
          <a:gsLst>
            <a:gs pos="0">
              <a:schemeClr val="phClr">
                <a:hueOff val="-4200000"/>
              </a:schemeClr>
            </a:gs>
            <a:gs pos="100000">
              <a:schemeClr val="phClr"/>
            </a:gs>
          </a:gsLst>
          <a:lin ang="2700000" scaled="1"/>
        </a:gradFill>
        <a:prstDash val="solid"/>
        <a:miter lim="800000"/>
      </a:ln>
    </a:lnStyleLst>
    <a:effectStyleLst>
      <a:effectStyle>
        <a:effectLst>
          <a:outerShdw blurRad="101600" dist="50800" dir="5400000" algn="ctr" rotWithShape="0">
            <a:schemeClr val="phClr">
              <a:alpha val="60000"/>
            </a:schemeClr>
          </a:outerShdw>
        </a:effectLst>
      </a:effectStyle>
      <a:effectStyle>
        <a:effectLst>
          <a:reflection stA="50000" endA="300" endPos="40000" dist="25400" dir="5400000" sy="-100000" algn="bl" rotWithShape="0"/>
        </a:effectLst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自定义 61">
    <a:dk1>
      <a:srgbClr val="000000"/>
    </a:dk1>
    <a:lt1>
      <a:srgbClr val="FFFFFF"/>
    </a:lt1>
    <a:dk2>
      <a:srgbClr val="44546A"/>
    </a:dk2>
    <a:lt2>
      <a:srgbClr val="E7E6E6"/>
    </a:lt2>
    <a:accent1>
      <a:srgbClr val="EDB594"/>
    </a:accent1>
    <a:accent2>
      <a:srgbClr val="DE7A7F"/>
    </a:accent2>
    <a:accent3>
      <a:srgbClr val="B57086"/>
    </a:accent3>
    <a:accent4>
      <a:srgbClr val="695C7D"/>
    </a:accent4>
    <a:accent5>
      <a:srgbClr val="E7E1DF"/>
    </a:accent5>
    <a:accent6>
      <a:srgbClr val="E6C4B8"/>
    </a:accent6>
    <a:hlink>
      <a:srgbClr val="0026E5"/>
    </a:hlink>
    <a:folHlink>
      <a:srgbClr val="7E1FAD"/>
    </a:folHlink>
  </a:clrScheme>
  <a:fontScheme name="WPS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WPS">
    <a:fillStyleLst>
      <a:solidFill>
        <a:schemeClr val="phClr"/>
      </a:solidFill>
      <a:gradFill>
        <a:gsLst>
          <a:gs pos="0">
            <a:schemeClr val="phClr">
              <a:lumOff val="17500"/>
            </a:schemeClr>
          </a:gs>
          <a:gs pos="100000">
            <a:schemeClr val="phClr"/>
          </a:gs>
        </a:gsLst>
        <a:lin ang="2700000" scaled="0"/>
      </a:gradFill>
      <a:gradFill>
        <a:gsLst>
          <a:gs pos="0">
            <a:schemeClr val="phClr">
              <a:hueOff val="-2520000"/>
            </a:schemeClr>
          </a:gs>
          <a:gs pos="100000">
            <a:schemeClr val="phClr"/>
          </a:gs>
        </a:gsLst>
        <a:lin ang="27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gradFill>
          <a:gsLst>
            <a:gs pos="0">
              <a:schemeClr val="phClr">
                <a:hueOff val="-4200000"/>
              </a:schemeClr>
            </a:gs>
            <a:gs pos="100000">
              <a:schemeClr val="phClr"/>
            </a:gs>
          </a:gsLst>
          <a:lin ang="2700000" scaled="1"/>
        </a:gradFill>
        <a:prstDash val="solid"/>
        <a:miter lim="800000"/>
      </a:ln>
    </a:lnStyleLst>
    <a:effectStyleLst>
      <a:effectStyle>
        <a:effectLst>
          <a:outerShdw blurRad="101600" dist="50800" dir="5400000" algn="ctr" rotWithShape="0">
            <a:schemeClr val="phClr">
              <a:alpha val="60000"/>
            </a:schemeClr>
          </a:outerShdw>
        </a:effectLst>
      </a:effectStyle>
      <a:effectStyle>
        <a:effectLst>
          <a:reflection stA="50000" endA="300" endPos="40000" dist="25400" dir="5400000" sy="-100000" algn="bl" rotWithShape="0"/>
        </a:effectLst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14885</Words>
  <Application>WPS 演示</Application>
  <PresentationFormat>宽屏</PresentationFormat>
  <Paragraphs>1766</Paragraphs>
  <Slides>42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36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42</vt:i4>
      </vt:variant>
    </vt:vector>
  </HeadingPairs>
  <TitlesOfParts>
    <vt:vector size="83" baseType="lpstr">
      <vt:lpstr>Arial</vt:lpstr>
      <vt:lpstr>宋体</vt:lpstr>
      <vt:lpstr>Wingdings</vt:lpstr>
      <vt:lpstr>Wingdings</vt:lpstr>
      <vt:lpstr>Times New Roman</vt:lpstr>
      <vt:lpstr>微软雅黑</vt:lpstr>
      <vt:lpstr>Arial Unicode MS</vt:lpstr>
      <vt:lpstr>Calibri</vt:lpstr>
      <vt:lpstr>等线</vt:lpstr>
      <vt:lpstr>思源黑体</vt:lpstr>
      <vt:lpstr>黑体</vt:lpstr>
      <vt:lpstr>Aa楷体</vt:lpstr>
      <vt:lpstr>ヒラギノ角ゴ ProN W3</vt:lpstr>
      <vt:lpstr>Segoe Print</vt:lpstr>
      <vt:lpstr>Open Sans</vt:lpstr>
      <vt:lpstr>Open Sans Light</vt:lpstr>
      <vt:lpstr>Gill Sans</vt:lpstr>
      <vt:lpstr>Helvetica</vt:lpstr>
      <vt:lpstr>Raleway Light</vt:lpstr>
      <vt:lpstr>Roboto Light</vt:lpstr>
      <vt:lpstr>Playfair Display</vt:lpstr>
      <vt:lpstr>Wide Latin</vt:lpstr>
      <vt:lpstr>Lato Light</vt:lpstr>
      <vt:lpstr>Calibri Light</vt:lpstr>
      <vt:lpstr>Roboto</vt:lpstr>
      <vt:lpstr>Gill Sans MT</vt:lpstr>
      <vt:lpstr>Yu Gothic UI Semilight</vt:lpstr>
      <vt:lpstr>Aa楷体</vt:lpstr>
      <vt:lpstr>Gill Sans</vt:lpstr>
      <vt:lpstr>Helvetica</vt:lpstr>
      <vt:lpstr>思源黑体</vt:lpstr>
      <vt:lpstr>文道潮黑体</vt:lpstr>
      <vt:lpstr>Aa吾国典范行楷体</vt:lpstr>
      <vt:lpstr>Saturday Sans Regular</vt:lpstr>
      <vt:lpstr>Helvetica LT Pro</vt:lpstr>
      <vt:lpstr>Windsor Std Light</vt:lpstr>
      <vt:lpstr>WPS</vt:lpstr>
      <vt:lpstr>Equation.AxMath</vt:lpstr>
      <vt:lpstr>Equation.AxMath</vt:lpstr>
      <vt:lpstr>Equation.AxMath</vt:lpstr>
      <vt:lpstr>Equation.AxMath</vt:lpstr>
      <vt:lpstr>美赛流程图参考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Fishbone Diagram</vt:lpstr>
      <vt:lpstr>Mindmap</vt:lpstr>
      <vt:lpstr>Funnel Diagram</vt:lpstr>
      <vt:lpstr>Arrow Diagram</vt:lpstr>
      <vt:lpstr>Tree Diagram</vt:lpstr>
      <vt:lpstr>About Us</vt:lpstr>
      <vt:lpstr>Meet John</vt:lpstr>
      <vt:lpstr>Flowchart</vt:lpstr>
      <vt:lpstr>Main Services</vt:lpstr>
      <vt:lpstr>Main Services</vt:lpstr>
      <vt:lpstr>PowerPoint 演示文稿</vt:lpstr>
      <vt:lpstr>PowerPoint 演示文稿</vt:lpstr>
      <vt:lpstr>Workflow</vt:lpstr>
      <vt:lpstr>Value Proposition</vt:lpstr>
      <vt:lpstr>Cloud Diagram</vt:lpstr>
      <vt:lpstr>Gantt Chart</vt:lpstr>
      <vt:lpstr>Timeline Process</vt:lpstr>
      <vt:lpstr>PowerPoint 演示文稿</vt:lpstr>
      <vt:lpstr>Step-by-Step Process</vt:lpstr>
      <vt:lpstr>Workflow</vt:lpstr>
      <vt:lpstr>Flag Process</vt:lpstr>
      <vt:lpstr>Step-by-step Process</vt:lpstr>
      <vt:lpstr>Gantt Chart</vt:lpstr>
      <vt:lpstr>Four Step Cycle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WPS_1607247793</cp:lastModifiedBy>
  <cp:revision>159</cp:revision>
  <dcterms:created xsi:type="dcterms:W3CDTF">2019-06-19T02:08:00Z</dcterms:created>
  <dcterms:modified xsi:type="dcterms:W3CDTF">2026-04-16T09:16:27Z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1732911029D2476F915B1DDEF607EB10_11</vt:lpwstr>
  </property>
</Properties>
</file>